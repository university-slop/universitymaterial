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6" r:id="rId3"/>
    <p:sldId id="267" r:id="rId4"/>
    <p:sldId id="368" r:id="rId5"/>
    <p:sldId id="292" r:id="rId6"/>
    <p:sldId id="369" r:id="rId7"/>
    <p:sldId id="371" r:id="rId8"/>
    <p:sldId id="293" r:id="rId9"/>
    <p:sldId id="370" r:id="rId10"/>
    <p:sldId id="294" r:id="rId11"/>
    <p:sldId id="387" r:id="rId12"/>
    <p:sldId id="372" r:id="rId13"/>
    <p:sldId id="373" r:id="rId14"/>
    <p:sldId id="374" r:id="rId15"/>
    <p:sldId id="375" r:id="rId16"/>
    <p:sldId id="388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6" r:id="rId26"/>
    <p:sldId id="384" r:id="rId27"/>
    <p:sldId id="3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2121"/>
    <a:srgbClr val="FFFFFF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D9C68-6F8C-49D8-83C7-CB685B588A09}" v="8" dt="2023-07-20T09:13:08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on Michael" userId="a6335a5c-3af6-488f-9ef1-dea14714a451" providerId="ADAL" clId="{677D9C68-6F8C-49D8-83C7-CB685B588A09}"/>
    <pc:docChg chg="custSel addSld modSld">
      <pc:chgData name="Aron Michael" userId="a6335a5c-3af6-488f-9ef1-dea14714a451" providerId="ADAL" clId="{677D9C68-6F8C-49D8-83C7-CB685B588A09}" dt="2023-07-20T09:13:08.330" v="34" actId="1076"/>
      <pc:docMkLst>
        <pc:docMk/>
      </pc:docMkLst>
      <pc:sldChg chg="modSp mod">
        <pc:chgData name="Aron Michael" userId="a6335a5c-3af6-488f-9ef1-dea14714a451" providerId="ADAL" clId="{677D9C68-6F8C-49D8-83C7-CB685B588A09}" dt="2023-07-20T09:04:18.566" v="1" actId="20577"/>
        <pc:sldMkLst>
          <pc:docMk/>
          <pc:sldMk cId="535187678" sldId="256"/>
        </pc:sldMkLst>
        <pc:spChg chg="mod">
          <ac:chgData name="Aron Michael" userId="a6335a5c-3af6-488f-9ef1-dea14714a451" providerId="ADAL" clId="{677D9C68-6F8C-49D8-83C7-CB685B588A09}" dt="2023-07-20T09:04:18.566" v="1" actId="20577"/>
          <ac:spMkLst>
            <pc:docMk/>
            <pc:sldMk cId="535187678" sldId="256"/>
            <ac:spMk id="3" creationId="{00000000-0000-0000-0000-000000000000}"/>
          </ac:spMkLst>
        </pc:spChg>
      </pc:sldChg>
      <pc:sldChg chg="delSp mod">
        <pc:chgData name="Aron Michael" userId="a6335a5c-3af6-488f-9ef1-dea14714a451" providerId="ADAL" clId="{677D9C68-6F8C-49D8-83C7-CB685B588A09}" dt="2023-07-20T09:04:29.903" v="2" actId="478"/>
        <pc:sldMkLst>
          <pc:docMk/>
          <pc:sldMk cId="2617623060" sldId="267"/>
        </pc:sldMkLst>
        <pc:inkChg chg="del">
          <ac:chgData name="Aron Michael" userId="a6335a5c-3af6-488f-9ef1-dea14714a451" providerId="ADAL" clId="{677D9C68-6F8C-49D8-83C7-CB685B588A09}" dt="2023-07-20T09:04:29.903" v="2" actId="478"/>
          <ac:inkMkLst>
            <pc:docMk/>
            <pc:sldMk cId="2617623060" sldId="267"/>
            <ac:inkMk id="3" creationId="{0C025502-B515-608C-8780-6236174281D8}"/>
          </ac:inkMkLst>
        </pc:inkChg>
      </pc:sldChg>
      <pc:sldChg chg="delSp mod">
        <pc:chgData name="Aron Michael" userId="a6335a5c-3af6-488f-9ef1-dea14714a451" providerId="ADAL" clId="{677D9C68-6F8C-49D8-83C7-CB685B588A09}" dt="2023-07-20T09:04:51.039" v="4" actId="478"/>
        <pc:sldMkLst>
          <pc:docMk/>
          <pc:sldMk cId="2613337309" sldId="292"/>
        </pc:sldMkLst>
        <pc:inkChg chg="del">
          <ac:chgData name="Aron Michael" userId="a6335a5c-3af6-488f-9ef1-dea14714a451" providerId="ADAL" clId="{677D9C68-6F8C-49D8-83C7-CB685B588A09}" dt="2023-07-20T09:04:51.039" v="4" actId="478"/>
          <ac:inkMkLst>
            <pc:docMk/>
            <pc:sldMk cId="2613337309" sldId="292"/>
            <ac:inkMk id="3" creationId="{2E72C11F-951E-8247-9328-8BD54697F2D1}"/>
          </ac:inkMkLst>
        </pc:inkChg>
      </pc:sldChg>
      <pc:sldChg chg="delSp mod">
        <pc:chgData name="Aron Michael" userId="a6335a5c-3af6-488f-9ef1-dea14714a451" providerId="ADAL" clId="{677D9C68-6F8C-49D8-83C7-CB685B588A09}" dt="2023-07-20T09:05:16.711" v="7" actId="478"/>
        <pc:sldMkLst>
          <pc:docMk/>
          <pc:sldMk cId="4038201089" sldId="293"/>
        </pc:sldMkLst>
        <pc:inkChg chg="del">
          <ac:chgData name="Aron Michael" userId="a6335a5c-3af6-488f-9ef1-dea14714a451" providerId="ADAL" clId="{677D9C68-6F8C-49D8-83C7-CB685B588A09}" dt="2023-07-20T09:05:16.711" v="7" actId="478"/>
          <ac:inkMkLst>
            <pc:docMk/>
            <pc:sldMk cId="4038201089" sldId="293"/>
            <ac:inkMk id="3" creationId="{9670CD6F-8375-6CD7-8B15-66FC54A0227B}"/>
          </ac:inkMkLst>
        </pc:inkChg>
      </pc:sldChg>
      <pc:sldChg chg="delSp mod">
        <pc:chgData name="Aron Michael" userId="a6335a5c-3af6-488f-9ef1-dea14714a451" providerId="ADAL" clId="{677D9C68-6F8C-49D8-83C7-CB685B588A09}" dt="2023-07-20T09:06:03.303" v="9" actId="478"/>
        <pc:sldMkLst>
          <pc:docMk/>
          <pc:sldMk cId="1024005632" sldId="294"/>
        </pc:sldMkLst>
        <pc:inkChg chg="del">
          <ac:chgData name="Aron Michael" userId="a6335a5c-3af6-488f-9ef1-dea14714a451" providerId="ADAL" clId="{677D9C68-6F8C-49D8-83C7-CB685B588A09}" dt="2023-07-20T09:06:03.303" v="9" actId="478"/>
          <ac:inkMkLst>
            <pc:docMk/>
            <pc:sldMk cId="1024005632" sldId="294"/>
            <ac:inkMk id="3" creationId="{D6D8256D-35E8-2E1C-A036-1996176F2D92}"/>
          </ac:inkMkLst>
        </pc:inkChg>
      </pc:sldChg>
      <pc:sldChg chg="delSp mod">
        <pc:chgData name="Aron Michael" userId="a6335a5c-3af6-488f-9ef1-dea14714a451" providerId="ADAL" clId="{677D9C68-6F8C-49D8-83C7-CB685B588A09}" dt="2023-07-20T09:04:42.141" v="3" actId="478"/>
        <pc:sldMkLst>
          <pc:docMk/>
          <pc:sldMk cId="1291382367" sldId="368"/>
        </pc:sldMkLst>
        <pc:inkChg chg="del">
          <ac:chgData name="Aron Michael" userId="a6335a5c-3af6-488f-9ef1-dea14714a451" providerId="ADAL" clId="{677D9C68-6F8C-49D8-83C7-CB685B588A09}" dt="2023-07-20T09:04:42.141" v="3" actId="478"/>
          <ac:inkMkLst>
            <pc:docMk/>
            <pc:sldMk cId="1291382367" sldId="368"/>
            <ac:inkMk id="3" creationId="{7165EC84-3D6A-00FE-861F-B21F03DCB122}"/>
          </ac:inkMkLst>
        </pc:inkChg>
      </pc:sldChg>
      <pc:sldChg chg="delSp mod">
        <pc:chgData name="Aron Michael" userId="a6335a5c-3af6-488f-9ef1-dea14714a451" providerId="ADAL" clId="{677D9C68-6F8C-49D8-83C7-CB685B588A09}" dt="2023-07-20T09:04:56.951" v="5" actId="478"/>
        <pc:sldMkLst>
          <pc:docMk/>
          <pc:sldMk cId="2823104767" sldId="369"/>
        </pc:sldMkLst>
        <pc:inkChg chg="del">
          <ac:chgData name="Aron Michael" userId="a6335a5c-3af6-488f-9ef1-dea14714a451" providerId="ADAL" clId="{677D9C68-6F8C-49D8-83C7-CB685B588A09}" dt="2023-07-20T09:04:56.951" v="5" actId="478"/>
          <ac:inkMkLst>
            <pc:docMk/>
            <pc:sldMk cId="2823104767" sldId="369"/>
            <ac:inkMk id="3" creationId="{752E13F6-E92A-EF30-4490-D07F7C1DD54C}"/>
          </ac:inkMkLst>
        </pc:inkChg>
      </pc:sldChg>
      <pc:sldChg chg="delSp mod">
        <pc:chgData name="Aron Michael" userId="a6335a5c-3af6-488f-9ef1-dea14714a451" providerId="ADAL" clId="{677D9C68-6F8C-49D8-83C7-CB685B588A09}" dt="2023-07-20T09:05:57.169" v="8" actId="478"/>
        <pc:sldMkLst>
          <pc:docMk/>
          <pc:sldMk cId="133992495" sldId="370"/>
        </pc:sldMkLst>
        <pc:inkChg chg="del">
          <ac:chgData name="Aron Michael" userId="a6335a5c-3af6-488f-9ef1-dea14714a451" providerId="ADAL" clId="{677D9C68-6F8C-49D8-83C7-CB685B588A09}" dt="2023-07-20T09:05:57.169" v="8" actId="478"/>
          <ac:inkMkLst>
            <pc:docMk/>
            <pc:sldMk cId="133992495" sldId="370"/>
            <ac:inkMk id="3" creationId="{B04F61CB-887D-E436-09B2-A37CF61CFF6A}"/>
          </ac:inkMkLst>
        </pc:inkChg>
      </pc:sldChg>
      <pc:sldChg chg="delSp mod">
        <pc:chgData name="Aron Michael" userId="a6335a5c-3af6-488f-9ef1-dea14714a451" providerId="ADAL" clId="{677D9C68-6F8C-49D8-83C7-CB685B588A09}" dt="2023-07-20T09:05:03.498" v="6" actId="478"/>
        <pc:sldMkLst>
          <pc:docMk/>
          <pc:sldMk cId="168912960" sldId="371"/>
        </pc:sldMkLst>
        <pc:inkChg chg="del">
          <ac:chgData name="Aron Michael" userId="a6335a5c-3af6-488f-9ef1-dea14714a451" providerId="ADAL" clId="{677D9C68-6F8C-49D8-83C7-CB685B588A09}" dt="2023-07-20T09:05:03.498" v="6" actId="478"/>
          <ac:inkMkLst>
            <pc:docMk/>
            <pc:sldMk cId="168912960" sldId="371"/>
            <ac:inkMk id="3" creationId="{F8090D18-B987-92A1-3AD6-75E6CC93E54D}"/>
          </ac:inkMkLst>
        </pc:inkChg>
      </pc:sldChg>
      <pc:sldChg chg="delSp mod">
        <pc:chgData name="Aron Michael" userId="a6335a5c-3af6-488f-9ef1-dea14714a451" providerId="ADAL" clId="{677D9C68-6F8C-49D8-83C7-CB685B588A09}" dt="2023-07-20T09:06:34.770" v="11" actId="478"/>
        <pc:sldMkLst>
          <pc:docMk/>
          <pc:sldMk cId="2856225521" sldId="372"/>
        </pc:sldMkLst>
        <pc:picChg chg="del">
          <ac:chgData name="Aron Michael" userId="a6335a5c-3af6-488f-9ef1-dea14714a451" providerId="ADAL" clId="{677D9C68-6F8C-49D8-83C7-CB685B588A09}" dt="2023-07-20T09:06:34.770" v="11" actId="478"/>
          <ac:picMkLst>
            <pc:docMk/>
            <pc:sldMk cId="2856225521" sldId="372"/>
            <ac:picMk id="20" creationId="{6A3BDAC9-913A-ADD8-436D-2E1A83C9D6C3}"/>
          </ac:picMkLst>
        </pc:picChg>
        <pc:inkChg chg="del">
          <ac:chgData name="Aron Michael" userId="a6335a5c-3af6-488f-9ef1-dea14714a451" providerId="ADAL" clId="{677D9C68-6F8C-49D8-83C7-CB685B588A09}" dt="2023-07-20T09:06:28.757" v="10" actId="478"/>
          <ac:inkMkLst>
            <pc:docMk/>
            <pc:sldMk cId="2856225521" sldId="372"/>
            <ac:inkMk id="8" creationId="{11A45E8D-033A-CA04-B92A-8B8A53E77C04}"/>
          </ac:inkMkLst>
        </pc:inkChg>
      </pc:sldChg>
      <pc:sldChg chg="delSp mod">
        <pc:chgData name="Aron Michael" userId="a6335a5c-3af6-488f-9ef1-dea14714a451" providerId="ADAL" clId="{677D9C68-6F8C-49D8-83C7-CB685B588A09}" dt="2023-07-20T09:06:42.459" v="12" actId="478"/>
        <pc:sldMkLst>
          <pc:docMk/>
          <pc:sldMk cId="2386563033" sldId="373"/>
        </pc:sldMkLst>
        <pc:inkChg chg="del">
          <ac:chgData name="Aron Michael" userId="a6335a5c-3af6-488f-9ef1-dea14714a451" providerId="ADAL" clId="{677D9C68-6F8C-49D8-83C7-CB685B588A09}" dt="2023-07-20T09:06:42.459" v="12" actId="478"/>
          <ac:inkMkLst>
            <pc:docMk/>
            <pc:sldMk cId="2386563033" sldId="373"/>
            <ac:inkMk id="3" creationId="{6A8CB161-8C2B-4457-DCFF-F048F125816A}"/>
          </ac:inkMkLst>
        </pc:inkChg>
      </pc:sldChg>
      <pc:sldChg chg="delSp mod">
        <pc:chgData name="Aron Michael" userId="a6335a5c-3af6-488f-9ef1-dea14714a451" providerId="ADAL" clId="{677D9C68-6F8C-49D8-83C7-CB685B588A09}" dt="2023-07-20T09:06:49.945" v="13" actId="478"/>
        <pc:sldMkLst>
          <pc:docMk/>
          <pc:sldMk cId="1668642377" sldId="374"/>
        </pc:sldMkLst>
        <pc:inkChg chg="del">
          <ac:chgData name="Aron Michael" userId="a6335a5c-3af6-488f-9ef1-dea14714a451" providerId="ADAL" clId="{677D9C68-6F8C-49D8-83C7-CB685B588A09}" dt="2023-07-20T09:06:49.945" v="13" actId="478"/>
          <ac:inkMkLst>
            <pc:docMk/>
            <pc:sldMk cId="1668642377" sldId="374"/>
            <ac:inkMk id="3" creationId="{AE58A573-ED20-1318-E9AE-93D5EACB46F3}"/>
          </ac:inkMkLst>
        </pc:inkChg>
      </pc:sldChg>
      <pc:sldChg chg="delSp mod">
        <pc:chgData name="Aron Michael" userId="a6335a5c-3af6-488f-9ef1-dea14714a451" providerId="ADAL" clId="{677D9C68-6F8C-49D8-83C7-CB685B588A09}" dt="2023-07-20T09:07:01.416" v="14" actId="478"/>
        <pc:sldMkLst>
          <pc:docMk/>
          <pc:sldMk cId="536477681" sldId="375"/>
        </pc:sldMkLst>
        <pc:inkChg chg="del">
          <ac:chgData name="Aron Michael" userId="a6335a5c-3af6-488f-9ef1-dea14714a451" providerId="ADAL" clId="{677D9C68-6F8C-49D8-83C7-CB685B588A09}" dt="2023-07-20T09:07:01.416" v="14" actId="478"/>
          <ac:inkMkLst>
            <pc:docMk/>
            <pc:sldMk cId="536477681" sldId="375"/>
            <ac:inkMk id="8" creationId="{921045CF-5E3F-291E-604E-9C5269770CED}"/>
          </ac:inkMkLst>
        </pc:inkChg>
      </pc:sldChg>
      <pc:sldChg chg="delSp mod">
        <pc:chgData name="Aron Michael" userId="a6335a5c-3af6-488f-9ef1-dea14714a451" providerId="ADAL" clId="{677D9C68-6F8C-49D8-83C7-CB685B588A09}" dt="2023-07-20T09:07:07.992" v="15" actId="478"/>
        <pc:sldMkLst>
          <pc:docMk/>
          <pc:sldMk cId="2914495642" sldId="376"/>
        </pc:sldMkLst>
        <pc:inkChg chg="del">
          <ac:chgData name="Aron Michael" userId="a6335a5c-3af6-488f-9ef1-dea14714a451" providerId="ADAL" clId="{677D9C68-6F8C-49D8-83C7-CB685B588A09}" dt="2023-07-20T09:07:07.992" v="15" actId="478"/>
          <ac:inkMkLst>
            <pc:docMk/>
            <pc:sldMk cId="2914495642" sldId="376"/>
            <ac:inkMk id="3" creationId="{D66A3A88-42DF-AA1E-08B1-4EE81C669422}"/>
          </ac:inkMkLst>
        </pc:inkChg>
      </pc:sldChg>
      <pc:sldChg chg="delSp mod">
        <pc:chgData name="Aron Michael" userId="a6335a5c-3af6-488f-9ef1-dea14714a451" providerId="ADAL" clId="{677D9C68-6F8C-49D8-83C7-CB685B588A09}" dt="2023-07-20T09:07:19.993" v="16" actId="478"/>
        <pc:sldMkLst>
          <pc:docMk/>
          <pc:sldMk cId="3030363765" sldId="378"/>
        </pc:sldMkLst>
        <pc:inkChg chg="del">
          <ac:chgData name="Aron Michael" userId="a6335a5c-3af6-488f-9ef1-dea14714a451" providerId="ADAL" clId="{677D9C68-6F8C-49D8-83C7-CB685B588A09}" dt="2023-07-20T09:07:19.993" v="16" actId="478"/>
          <ac:inkMkLst>
            <pc:docMk/>
            <pc:sldMk cId="3030363765" sldId="378"/>
            <ac:inkMk id="3" creationId="{282CBCF7-6C95-8805-56C5-9125092BD874}"/>
          </ac:inkMkLst>
        </pc:inkChg>
      </pc:sldChg>
      <pc:sldChg chg="addSp delSp modSp">
        <pc:chgData name="Aron Michael" userId="a6335a5c-3af6-488f-9ef1-dea14714a451" providerId="ADAL" clId="{677D9C68-6F8C-49D8-83C7-CB685B588A09}" dt="2023-07-20T09:13:08.330" v="34" actId="1076"/>
        <pc:sldMkLst>
          <pc:docMk/>
          <pc:sldMk cId="2240693209" sldId="379"/>
        </pc:sldMkLst>
        <pc:picChg chg="add mod">
          <ac:chgData name="Aron Michael" userId="a6335a5c-3af6-488f-9ef1-dea14714a451" providerId="ADAL" clId="{677D9C68-6F8C-49D8-83C7-CB685B588A09}" dt="2023-07-20T09:13:08.330" v="34" actId="1076"/>
          <ac:picMkLst>
            <pc:docMk/>
            <pc:sldMk cId="2240693209" sldId="379"/>
            <ac:picMk id="3" creationId="{EDC19BB9-7D31-F34C-82A6-7AB98C24C699}"/>
          </ac:picMkLst>
        </pc:picChg>
        <pc:picChg chg="del">
          <ac:chgData name="Aron Michael" userId="a6335a5c-3af6-488f-9ef1-dea14714a451" providerId="ADAL" clId="{677D9C68-6F8C-49D8-83C7-CB685B588A09}" dt="2023-07-20T09:12:44.273" v="32" actId="478"/>
          <ac:picMkLst>
            <pc:docMk/>
            <pc:sldMk cId="2240693209" sldId="379"/>
            <ac:picMk id="14" creationId="{FE18302B-59C7-4050-6697-A88C861D392E}"/>
          </ac:picMkLst>
        </pc:picChg>
      </pc:sldChg>
      <pc:sldChg chg="delSp mod">
        <pc:chgData name="Aron Michael" userId="a6335a5c-3af6-488f-9ef1-dea14714a451" providerId="ADAL" clId="{677D9C68-6F8C-49D8-83C7-CB685B588A09}" dt="2023-07-20T09:07:25.162" v="17" actId="478"/>
        <pc:sldMkLst>
          <pc:docMk/>
          <pc:sldMk cId="79935385" sldId="380"/>
        </pc:sldMkLst>
        <pc:inkChg chg="del">
          <ac:chgData name="Aron Michael" userId="a6335a5c-3af6-488f-9ef1-dea14714a451" providerId="ADAL" clId="{677D9C68-6F8C-49D8-83C7-CB685B588A09}" dt="2023-07-20T09:07:25.162" v="17" actId="478"/>
          <ac:inkMkLst>
            <pc:docMk/>
            <pc:sldMk cId="79935385" sldId="380"/>
            <ac:inkMk id="3" creationId="{7EB32486-E6B8-D55F-49AD-75877BB38348}"/>
          </ac:inkMkLst>
        </pc:inkChg>
      </pc:sldChg>
      <pc:sldChg chg="delSp mod">
        <pc:chgData name="Aron Michael" userId="a6335a5c-3af6-488f-9ef1-dea14714a451" providerId="ADAL" clId="{677D9C68-6F8C-49D8-83C7-CB685B588A09}" dt="2023-07-20T09:07:32.483" v="18" actId="478"/>
        <pc:sldMkLst>
          <pc:docMk/>
          <pc:sldMk cId="3823548986" sldId="381"/>
        </pc:sldMkLst>
        <pc:inkChg chg="del">
          <ac:chgData name="Aron Michael" userId="a6335a5c-3af6-488f-9ef1-dea14714a451" providerId="ADAL" clId="{677D9C68-6F8C-49D8-83C7-CB685B588A09}" dt="2023-07-20T09:07:32.483" v="18" actId="478"/>
          <ac:inkMkLst>
            <pc:docMk/>
            <pc:sldMk cId="3823548986" sldId="381"/>
            <ac:inkMk id="3" creationId="{D31AA74E-D42F-168B-5FFF-8E2450AF8CDC}"/>
          </ac:inkMkLst>
        </pc:inkChg>
      </pc:sldChg>
      <pc:sldChg chg="delSp mod">
        <pc:chgData name="Aron Michael" userId="a6335a5c-3af6-488f-9ef1-dea14714a451" providerId="ADAL" clId="{677D9C68-6F8C-49D8-83C7-CB685B588A09}" dt="2023-07-20T09:07:44.346" v="20" actId="478"/>
        <pc:sldMkLst>
          <pc:docMk/>
          <pc:sldMk cId="2817663175" sldId="383"/>
        </pc:sldMkLst>
        <pc:inkChg chg="del">
          <ac:chgData name="Aron Michael" userId="a6335a5c-3af6-488f-9ef1-dea14714a451" providerId="ADAL" clId="{677D9C68-6F8C-49D8-83C7-CB685B588A09}" dt="2023-07-20T09:07:44.346" v="20" actId="478"/>
          <ac:inkMkLst>
            <pc:docMk/>
            <pc:sldMk cId="2817663175" sldId="383"/>
            <ac:inkMk id="3" creationId="{C3FBE62B-279C-8670-C0BF-5B44EC2977ED}"/>
          </ac:inkMkLst>
        </pc:inkChg>
        <pc:inkChg chg="del">
          <ac:chgData name="Aron Michael" userId="a6335a5c-3af6-488f-9ef1-dea14714a451" providerId="ADAL" clId="{677D9C68-6F8C-49D8-83C7-CB685B588A09}" dt="2023-07-20T09:07:41.567" v="19" actId="478"/>
          <ac:inkMkLst>
            <pc:docMk/>
            <pc:sldMk cId="2817663175" sldId="383"/>
            <ac:inkMk id="8" creationId="{7AB06DE3-D676-D0F2-AD0C-8C4B04BD6F99}"/>
          </ac:inkMkLst>
        </pc:inkChg>
      </pc:sldChg>
      <pc:sldChg chg="delSp mod">
        <pc:chgData name="Aron Michael" userId="a6335a5c-3af6-488f-9ef1-dea14714a451" providerId="ADAL" clId="{677D9C68-6F8C-49D8-83C7-CB685B588A09}" dt="2023-07-20T09:07:57.795" v="22" actId="478"/>
        <pc:sldMkLst>
          <pc:docMk/>
          <pc:sldMk cId="3275527748" sldId="384"/>
        </pc:sldMkLst>
        <pc:inkChg chg="del">
          <ac:chgData name="Aron Michael" userId="a6335a5c-3af6-488f-9ef1-dea14714a451" providerId="ADAL" clId="{677D9C68-6F8C-49D8-83C7-CB685B588A09}" dt="2023-07-20T09:07:57.795" v="22" actId="478"/>
          <ac:inkMkLst>
            <pc:docMk/>
            <pc:sldMk cId="3275527748" sldId="384"/>
            <ac:inkMk id="3" creationId="{E0548A8F-3CBB-3457-DFA7-A56118A89AD5}"/>
          </ac:inkMkLst>
        </pc:inkChg>
      </pc:sldChg>
      <pc:sldChg chg="delSp mod">
        <pc:chgData name="Aron Michael" userId="a6335a5c-3af6-488f-9ef1-dea14714a451" providerId="ADAL" clId="{677D9C68-6F8C-49D8-83C7-CB685B588A09}" dt="2023-07-20T09:08:02.502" v="23" actId="478"/>
        <pc:sldMkLst>
          <pc:docMk/>
          <pc:sldMk cId="1347126122" sldId="385"/>
        </pc:sldMkLst>
        <pc:inkChg chg="del">
          <ac:chgData name="Aron Michael" userId="a6335a5c-3af6-488f-9ef1-dea14714a451" providerId="ADAL" clId="{677D9C68-6F8C-49D8-83C7-CB685B588A09}" dt="2023-07-20T09:08:02.502" v="23" actId="478"/>
          <ac:inkMkLst>
            <pc:docMk/>
            <pc:sldMk cId="1347126122" sldId="385"/>
            <ac:inkMk id="3" creationId="{633C7570-005A-DFF3-7EE3-B60DEBCA8F80}"/>
          </ac:inkMkLst>
        </pc:inkChg>
      </pc:sldChg>
      <pc:sldChg chg="delSp mod">
        <pc:chgData name="Aron Michael" userId="a6335a5c-3af6-488f-9ef1-dea14714a451" providerId="ADAL" clId="{677D9C68-6F8C-49D8-83C7-CB685B588A09}" dt="2023-07-20T09:07:50.199" v="21" actId="478"/>
        <pc:sldMkLst>
          <pc:docMk/>
          <pc:sldMk cId="3561418263" sldId="386"/>
        </pc:sldMkLst>
        <pc:inkChg chg="del">
          <ac:chgData name="Aron Michael" userId="a6335a5c-3af6-488f-9ef1-dea14714a451" providerId="ADAL" clId="{677D9C68-6F8C-49D8-83C7-CB685B588A09}" dt="2023-07-20T09:07:50.199" v="21" actId="478"/>
          <ac:inkMkLst>
            <pc:docMk/>
            <pc:sldMk cId="3561418263" sldId="386"/>
            <ac:inkMk id="8" creationId="{09862DDA-3D1A-5C86-0225-C536AE6E998C}"/>
          </ac:inkMkLst>
        </pc:inkChg>
      </pc:sldChg>
      <pc:sldChg chg="addSp delSp modSp add mod delAnim">
        <pc:chgData name="Aron Michael" userId="a6335a5c-3af6-488f-9ef1-dea14714a451" providerId="ADAL" clId="{677D9C68-6F8C-49D8-83C7-CB685B588A09}" dt="2023-07-20T09:11:37.761" v="28" actId="478"/>
        <pc:sldMkLst>
          <pc:docMk/>
          <pc:sldMk cId="3467277466" sldId="387"/>
        </pc:sldMkLst>
        <pc:spChg chg="add del mod">
          <ac:chgData name="Aron Michael" userId="a6335a5c-3af6-488f-9ef1-dea14714a451" providerId="ADAL" clId="{677D9C68-6F8C-49D8-83C7-CB685B588A09}" dt="2023-07-20T09:11:32.722" v="26" actId="478"/>
          <ac:spMkLst>
            <pc:docMk/>
            <pc:sldMk cId="3467277466" sldId="387"/>
            <ac:spMk id="8" creationId="{ECAA4397-D521-E6D4-5211-295511181B1A}"/>
          </ac:spMkLst>
        </pc:spChg>
        <pc:spChg chg="del">
          <ac:chgData name="Aron Michael" userId="a6335a5c-3af6-488f-9ef1-dea14714a451" providerId="ADAL" clId="{677D9C68-6F8C-49D8-83C7-CB685B588A09}" dt="2023-07-20T09:11:29.096" v="25" actId="478"/>
          <ac:spMkLst>
            <pc:docMk/>
            <pc:sldMk cId="3467277466" sldId="387"/>
            <ac:spMk id="19" creationId="{BEC021D9-EDA7-3A58-CB97-32F406713A00}"/>
          </ac:spMkLst>
        </pc:spChg>
        <pc:picChg chg="del">
          <ac:chgData name="Aron Michael" userId="a6335a5c-3af6-488f-9ef1-dea14714a451" providerId="ADAL" clId="{677D9C68-6F8C-49D8-83C7-CB685B588A09}" dt="2023-07-20T09:11:35.483" v="27" actId="478"/>
          <ac:picMkLst>
            <pc:docMk/>
            <pc:sldMk cId="3467277466" sldId="387"/>
            <ac:picMk id="11" creationId="{6F378F30-A5FE-904E-A1EA-5FEE053094D7}"/>
          </ac:picMkLst>
        </pc:picChg>
        <pc:picChg chg="del">
          <ac:chgData name="Aron Michael" userId="a6335a5c-3af6-488f-9ef1-dea14714a451" providerId="ADAL" clId="{677D9C68-6F8C-49D8-83C7-CB685B588A09}" dt="2023-07-20T09:11:37.761" v="28" actId="478"/>
          <ac:picMkLst>
            <pc:docMk/>
            <pc:sldMk cId="3467277466" sldId="387"/>
            <ac:picMk id="12" creationId="{4B3351FC-439A-142E-FB82-7240EB7979C9}"/>
          </ac:picMkLst>
        </pc:picChg>
      </pc:sldChg>
      <pc:sldChg chg="addSp delSp modSp add mod">
        <pc:chgData name="Aron Michael" userId="a6335a5c-3af6-488f-9ef1-dea14714a451" providerId="ADAL" clId="{677D9C68-6F8C-49D8-83C7-CB685B588A09}" dt="2023-07-20T09:12:23.291" v="31" actId="478"/>
        <pc:sldMkLst>
          <pc:docMk/>
          <pc:sldMk cId="913832265" sldId="388"/>
        </pc:sldMkLst>
        <pc:spChg chg="del">
          <ac:chgData name="Aron Michael" userId="a6335a5c-3af6-488f-9ef1-dea14714a451" providerId="ADAL" clId="{677D9C68-6F8C-49D8-83C7-CB685B588A09}" dt="2023-07-20T09:12:19.884" v="30" actId="478"/>
          <ac:spMkLst>
            <pc:docMk/>
            <pc:sldMk cId="913832265" sldId="388"/>
            <ac:spMk id="2" creationId="{00000000-0000-0000-0000-000000000000}"/>
          </ac:spMkLst>
        </pc:spChg>
        <pc:spChg chg="add del mod">
          <ac:chgData name="Aron Michael" userId="a6335a5c-3af6-488f-9ef1-dea14714a451" providerId="ADAL" clId="{677D9C68-6F8C-49D8-83C7-CB685B588A09}" dt="2023-07-20T09:12:23.291" v="31" actId="478"/>
          <ac:spMkLst>
            <pc:docMk/>
            <pc:sldMk cId="913832265" sldId="388"/>
            <ac:spMk id="8" creationId="{48FD3FB3-5F0B-D02B-D44B-612BF438129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7T11:18:0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3329 0 0,'1'-5'4094'0'0,"3"-5"-2483"0"0,-1 7-1459 0 0,0 0-1 0 0,0 1 1 0 0,0 0 0 0 0,1 0 0 0 0,-1 0-1 0 0,1 0 1 0 0,-1 0 0 0 0,1 1-1 0 0,0-1 1 0 0,-1 1 0 0 0,7-1 0 0 0,2 0-997 0 0,-1 1 0 0 0,22 0 0 0 0,-20 1-458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7T11:16:28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21 12139 0 0,'-28'-20'-252'0'0,"29"22"-260"0"0,0 0 0 0 0,1 1 0 0 0,-1-1 0 0 0,0 0 0 0 0,1 0 0 0 0,-1 0 0 0 0,1 0 1 0 0,-1 0-1 0 0,1 0 0 0 0,2 2 0 0 0,21 21-2658 0 0,-20-20 1676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22T05:27:26.9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8244 11244 83 0,'0'0'13'0,"0"0"25"16,0 0-19-16,0 0 11 0,0 0 0 0,0 0 3 15,0 0-3-15,0 1-14 0,2 1 0 0,0 0-6 16,0 0-7-16,0 0-5 0,-1 0 0 0,1 0-3 15,0 1-7-15,0 1-7 0,0 0 0 0,2 1-2 16,-1 3-3-16,-1-5 0 0,6 7-5 0,-8-8 1 16,5 3-28-16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6A34-496B-42E3-AD90-504AB2C072BD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CAED-4298-4B71-ADC5-3446C00CC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0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000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9977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099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94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73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02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42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72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9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8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47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E306-1497-4200-B70B-62CF4F7328F2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21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1.png"/><Relationship Id="rId3" Type="http://schemas.openxmlformats.org/officeDocument/2006/relationships/image" Target="../media/image130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0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9.png"/><Relationship Id="rId7" Type="http://schemas.openxmlformats.org/officeDocument/2006/relationships/image" Target="../media/image2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0.png"/><Relationship Id="rId7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0.png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61.png"/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12" Type="http://schemas.openxmlformats.org/officeDocument/2006/relationships/image" Target="../media/image6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11" Type="http://schemas.openxmlformats.org/officeDocument/2006/relationships/image" Target="../media/image590.png"/><Relationship Id="rId5" Type="http://schemas.openxmlformats.org/officeDocument/2006/relationships/oleObject" Target="file:///D:\Aronharddisk\ELEC2133\ELEC2133-2016\Lecture%202016\Fig.%209.2.vsd\Drawing\~Page-1\SELECTION" TargetMode="External"/><Relationship Id="rId10" Type="http://schemas.openxmlformats.org/officeDocument/2006/relationships/image" Target="../media/image580.png"/><Relationship Id="rId4" Type="http://schemas.openxmlformats.org/officeDocument/2006/relationships/image" Target="../media/image38.png"/><Relationship Id="rId9" Type="http://schemas.openxmlformats.org/officeDocument/2006/relationships/image" Target="../media/image5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6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0.png"/><Relationship Id="rId5" Type="http://schemas.openxmlformats.org/officeDocument/2006/relationships/image" Target="../media/image660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161" y="3519186"/>
            <a:ext cx="9144000" cy="137584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WEEK 8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800" b="1" dirty="0">
                <a:latin typeface="Arial Black" panose="020B0A04020102020204" pitchFamily="34" charset="0"/>
              </a:rPr>
            </a:br>
            <a:r>
              <a:rPr lang="en-US" sz="2800" b="1" dirty="0">
                <a:latin typeface="Arial Black" panose="020B0A04020102020204" pitchFamily="34" charset="0"/>
              </a:rPr>
              <a:t>Non-Linear Circuits</a:t>
            </a:r>
            <a:endParaRPr lang="en-AU" sz="2800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389999"/>
            <a:ext cx="4089862" cy="468001"/>
          </a:xfrm>
        </p:spPr>
        <p:txBody>
          <a:bodyPr>
            <a:normAutofit/>
          </a:bodyPr>
          <a:lstStyle/>
          <a:p>
            <a:pPr algn="l"/>
            <a:r>
              <a:rPr lang="en-AU" b="1" dirty="0">
                <a:latin typeface="Arial Black" panose="020B0A04020102020204" pitchFamily="34" charset="0"/>
              </a:rPr>
              <a:t>Dr. </a:t>
            </a:r>
            <a:r>
              <a:rPr lang="en-AU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Aron Michael 2023</a:t>
            </a:r>
          </a:p>
          <a:p>
            <a:endParaRPr lang="en-AU" dirty="0"/>
          </a:p>
          <a:p>
            <a:endParaRPr lang="en-AU" sz="1600" dirty="0"/>
          </a:p>
          <a:p>
            <a:endParaRPr lang="en-AU" dirty="0"/>
          </a:p>
        </p:txBody>
      </p:sp>
      <p:grpSp>
        <p:nvGrpSpPr>
          <p:cNvPr id="13" name="Group 12"/>
          <p:cNvGrpSpPr/>
          <p:nvPr/>
        </p:nvGrpSpPr>
        <p:grpSpPr>
          <a:xfrm>
            <a:off x="0" y="-57150"/>
            <a:ext cx="12192000" cy="2456913"/>
            <a:chOff x="0" y="0"/>
            <a:chExt cx="12192000" cy="2456913"/>
          </a:xfrm>
        </p:grpSpPr>
        <p:grpSp>
          <p:nvGrpSpPr>
            <p:cNvPr id="12" name="Group 11"/>
            <p:cNvGrpSpPr/>
            <p:nvPr/>
          </p:nvGrpSpPr>
          <p:grpSpPr>
            <a:xfrm>
              <a:off x="0" y="0"/>
              <a:ext cx="12192000" cy="2456913"/>
              <a:chOff x="0" y="0"/>
              <a:chExt cx="12192000" cy="245691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0" y="0"/>
                <a:ext cx="12192000" cy="2456912"/>
                <a:chOff x="0" y="6120087"/>
                <a:chExt cx="12192000" cy="245691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6120087"/>
                  <a:ext cx="12192000" cy="1980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0" y="8108999"/>
                  <a:ext cx="12192000" cy="468000"/>
                </a:xfrm>
                <a:prstGeom prst="rect">
                  <a:avLst/>
                </a:prstGeom>
                <a:solidFill>
                  <a:srgbClr val="960000"/>
                </a:solidFill>
                <a:ln>
                  <a:solidFill>
                    <a:srgbClr val="96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9" name="Pentagon 8"/>
              <p:cNvSpPr/>
              <p:nvPr/>
            </p:nvSpPr>
            <p:spPr>
              <a:xfrm>
                <a:off x="0" y="1988913"/>
                <a:ext cx="5000368" cy="468000"/>
              </a:xfrm>
              <a:prstGeom prst="homePlat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1858" y="2022857"/>
                <a:ext cx="49015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Electrical Engineering &amp; Telecommunications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68161" y="2019702"/>
                <a:ext cx="15116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Engineering</a:t>
                </a:r>
              </a:p>
            </p:txBody>
          </p:sp>
        </p:grp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90" y="156972"/>
              <a:ext cx="1714500" cy="1714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18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D9735E42-F133-AE43-54D4-8DFEBBF9C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3341"/>
            <a:ext cx="5396983" cy="2949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5A287595-B99D-2C96-6FC9-9D685070C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92" y="1654950"/>
            <a:ext cx="5172103" cy="2371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94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O</a:t>
            </a:r>
            <a:r>
              <a:rPr lang="en-AU" sz="3600" b="1" dirty="0" err="1">
                <a:latin typeface="Arial Black" panose="020B0A04020102020204" pitchFamily="34" charset="0"/>
              </a:rPr>
              <a:t>scillator</a:t>
            </a:r>
            <a:r>
              <a:rPr lang="en-AU" sz="3600" b="1" dirty="0">
                <a:latin typeface="Arial Black" panose="020B0A04020102020204" pitchFamily="34" charset="0"/>
              </a:rPr>
              <a:t> Circuits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531" y="648393"/>
                <a:ext cx="11960469" cy="5460201"/>
              </a:xfrm>
            </p:spPr>
            <p:txBody>
              <a:bodyPr>
                <a:normAutofit lnSpcReduction="10000"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dirty="0">
                    <a:latin typeface="Arial"/>
                    <a:cs typeface="Arial"/>
                  </a:rPr>
                  <a:t>Condition for oscillation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dirty="0">
                    <a:latin typeface="Arial"/>
                    <a:cs typeface="Arial"/>
                  </a:rPr>
                  <a:t>Consider the case where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AU" dirty="0">
                    <a:latin typeface="Arial"/>
                    <a:cs typeface="Arial"/>
                  </a:rPr>
                  <a:t>=0 then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latin typeface="Arial"/>
                    <a:cs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AU" dirty="0">
                    <a:latin typeface="Arial"/>
                    <a:cs typeface="Arial"/>
                  </a:rPr>
                  <a:t> = </a:t>
                </a:r>
                <a:r>
                  <a:rPr lang="el-GR" dirty="0">
                    <a:latin typeface="Arial"/>
                    <a:cs typeface="Arial"/>
                  </a:rPr>
                  <a:t>β</a:t>
                </a:r>
                <a:r>
                  <a:rPr lang="en-AU" dirty="0">
                    <a:latin typeface="Arial"/>
                    <a:cs typeface="Arial"/>
                  </a:rPr>
                  <a:t>A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aseline="-25000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dirty="0">
                    <a:latin typeface="Arial"/>
                    <a:cs typeface="Arial"/>
                  </a:rPr>
                  <a:t>Thus, we have </a:t>
                </a:r>
              </a:p>
              <a:p>
                <a:pPr marL="12700" marR="673100" indent="0">
                  <a:buNone/>
                </a:pPr>
                <a:r>
                  <a:rPr lang="en-AU" dirty="0">
                    <a:latin typeface="Arial"/>
                    <a:cs typeface="Arial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latin typeface="Arial"/>
                    <a:cs typeface="Arial"/>
                  </a:rPr>
                  <a:t> = </a:t>
                </a:r>
                <a:r>
                  <a:rPr lang="el-GR" dirty="0">
                    <a:latin typeface="Arial"/>
                    <a:cs typeface="Arial"/>
                  </a:rPr>
                  <a:t>β</a:t>
                </a:r>
                <a:r>
                  <a:rPr lang="en-AU" dirty="0">
                    <a:latin typeface="Arial"/>
                    <a:cs typeface="Arial"/>
                  </a:rPr>
                  <a:t>A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aseline="-25000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dirty="0">
                    <a:latin typeface="Arial"/>
                    <a:cs typeface="Arial"/>
                  </a:rPr>
                  <a:t>There are two solutions for the above equation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dirty="0">
                    <a:latin typeface="Arial"/>
                    <a:cs typeface="Arial"/>
                  </a:rPr>
                  <a:t>The trivial solution is that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latin typeface="Arial"/>
                    <a:cs typeface="Arial"/>
                  </a:rPr>
                  <a:t> = 0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dirty="0">
                    <a:latin typeface="Arial"/>
                    <a:cs typeface="Arial"/>
                  </a:rPr>
                  <a:t>The non-trivial solution is that </a:t>
                </a:r>
                <a:r>
                  <a:rPr lang="el-GR" dirty="0">
                    <a:latin typeface="Arial"/>
                    <a:cs typeface="Arial"/>
                  </a:rPr>
                  <a:t>β</a:t>
                </a:r>
                <a:r>
                  <a:rPr lang="en-AU" dirty="0">
                    <a:latin typeface="Arial"/>
                    <a:cs typeface="Arial"/>
                  </a:rPr>
                  <a:t>A = 1 (T=-1) where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latin typeface="Arial"/>
                    <a:cs typeface="Arial"/>
                  </a:rPr>
                  <a:t> is undefined, self-sustained and resulting in oscillation.</a:t>
                </a:r>
              </a:p>
              <a:p>
                <a:pPr marL="12700" marR="673100" indent="0">
                  <a:buNone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sz="3000" dirty="0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sz="3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531" y="648393"/>
                <a:ext cx="11960469" cy="5460201"/>
              </a:xfrm>
              <a:blipFill>
                <a:blip r:embed="rId3"/>
                <a:stretch>
                  <a:fillRect l="-815" t="-2679" b="-20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9332286A-9264-9F7A-BC7E-667A45371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998" y="979714"/>
            <a:ext cx="4793452" cy="2449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6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O</a:t>
            </a:r>
            <a:r>
              <a:rPr lang="en-AU" sz="3600" b="1" dirty="0" err="1">
                <a:latin typeface="Arial Black" panose="020B0A04020102020204" pitchFamily="34" charset="0"/>
              </a:rPr>
              <a:t>scillator</a:t>
            </a:r>
            <a:r>
              <a:rPr lang="en-AU" sz="3600" b="1" dirty="0">
                <a:latin typeface="Arial Black" panose="020B0A04020102020204" pitchFamily="34" charset="0"/>
              </a:rPr>
              <a:t> Circuits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31" y="648393"/>
            <a:ext cx="11960469" cy="5460201"/>
          </a:xfrm>
        </p:spPr>
        <p:txBody>
          <a:bodyPr>
            <a:normAutofit fontScale="92500" lnSpcReduction="20000"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dirty="0">
                <a:latin typeface="Arial"/>
                <a:cs typeface="Arial"/>
              </a:rPr>
              <a:t>Condition for oscillation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r>
              <a:rPr lang="en-AU" dirty="0">
                <a:latin typeface="Arial"/>
                <a:cs typeface="Arial"/>
              </a:rPr>
              <a:t>The condition where </a:t>
            </a:r>
            <a:r>
              <a:rPr lang="el-GR" dirty="0">
                <a:latin typeface="Arial"/>
                <a:cs typeface="Arial"/>
              </a:rPr>
              <a:t>β</a:t>
            </a:r>
            <a:r>
              <a:rPr lang="en-AU" dirty="0">
                <a:latin typeface="Arial"/>
                <a:cs typeface="Arial"/>
              </a:rPr>
              <a:t>A=1 is called the </a:t>
            </a:r>
            <a:r>
              <a:rPr lang="en-AU" b="1" dirty="0" err="1">
                <a:latin typeface="Arial"/>
                <a:cs typeface="Arial"/>
              </a:rPr>
              <a:t>Barkhausen</a:t>
            </a:r>
            <a:r>
              <a:rPr lang="en-AU" b="1" dirty="0">
                <a:latin typeface="Arial"/>
                <a:cs typeface="Arial"/>
              </a:rPr>
              <a:t> Criterion</a:t>
            </a:r>
            <a:r>
              <a:rPr lang="en-AU" dirty="0">
                <a:latin typeface="Arial"/>
                <a:cs typeface="Arial"/>
              </a:rPr>
              <a:t>: </a:t>
            </a:r>
            <a:r>
              <a:rPr lang="en-AU" b="1" dirty="0">
                <a:latin typeface="Arial"/>
                <a:cs typeface="Arial"/>
              </a:rPr>
              <a:t>T(j</a:t>
            </a:r>
            <a:r>
              <a:rPr lang="el-GR" b="1" dirty="0">
                <a:latin typeface="Arial"/>
                <a:cs typeface="Arial"/>
              </a:rPr>
              <a:t>ω</a:t>
            </a:r>
            <a:r>
              <a:rPr lang="en-US" b="1" dirty="0">
                <a:latin typeface="Arial"/>
                <a:cs typeface="Arial"/>
              </a:rPr>
              <a:t>)=-1.</a:t>
            </a:r>
            <a:endParaRPr lang="en-AU" b="1" baseline="-25000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r>
              <a:rPr lang="en-AU" dirty="0">
                <a:latin typeface="Arial"/>
                <a:cs typeface="Arial"/>
              </a:rPr>
              <a:t>When the </a:t>
            </a:r>
            <a:r>
              <a:rPr lang="en-AU" b="1" dirty="0" err="1">
                <a:latin typeface="Arial"/>
                <a:cs typeface="Arial"/>
              </a:rPr>
              <a:t>Barkhausen</a:t>
            </a:r>
            <a:r>
              <a:rPr lang="en-AU" b="1" dirty="0">
                <a:latin typeface="Arial"/>
                <a:cs typeface="Arial"/>
              </a:rPr>
              <a:t> Criterion </a:t>
            </a:r>
            <a:r>
              <a:rPr lang="en-AU" dirty="0">
                <a:latin typeface="Arial"/>
                <a:cs typeface="Arial"/>
              </a:rPr>
              <a:t>is satisfied, self sustaining (oscillation) occurs</a:t>
            </a:r>
          </a:p>
          <a:p>
            <a:pPr marL="12700" marR="673100" indent="0">
              <a:buNone/>
            </a:pPr>
            <a:r>
              <a:rPr lang="en-AU" dirty="0">
                <a:latin typeface="Arial"/>
                <a:cs typeface="Arial"/>
              </a:rPr>
              <a:t>  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332286A-9264-9F7A-BC7E-667A45371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872" y="1151624"/>
            <a:ext cx="6271354" cy="320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38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Wein-Bridge Oscillator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D218325B-0858-5EFB-4FF8-D38998B04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396" y="1232756"/>
            <a:ext cx="5095763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333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The Wein-Bridge Oscillator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531" y="648393"/>
                <a:ext cx="11960469" cy="5460201"/>
              </a:xfrm>
            </p:spPr>
            <p:txBody>
              <a:bodyPr>
                <a:normAutofit fontScale="92500" lnSpcReduction="20000"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dirty="0">
                    <a:latin typeface="Arial"/>
                    <a:cs typeface="Arial"/>
                  </a:rPr>
                  <a:t>Consider the negative feedback which is the non-inverting amplifier component (negative feedback only).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dirty="0">
                    <a:latin typeface="Arial"/>
                    <a:cs typeface="Arial"/>
                  </a:rPr>
                  <a:t>The gain of this amplifier is </a:t>
                </a:r>
              </a:p>
              <a:p>
                <a:pPr marL="469900" marR="6731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r>
                        <a:rPr lang="en-AU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 dirty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AU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AU" i="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AU" dirty="0">
                  <a:latin typeface="Arial"/>
                  <a:cs typeface="Arial"/>
                </a:endParaRPr>
              </a:p>
              <a:p>
                <a:pPr marL="469900" marR="673100" lvl="1" indent="0">
                  <a:buNone/>
                </a:pPr>
                <a:r>
                  <a:rPr lang="en-AU" dirty="0">
                    <a:latin typeface="Arial"/>
                    <a:cs typeface="Arial"/>
                  </a:rPr>
                  <a:t>              </a:t>
                </a:r>
              </a:p>
              <a:p>
                <a:pPr marL="12700" marR="673100" indent="0">
                  <a:buNone/>
                </a:pPr>
                <a:r>
                  <a:rPr lang="en-AU" dirty="0">
                    <a:latin typeface="Arial"/>
                    <a:cs typeface="Arial"/>
                  </a:rPr>
                  <a:t>   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sz="3000" dirty="0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sz="3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531" y="648393"/>
                <a:ext cx="11960469" cy="5460201"/>
              </a:xfrm>
              <a:blipFill>
                <a:blip r:embed="rId3"/>
                <a:stretch>
                  <a:fillRect l="-714" t="-31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>
            <a:extLst>
              <a:ext uri="{FF2B5EF4-FFF2-40B4-BE49-F238E27FC236}">
                <a16:creationId xmlns:a16="http://schemas.microsoft.com/office/drawing/2014/main" id="{AD7DAB1F-3A54-3D7F-F9CB-49F5E2EF1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176" y="1182348"/>
            <a:ext cx="7327701" cy="2689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310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Wein-Bridge Oscillator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9853"/>
            <a:ext cx="12680822" cy="1451084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Consider the positive feedback signal through RC network </a:t>
            </a: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B0703F1-2AA2-6067-3728-ADDD548FD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08" y="1310185"/>
            <a:ext cx="3785007" cy="406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3A5D6B-346E-1F52-2358-3D31B549AF0F}"/>
                  </a:ext>
                </a:extLst>
              </p:cNvPr>
              <p:cNvSpPr/>
              <p:nvPr/>
            </p:nvSpPr>
            <p:spPr>
              <a:xfrm>
                <a:off x="5342926" y="2385469"/>
                <a:ext cx="2969586" cy="693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 </a:t>
                </a:r>
                <a:r>
                  <a:rPr lang="el-GR" sz="2400" dirty="0"/>
                  <a:t>β</a:t>
                </a:r>
                <a14:m>
                  <m:oMath xmlns:m="http://schemas.openxmlformats.org/officeDocument/2006/math">
                    <m:r>
                      <a:rPr lang="en-AU" sz="2400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1" i="1"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sz="2400" b="1" i="1" smtClean="0">
                                <a:latin typeface="Cambria Math"/>
                              </a:rPr>
                              <m:t>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1" i="1"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sz="2400" b="1" i="1" smtClean="0">
                                <a:latin typeface="Cambria Math"/>
                              </a:rPr>
                              <m:t>𝒐</m:t>
                            </m:r>
                          </m:sub>
                        </m:sSub>
                      </m:den>
                    </m:f>
                    <m:r>
                      <a:rPr lang="en-AU" sz="2400" b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1" i="1" smtClean="0">
                                <a:latin typeface="Cambria Math"/>
                              </a:rPr>
                              <m:t>𝒁</m:t>
                            </m:r>
                          </m:e>
                          <m:sub>
                            <m:r>
                              <a:rPr lang="en-AU" sz="2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1" i="1" smtClean="0">
                                <a:latin typeface="Cambria Math"/>
                              </a:rPr>
                              <m:t>𝒁</m:t>
                            </m:r>
                          </m:e>
                          <m:sub>
                            <m:r>
                              <a:rPr lang="en-AU" sz="2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AU" sz="2400" b="1" i="1" smtClean="0">
                            <a:latin typeface="Cambria Math"/>
                          </a:rPr>
                          <m:t>+</m:t>
                        </m:r>
                        <m:r>
                          <a:rPr lang="en-AU" sz="2400" b="1" i="1" smtClean="0">
                            <a:latin typeface="Cambria Math"/>
                          </a:rPr>
                          <m:t>𝒁</m:t>
                        </m:r>
                        <m:r>
                          <a:rPr lang="en-AU" sz="2400" b="1" i="1" baseline="-25000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3A5D6B-346E-1F52-2358-3D31B549A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926" y="2385469"/>
                <a:ext cx="2969586" cy="693523"/>
              </a:xfrm>
              <a:prstGeom prst="rect">
                <a:avLst/>
              </a:prstGeom>
              <a:blipFill>
                <a:blip r:embed="rId5"/>
                <a:stretch>
                  <a:fillRect l="-1230" b="-17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18B45B6-B1AD-B417-38D8-6FC4BDFF96E9}"/>
                  </a:ext>
                </a:extLst>
              </p:cNvPr>
              <p:cNvSpPr/>
              <p:nvPr/>
            </p:nvSpPr>
            <p:spPr>
              <a:xfrm>
                <a:off x="5068043" y="3767334"/>
                <a:ext cx="5168731" cy="7454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T= -</a:t>
                </a:r>
                <a:r>
                  <a:rPr lang="el-GR" sz="2400" dirty="0"/>
                  <a:t>β</a:t>
                </a:r>
                <a:r>
                  <a:rPr lang="en-AU" sz="2400" dirty="0"/>
                  <a:t>A</a:t>
                </a:r>
                <a14:m>
                  <m:oMath xmlns:m="http://schemas.openxmlformats.org/officeDocument/2006/math">
                    <m:r>
                      <a:rPr lang="en-AU" sz="2400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1" i="1"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sz="2400" b="1" i="1" smtClean="0">
                                <a:latin typeface="Cambria Math"/>
                              </a:rPr>
                              <m:t>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1" i="1"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sz="2400" b="1" i="1" smtClean="0">
                                <a:latin typeface="Cambria Math"/>
                              </a:rPr>
                              <m:t>𝒐</m:t>
                            </m:r>
                          </m:sub>
                        </m:sSub>
                      </m:den>
                    </m:f>
                    <m:r>
                      <a:rPr lang="en-AU" sz="2400" b="1">
                        <a:latin typeface="Cambria Math"/>
                      </a:rPr>
                      <m:t>=</m:t>
                    </m:r>
                    <m:r>
                      <a:rPr lang="en-AU" sz="2400" b="1" i="0" smtClean="0"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smtClean="0">
                            <a:latin typeface="Cambria Math"/>
                          </a:rPr>
                          <m:t>𝟏</m:t>
                        </m:r>
                        <m:r>
                          <a:rPr lang="en-AU" sz="2400" b="1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AU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b="1" i="1" smtClean="0">
                                    <a:latin typeface="Cambria Math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AU" sz="2400" b="1" i="1" smtClean="0"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b="1" i="1" smtClean="0">
                                    <a:latin typeface="Cambria Math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AU" sz="2400" b="1" i="1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</m:e>
                    </m:d>
                    <m:f>
                      <m:f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1" i="1" smtClean="0">
                                <a:latin typeface="Cambria Math"/>
                              </a:rPr>
                              <m:t>𝒁</m:t>
                            </m:r>
                          </m:e>
                          <m:sub>
                            <m:r>
                              <a:rPr lang="en-AU" sz="2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1" i="1" smtClean="0">
                                <a:latin typeface="Cambria Math"/>
                              </a:rPr>
                              <m:t>𝒁</m:t>
                            </m:r>
                          </m:e>
                          <m:sub>
                            <m:r>
                              <a:rPr lang="en-AU" sz="2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AU" sz="2400" b="1" i="1" smtClean="0">
                            <a:latin typeface="Cambria Math"/>
                          </a:rPr>
                          <m:t>+</m:t>
                        </m:r>
                        <m:r>
                          <a:rPr lang="en-AU" sz="2400" b="1" i="1" smtClean="0">
                            <a:latin typeface="Cambria Math"/>
                          </a:rPr>
                          <m:t>𝒁</m:t>
                        </m:r>
                        <m:r>
                          <a:rPr lang="en-AU" sz="2400" b="1" i="1" baseline="-25000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AU" sz="2400" dirty="0"/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18B45B6-B1AD-B417-38D8-6FC4BDFF96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043" y="3767334"/>
                <a:ext cx="5168731" cy="745460"/>
              </a:xfrm>
              <a:prstGeom prst="rect">
                <a:avLst/>
              </a:prstGeom>
              <a:blipFill>
                <a:blip r:embed="rId6"/>
                <a:stretch>
                  <a:fillRect l="-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id="{A0D15A8D-2BDD-A6BE-1886-1E15CBA2C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08" y="1462585"/>
            <a:ext cx="3785007" cy="406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91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Wein-Bridge Oscillator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82" y="552199"/>
            <a:ext cx="11668836" cy="5366652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By the </a:t>
            </a:r>
            <a:r>
              <a:rPr lang="en-AU" b="1" dirty="0" err="1">
                <a:latin typeface="Arial"/>
                <a:cs typeface="Arial"/>
              </a:rPr>
              <a:t>Barkhausen</a:t>
            </a:r>
            <a:r>
              <a:rPr lang="en-AU" b="1" dirty="0">
                <a:latin typeface="Arial"/>
                <a:cs typeface="Arial"/>
              </a:rPr>
              <a:t> Criterion, it is required that T = -1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In practice,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The maximum frequency is limited by slew rate</a:t>
            </a: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AD963B1-EA3B-DFFA-9CE8-B7068F0D64D4}"/>
                  </a:ext>
                </a:extLst>
              </p:cNvPr>
              <p:cNvSpPr/>
              <p:nvPr/>
            </p:nvSpPr>
            <p:spPr>
              <a:xfrm>
                <a:off x="581265" y="1054962"/>
                <a:ext cx="4991954" cy="85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:r>
                  <a:rPr lang="en-US" sz="2800" dirty="0"/>
                  <a:t>T= -</a:t>
                </a:r>
                <a:r>
                  <a:rPr lang="el-GR" sz="2800" dirty="0"/>
                  <a:t>β</a:t>
                </a:r>
                <a:r>
                  <a:rPr lang="en-AU" sz="2800" dirty="0"/>
                  <a:t>A</a:t>
                </a: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den>
                    </m:f>
                    <m:r>
                      <a:rPr lang="en-AU" sz="28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1" i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</m:e>
                    </m:d>
                    <m:f>
                      <m:f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AU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AU" sz="2800" b="1" i="1" baseline="-2500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AD963B1-EA3B-DFFA-9CE8-B7068F0D64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65" y="1054962"/>
                <a:ext cx="4991954" cy="854273"/>
              </a:xfrm>
              <a:prstGeom prst="rect">
                <a:avLst/>
              </a:prstGeom>
              <a:blipFill>
                <a:blip r:embed="rId3"/>
                <a:stretch>
                  <a:fillRect l="-1099" b="-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C61850-E105-ABAC-4747-D0E3E4161CC3}"/>
                  </a:ext>
                </a:extLst>
              </p:cNvPr>
              <p:cNvSpPr txBox="1"/>
              <p:nvPr/>
            </p:nvSpPr>
            <p:spPr>
              <a:xfrm>
                <a:off x="5892902" y="1105070"/>
                <a:ext cx="2106859" cy="8849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AU" sz="28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C61850-E105-ABAC-4747-D0E3E4161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902" y="1105070"/>
                <a:ext cx="2106859" cy="8849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0E727E-A909-33ED-D645-7A827533CF36}"/>
                  </a:ext>
                </a:extLst>
              </p:cNvPr>
              <p:cNvSpPr txBox="1"/>
              <p:nvPr/>
            </p:nvSpPr>
            <p:spPr>
              <a:xfrm>
                <a:off x="8322574" y="1077782"/>
                <a:ext cx="2302490" cy="882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AU" sz="280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80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AU" sz="280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𝑐𝑅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0E727E-A909-33ED-D645-7A827533C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574" y="1077782"/>
                <a:ext cx="2302490" cy="882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02223E8-9494-6BCD-9B83-C1C59E768257}"/>
                  </a:ext>
                </a:extLst>
              </p14:cNvPr>
              <p14:cNvContentPartPr/>
              <p14:nvPr/>
            </p14:nvContentPartPr>
            <p14:xfrm>
              <a:off x="5529299" y="3864229"/>
              <a:ext cx="43920" cy="1584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02223E8-9494-6BCD-9B83-C1C59E7682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20659" y="3855589"/>
                <a:ext cx="615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A04A079-8E9E-B108-3D4D-539B8CD79412}"/>
                  </a:ext>
                </a:extLst>
              </p14:cNvPr>
              <p14:cNvContentPartPr/>
              <p14:nvPr/>
            </p14:nvContentPartPr>
            <p14:xfrm>
              <a:off x="9456179" y="3035509"/>
              <a:ext cx="17640" cy="20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A04A079-8E9E-B108-3D4D-539B8CD794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47179" y="3026869"/>
                <a:ext cx="352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10DA26D0-573A-76C9-BB47-16EE7D741668}"/>
                  </a:ext>
                </a:extLst>
              </p:cNvPr>
              <p:cNvSpPr txBox="1"/>
              <p:nvPr/>
            </p:nvSpPr>
            <p:spPr>
              <a:xfrm>
                <a:off x="3430402" y="2001551"/>
                <a:ext cx="3721971" cy="1072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sz="28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AU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800" i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AU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AU" sz="2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28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AU" sz="2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28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num>
                      <m:den>
                        <m:r>
                          <a:rPr lang="en-AU" sz="2800" i="0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en-AU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8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AU" sz="2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en-AU" sz="28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AU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AU" sz="28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𝑅𝐶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= -1</a:t>
                </a:r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10DA26D0-573A-76C9-BB47-16EE7D741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402" y="2001551"/>
                <a:ext cx="3721971" cy="10727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CC9993BC-0765-C2CC-2196-62ED25D64822}"/>
                  </a:ext>
                </a:extLst>
              </p:cNvPr>
              <p:cNvSpPr txBox="1"/>
              <p:nvPr/>
            </p:nvSpPr>
            <p:spPr>
              <a:xfrm>
                <a:off x="1554626" y="3166661"/>
                <a:ext cx="3092963" cy="7461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CC9993BC-0765-C2CC-2196-62ED25D64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626" y="3166661"/>
                <a:ext cx="3092963" cy="74610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5DBFC9C7-8491-4418-8A50-C799B49575E8}"/>
                  </a:ext>
                </a:extLst>
              </p:cNvPr>
              <p:cNvSpPr txBox="1"/>
              <p:nvPr/>
            </p:nvSpPr>
            <p:spPr>
              <a:xfrm>
                <a:off x="7152373" y="3235525"/>
                <a:ext cx="2847959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=3⇒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5DBFC9C7-8491-4418-8A50-C799B495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373" y="3235525"/>
                <a:ext cx="2847959" cy="75187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C18EDE6-990F-99F9-C4EC-D9AE88B47E1B}"/>
                  </a:ext>
                </a:extLst>
              </p:cNvPr>
              <p:cNvSpPr txBox="1"/>
              <p:nvPr/>
            </p:nvSpPr>
            <p:spPr>
              <a:xfrm>
                <a:off x="3430402" y="4294017"/>
                <a:ext cx="3312830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.1</m:t>
                      </m:r>
                      <m:r>
                        <a:rPr lang="en-AU" sz="2400" i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C18EDE6-990F-99F9-C4EC-D9AE88B47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402" y="4294017"/>
                <a:ext cx="3312830" cy="7518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20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Wein-Bridge Oscillator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9853"/>
            <a:ext cx="12680822" cy="1451084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Amplitude stabilization Scheme </a:t>
            </a: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27E4840-A792-5807-4157-4D94B561B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66" y="1458070"/>
            <a:ext cx="5265953" cy="459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99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Schmitt Trigger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8358"/>
            <a:ext cx="12680822" cy="3701600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Use positive feedback around </a:t>
            </a:r>
            <a:r>
              <a:rPr lang="en-AU" b="1" dirty="0" err="1">
                <a:latin typeface="Arial"/>
                <a:cs typeface="Arial"/>
              </a:rPr>
              <a:t>opamp</a:t>
            </a: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Bistable</a:t>
            </a:r>
          </a:p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Inverting Schmitt trigger</a:t>
            </a: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F378F30-A5FE-904E-A1EA-5FEE05309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191" y="1859239"/>
            <a:ext cx="4592775" cy="3948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4B3351FC-439A-142E-FB82-7240EB797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570" y="1859238"/>
            <a:ext cx="4848206" cy="3948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400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Schmitt Trigger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77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Schmitt Trigger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88" y="676200"/>
                <a:ext cx="11818961" cy="5450305"/>
              </a:xfrm>
            </p:spPr>
            <p:txBody>
              <a:bodyPr>
                <a:normAutofit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 dirty="0">
                    <a:latin typeface="Arial"/>
                    <a:cs typeface="Arial"/>
                  </a:rPr>
                  <a:t>Analysis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 dirty="0">
                    <a:latin typeface="Arial"/>
                    <a:cs typeface="Arial"/>
                  </a:rPr>
                  <a:t>Considering the situation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AU" b="1" baseline="-25000" dirty="0">
                    <a:latin typeface="Arial"/>
                    <a:cs typeface="Arial"/>
                  </a:rPr>
                  <a:t> </a:t>
                </a:r>
                <a:r>
                  <a:rPr lang="en-AU" b="1" dirty="0">
                    <a:latin typeface="Arial"/>
                    <a:cs typeface="Arial"/>
                  </a:rPr>
                  <a:t>and increasing.  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baseline="-25000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baseline="-25000" dirty="0">
                  <a:latin typeface="Arial"/>
                  <a:cs typeface="Arial"/>
                </a:endParaRPr>
              </a:p>
              <a:p>
                <a:pPr marL="469900" marR="673100" lvl="1" indent="0">
                  <a:buNone/>
                </a:pPr>
                <a:endParaRPr lang="en-AU" b="1" baseline="-25000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increases, nothing happens until it passes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exceeds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</a:t>
                </a:r>
                <a:r>
                  <a:rPr lang="en-AU" b="1" baseline="-25000" dirty="0">
                    <a:latin typeface="Arial"/>
                    <a:cs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AU" b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AU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becomes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2" indent="0">
                  <a:buNone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88" y="676200"/>
                <a:ext cx="11818961" cy="5450305"/>
              </a:xfrm>
              <a:blipFill>
                <a:blip r:embed="rId3"/>
                <a:stretch>
                  <a:fillRect l="-826" t="-20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375121-F694-367D-2F95-547758E6F614}"/>
                  </a:ext>
                </a:extLst>
              </p:cNvPr>
              <p:cNvSpPr txBox="1"/>
              <p:nvPr/>
            </p:nvSpPr>
            <p:spPr>
              <a:xfrm>
                <a:off x="4174267" y="2199777"/>
                <a:ext cx="3590598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375121-F694-367D-2F95-547758E6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267" y="2199777"/>
                <a:ext cx="3590598" cy="87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D72A0F-7A8D-0C76-360D-4C2B9B6EC41B}"/>
                  </a:ext>
                </a:extLst>
              </p:cNvPr>
              <p:cNvSpPr txBox="1"/>
              <p:nvPr/>
            </p:nvSpPr>
            <p:spPr>
              <a:xfrm>
                <a:off x="2925409" y="4385011"/>
                <a:ext cx="3918124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D72A0F-7A8D-0C76-360D-4C2B9B6EC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409" y="4385011"/>
                <a:ext cx="3918124" cy="87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CE27CA-9536-94A5-FA3D-993A041DCBD1}"/>
                  </a:ext>
                </a:extLst>
              </p:cNvPr>
              <p:cNvSpPr txBox="1"/>
              <p:nvPr/>
            </p:nvSpPr>
            <p:spPr>
              <a:xfrm>
                <a:off x="2046566" y="2422884"/>
                <a:ext cx="133466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CE27CA-9536-94A5-FA3D-993A041DC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566" y="2422884"/>
                <a:ext cx="133466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C94C05-53EB-0FA0-4389-AAA91E203405}"/>
                  </a:ext>
                </a:extLst>
              </p:cNvPr>
              <p:cNvSpPr txBox="1"/>
              <p:nvPr/>
            </p:nvSpPr>
            <p:spPr>
              <a:xfrm>
                <a:off x="3050239" y="780164"/>
                <a:ext cx="2554995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C94C05-53EB-0FA0-4389-AAA91E203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39" y="780164"/>
                <a:ext cx="2554995" cy="87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22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Schmitt Trigger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</p:spPr>
            <p:txBody>
              <a:bodyPr>
                <a:normAutofit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 dirty="0">
                    <a:latin typeface="Arial"/>
                    <a:cs typeface="Arial"/>
                  </a:rPr>
                  <a:t>Considering the situation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𝐬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AU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b="1" baseline="-25000" dirty="0">
                    <a:latin typeface="Arial"/>
                    <a:cs typeface="Arial"/>
                  </a:rPr>
                  <a:t> </a:t>
                </a:r>
                <a:r>
                  <a:rPr lang="en-AU" b="1" dirty="0">
                    <a:latin typeface="Arial"/>
                    <a:cs typeface="Arial"/>
                  </a:rPr>
                  <a:t>and decreasing.  </a:t>
                </a:r>
              </a:p>
              <a:p>
                <a:pPr marL="12700" marR="673100" indent="0">
                  <a:buNone/>
                </a:pPr>
                <a:endParaRPr lang="en-AU" b="1" baseline="-25000" dirty="0">
                  <a:latin typeface="Arial"/>
                  <a:cs typeface="Arial"/>
                </a:endParaRPr>
              </a:p>
              <a:p>
                <a:pPr marL="469900" marR="673100" lvl="1" indent="0">
                  <a:buNone/>
                </a:pPr>
                <a:endParaRPr lang="en-AU" b="1" baseline="-25000" dirty="0">
                  <a:latin typeface="Arial"/>
                  <a:cs typeface="Arial"/>
                </a:endParaRPr>
              </a:p>
              <a:p>
                <a:pPr marL="469900" marR="673100" lvl="1" indent="0">
                  <a:buNone/>
                </a:pPr>
                <a:endParaRPr lang="en-AU" b="1" baseline="-25000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b="1" dirty="0">
                    <a:latin typeface="Arial"/>
                    <a:cs typeface="Arial"/>
                  </a:rPr>
                  <a:t>decreases, nothing happens until it passes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goes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AU" b="1" baseline="-25000" dirty="0">
                    <a:latin typeface="Arial"/>
                    <a:cs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b="1" i="0" smtClean="0">
                        <a:latin typeface="Cambria Math" panose="02040503050406030204" pitchFamily="18" charset="0"/>
                      </a:rPr>
                      <m:t>=+</m:t>
                    </m:r>
                    <m:sSub>
                      <m:sSubPr>
                        <m:ctrlPr>
                          <a:rPr lang="en-AU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becomes 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AU" b="1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AU" b="1" i="0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sub>
                    </m:sSub>
                    <m:r>
                      <a:rPr lang="en-AU" b="1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AU" b="1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AU" b="1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AU" b="1" i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sub>
                    </m:sSub>
                    <m:r>
                      <a:rPr lang="en-AU" b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b="1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AU" b="1" dirty="0">
                    <a:latin typeface="Arial"/>
                    <a:cs typeface="Arial"/>
                  </a:rPr>
                  <a:t> is Hysteresis voltage</a:t>
                </a:r>
              </a:p>
              <a:p>
                <a:pPr marL="927100" marR="673100" lvl="2" indent="0">
                  <a:buNone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  <a:blipFill>
                <a:blip r:embed="rId3"/>
                <a:stretch>
                  <a:fillRect l="-800" t="-20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076064-E6EA-C554-EDB3-DE092B0ABDA5}"/>
                  </a:ext>
                </a:extLst>
              </p:cNvPr>
              <p:cNvSpPr txBox="1"/>
              <p:nvPr/>
            </p:nvSpPr>
            <p:spPr>
              <a:xfrm>
                <a:off x="8196211" y="2014807"/>
                <a:ext cx="614014" cy="467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sSub>
                            <m:sSubPr>
                              <m:ctrlPr>
                                <a:rPr lang="en-AU" sz="28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076064-E6EA-C554-EDB3-DE092B0AB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211" y="2014807"/>
                <a:ext cx="614014" cy="4678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D72A0F-7A8D-0C76-360D-4C2B9B6EC41B}"/>
                  </a:ext>
                </a:extLst>
              </p:cNvPr>
              <p:cNvSpPr txBox="1"/>
              <p:nvPr/>
            </p:nvSpPr>
            <p:spPr>
              <a:xfrm>
                <a:off x="3565136" y="2927347"/>
                <a:ext cx="3642023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D72A0F-7A8D-0C76-360D-4C2B9B6EC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5136" y="2927347"/>
                <a:ext cx="3642023" cy="87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07C50A-264E-E79E-6F83-4D078BF5A1B3}"/>
                  </a:ext>
                </a:extLst>
              </p:cNvPr>
              <p:cNvSpPr txBox="1"/>
              <p:nvPr/>
            </p:nvSpPr>
            <p:spPr>
              <a:xfrm>
                <a:off x="4761263" y="1084016"/>
                <a:ext cx="3918124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07C50A-264E-E79E-6F83-4D078BF5A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263" y="1084016"/>
                <a:ext cx="3918124" cy="87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0FB65C-F030-F707-94A6-ED76F09DFC53}"/>
                  </a:ext>
                </a:extLst>
              </p:cNvPr>
              <p:cNvSpPr txBox="1"/>
              <p:nvPr/>
            </p:nvSpPr>
            <p:spPr>
              <a:xfrm>
                <a:off x="3665967" y="4894063"/>
                <a:ext cx="2653098" cy="879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0FB65C-F030-F707-94A6-ED76F09DF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967" y="4894063"/>
                <a:ext cx="2653098" cy="8799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BF94A9-207C-CCAB-962B-ED89161E4B43}"/>
                  </a:ext>
                </a:extLst>
              </p:cNvPr>
              <p:cNvSpPr txBox="1"/>
              <p:nvPr/>
            </p:nvSpPr>
            <p:spPr>
              <a:xfrm>
                <a:off x="2708628" y="1307122"/>
                <a:ext cx="16023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BF94A9-207C-CCAB-962B-ED89161E4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628" y="1307122"/>
                <a:ext cx="1602362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56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</a:t>
            </a:r>
            <a:r>
              <a:rPr lang="en-AU" sz="3600" b="1" dirty="0">
                <a:latin typeface="Arial Black" panose="020B0A04020102020204" pitchFamily="34" charset="0"/>
              </a:rPr>
              <a:t>he Schmitt Trigger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</p:spPr>
            <p:txBody>
              <a:bodyPr>
                <a:normAutofit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 dirty="0">
                    <a:latin typeface="Arial"/>
                    <a:cs typeface="Arial"/>
                  </a:rPr>
                  <a:t>Modifications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Non-zero </a:t>
                </a:r>
                <a:r>
                  <a:rPr lang="en-AU" b="1" dirty="0" err="1">
                    <a:latin typeface="Arial"/>
                    <a:cs typeface="Arial"/>
                  </a:rPr>
                  <a:t>center</a:t>
                </a:r>
                <a:r>
                  <a:rPr lang="en-AU" b="1" dirty="0">
                    <a:latin typeface="Arial"/>
                    <a:cs typeface="Arial"/>
                  </a:rPr>
                  <a:t> for hysteresis loop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Clamping voltage,</a:t>
                </a:r>
                <a:r>
                  <a:rPr lang="en-AU" b="1" baseline="-2500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AU" b="1" dirty="0">
                    <a:latin typeface="Arial"/>
                    <a:cs typeface="Arial"/>
                  </a:rPr>
                  <a:t> different but less than the rail voltage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2" indent="0">
                  <a:buNone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  <a:blipFill>
                <a:blip r:embed="rId3"/>
                <a:stretch>
                  <a:fillRect l="-800" t="-20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D72A0F-7A8D-0C76-360D-4C2B9B6EC41B}"/>
                  </a:ext>
                </a:extLst>
              </p:cNvPr>
              <p:cNvSpPr txBox="1"/>
              <p:nvPr/>
            </p:nvSpPr>
            <p:spPr>
              <a:xfrm>
                <a:off x="5548539" y="4552541"/>
                <a:ext cx="4775218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AU" sz="20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AU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𝑣𝑅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A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(|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000" b="0" i="0" smtClean="0">
                          <a:latin typeface="Cambria Math" panose="02040503050406030204" pitchFamily="18" charset="0"/>
                        </a:rPr>
                        <m:t>|+</m:t>
                      </m:r>
                      <m:sSub>
                        <m:sSubPr>
                          <m:ctrlPr>
                            <a:rPr lang="en-A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AU" sz="2000" b="0" i="0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D72A0F-7A8D-0C76-360D-4C2B9B6EC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539" y="4552541"/>
                <a:ext cx="4775218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>
            <a:extLst>
              <a:ext uri="{FF2B5EF4-FFF2-40B4-BE49-F238E27FC236}">
                <a16:creationId xmlns:a16="http://schemas.microsoft.com/office/drawing/2014/main" id="{E76441B1-5D4B-2130-BE26-A7A054DA1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97" y="2104259"/>
            <a:ext cx="4253439" cy="362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D11D3552-2A1F-47F1-92CD-5070A03FF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739" y="1827969"/>
            <a:ext cx="3504527" cy="266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04A7D0-4DE6-40B6-B480-2BEE0FF561B1}"/>
                  </a:ext>
                </a:extLst>
              </p:cNvPr>
              <p:cNvSpPr txBox="1"/>
              <p:nvPr/>
            </p:nvSpPr>
            <p:spPr>
              <a:xfrm>
                <a:off x="5548539" y="5388119"/>
                <a:ext cx="4762714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AU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𝑣𝑅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A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(|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000" b="0" i="0" smtClean="0">
                          <a:latin typeface="Cambria Math" panose="02040503050406030204" pitchFamily="18" charset="0"/>
                        </a:rPr>
                        <m:t>|+</m:t>
                      </m:r>
                      <m:sSub>
                        <m:sSubPr>
                          <m:ctrlPr>
                            <a:rPr lang="en-A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AU" sz="2000" b="0" i="0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04A7D0-4DE6-40B6-B480-2BEE0FF56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539" y="5388119"/>
                <a:ext cx="4762714" cy="6265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864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Square Wave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</p:spPr>
            <p:txBody>
              <a:bodyPr>
                <a:normAutofit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 dirty="0">
                    <a:latin typeface="Arial"/>
                    <a:cs typeface="Arial"/>
                  </a:rPr>
                  <a:t>Replace external circuit to Schmitt Trigger by an RC circuit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c</a:t>
                </a:r>
                <a:r>
                  <a:rPr lang="en-AU" b="1" dirty="0">
                    <a:latin typeface="Arial"/>
                    <a:cs typeface="Arial"/>
                  </a:rPr>
                  <a:t> = V</a:t>
                </a:r>
                <a:r>
                  <a:rPr lang="en-AU" b="1" baseline="-25000" dirty="0">
                    <a:latin typeface="Arial"/>
                    <a:cs typeface="Arial"/>
                  </a:rPr>
                  <a:t>-  </a:t>
                </a:r>
                <a:r>
                  <a:rPr lang="en-AU" b="1" baseline="30000" dirty="0">
                    <a:latin typeface="Arial"/>
                    <a:cs typeface="Arial"/>
                  </a:rPr>
                  <a:t>,  </a:t>
                </a:r>
                <a:r>
                  <a:rPr lang="en-AU" b="1" dirty="0">
                    <a:latin typeface="Arial"/>
                    <a:cs typeface="Arial"/>
                  </a:rPr>
                  <a:t>V</a:t>
                </a:r>
                <a:r>
                  <a:rPr lang="en-AU" b="1" baseline="-25000" dirty="0">
                    <a:latin typeface="Arial"/>
                    <a:cs typeface="Arial"/>
                  </a:rPr>
                  <a:t>+</a:t>
                </a:r>
                <a:r>
                  <a:rPr lang="en-AU" b="1" dirty="0">
                    <a:latin typeface="Arial"/>
                    <a:cs typeface="Arial"/>
                  </a:rPr>
                  <a:t> = </a:t>
                </a:r>
                <a:r>
                  <a:rPr lang="el-GR" b="1" dirty="0">
                    <a:latin typeface="Arial"/>
                    <a:cs typeface="Arial"/>
                  </a:rPr>
                  <a:t>β</a:t>
                </a:r>
                <a:r>
                  <a:rPr lang="en-AU" b="1" dirty="0">
                    <a:latin typeface="Arial"/>
                    <a:cs typeface="Arial"/>
                  </a:rPr>
                  <a:t>V</a:t>
                </a:r>
                <a:r>
                  <a:rPr lang="en-AU" b="1" baseline="-25000" dirty="0">
                    <a:latin typeface="Arial"/>
                    <a:cs typeface="Arial"/>
                  </a:rPr>
                  <a:t>o</a:t>
                </a:r>
                <a:r>
                  <a:rPr lang="en-AU" b="1" dirty="0">
                    <a:latin typeface="Arial"/>
                    <a:cs typeface="Aria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b="1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AU" b="1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b="1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AU" b="1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b="1" i="0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AU" b="1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AU" b="1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AU" b="1" i="1" baseline="-25000" dirty="0" smtClean="0">
                        <a:latin typeface="Cambria Math" panose="02040503050406030204" pitchFamily="18" charset="0"/>
                      </a:rPr>
                      <m:t>𝒐</m:t>
                    </m:r>
                  </m:oMath>
                </a14:m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V</a:t>
                </a:r>
                <a:r>
                  <a:rPr lang="en-AU" b="1" baseline="-25000" dirty="0">
                    <a:latin typeface="Arial"/>
                    <a:cs typeface="Arial"/>
                  </a:rPr>
                  <a:t>o</a:t>
                </a:r>
                <a:r>
                  <a:rPr lang="en-AU" b="1" dirty="0">
                    <a:latin typeface="Arial"/>
                    <a:cs typeface="Arial"/>
                  </a:rPr>
                  <a:t> = </a:t>
                </a:r>
                <a:r>
                  <a:rPr lang="el-GR" b="1" dirty="0">
                    <a:latin typeface="Arial"/>
                    <a:cs typeface="Arial"/>
                  </a:rPr>
                  <a:t>±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baseline="-25000" dirty="0">
                    <a:latin typeface="Arial"/>
                    <a:cs typeface="Arial"/>
                  </a:rPr>
                  <a:t> </a:t>
                </a:r>
                <a:r>
                  <a:rPr lang="en-AU" b="1" dirty="0">
                    <a:latin typeface="Arial"/>
                    <a:cs typeface="Arial"/>
                  </a:rPr>
                  <a:t>(depending on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c</a:t>
                </a:r>
                <a:r>
                  <a:rPr lang="en-AU" b="1" dirty="0">
                    <a:latin typeface="Arial"/>
                    <a:cs typeface="Arial"/>
                  </a:rPr>
                  <a:t>&gt; or &lt;V</a:t>
                </a:r>
                <a:r>
                  <a:rPr lang="en-AU" b="1" baseline="-25000" dirty="0">
                    <a:latin typeface="Arial"/>
                    <a:cs typeface="Arial"/>
                  </a:rPr>
                  <a:t>+</a:t>
                </a:r>
                <a:r>
                  <a:rPr lang="en-AU" b="1" dirty="0">
                    <a:latin typeface="Arial"/>
                    <a:cs typeface="Arial"/>
                  </a:rPr>
                  <a:t>)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r>
                  <a:rPr lang="en-AU" b="1" dirty="0">
                    <a:latin typeface="Arial"/>
                    <a:cs typeface="Arial"/>
                  </a:rPr>
                  <a:t>If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c</a:t>
                </a:r>
                <a:r>
                  <a:rPr lang="en-AU" b="1" dirty="0">
                    <a:latin typeface="Arial"/>
                    <a:cs typeface="Arial"/>
                  </a:rPr>
                  <a:t> &gt; V</a:t>
                </a:r>
                <a:r>
                  <a:rPr lang="en-AU" b="1" baseline="-25000" dirty="0">
                    <a:latin typeface="Arial"/>
                    <a:cs typeface="Arial"/>
                  </a:rPr>
                  <a:t>+</a:t>
                </a:r>
                <a:r>
                  <a:rPr lang="en-AU" b="1" dirty="0">
                    <a:latin typeface="Arial"/>
                    <a:cs typeface="Arial"/>
                  </a:rPr>
                  <a:t>, V</a:t>
                </a:r>
                <a:r>
                  <a:rPr lang="en-AU" b="1" baseline="-25000" dirty="0">
                    <a:latin typeface="Arial"/>
                    <a:cs typeface="Arial"/>
                  </a:rPr>
                  <a:t>o</a:t>
                </a:r>
                <a:r>
                  <a:rPr lang="en-AU" b="1" dirty="0">
                    <a:latin typeface="Arial"/>
                    <a:cs typeface="Arial"/>
                  </a:rPr>
                  <a:t> = -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 and V</a:t>
                </a:r>
                <a:r>
                  <a:rPr lang="en-AU" b="1" baseline="-25000" dirty="0">
                    <a:latin typeface="Arial"/>
                    <a:cs typeface="Arial"/>
                  </a:rPr>
                  <a:t>+</a:t>
                </a:r>
                <a:r>
                  <a:rPr lang="en-AU" b="1" dirty="0">
                    <a:latin typeface="Arial"/>
                    <a:cs typeface="Arial"/>
                  </a:rPr>
                  <a:t> = -</a:t>
                </a:r>
                <a:r>
                  <a:rPr lang="el-GR" b="1" dirty="0">
                    <a:latin typeface="Arial"/>
                    <a:cs typeface="Arial"/>
                  </a:rPr>
                  <a:t>β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.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c</a:t>
                </a:r>
                <a:r>
                  <a:rPr lang="en-AU" b="1" dirty="0">
                    <a:latin typeface="Arial"/>
                    <a:cs typeface="Arial"/>
                  </a:rPr>
                  <a:t> reduces as the capacitor discharges and the output stays the same until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c</a:t>
                </a:r>
                <a:r>
                  <a:rPr lang="en-AU" b="1" dirty="0">
                    <a:latin typeface="Arial"/>
                    <a:cs typeface="Arial"/>
                  </a:rPr>
                  <a:t> crosses –</a:t>
                </a:r>
                <a:r>
                  <a:rPr lang="el-GR" b="1" dirty="0">
                    <a:latin typeface="Arial"/>
                    <a:cs typeface="Arial"/>
                  </a:rPr>
                  <a:t>β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 at which the output becomes +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endParaRPr lang="en-AU" b="1" baseline="-25000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2" indent="0">
                  <a:buNone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  <a:blipFill>
                <a:blip r:embed="rId3"/>
                <a:stretch>
                  <a:fillRect l="-800" t="-20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id="{ECF787FB-CD60-9C97-21C1-200107CF7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77" y="3325323"/>
            <a:ext cx="3571196" cy="27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AE9463DB-2744-8E3F-7289-58B012CC9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835" y="3133828"/>
            <a:ext cx="4752528" cy="2562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33E39614-6BA9-CA9A-DC48-8882E1A99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887" y="2942853"/>
            <a:ext cx="3666529" cy="131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0E63C3-707A-9E38-EFC7-DD4DAC2051A7}"/>
                  </a:ext>
                </a:extLst>
              </p14:cNvPr>
              <p14:cNvContentPartPr/>
              <p14:nvPr/>
            </p14:nvContentPartPr>
            <p14:xfrm>
              <a:off x="2967840" y="4047840"/>
              <a:ext cx="14400" cy="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0E63C3-707A-9E38-EFC7-DD4DAC2051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2000" y="3984480"/>
                <a:ext cx="45720" cy="14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647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32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Square Wave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8" y="676200"/>
            <a:ext cx="12192000" cy="5450305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Replace external circuit to Schmitt Trigger by an RC circuit</a:t>
            </a: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r>
              <a:rPr lang="en-AU" b="1" dirty="0">
                <a:latin typeface="Arial"/>
                <a:cs typeface="Arial"/>
              </a:rPr>
              <a:t>If </a:t>
            </a:r>
            <a:r>
              <a:rPr lang="en-AU" b="1" dirty="0" err="1">
                <a:latin typeface="Arial"/>
                <a:cs typeface="Arial"/>
              </a:rPr>
              <a:t>V</a:t>
            </a:r>
            <a:r>
              <a:rPr lang="en-AU" b="1" baseline="-25000" dirty="0" err="1">
                <a:latin typeface="Arial"/>
                <a:cs typeface="Arial"/>
              </a:rPr>
              <a:t>c</a:t>
            </a:r>
            <a:r>
              <a:rPr lang="en-AU" b="1" dirty="0">
                <a:latin typeface="Arial"/>
                <a:cs typeface="Arial"/>
              </a:rPr>
              <a:t> &lt; V</a:t>
            </a:r>
            <a:r>
              <a:rPr lang="en-AU" b="1" baseline="-25000" dirty="0">
                <a:latin typeface="Arial"/>
                <a:cs typeface="Arial"/>
              </a:rPr>
              <a:t>+</a:t>
            </a:r>
            <a:r>
              <a:rPr lang="en-AU" b="1" dirty="0">
                <a:latin typeface="Arial"/>
                <a:cs typeface="Arial"/>
              </a:rPr>
              <a:t>, V</a:t>
            </a:r>
            <a:r>
              <a:rPr lang="en-AU" b="1" baseline="-25000" dirty="0">
                <a:latin typeface="Arial"/>
                <a:cs typeface="Arial"/>
              </a:rPr>
              <a:t>o</a:t>
            </a:r>
            <a:r>
              <a:rPr lang="en-AU" b="1" dirty="0">
                <a:latin typeface="Arial"/>
                <a:cs typeface="Arial"/>
              </a:rPr>
              <a:t> = </a:t>
            </a:r>
            <a:r>
              <a:rPr lang="en-AU" b="1" dirty="0" err="1">
                <a:latin typeface="Arial"/>
                <a:cs typeface="Arial"/>
              </a:rPr>
              <a:t>V</a:t>
            </a:r>
            <a:r>
              <a:rPr lang="en-AU" b="1" baseline="-25000" dirty="0" err="1">
                <a:latin typeface="Arial"/>
                <a:cs typeface="Arial"/>
              </a:rPr>
              <a:t>m</a:t>
            </a:r>
            <a:r>
              <a:rPr lang="en-AU" b="1" dirty="0">
                <a:latin typeface="Arial"/>
                <a:cs typeface="Arial"/>
              </a:rPr>
              <a:t> and V</a:t>
            </a:r>
            <a:r>
              <a:rPr lang="en-AU" b="1" baseline="-25000" dirty="0">
                <a:latin typeface="Arial"/>
                <a:cs typeface="Arial"/>
              </a:rPr>
              <a:t>+</a:t>
            </a:r>
            <a:r>
              <a:rPr lang="en-AU" b="1" dirty="0">
                <a:latin typeface="Arial"/>
                <a:cs typeface="Arial"/>
              </a:rPr>
              <a:t> = </a:t>
            </a:r>
            <a:r>
              <a:rPr lang="el-GR" b="1" dirty="0">
                <a:latin typeface="Arial"/>
                <a:cs typeface="Arial"/>
              </a:rPr>
              <a:t>β</a:t>
            </a:r>
            <a:r>
              <a:rPr lang="en-AU" b="1" dirty="0" err="1">
                <a:latin typeface="Arial"/>
                <a:cs typeface="Arial"/>
              </a:rPr>
              <a:t>V</a:t>
            </a:r>
            <a:r>
              <a:rPr lang="en-AU" b="1" baseline="-25000" dirty="0" err="1">
                <a:latin typeface="Arial"/>
                <a:cs typeface="Arial"/>
              </a:rPr>
              <a:t>m</a:t>
            </a:r>
            <a:r>
              <a:rPr lang="en-AU" b="1" dirty="0">
                <a:latin typeface="Arial"/>
                <a:cs typeface="Arial"/>
              </a:rPr>
              <a:t>. </a:t>
            </a: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r>
              <a:rPr lang="en-AU" b="1" dirty="0" err="1">
                <a:latin typeface="Arial"/>
                <a:cs typeface="Arial"/>
              </a:rPr>
              <a:t>V</a:t>
            </a:r>
            <a:r>
              <a:rPr lang="en-AU" b="1" baseline="-25000" dirty="0" err="1">
                <a:latin typeface="Arial"/>
                <a:cs typeface="Arial"/>
              </a:rPr>
              <a:t>c</a:t>
            </a:r>
            <a:r>
              <a:rPr lang="en-AU" b="1" dirty="0">
                <a:latin typeface="Arial"/>
                <a:cs typeface="Arial"/>
              </a:rPr>
              <a:t> increases as the capacitor charges and the output stays the same until </a:t>
            </a:r>
            <a:r>
              <a:rPr lang="en-AU" b="1" dirty="0" err="1">
                <a:latin typeface="Arial"/>
                <a:cs typeface="Arial"/>
              </a:rPr>
              <a:t>V</a:t>
            </a:r>
            <a:r>
              <a:rPr lang="en-AU" b="1" baseline="-25000" dirty="0" err="1">
                <a:latin typeface="Arial"/>
                <a:cs typeface="Arial"/>
              </a:rPr>
              <a:t>c</a:t>
            </a:r>
            <a:r>
              <a:rPr lang="en-AU" b="1" dirty="0">
                <a:latin typeface="Arial"/>
                <a:cs typeface="Arial"/>
              </a:rPr>
              <a:t> crosses </a:t>
            </a:r>
            <a:r>
              <a:rPr lang="el-GR" b="1" dirty="0">
                <a:latin typeface="Arial"/>
                <a:cs typeface="Arial"/>
              </a:rPr>
              <a:t>β</a:t>
            </a:r>
            <a:r>
              <a:rPr lang="en-AU" b="1" dirty="0" err="1">
                <a:latin typeface="Arial"/>
                <a:cs typeface="Arial"/>
              </a:rPr>
              <a:t>V</a:t>
            </a:r>
            <a:r>
              <a:rPr lang="en-AU" b="1" baseline="-25000" dirty="0" err="1">
                <a:latin typeface="Arial"/>
                <a:cs typeface="Arial"/>
              </a:rPr>
              <a:t>m</a:t>
            </a:r>
            <a:r>
              <a:rPr lang="en-AU" b="1" dirty="0">
                <a:latin typeface="Arial"/>
                <a:cs typeface="Arial"/>
              </a:rPr>
              <a:t> at which the output becomes -</a:t>
            </a:r>
            <a:r>
              <a:rPr lang="en-AU" b="1" dirty="0" err="1">
                <a:latin typeface="Arial"/>
                <a:cs typeface="Arial"/>
              </a:rPr>
              <a:t>V</a:t>
            </a:r>
            <a:r>
              <a:rPr lang="en-AU" b="1" baseline="-25000" dirty="0" err="1">
                <a:latin typeface="Arial"/>
                <a:cs typeface="Arial"/>
              </a:rPr>
              <a:t>m</a:t>
            </a:r>
            <a:endParaRPr lang="en-AU" b="1" baseline="-25000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ECF787FB-CD60-9C97-21C1-200107CF7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20" y="2757572"/>
            <a:ext cx="3571196" cy="27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AE9463DB-2744-8E3F-7289-58B012CC9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16" y="2677453"/>
            <a:ext cx="4752528" cy="2562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91DEF467-43EB-0279-BEC8-B19DF9026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007" y="2946124"/>
            <a:ext cx="38290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44EBB3D2-2BAD-0DEC-0EF7-5C7D2889F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744" y="4903517"/>
            <a:ext cx="21907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449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Square Wave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8" y="676200"/>
            <a:ext cx="12192000" cy="5450305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Duty cycle can be achieved by replacing R with the following</a:t>
            </a: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DEF53BEE-866A-A162-BC2F-4F895940B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46" y="1433703"/>
            <a:ext cx="4168080" cy="3990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36E059D-8802-E7C2-D875-393A6064C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684" y="1118393"/>
            <a:ext cx="4752528" cy="2562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05238F75-5A1B-D2C2-D05A-744BEA3CC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757" y="3711194"/>
            <a:ext cx="22479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DCF33585-A300-D3BA-B023-F46A9F782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619" y="4609286"/>
            <a:ext cx="21621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290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Triangular Wave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</p:spPr>
            <p:txBody>
              <a:bodyPr>
                <a:normAutofit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 dirty="0">
                    <a:latin typeface="Arial"/>
                    <a:cs typeface="Arial"/>
                  </a:rPr>
                  <a:t>Replace external circuit to Schmitt Trigger by an integrator and use non-inverting Schmitt Trigger (invert the characteristic of Schmitt circuit).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 dirty="0">
                    <a:latin typeface="Arial"/>
                    <a:cs typeface="Arial"/>
                  </a:rPr>
                  <a:t>If V</a:t>
                </a:r>
                <a:r>
                  <a:rPr lang="en-AU" b="1" baseline="-25000" dirty="0">
                    <a:latin typeface="Arial"/>
                    <a:cs typeface="Arial"/>
                  </a:rPr>
                  <a:t>in</a:t>
                </a:r>
                <a:r>
                  <a:rPr lang="en-AU" b="1" dirty="0">
                    <a:latin typeface="Arial"/>
                    <a:cs typeface="Arial"/>
                  </a:rPr>
                  <a:t> = -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 and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out</a:t>
                </a:r>
                <a:r>
                  <a:rPr lang="en-AU" b="1" dirty="0">
                    <a:latin typeface="Arial"/>
                    <a:cs typeface="Arial"/>
                  </a:rPr>
                  <a:t> = -</a:t>
                </a:r>
                <a:r>
                  <a:rPr lang="el-GR" b="1" dirty="0">
                    <a:latin typeface="Arial"/>
                    <a:cs typeface="Arial"/>
                  </a:rPr>
                  <a:t>β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, the capacitor, C, will charge linearly with constant current, I</a:t>
                </a:r>
                <a:r>
                  <a:rPr lang="en-AU" b="1" baseline="-25000" dirty="0">
                    <a:latin typeface="Arial"/>
                    <a:cs typeface="Arial"/>
                  </a:rPr>
                  <a:t>R</a:t>
                </a:r>
                <a:r>
                  <a:rPr lang="en-AU" b="1" dirty="0">
                    <a:latin typeface="Arial"/>
                    <a:cs typeface="Arial"/>
                  </a:rPr>
                  <a:t> = -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/R and resulting in linear increase in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out</a:t>
                </a:r>
                <a:r>
                  <a:rPr lang="en-AU" b="1" dirty="0">
                    <a:latin typeface="Arial"/>
                    <a:cs typeface="Arial"/>
                  </a:rPr>
                  <a:t> as follows</a:t>
                </a:r>
              </a:p>
              <a:p>
                <a:pPr marL="12700" marR="673100" indent="0">
                  <a:buNone/>
                </a:pPr>
                <a:r>
                  <a:rPr lang="en-AU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</a:rPr>
                  <a:t>                                </a:t>
                </a: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𝒐𝒖𝒕</m:t>
                        </m:r>
                      </m:sub>
                    </m:sSub>
                    <m:r>
                      <a:rPr lang="en-AU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𝑹𝑪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𝒊𝒏</m:t>
                            </m:r>
                          </m:sub>
                        </m:sSub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𝒅𝒕</m:t>
                        </m:r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 −</m:t>
                        </m:r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𝜷</m:t>
                        </m:r>
                        <m:sSub>
                          <m:sSubPr>
                            <m:ctrlP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  <a:ea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𝒎</m:t>
                            </m:r>
                          </m:sub>
                        </m:sSub>
                      </m:num>
                      <m:den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𝑹𝑪</m:t>
                        </m:r>
                      </m:den>
                    </m:f>
                    <m:r>
                      <a:rPr lang="en-AU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𝒕</m:t>
                    </m:r>
                    <m:r>
                      <a:rPr lang="en-AU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−</m:t>
                    </m:r>
                    <m:r>
                      <a:rPr lang="en-AU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𝜷</m:t>
                    </m:r>
                    <m:sSub>
                      <m:sSubPr>
                        <m:ctrlP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𝑽</m:t>
                        </m:r>
                      </m:e>
                      <m:sub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𝒎</m:t>
                        </m:r>
                      </m:sub>
                    </m:sSub>
                  </m:oMath>
                </a14:m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2" indent="0">
                  <a:buNone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  <a:blipFill>
                <a:blip r:embed="rId3"/>
                <a:stretch>
                  <a:fillRect l="-800" t="-20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5">
            <a:extLst>
              <a:ext uri="{FF2B5EF4-FFF2-40B4-BE49-F238E27FC236}">
                <a16:creationId xmlns:a16="http://schemas.microsoft.com/office/drawing/2014/main" id="{FE18302B-59C7-4050-6697-A88C861D3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237" y="1901315"/>
            <a:ext cx="3733287" cy="2187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9F118509-4376-BBEB-2F81-C2DC51E73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638" y="1683560"/>
            <a:ext cx="3274273" cy="2209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7BCFF59-3D2C-1CC1-B89E-78988A09A0C6}"/>
              </a:ext>
            </a:extLst>
          </p:cNvPr>
          <p:cNvSpPr txBox="1"/>
          <p:nvPr/>
        </p:nvSpPr>
        <p:spPr>
          <a:xfrm>
            <a:off x="6064469" y="2499682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</a:t>
            </a:r>
            <a:r>
              <a:rPr lang="en-AU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303036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Triangular Wave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</p:spPr>
            <p:txBody>
              <a:bodyPr>
                <a:normAutofit/>
              </a:bodyPr>
              <a:lstStyle/>
              <a:p>
                <a:pPr marL="12700" marR="673100" indent="0">
                  <a:buNone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 dirty="0">
                    <a:latin typeface="Arial"/>
                    <a:cs typeface="Arial"/>
                  </a:rPr>
                  <a:t>If V</a:t>
                </a:r>
                <a:r>
                  <a:rPr lang="en-AU" b="1" baseline="-25000" dirty="0">
                    <a:latin typeface="Arial"/>
                    <a:cs typeface="Arial"/>
                  </a:rPr>
                  <a:t>in</a:t>
                </a:r>
                <a:r>
                  <a:rPr lang="en-AU" b="1" dirty="0">
                    <a:latin typeface="Arial"/>
                    <a:cs typeface="Arial"/>
                  </a:rPr>
                  <a:t> =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 and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out</a:t>
                </a:r>
                <a:r>
                  <a:rPr lang="en-AU" b="1" dirty="0">
                    <a:latin typeface="Arial"/>
                    <a:cs typeface="Arial"/>
                  </a:rPr>
                  <a:t> = </a:t>
                </a:r>
                <a:r>
                  <a:rPr lang="el-GR" b="1" dirty="0">
                    <a:latin typeface="Arial"/>
                    <a:cs typeface="Arial"/>
                  </a:rPr>
                  <a:t>β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, the capacitor, C, will discharge linearly with constant current, I</a:t>
                </a:r>
                <a:r>
                  <a:rPr lang="en-AU" b="1" baseline="-25000" dirty="0">
                    <a:latin typeface="Arial"/>
                    <a:cs typeface="Arial"/>
                  </a:rPr>
                  <a:t>R</a:t>
                </a:r>
                <a:r>
                  <a:rPr lang="en-AU" b="1" dirty="0">
                    <a:latin typeface="Arial"/>
                    <a:cs typeface="Arial"/>
                  </a:rPr>
                  <a:t> = -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m</a:t>
                </a:r>
                <a:r>
                  <a:rPr lang="en-AU" b="1" dirty="0">
                    <a:latin typeface="Arial"/>
                    <a:cs typeface="Arial"/>
                  </a:rPr>
                  <a:t>/R and resulting in linear increase in </a:t>
                </a:r>
                <a:r>
                  <a:rPr lang="en-AU" b="1" dirty="0" err="1">
                    <a:latin typeface="Arial"/>
                    <a:cs typeface="Arial"/>
                  </a:rPr>
                  <a:t>V</a:t>
                </a:r>
                <a:r>
                  <a:rPr lang="en-AU" b="1" baseline="-25000" dirty="0" err="1">
                    <a:latin typeface="Arial"/>
                    <a:cs typeface="Arial"/>
                  </a:rPr>
                  <a:t>out</a:t>
                </a:r>
                <a:r>
                  <a:rPr lang="en-AU" b="1" dirty="0">
                    <a:latin typeface="Arial"/>
                    <a:cs typeface="Arial"/>
                  </a:rPr>
                  <a:t> as follows</a:t>
                </a:r>
              </a:p>
              <a:p>
                <a:pPr marL="12700" marR="673100" indent="0">
                  <a:buNone/>
                </a:pPr>
                <a:r>
                  <a:rPr lang="en-AU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</a:rPr>
                  <a:t>                                </a:t>
                </a: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𝒐𝒖𝒕</m:t>
                        </m:r>
                      </m:sub>
                    </m:sSub>
                    <m:r>
                      <a:rPr lang="en-AU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𝑹𝑪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𝒊𝒏</m:t>
                            </m:r>
                          </m:sub>
                        </m:sSub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𝒅𝒕</m:t>
                        </m:r>
                        <m:r>
                          <a:rPr lang="en-AU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𝜷</m:t>
                        </m:r>
                        <m:sSub>
                          <m:sSubPr>
                            <m:ctrlP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  <a:ea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𝒎</m:t>
                            </m:r>
                          </m:sub>
                        </m:sSub>
                      </m:num>
                      <m:den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𝑹𝑪</m:t>
                        </m:r>
                      </m:den>
                    </m:f>
                    <m:r>
                      <a:rPr lang="en-AU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𝒕</m:t>
                    </m:r>
                    <m:r>
                      <a:rPr lang="en-A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𝜷</m:t>
                    </m:r>
                    <m:sSub>
                      <m:sSubPr>
                        <m:ctrlP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𝑽</m:t>
                        </m:r>
                      </m:e>
                      <m:sub>
                        <m:r>
                          <a:rPr lang="en-AU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𝒎</m:t>
                        </m:r>
                      </m:sub>
                    </m:sSub>
                  </m:oMath>
                </a14:m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b="1" dirty="0">
                  <a:latin typeface="Arial"/>
                  <a:cs typeface="Arial"/>
                </a:endParaRPr>
              </a:p>
              <a:p>
                <a:pPr marL="469900" marR="673100" lvl="1" indent="0">
                  <a:buNone/>
                </a:pPr>
                <a:endParaRPr lang="en-AU" b="1" dirty="0">
                  <a:latin typeface="Arial"/>
                  <a:cs typeface="Arial"/>
                </a:endParaRPr>
              </a:p>
              <a:p>
                <a:pPr marL="927100" marR="673100" lvl="2" indent="0">
                  <a:buNone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88" y="676200"/>
                <a:ext cx="12192000" cy="5450305"/>
              </a:xfrm>
              <a:blipFill>
                <a:blip r:embed="rId3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3">
            <a:extLst>
              <a:ext uri="{FF2B5EF4-FFF2-40B4-BE49-F238E27FC236}">
                <a16:creationId xmlns:a16="http://schemas.microsoft.com/office/drawing/2014/main" id="{9F118509-4376-BBEB-2F81-C2DC51E73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221" y="626998"/>
            <a:ext cx="3274273" cy="2209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7BCFF59-3D2C-1CC1-B89E-78988A09A0C6}"/>
              </a:ext>
            </a:extLst>
          </p:cNvPr>
          <p:cNvSpPr txBox="1"/>
          <p:nvPr/>
        </p:nvSpPr>
        <p:spPr>
          <a:xfrm>
            <a:off x="6143949" y="1384985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</a:t>
            </a:r>
            <a:r>
              <a:rPr lang="en-AU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EDC19BB9-7D31-F34C-82A6-7AB98C24C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790" y="800426"/>
            <a:ext cx="3733287" cy="2187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0693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Triangular Wave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8" y="676200"/>
            <a:ext cx="12192000" cy="5450305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</a:endParaRPr>
          </a:p>
          <a:p>
            <a:pPr marL="12700" marR="673100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469900" marR="673100" lvl="1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787A7717-543B-F88F-B337-27417D7FC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46" y="648393"/>
            <a:ext cx="4155334" cy="243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9061DC5F-10E2-E2AF-3C8F-EC1263987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96200"/>
            <a:ext cx="3845687" cy="2594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23AD8E1F-0C90-BFF2-F640-CBF87A3D44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478205"/>
              </p:ext>
            </p:extLst>
          </p:nvPr>
        </p:nvGraphicFramePr>
        <p:xfrm>
          <a:off x="5714131" y="1546622"/>
          <a:ext cx="397891" cy="493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47610" imgH="556200" progId="Visio.Drawing.11">
                  <p:link updateAutomatic="1"/>
                </p:oleObj>
              </mc:Choice>
              <mc:Fallback>
                <p:oleObj name="Visio" r:id="rId5" imgW="447610" imgH="556200" progId="Visio.Drawing.11">
                  <p:link updateAutomatic="1"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23AD8E1F-0C90-BFF2-F640-CBF87A3D44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14131" y="1546622"/>
                        <a:ext cx="397891" cy="493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6">
            <a:extLst>
              <a:ext uri="{FF2B5EF4-FFF2-40B4-BE49-F238E27FC236}">
                <a16:creationId xmlns:a16="http://schemas.microsoft.com/office/drawing/2014/main" id="{EA9576A1-085E-F5BD-D332-0C5216026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881" y="3024308"/>
            <a:ext cx="4250005" cy="1871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6060A3BA-72E4-7394-BEC3-783581DF3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429" y="3225444"/>
            <a:ext cx="3918771" cy="1704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7622B8A-5429-4506-BA6F-B2EABA5816AF}"/>
                  </a:ext>
                </a:extLst>
              </p:cNvPr>
              <p:cNvSpPr/>
              <p:nvPr/>
            </p:nvSpPr>
            <p:spPr>
              <a:xfrm>
                <a:off x="754030" y="4967835"/>
                <a:ext cx="4320463" cy="666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𝜷</m:t>
                        </m:r>
                        <m: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AU" sz="2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AU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sz="2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𝒎</m:t>
                            </m:r>
                          </m:sub>
                        </m:sSub>
                      </m:num>
                      <m:den>
                        <m: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𝑹𝑪</m:t>
                        </m:r>
                      </m:den>
                    </m:f>
                    <m:r>
                      <a:rPr lang="en-AU" sz="28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𝑻</m:t>
                    </m:r>
                    <m:r>
                      <a:rPr lang="en-AU" sz="2800" b="1" i="1" baseline="-250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𝟏</m:t>
                    </m:r>
                    <m:r>
                      <a:rPr lang="en-AU" sz="28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−</m:t>
                    </m:r>
                    <m:r>
                      <a:rPr lang="en-AU" sz="2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𝜷</m:t>
                    </m:r>
                    <m:sSub>
                      <m:sSubPr>
                        <m:ctrlP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𝑽</m:t>
                        </m:r>
                      </m:e>
                      <m:sub>
                        <m: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𝒎</m:t>
                        </m:r>
                      </m:sub>
                    </m:sSub>
                  </m:oMath>
                </a14:m>
                <a:endParaRPr lang="en-AU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7622B8A-5429-4506-BA6F-B2EABA5816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30" y="4967835"/>
                <a:ext cx="4320463" cy="666080"/>
              </a:xfrm>
              <a:prstGeom prst="rect">
                <a:avLst/>
              </a:prstGeom>
              <a:blipFill>
                <a:blip r:embed="rId9"/>
                <a:stretch>
                  <a:fillRect t="-1835" b="-192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5E26819-3F38-3EA7-D4D0-34B9B962DDE4}"/>
                  </a:ext>
                </a:extLst>
              </p:cNvPr>
              <p:cNvSpPr/>
              <p:nvPr/>
            </p:nvSpPr>
            <p:spPr>
              <a:xfrm>
                <a:off x="4812689" y="4960260"/>
                <a:ext cx="4320463" cy="666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−</m:t>
                        </m:r>
                        <m:r>
                          <a:rPr lang="en-US" sz="2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𝜷</m:t>
                        </m:r>
                        <m: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AU" sz="2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AU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</a:rPr>
                  <a:t> =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AU" sz="2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𝒎</m:t>
                            </m:r>
                          </m:sub>
                        </m:sSub>
                      </m:num>
                      <m:den>
                        <m: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𝑹𝑪</m:t>
                        </m:r>
                      </m:den>
                    </m:f>
                    <m:r>
                      <a:rPr lang="en-AU" sz="28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𝑻</m:t>
                    </m:r>
                    <m:r>
                      <a:rPr lang="en-AU" sz="2800" b="1" i="1" baseline="-250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𝟐</m:t>
                    </m:r>
                    <m:r>
                      <a:rPr lang="en-AU" sz="28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r>
                      <a:rPr lang="en-AU" sz="2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𝜷</m:t>
                    </m:r>
                    <m:sSub>
                      <m:sSubPr>
                        <m:ctrlP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𝑽</m:t>
                        </m:r>
                      </m:e>
                      <m:sub>
                        <m:r>
                          <a:rPr lang="en-AU" sz="2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𝒎</m:t>
                        </m:r>
                      </m:sub>
                    </m:sSub>
                  </m:oMath>
                </a14:m>
                <a:endParaRPr lang="en-AU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5E26819-3F38-3EA7-D4D0-34B9B962DD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89" y="4960260"/>
                <a:ext cx="4320463" cy="666080"/>
              </a:xfrm>
              <a:prstGeom prst="rect">
                <a:avLst/>
              </a:prstGeom>
              <a:blipFill>
                <a:blip r:embed="rId10"/>
                <a:stretch>
                  <a:fillRect t="-1835" b="-183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7B59E81-B8D4-176E-2FA1-156AA610CFDE}"/>
                  </a:ext>
                </a:extLst>
              </p:cNvPr>
              <p:cNvSpPr/>
              <p:nvPr/>
            </p:nvSpPr>
            <p:spPr>
              <a:xfrm>
                <a:off x="1376873" y="5622999"/>
                <a:ext cx="2160231" cy="4801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AU" sz="2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𝟐</m:t>
                    </m:r>
                    <m:r>
                      <a:rPr lang="en-US" sz="2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𝜷</m:t>
                    </m:r>
                    <m:r>
                      <a:rPr lang="en-AU" sz="2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𝑹𝑪</m:t>
                    </m:r>
                  </m:oMath>
                </a14:m>
                <a:r>
                  <a:rPr lang="en-AU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</a:rPr>
                  <a:t> =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𝑻</m:t>
                    </m:r>
                    <m:r>
                      <a:rPr lang="en-AU" sz="2800" b="1" i="1" baseline="-250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𝟏</m:t>
                    </m:r>
                  </m:oMath>
                </a14:m>
                <a:endParaRPr lang="en-AU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7B59E81-B8D4-176E-2FA1-156AA610CF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873" y="5622999"/>
                <a:ext cx="2160231" cy="480131"/>
              </a:xfrm>
              <a:prstGeom prst="rect">
                <a:avLst/>
              </a:prstGeom>
              <a:blipFill>
                <a:blip r:embed="rId11"/>
                <a:stretch>
                  <a:fillRect t="-21519" b="-430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AEA4B96-6B84-A349-A73E-09EC3014D597}"/>
                  </a:ext>
                </a:extLst>
              </p:cNvPr>
              <p:cNvSpPr/>
              <p:nvPr/>
            </p:nvSpPr>
            <p:spPr>
              <a:xfrm>
                <a:off x="5746942" y="5588773"/>
                <a:ext cx="2160231" cy="4801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AU" sz="28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𝟐</m:t>
                    </m:r>
                    <m:r>
                      <a:rPr lang="en-US" sz="2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𝜷</m:t>
                    </m:r>
                    <m:r>
                      <a:rPr lang="en-AU" sz="2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𝑹𝑪</m:t>
                    </m:r>
                  </m:oMath>
                </a14:m>
                <a:r>
                  <a:rPr lang="en-AU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</a:rPr>
                  <a:t> =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𝑻</m:t>
                    </m:r>
                  </m:oMath>
                </a14:m>
                <a:r>
                  <a:rPr lang="en-AU" sz="2800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</a:rPr>
                  <a:t>2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AEA4B96-6B84-A349-A73E-09EC3014D5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942" y="5588773"/>
                <a:ext cx="2160231" cy="480131"/>
              </a:xfrm>
              <a:prstGeom prst="rect">
                <a:avLst/>
              </a:prstGeom>
              <a:blipFill>
                <a:blip r:embed="rId12"/>
                <a:stretch>
                  <a:fillRect t="-22785" b="-417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506D6B7-8A52-3188-F52D-57D5EC134CA8}"/>
                  </a:ext>
                </a:extLst>
              </p:cNvPr>
              <p:cNvSpPr/>
              <p:nvPr/>
            </p:nvSpPr>
            <p:spPr>
              <a:xfrm>
                <a:off x="9078962" y="5017652"/>
                <a:ext cx="2042536" cy="886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𝒇</m:t>
                      </m:r>
                      <m:r>
                        <a:rPr lang="en-AU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AU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𝟒</m:t>
                          </m:r>
                          <m:r>
                            <a:rPr lang="en-US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𝜷</m:t>
                          </m:r>
                          <m:r>
                            <a:rPr lang="en-AU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en-AU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506D6B7-8A52-3188-F52D-57D5EC134C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962" y="5017652"/>
                <a:ext cx="2042536" cy="886461"/>
              </a:xfrm>
              <a:prstGeom prst="rect">
                <a:avLst/>
              </a:prstGeom>
              <a:blipFill>
                <a:blip r:embed="rId13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35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Triangular Wave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8" y="676200"/>
            <a:ext cx="12192000" cy="5450305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lvl="1" indent="0">
              <a:buNone/>
            </a:pPr>
            <a:endParaRPr lang="en-AU" b="1" baseline="-25000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04024288-6403-AC53-B012-004B90F9D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917" y="1052313"/>
            <a:ext cx="10211607" cy="427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354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Triangular Wave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8" y="676200"/>
            <a:ext cx="12192000" cy="5450305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lvl="1" indent="0">
              <a:buNone/>
            </a:pPr>
            <a:endParaRPr lang="en-AU" b="1" baseline="-25000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F677506-B084-BC5C-C381-D023EC8CF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724" y="1168601"/>
            <a:ext cx="8966338" cy="411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40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Pulse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8" y="676200"/>
            <a:ext cx="12192000" cy="5450305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b="1" dirty="0">
                <a:latin typeface="Arial"/>
                <a:cs typeface="Arial"/>
              </a:rPr>
              <a:t>Monostable multivibrator</a:t>
            </a: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r>
              <a:rPr lang="en-AU" b="1" dirty="0">
                <a:latin typeface="Arial"/>
                <a:cs typeface="Arial"/>
              </a:rPr>
              <a:t>Add extra-voltage limiting and triggering circuitry to astable multivibrator (shown below in green and red)</a:t>
            </a: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r>
              <a:rPr lang="en-AU" b="1" dirty="0">
                <a:latin typeface="Arial"/>
                <a:cs typeface="Arial"/>
              </a:rPr>
              <a:t>Circuit in red for triggering</a:t>
            </a: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r>
              <a:rPr lang="en-AU" b="1" dirty="0">
                <a:latin typeface="Arial"/>
                <a:cs typeface="Arial"/>
              </a:rPr>
              <a:t>Circuit in green for limiting voltage</a:t>
            </a:r>
          </a:p>
          <a:p>
            <a:pPr marL="469900" marR="673100" lvl="1" indent="0">
              <a:buNone/>
            </a:pPr>
            <a:endParaRPr lang="en-AU" b="1" baseline="-25000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9E79E03-1351-0FE1-A184-66E93008D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82" y="2690333"/>
            <a:ext cx="5717232" cy="312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766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Pulse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18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Pulse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8" y="676200"/>
            <a:ext cx="12192000" cy="5450305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lvl="1" indent="0">
              <a:buNone/>
            </a:pPr>
            <a:endParaRPr lang="en-AU" b="1" baseline="-25000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0DC0D246-7A20-6C5C-FA45-BC9E8AF92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00" y="913422"/>
            <a:ext cx="5063145" cy="274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8C3F66-F1F1-6FFB-A40B-C9B4CA04C692}"/>
              </a:ext>
            </a:extLst>
          </p:cNvPr>
          <p:cNvSpPr txBox="1"/>
          <p:nvPr/>
        </p:nvSpPr>
        <p:spPr>
          <a:xfrm>
            <a:off x="7872932" y="2255411"/>
            <a:ext cx="27839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Stable states of</a:t>
            </a:r>
          </a:p>
          <a:p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</a:t>
            </a:r>
            <a:r>
              <a:rPr lang="en-AU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</a:t>
            </a:r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=  </a:t>
            </a:r>
            <a:endParaRPr lang="en-AU" sz="2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</a:t>
            </a:r>
            <a:r>
              <a:rPr lang="en-AU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+ </a:t>
            </a:r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=</a:t>
            </a:r>
            <a:endParaRPr lang="en-AU" sz="2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</a:t>
            </a:r>
            <a:r>
              <a:rPr lang="en-AU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 </a:t>
            </a:r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=</a:t>
            </a:r>
            <a:endParaRPr lang="en-AU" sz="2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</a:t>
            </a:r>
            <a:r>
              <a:rPr lang="en-AU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  </a:t>
            </a:r>
            <a:r>
              <a:rPr lang="en-A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=</a:t>
            </a:r>
            <a:endParaRPr lang="en-AU" sz="2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C997F1D5-CDF0-E9CE-2ECD-A594A1885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02" y="3755618"/>
            <a:ext cx="3788740" cy="227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552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Pulse Generator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8" y="676200"/>
            <a:ext cx="12192000" cy="5450305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lvl="1" indent="0">
              <a:buNone/>
            </a:pPr>
            <a:endParaRPr lang="en-AU" b="1" baseline="-25000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b="1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CC171EC7-4C86-E445-38D4-D8B5D943E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764705"/>
            <a:ext cx="4253602" cy="2304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56C6A114-A679-F818-061E-D24D534BC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599" y="648393"/>
            <a:ext cx="3518277" cy="5073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FE7C692-550E-DB2A-017F-89A82E9FBFD4}"/>
                  </a:ext>
                </a:extLst>
              </p:cNvPr>
              <p:cNvSpPr/>
              <p:nvPr/>
            </p:nvSpPr>
            <p:spPr>
              <a:xfrm>
                <a:off x="1027205" y="3789041"/>
                <a:ext cx="4141197" cy="3864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1" i="1">
                              <a:latin typeface="Cambria Math"/>
                            </a:rPr>
                            <m:t>     </m:t>
                          </m:r>
                          <m:r>
                            <a:rPr lang="en-AU" b="1" i="1"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AU" b="1" i="1">
                              <a:latin typeface="Cambria Math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>
                              <a:latin typeface="Cambria Math"/>
                            </a:rPr>
                            <m:t>𝒕</m:t>
                          </m:r>
                        </m:e>
                      </m:d>
                      <m:r>
                        <a:rPr lang="en-AU" b="1" i="1">
                          <a:latin typeface="Cambria Math"/>
                        </a:rPr>
                        <m:t>=</m:t>
                      </m:r>
                      <m:r>
                        <a:rPr lang="en-AU" b="1" i="1">
                          <a:latin typeface="Cambria Math"/>
                        </a:rPr>
                        <m:t>𝑽</m:t>
                      </m:r>
                      <m:d>
                        <m:dPr>
                          <m:ctrlPr>
                            <a:rPr lang="en-A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>
                              <a:latin typeface="Cambria Math"/>
                              <a:ea typeface="Cambria Math"/>
                            </a:rPr>
                            <m:t>∞</m:t>
                          </m:r>
                        </m:e>
                      </m:d>
                      <m:r>
                        <a:rPr lang="en-AU" b="1" i="1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A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>
                              <a:latin typeface="Cambria Math"/>
                            </a:rPr>
                            <m:t>𝑽</m:t>
                          </m:r>
                          <m:d>
                            <m:dPr>
                              <m:ctrlPr>
                                <a:rPr lang="en-AU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1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e>
                          </m:d>
                          <m:r>
                            <a:rPr lang="en-AU" b="1" i="1">
                              <a:latin typeface="Cambria Math"/>
                            </a:rPr>
                            <m:t>−</m:t>
                          </m:r>
                          <m:r>
                            <a:rPr lang="en-AU" b="1" i="1">
                              <a:latin typeface="Cambria Math"/>
                            </a:rPr>
                            <m:t>𝑽</m:t>
                          </m:r>
                          <m:r>
                            <a:rPr lang="en-AU" b="1" i="1">
                              <a:latin typeface="Cambria Math"/>
                            </a:rPr>
                            <m:t>(</m:t>
                          </m:r>
                          <m:r>
                            <a:rPr lang="en-AU" b="1" i="1">
                              <a:latin typeface="Cambria Math"/>
                            </a:rPr>
                            <m:t>𝟎</m:t>
                          </m:r>
                          <m:r>
                            <a:rPr lang="en-AU" b="1" i="1">
                              <a:latin typeface="Cambria Math"/>
                            </a:rPr>
                            <m:t>)</m:t>
                          </m:r>
                        </m:e>
                      </m:d>
                      <m:sSup>
                        <m:sSupPr>
                          <m:ctrlPr>
                            <a:rPr lang="en-AU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>
                              <a:latin typeface="Cambria Math"/>
                            </a:rPr>
                            <m:t>𝒆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AU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b="1" i="1">
                                  <a:latin typeface="Cambria Math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AU" b="1" i="1">
                                  <a:latin typeface="Cambria Math"/>
                                  <a:ea typeface="Cambria Math"/>
                                </a:rPr>
                                <m:t>𝝉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FE7C692-550E-DB2A-017F-89A82E9FB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05" y="3789041"/>
                <a:ext cx="4141197" cy="386452"/>
              </a:xfrm>
              <a:prstGeom prst="rect">
                <a:avLst/>
              </a:prstGeom>
              <a:blipFill>
                <a:blip r:embed="rId5"/>
                <a:stretch>
                  <a:fillRect t="-80952" r="-7806" b="-984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1670343-B526-32B1-C55C-587F210B0491}"/>
                  </a:ext>
                </a:extLst>
              </p:cNvPr>
              <p:cNvSpPr/>
              <p:nvPr/>
            </p:nvSpPr>
            <p:spPr>
              <a:xfrm>
                <a:off x="1012397" y="4342307"/>
                <a:ext cx="3754041" cy="3864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b="1" dirty="0"/>
                  <a:t>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/>
                      </a:rPr>
                      <m:t>−</m:t>
                    </m:r>
                    <m:r>
                      <a:rPr lang="en-AU" b="1" i="1" smtClean="0">
                        <a:latin typeface="Cambria Math"/>
                        <a:ea typeface="Cambria Math"/>
                      </a:rPr>
                      <m:t>𝜷</m:t>
                    </m:r>
                    <m:r>
                      <a:rPr lang="en-AU" b="1" i="1">
                        <a:latin typeface="Cambria Math"/>
                      </a:rPr>
                      <m:t>𝑽</m:t>
                    </m:r>
                    <m:r>
                      <a:rPr lang="en-AU" b="1" i="1" baseline="-25000">
                        <a:latin typeface="Cambria Math"/>
                      </a:rPr>
                      <m:t>𝒎</m:t>
                    </m:r>
                    <m:r>
                      <a:rPr lang="en-AU" b="1" i="1" baseline="-25000">
                        <a:latin typeface="Cambria Math"/>
                      </a:rPr>
                      <m:t> =−</m:t>
                    </m:r>
                    <m:r>
                      <a:rPr lang="en-AU" b="1" i="1">
                        <a:latin typeface="Cambria Math"/>
                      </a:rPr>
                      <m:t>𝑽</m:t>
                    </m:r>
                    <m:r>
                      <a:rPr lang="en-AU" b="1" i="1" baseline="-25000" smtClean="0">
                        <a:latin typeface="Cambria Math"/>
                      </a:rPr>
                      <m:t>𝒎</m:t>
                    </m:r>
                    <m:r>
                      <a:rPr lang="en-AU" b="1" i="1"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en-A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1" i="1" smtClean="0">
                            <a:latin typeface="Cambria Math"/>
                          </a:rPr>
                          <m:t>−</m:t>
                        </m:r>
                        <m:r>
                          <a:rPr lang="en-AU" b="1" i="1">
                            <a:latin typeface="Cambria Math"/>
                          </a:rPr>
                          <m:t>𝑽</m:t>
                        </m:r>
                        <m:r>
                          <a:rPr lang="en-AU" b="1" i="1" baseline="-25000" smtClean="0">
                            <a:latin typeface="Cambria Math"/>
                          </a:rPr>
                          <m:t>𝒎</m:t>
                        </m:r>
                        <m:r>
                          <a:rPr lang="en-AU" b="1" i="1">
                            <a:latin typeface="Cambria Math"/>
                          </a:rPr>
                          <m:t>−</m:t>
                        </m:r>
                        <m:r>
                          <a:rPr lang="en-AU" b="1" i="1">
                            <a:latin typeface="Cambria Math"/>
                          </a:rPr>
                          <m:t>𝑽𝑫</m:t>
                        </m:r>
                      </m:e>
                    </m:d>
                    <m:sSup>
                      <m:sSupPr>
                        <m:ctrlPr>
                          <a:rPr lang="en-A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latin typeface="Cambria Math"/>
                          </a:rPr>
                          <m:t>𝒆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AU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AU" b="1" i="1" smtClean="0">
                                <a:latin typeface="Cambria Math"/>
                              </a:rPr>
                              <m:t>𝑻</m:t>
                            </m:r>
                            <m:r>
                              <a:rPr lang="en-AU" b="1" i="1" baseline="-25000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AU" b="1" i="1">
                                <a:latin typeface="Cambria Math"/>
                                <a:ea typeface="Cambria Math"/>
                              </a:rPr>
                              <m:t>𝝉</m:t>
                            </m:r>
                          </m:den>
                        </m:f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1670343-B526-32B1-C55C-587F210B04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397" y="4342307"/>
                <a:ext cx="3754041" cy="386452"/>
              </a:xfrm>
              <a:prstGeom prst="rect">
                <a:avLst/>
              </a:prstGeom>
              <a:blipFill>
                <a:blip r:embed="rId6"/>
                <a:stretch>
                  <a:fillRect t="-79688" r="-7305" b="-953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1DED546-B460-C261-1731-50831518F51E}"/>
                  </a:ext>
                </a:extLst>
              </p:cNvPr>
              <p:cNvSpPr/>
              <p:nvPr/>
            </p:nvSpPr>
            <p:spPr>
              <a:xfrm>
                <a:off x="1122096" y="4728759"/>
                <a:ext cx="3720377" cy="3864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b="1" dirty="0"/>
                  <a:t>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/>
                      </a:rPr>
                      <m:t>−</m:t>
                    </m:r>
                    <m:r>
                      <a:rPr lang="en-AU" b="1" i="1" smtClean="0">
                        <a:latin typeface="Cambria Math"/>
                        <a:ea typeface="Cambria Math"/>
                      </a:rPr>
                      <m:t>𝜷</m:t>
                    </m:r>
                    <m:r>
                      <a:rPr lang="en-AU" b="1" i="1">
                        <a:latin typeface="Cambria Math"/>
                      </a:rPr>
                      <m:t>𝑽</m:t>
                    </m:r>
                    <m:r>
                      <a:rPr lang="en-AU" b="1" i="1" baseline="-25000">
                        <a:latin typeface="Cambria Math"/>
                      </a:rPr>
                      <m:t>𝒎</m:t>
                    </m:r>
                    <m:r>
                      <a:rPr lang="en-AU" b="1" i="1" smtClean="0">
                        <a:latin typeface="Cambria Math"/>
                      </a:rPr>
                      <m:t>+</m:t>
                    </m:r>
                    <m:r>
                      <a:rPr lang="en-AU" b="1" i="1">
                        <a:latin typeface="Cambria Math"/>
                      </a:rPr>
                      <m:t>𝑽</m:t>
                    </m:r>
                    <m:r>
                      <a:rPr lang="en-AU" b="1" i="1" baseline="-25000" smtClean="0">
                        <a:latin typeface="Cambria Math"/>
                      </a:rPr>
                      <m:t>𝒎</m:t>
                    </m:r>
                    <m:r>
                      <a:rPr lang="en-AU" b="1" i="1" smtClean="0">
                        <a:latin typeface="Cambria Math"/>
                      </a:rPr>
                      <m:t>=</m:t>
                    </m:r>
                    <m:r>
                      <a:rPr lang="en-AU" b="1" i="1"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en-A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1" i="1" smtClean="0">
                            <a:latin typeface="Cambria Math"/>
                          </a:rPr>
                          <m:t>−</m:t>
                        </m:r>
                        <m:r>
                          <a:rPr lang="en-AU" b="1" i="1">
                            <a:latin typeface="Cambria Math"/>
                          </a:rPr>
                          <m:t>𝑽</m:t>
                        </m:r>
                        <m:r>
                          <a:rPr lang="en-AU" b="1" i="1" baseline="-25000" smtClean="0">
                            <a:latin typeface="Cambria Math"/>
                          </a:rPr>
                          <m:t>𝒎</m:t>
                        </m:r>
                        <m:r>
                          <a:rPr lang="en-AU" b="1" i="1">
                            <a:latin typeface="Cambria Math"/>
                          </a:rPr>
                          <m:t>−</m:t>
                        </m:r>
                        <m:r>
                          <a:rPr lang="en-AU" b="1" i="1">
                            <a:latin typeface="Cambria Math"/>
                          </a:rPr>
                          <m:t>𝑽𝑫</m:t>
                        </m:r>
                      </m:e>
                    </m:d>
                    <m:sSup>
                      <m:sSupPr>
                        <m:ctrlPr>
                          <a:rPr lang="en-A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latin typeface="Cambria Math"/>
                          </a:rPr>
                          <m:t>𝒆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AU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AU" b="1" i="1" smtClean="0">
                                <a:latin typeface="Cambria Math"/>
                              </a:rPr>
                              <m:t>𝑻</m:t>
                            </m:r>
                            <m:r>
                              <a:rPr lang="en-AU" b="1" i="1" baseline="-25000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AU" b="1" i="1">
                                <a:latin typeface="Cambria Math"/>
                                <a:ea typeface="Cambria Math"/>
                              </a:rPr>
                              <m:t>𝝉</m:t>
                            </m:r>
                          </m:den>
                        </m:f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1DED546-B460-C261-1731-50831518F5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096" y="4728759"/>
                <a:ext cx="3720377" cy="386452"/>
              </a:xfrm>
              <a:prstGeom prst="rect">
                <a:avLst/>
              </a:prstGeom>
              <a:blipFill>
                <a:blip r:embed="rId7"/>
                <a:stretch>
                  <a:fillRect t="-80952" r="-10492" b="-984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12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1832</TotalTime>
  <Words>867</Words>
  <Application>Microsoft Office PowerPoint</Application>
  <PresentationFormat>Widescreen</PresentationFormat>
  <Paragraphs>217</Paragraphs>
  <Slides>27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Arial Black</vt:lpstr>
      <vt:lpstr>Calibri</vt:lpstr>
      <vt:lpstr>Calibri Light</vt:lpstr>
      <vt:lpstr>Cambria</vt:lpstr>
      <vt:lpstr>Cambria Math</vt:lpstr>
      <vt:lpstr>Wingdings</vt:lpstr>
      <vt:lpstr>Office Theme</vt:lpstr>
      <vt:lpstr>file:///D:\Aronharddisk\ELEC2133\ELEC2133-2016\Lecture%202016\Fig.%209.2.vsd\Drawing\~Page-1\SELECTION</vt:lpstr>
      <vt:lpstr>WEEK 8  Non-Linear Circuits</vt:lpstr>
      <vt:lpstr>PowerPoint Presentation</vt:lpstr>
      <vt:lpstr>Oscillator Circuits</vt:lpstr>
      <vt:lpstr>Oscillator Circuits</vt:lpstr>
      <vt:lpstr>The Wein-Bridge Oscillator</vt:lpstr>
      <vt:lpstr>The Wein-Bridge Oscillator</vt:lpstr>
      <vt:lpstr>The Wein-Bridge Oscillator</vt:lpstr>
      <vt:lpstr>The Wein-Bridge Oscillator</vt:lpstr>
      <vt:lpstr>The Wein-Bridge Oscillator</vt:lpstr>
      <vt:lpstr>The Schmitt Trigger</vt:lpstr>
      <vt:lpstr>The Schmitt Trigger</vt:lpstr>
      <vt:lpstr>The Schmitt Trigger</vt:lpstr>
      <vt:lpstr>The Schmitt Trigger</vt:lpstr>
      <vt:lpstr>The Schmitt Trigger</vt:lpstr>
      <vt:lpstr>Square Wave Generator</vt:lpstr>
      <vt:lpstr>PowerPoint Presentation</vt:lpstr>
      <vt:lpstr>Square Wave Generator</vt:lpstr>
      <vt:lpstr>Square Wave Generator</vt:lpstr>
      <vt:lpstr>Triangular Wave Generator</vt:lpstr>
      <vt:lpstr>Triangular Wave Generator</vt:lpstr>
      <vt:lpstr>Triangular Wave Generator</vt:lpstr>
      <vt:lpstr>Triangular Wave Generator</vt:lpstr>
      <vt:lpstr>Triangular Wave Generator</vt:lpstr>
      <vt:lpstr>Pulse Generator</vt:lpstr>
      <vt:lpstr>Pulse Generator</vt:lpstr>
      <vt:lpstr>Pulse Generator</vt:lpstr>
      <vt:lpstr>Pulse Generator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Aron Michael</cp:lastModifiedBy>
  <cp:revision>4</cp:revision>
  <dcterms:created xsi:type="dcterms:W3CDTF">2018-04-12T05:54:00Z</dcterms:created>
  <dcterms:modified xsi:type="dcterms:W3CDTF">2023-07-20T09:13:22Z</dcterms:modified>
</cp:coreProperties>
</file>