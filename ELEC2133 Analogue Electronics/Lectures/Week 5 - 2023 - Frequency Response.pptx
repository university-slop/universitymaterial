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276" r:id="rId3"/>
    <p:sldId id="267" r:id="rId4"/>
    <p:sldId id="292" r:id="rId5"/>
    <p:sldId id="466" r:id="rId6"/>
    <p:sldId id="467" r:id="rId7"/>
    <p:sldId id="468" r:id="rId8"/>
    <p:sldId id="469" r:id="rId9"/>
    <p:sldId id="470" r:id="rId10"/>
    <p:sldId id="471" r:id="rId11"/>
    <p:sldId id="472" r:id="rId12"/>
    <p:sldId id="473" r:id="rId13"/>
    <p:sldId id="474" r:id="rId14"/>
    <p:sldId id="475" r:id="rId15"/>
    <p:sldId id="476" r:id="rId16"/>
    <p:sldId id="477" r:id="rId17"/>
    <p:sldId id="478" r:id="rId18"/>
    <p:sldId id="479" r:id="rId19"/>
    <p:sldId id="480" r:id="rId20"/>
    <p:sldId id="481" r:id="rId21"/>
    <p:sldId id="482" r:id="rId22"/>
    <p:sldId id="483" r:id="rId23"/>
    <p:sldId id="484" r:id="rId24"/>
    <p:sldId id="485" r:id="rId25"/>
    <p:sldId id="486" r:id="rId26"/>
    <p:sldId id="490" r:id="rId27"/>
    <p:sldId id="489" r:id="rId28"/>
    <p:sldId id="491" r:id="rId29"/>
    <p:sldId id="492" r:id="rId30"/>
    <p:sldId id="493" r:id="rId31"/>
    <p:sldId id="494" r:id="rId32"/>
    <p:sldId id="495" r:id="rId33"/>
    <p:sldId id="497" r:id="rId34"/>
    <p:sldId id="498" r:id="rId35"/>
    <p:sldId id="499" r:id="rId36"/>
    <p:sldId id="500" r:id="rId37"/>
    <p:sldId id="501" r:id="rId38"/>
    <p:sldId id="502" r:id="rId39"/>
    <p:sldId id="503" r:id="rId40"/>
    <p:sldId id="504" r:id="rId41"/>
    <p:sldId id="505" r:id="rId42"/>
    <p:sldId id="506" r:id="rId43"/>
    <p:sldId id="507" r:id="rId44"/>
    <p:sldId id="508" r:id="rId45"/>
    <p:sldId id="509" r:id="rId46"/>
    <p:sldId id="510" r:id="rId47"/>
    <p:sldId id="511" r:id="rId48"/>
    <p:sldId id="512" r:id="rId49"/>
    <p:sldId id="513" r:id="rId50"/>
    <p:sldId id="514" r:id="rId51"/>
    <p:sldId id="515" r:id="rId52"/>
    <p:sldId id="516" r:id="rId53"/>
    <p:sldId id="517" r:id="rId54"/>
    <p:sldId id="518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2121"/>
    <a:srgbClr val="FFFFFF"/>
    <a:srgbClr val="9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DF314F-B1C7-43F2-A36B-D752E28B7034}" v="401" dt="2023-06-29T22:06:14.4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51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on Michael" userId="a6335a5c-3af6-488f-9ef1-dea14714a451" providerId="ADAL" clId="{18DF314F-B1C7-43F2-A36B-D752E28B7034}"/>
    <pc:docChg chg="undo custSel addSld delSld modSld sldOrd">
      <pc:chgData name="Aron Michael" userId="a6335a5c-3af6-488f-9ef1-dea14714a451" providerId="ADAL" clId="{18DF314F-B1C7-43F2-A36B-D752E28B7034}" dt="2023-06-30T02:22:34.053" v="5167" actId="5793"/>
      <pc:docMkLst>
        <pc:docMk/>
      </pc:docMkLst>
      <pc:sldChg chg="modSp mod">
        <pc:chgData name="Aron Michael" userId="a6335a5c-3af6-488f-9ef1-dea14714a451" providerId="ADAL" clId="{18DF314F-B1C7-43F2-A36B-D752E28B7034}" dt="2023-06-29T09:21:22.196" v="55" actId="20577"/>
        <pc:sldMkLst>
          <pc:docMk/>
          <pc:sldMk cId="535187678" sldId="256"/>
        </pc:sldMkLst>
        <pc:spChg chg="mod">
          <ac:chgData name="Aron Michael" userId="a6335a5c-3af6-488f-9ef1-dea14714a451" providerId="ADAL" clId="{18DF314F-B1C7-43F2-A36B-D752E28B7034}" dt="2023-06-29T09:21:22.196" v="55" actId="20577"/>
          <ac:spMkLst>
            <pc:docMk/>
            <pc:sldMk cId="535187678" sldId="256"/>
            <ac:spMk id="2" creationId="{00000000-0000-0000-0000-000000000000}"/>
          </ac:spMkLst>
        </pc:spChg>
      </pc:sldChg>
      <pc:sldChg chg="modSp mod">
        <pc:chgData name="Aron Michael" userId="a6335a5c-3af6-488f-9ef1-dea14714a451" providerId="ADAL" clId="{18DF314F-B1C7-43F2-A36B-D752E28B7034}" dt="2023-06-29T22:09:15.762" v="5071" actId="20577"/>
        <pc:sldMkLst>
          <pc:docMk/>
          <pc:sldMk cId="2617623060" sldId="267"/>
        </pc:sldMkLst>
        <pc:spChg chg="mod">
          <ac:chgData name="Aron Michael" userId="a6335a5c-3af6-488f-9ef1-dea14714a451" providerId="ADAL" clId="{18DF314F-B1C7-43F2-A36B-D752E28B7034}" dt="2023-06-29T22:09:15.762" v="5071" actId="20577"/>
          <ac:spMkLst>
            <pc:docMk/>
            <pc:sldMk cId="2617623060" sldId="267"/>
            <ac:spMk id="19" creationId="{BEC021D9-EDA7-3A58-CB97-32F406713A00}"/>
          </ac:spMkLst>
        </pc:spChg>
      </pc:sldChg>
      <pc:sldChg chg="addSp delSp modSp mod">
        <pc:chgData name="Aron Michael" userId="a6335a5c-3af6-488f-9ef1-dea14714a451" providerId="ADAL" clId="{18DF314F-B1C7-43F2-A36B-D752E28B7034}" dt="2023-06-29T09:22:23.139" v="65" actId="1076"/>
        <pc:sldMkLst>
          <pc:docMk/>
          <pc:sldMk cId="2689419930" sldId="276"/>
        </pc:sldMkLst>
        <pc:grpChg chg="del">
          <ac:chgData name="Aron Michael" userId="a6335a5c-3af6-488f-9ef1-dea14714a451" providerId="ADAL" clId="{18DF314F-B1C7-43F2-A36B-D752E28B7034}" dt="2023-06-29T09:21:49.803" v="57" actId="478"/>
          <ac:grpSpMkLst>
            <pc:docMk/>
            <pc:sldMk cId="2689419930" sldId="276"/>
            <ac:grpSpMk id="56" creationId="{3FE78BE7-8767-3DC2-774F-A13B8CAE1786}"/>
          </ac:grpSpMkLst>
        </pc:grpChg>
        <pc:grpChg chg="del">
          <ac:chgData name="Aron Michael" userId="a6335a5c-3af6-488f-9ef1-dea14714a451" providerId="ADAL" clId="{18DF314F-B1C7-43F2-A36B-D752E28B7034}" dt="2023-06-29T09:21:45.206" v="56" actId="478"/>
          <ac:grpSpMkLst>
            <pc:docMk/>
            <pc:sldMk cId="2689419930" sldId="276"/>
            <ac:grpSpMk id="71" creationId="{6AAE09A3-D025-9E69-9E3D-FF6E51B91D81}"/>
          </ac:grpSpMkLst>
        </pc:grpChg>
        <pc:graphicFrameChg chg="add mod">
          <ac:chgData name="Aron Michael" userId="a6335a5c-3af6-488f-9ef1-dea14714a451" providerId="ADAL" clId="{18DF314F-B1C7-43F2-A36B-D752E28B7034}" dt="2023-06-29T09:22:05.151" v="62" actId="1076"/>
          <ac:graphicFrameMkLst>
            <pc:docMk/>
            <pc:sldMk cId="2689419930" sldId="276"/>
            <ac:graphicFrameMk id="4" creationId="{9765E1BC-5EFE-BC58-1CCC-A5013FA681C6}"/>
          </ac:graphicFrameMkLst>
        </pc:graphicFrameChg>
        <pc:picChg chg="del">
          <ac:chgData name="Aron Michael" userId="a6335a5c-3af6-488f-9ef1-dea14714a451" providerId="ADAL" clId="{18DF314F-B1C7-43F2-A36B-D752E28B7034}" dt="2023-06-29T09:21:49.803" v="57" actId="478"/>
          <ac:picMkLst>
            <pc:docMk/>
            <pc:sldMk cId="2689419930" sldId="276"/>
            <ac:picMk id="2" creationId="{B38491F5-765B-92E4-B330-297CF71035D3}"/>
          </ac:picMkLst>
        </pc:picChg>
        <pc:picChg chg="del">
          <ac:chgData name="Aron Michael" userId="a6335a5c-3af6-488f-9ef1-dea14714a451" providerId="ADAL" clId="{18DF314F-B1C7-43F2-A36B-D752E28B7034}" dt="2023-06-29T09:21:49.803" v="57" actId="478"/>
          <ac:picMkLst>
            <pc:docMk/>
            <pc:sldMk cId="2689419930" sldId="276"/>
            <ac:picMk id="9" creationId="{D9E5952E-76FA-60FD-DE4A-5A745A95C062}"/>
          </ac:picMkLst>
        </pc:picChg>
        <pc:picChg chg="add mod">
          <ac:chgData name="Aron Michael" userId="a6335a5c-3af6-488f-9ef1-dea14714a451" providerId="ADAL" clId="{18DF314F-B1C7-43F2-A36B-D752E28B7034}" dt="2023-06-29T09:22:23.139" v="65" actId="1076"/>
          <ac:picMkLst>
            <pc:docMk/>
            <pc:sldMk cId="2689419930" sldId="276"/>
            <ac:picMk id="11" creationId="{9E6ECC3D-0826-93AF-0847-39FE663371E9}"/>
          </ac:picMkLst>
        </pc:picChg>
        <pc:picChg chg="del">
          <ac:chgData name="Aron Michael" userId="a6335a5c-3af6-488f-9ef1-dea14714a451" providerId="ADAL" clId="{18DF314F-B1C7-43F2-A36B-D752E28B7034}" dt="2023-06-29T09:21:49.803" v="57" actId="478"/>
          <ac:picMkLst>
            <pc:docMk/>
            <pc:sldMk cId="2689419930" sldId="276"/>
            <ac:picMk id="80" creationId="{6308C40C-202C-8BF9-A41F-44D99FBD839F}"/>
          </ac:picMkLst>
        </pc:picChg>
        <pc:inkChg chg="del">
          <ac:chgData name="Aron Michael" userId="a6335a5c-3af6-488f-9ef1-dea14714a451" providerId="ADAL" clId="{18DF314F-B1C7-43F2-A36B-D752E28B7034}" dt="2023-06-29T09:21:49.803" v="57" actId="478"/>
          <ac:inkMkLst>
            <pc:docMk/>
            <pc:sldMk cId="2689419930" sldId="276"/>
            <ac:inkMk id="3" creationId="{398E9A4B-E256-2C93-2E6D-D8FA5ACE9B47}"/>
          </ac:inkMkLst>
        </pc:inkChg>
        <pc:inkChg chg="del">
          <ac:chgData name="Aron Michael" userId="a6335a5c-3af6-488f-9ef1-dea14714a451" providerId="ADAL" clId="{18DF314F-B1C7-43F2-A36B-D752E28B7034}" dt="2023-06-29T09:21:49.803" v="57" actId="478"/>
          <ac:inkMkLst>
            <pc:docMk/>
            <pc:sldMk cId="2689419930" sldId="276"/>
            <ac:inkMk id="10" creationId="{A164D62B-8782-1DBB-ADE8-2A5C68BB5F33}"/>
          </ac:inkMkLst>
        </pc:inkChg>
        <pc:inkChg chg="del">
          <ac:chgData name="Aron Michael" userId="a6335a5c-3af6-488f-9ef1-dea14714a451" providerId="ADAL" clId="{18DF314F-B1C7-43F2-A36B-D752E28B7034}" dt="2023-06-29T09:21:54.443" v="58" actId="478"/>
          <ac:inkMkLst>
            <pc:docMk/>
            <pc:sldMk cId="2689419930" sldId="276"/>
            <ac:inkMk id="18" creationId="{E11BAA21-5EDD-2ADD-4F17-D25DCF72F0CB}"/>
          </ac:inkMkLst>
        </pc:inkChg>
        <pc:inkChg chg="del">
          <ac:chgData name="Aron Michael" userId="a6335a5c-3af6-488f-9ef1-dea14714a451" providerId="ADAL" clId="{18DF314F-B1C7-43F2-A36B-D752E28B7034}" dt="2023-06-29T09:21:49.803" v="57" actId="478"/>
          <ac:inkMkLst>
            <pc:docMk/>
            <pc:sldMk cId="2689419930" sldId="276"/>
            <ac:inkMk id="50" creationId="{E00AD56D-02B8-043F-3B77-B4D01BA1E9D7}"/>
          </ac:inkMkLst>
        </pc:inkChg>
        <pc:inkChg chg="del">
          <ac:chgData name="Aron Michael" userId="a6335a5c-3af6-488f-9ef1-dea14714a451" providerId="ADAL" clId="{18DF314F-B1C7-43F2-A36B-D752E28B7034}" dt="2023-06-29T09:21:49.803" v="57" actId="478"/>
          <ac:inkMkLst>
            <pc:docMk/>
            <pc:sldMk cId="2689419930" sldId="276"/>
            <ac:inkMk id="51" creationId="{37C0BDC6-B30D-CAD8-FD51-032FE96D266A}"/>
          </ac:inkMkLst>
        </pc:inkChg>
        <pc:inkChg chg="del">
          <ac:chgData name="Aron Michael" userId="a6335a5c-3af6-488f-9ef1-dea14714a451" providerId="ADAL" clId="{18DF314F-B1C7-43F2-A36B-D752E28B7034}" dt="2023-06-29T09:21:56.678" v="59" actId="478"/>
          <ac:inkMkLst>
            <pc:docMk/>
            <pc:sldMk cId="2689419930" sldId="276"/>
            <ac:inkMk id="77" creationId="{4A6C986E-04DB-6FB7-C9E7-45E0396554D9}"/>
          </ac:inkMkLst>
        </pc:inkChg>
      </pc:sldChg>
      <pc:sldChg chg="addSp delSp modSp mod">
        <pc:chgData name="Aron Michael" userId="a6335a5c-3af6-488f-9ef1-dea14714a451" providerId="ADAL" clId="{18DF314F-B1C7-43F2-A36B-D752E28B7034}" dt="2023-06-29T22:10:56.652" v="5160" actId="20577"/>
        <pc:sldMkLst>
          <pc:docMk/>
          <pc:sldMk cId="2613337309" sldId="292"/>
        </pc:sldMkLst>
        <pc:spChg chg="mod">
          <ac:chgData name="Aron Michael" userId="a6335a5c-3af6-488f-9ef1-dea14714a451" providerId="ADAL" clId="{18DF314F-B1C7-43F2-A36B-D752E28B7034}" dt="2023-06-29T09:25:39.253" v="155" actId="20577"/>
          <ac:spMkLst>
            <pc:docMk/>
            <pc:sldMk cId="2613337309" sldId="292"/>
            <ac:spMk id="2" creationId="{00000000-0000-0000-0000-000000000000}"/>
          </ac:spMkLst>
        </pc:spChg>
        <pc:spChg chg="add mod">
          <ac:chgData name="Aron Michael" userId="a6335a5c-3af6-488f-9ef1-dea14714a451" providerId="ADAL" clId="{18DF314F-B1C7-43F2-A36B-D752E28B7034}" dt="2023-06-29T09:33:04.307" v="295" actId="1076"/>
          <ac:spMkLst>
            <pc:docMk/>
            <pc:sldMk cId="2613337309" sldId="292"/>
            <ac:spMk id="8" creationId="{2C0DACA3-1D9E-EE3F-3263-5B179EC9EFCF}"/>
          </ac:spMkLst>
        </pc:spChg>
        <pc:spChg chg="add mod">
          <ac:chgData name="Aron Michael" userId="a6335a5c-3af6-488f-9ef1-dea14714a451" providerId="ADAL" clId="{18DF314F-B1C7-43F2-A36B-D752E28B7034}" dt="2023-06-29T09:35:53.062" v="368" actId="1037"/>
          <ac:spMkLst>
            <pc:docMk/>
            <pc:sldMk cId="2613337309" sldId="292"/>
            <ac:spMk id="9" creationId="{DAD01F8E-6696-22BA-5C3F-506CF9B6B9CC}"/>
          </ac:spMkLst>
        </pc:spChg>
        <pc:spChg chg="add mod">
          <ac:chgData name="Aron Michael" userId="a6335a5c-3af6-488f-9ef1-dea14714a451" providerId="ADAL" clId="{18DF314F-B1C7-43F2-A36B-D752E28B7034}" dt="2023-06-29T09:36:15.827" v="374" actId="1038"/>
          <ac:spMkLst>
            <pc:docMk/>
            <pc:sldMk cId="2613337309" sldId="292"/>
            <ac:spMk id="10" creationId="{E9E279E0-E626-DB82-E049-88A667AED9B8}"/>
          </ac:spMkLst>
        </pc:spChg>
        <pc:spChg chg="add mod">
          <ac:chgData name="Aron Michael" userId="a6335a5c-3af6-488f-9ef1-dea14714a451" providerId="ADAL" clId="{18DF314F-B1C7-43F2-A36B-D752E28B7034}" dt="2023-06-29T09:34:19.976" v="353" actId="1037"/>
          <ac:spMkLst>
            <pc:docMk/>
            <pc:sldMk cId="2613337309" sldId="292"/>
            <ac:spMk id="11" creationId="{E2E5940B-EFC3-CCDD-6CF6-275A3C1E608F}"/>
          </ac:spMkLst>
        </pc:spChg>
        <pc:spChg chg="add del mod">
          <ac:chgData name="Aron Michael" userId="a6335a5c-3af6-488f-9ef1-dea14714a451" providerId="ADAL" clId="{18DF314F-B1C7-43F2-A36B-D752E28B7034}" dt="2023-06-29T09:41:45.938" v="430" actId="1036"/>
          <ac:spMkLst>
            <pc:docMk/>
            <pc:sldMk cId="2613337309" sldId="292"/>
            <ac:spMk id="12" creationId="{84FB57F2-D9B8-4CCA-82E9-83795CE8AA96}"/>
          </ac:spMkLst>
        </pc:spChg>
        <pc:spChg chg="add del">
          <ac:chgData name="Aron Michael" userId="a6335a5c-3af6-488f-9ef1-dea14714a451" providerId="ADAL" clId="{18DF314F-B1C7-43F2-A36B-D752E28B7034}" dt="2023-06-29T09:42:51.693" v="432" actId="22"/>
          <ac:spMkLst>
            <pc:docMk/>
            <pc:sldMk cId="2613337309" sldId="292"/>
            <ac:spMk id="15" creationId="{8CD3D0D2-3507-E3BF-34F5-523BCEC994E8}"/>
          </ac:spMkLst>
        </pc:spChg>
        <pc:spChg chg="mod">
          <ac:chgData name="Aron Michael" userId="a6335a5c-3af6-488f-9ef1-dea14714a451" providerId="ADAL" clId="{18DF314F-B1C7-43F2-A36B-D752E28B7034}" dt="2023-06-29T22:10:56.652" v="5160" actId="20577"/>
          <ac:spMkLst>
            <pc:docMk/>
            <pc:sldMk cId="2613337309" sldId="292"/>
            <ac:spMk id="19" creationId="{BEC021D9-EDA7-3A58-CB97-32F406713A00}"/>
          </ac:spMkLst>
        </pc:spChg>
        <pc:spChg chg="del mod">
          <ac:chgData name="Aron Michael" userId="a6335a5c-3af6-488f-9ef1-dea14714a451" providerId="ADAL" clId="{18DF314F-B1C7-43F2-A36B-D752E28B7034}" dt="2023-06-29T09:28:07.621" v="243" actId="478"/>
          <ac:spMkLst>
            <pc:docMk/>
            <pc:sldMk cId="2613337309" sldId="292"/>
            <ac:spMk id="20" creationId="{B258D476-0C60-119B-795F-2C1DD8906B06}"/>
          </ac:spMkLst>
        </pc:spChg>
        <pc:spChg chg="del">
          <ac:chgData name="Aron Michael" userId="a6335a5c-3af6-488f-9ef1-dea14714a451" providerId="ADAL" clId="{18DF314F-B1C7-43F2-A36B-D752E28B7034}" dt="2023-06-29T09:28:07.621" v="243" actId="478"/>
          <ac:spMkLst>
            <pc:docMk/>
            <pc:sldMk cId="2613337309" sldId="292"/>
            <ac:spMk id="22" creationId="{55B3F8A0-FD0A-6677-B727-C8751D29F878}"/>
          </ac:spMkLst>
        </pc:spChg>
        <pc:spChg chg="del">
          <ac:chgData name="Aron Michael" userId="a6335a5c-3af6-488f-9ef1-dea14714a451" providerId="ADAL" clId="{18DF314F-B1C7-43F2-A36B-D752E28B7034}" dt="2023-06-29T09:28:07.621" v="243" actId="478"/>
          <ac:spMkLst>
            <pc:docMk/>
            <pc:sldMk cId="2613337309" sldId="292"/>
            <ac:spMk id="25" creationId="{B4EDA499-DFC8-8EA3-9214-C92F86787B18}"/>
          </ac:spMkLst>
        </pc:spChg>
        <pc:grpChg chg="mod">
          <ac:chgData name="Aron Michael" userId="a6335a5c-3af6-488f-9ef1-dea14714a451" providerId="ADAL" clId="{18DF314F-B1C7-43F2-A36B-D752E28B7034}" dt="2023-06-29T09:31:07.977" v="254" actId="1076"/>
          <ac:grpSpMkLst>
            <pc:docMk/>
            <pc:sldMk cId="2613337309" sldId="292"/>
            <ac:grpSpMk id="4" creationId="{00000000-0000-0000-0000-000000000000}"/>
          </ac:grpSpMkLst>
        </pc:grpChg>
        <pc:picChg chg="del">
          <ac:chgData name="Aron Michael" userId="a6335a5c-3af6-488f-9ef1-dea14714a451" providerId="ADAL" clId="{18DF314F-B1C7-43F2-A36B-D752E28B7034}" dt="2023-06-29T09:27:51.135" v="240" actId="478"/>
          <ac:picMkLst>
            <pc:docMk/>
            <pc:sldMk cId="2613337309" sldId="292"/>
            <ac:picMk id="28" creationId="{F839FF12-A9BF-E049-940F-3C471DDBCB2D}"/>
          </ac:picMkLst>
        </pc:picChg>
        <pc:inkChg chg="del">
          <ac:chgData name="Aron Michael" userId="a6335a5c-3af6-488f-9ef1-dea14714a451" providerId="ADAL" clId="{18DF314F-B1C7-43F2-A36B-D752E28B7034}" dt="2023-06-29T09:27:36.915" v="239" actId="478"/>
          <ac:inkMkLst>
            <pc:docMk/>
            <pc:sldMk cId="2613337309" sldId="292"/>
            <ac:inkMk id="3" creationId="{153A3CE5-E3FF-36C2-8FE1-F6D4D9CB5F52}"/>
          </ac:inkMkLst>
        </pc:inkChg>
        <pc:inkChg chg="del">
          <ac:chgData name="Aron Michael" userId="a6335a5c-3af6-488f-9ef1-dea14714a451" providerId="ADAL" clId="{18DF314F-B1C7-43F2-A36B-D752E28B7034}" dt="2023-06-29T09:28:07.621" v="243" actId="478"/>
          <ac:inkMkLst>
            <pc:docMk/>
            <pc:sldMk cId="2613337309" sldId="292"/>
            <ac:inkMk id="58" creationId="{432CF5DA-75E7-19C2-739F-A85427E1D7D8}"/>
          </ac:inkMkLst>
        </pc:inkChg>
      </pc:sldChg>
      <pc:sldChg chg="del">
        <pc:chgData name="Aron Michael" userId="a6335a5c-3af6-488f-9ef1-dea14714a451" providerId="ADAL" clId="{18DF314F-B1C7-43F2-A36B-D752E28B7034}" dt="2023-06-29T10:07:44.422" v="542" actId="47"/>
        <pc:sldMkLst>
          <pc:docMk/>
          <pc:sldMk cId="2713562621" sldId="417"/>
        </pc:sldMkLst>
      </pc:sldChg>
      <pc:sldChg chg="del">
        <pc:chgData name="Aron Michael" userId="a6335a5c-3af6-488f-9ef1-dea14714a451" providerId="ADAL" clId="{18DF314F-B1C7-43F2-A36B-D752E28B7034}" dt="2023-06-29T10:07:45.586" v="543" actId="47"/>
        <pc:sldMkLst>
          <pc:docMk/>
          <pc:sldMk cId="726690151" sldId="419"/>
        </pc:sldMkLst>
      </pc:sldChg>
      <pc:sldChg chg="del">
        <pc:chgData name="Aron Michael" userId="a6335a5c-3af6-488f-9ef1-dea14714a451" providerId="ADAL" clId="{18DF314F-B1C7-43F2-A36B-D752E28B7034}" dt="2023-06-29T10:07:48.344" v="545" actId="47"/>
        <pc:sldMkLst>
          <pc:docMk/>
          <pc:sldMk cId="2539499965" sldId="420"/>
        </pc:sldMkLst>
      </pc:sldChg>
      <pc:sldChg chg="del">
        <pc:chgData name="Aron Michael" userId="a6335a5c-3af6-488f-9ef1-dea14714a451" providerId="ADAL" clId="{18DF314F-B1C7-43F2-A36B-D752E28B7034}" dt="2023-06-29T10:07:49.529" v="546" actId="47"/>
        <pc:sldMkLst>
          <pc:docMk/>
          <pc:sldMk cId="1732151198" sldId="421"/>
        </pc:sldMkLst>
      </pc:sldChg>
      <pc:sldChg chg="del">
        <pc:chgData name="Aron Michael" userId="a6335a5c-3af6-488f-9ef1-dea14714a451" providerId="ADAL" clId="{18DF314F-B1C7-43F2-A36B-D752E28B7034}" dt="2023-06-29T10:10:53.636" v="564" actId="47"/>
        <pc:sldMkLst>
          <pc:docMk/>
          <pc:sldMk cId="3724465113" sldId="422"/>
        </pc:sldMkLst>
      </pc:sldChg>
      <pc:sldChg chg="del">
        <pc:chgData name="Aron Michael" userId="a6335a5c-3af6-488f-9ef1-dea14714a451" providerId="ADAL" clId="{18DF314F-B1C7-43F2-A36B-D752E28B7034}" dt="2023-06-29T10:07:50.697" v="547" actId="47"/>
        <pc:sldMkLst>
          <pc:docMk/>
          <pc:sldMk cId="2615574402" sldId="423"/>
        </pc:sldMkLst>
      </pc:sldChg>
      <pc:sldChg chg="del">
        <pc:chgData name="Aron Michael" userId="a6335a5c-3af6-488f-9ef1-dea14714a451" providerId="ADAL" clId="{18DF314F-B1C7-43F2-A36B-D752E28B7034}" dt="2023-06-29T10:07:43.243" v="541" actId="47"/>
        <pc:sldMkLst>
          <pc:docMk/>
          <pc:sldMk cId="3682957116" sldId="449"/>
        </pc:sldMkLst>
      </pc:sldChg>
      <pc:sldChg chg="del">
        <pc:chgData name="Aron Michael" userId="a6335a5c-3af6-488f-9ef1-dea14714a451" providerId="ADAL" clId="{18DF314F-B1C7-43F2-A36B-D752E28B7034}" dt="2023-06-29T10:07:46.729" v="544" actId="47"/>
        <pc:sldMkLst>
          <pc:docMk/>
          <pc:sldMk cId="3197538628" sldId="450"/>
        </pc:sldMkLst>
      </pc:sldChg>
      <pc:sldChg chg="del">
        <pc:chgData name="Aron Michael" userId="a6335a5c-3af6-488f-9ef1-dea14714a451" providerId="ADAL" clId="{18DF314F-B1C7-43F2-A36B-D752E28B7034}" dt="2023-06-29T10:07:52.997" v="549" actId="47"/>
        <pc:sldMkLst>
          <pc:docMk/>
          <pc:sldMk cId="2987140302" sldId="451"/>
        </pc:sldMkLst>
      </pc:sldChg>
      <pc:sldChg chg="del">
        <pc:chgData name="Aron Michael" userId="a6335a5c-3af6-488f-9ef1-dea14714a451" providerId="ADAL" clId="{18DF314F-B1C7-43F2-A36B-D752E28B7034}" dt="2023-06-29T10:07:56.420" v="550" actId="47"/>
        <pc:sldMkLst>
          <pc:docMk/>
          <pc:sldMk cId="2229308578" sldId="452"/>
        </pc:sldMkLst>
      </pc:sldChg>
      <pc:sldChg chg="del">
        <pc:chgData name="Aron Michael" userId="a6335a5c-3af6-488f-9ef1-dea14714a451" providerId="ADAL" clId="{18DF314F-B1C7-43F2-A36B-D752E28B7034}" dt="2023-06-29T10:07:51.773" v="548" actId="47"/>
        <pc:sldMkLst>
          <pc:docMk/>
          <pc:sldMk cId="1108258210" sldId="453"/>
        </pc:sldMkLst>
      </pc:sldChg>
      <pc:sldChg chg="del">
        <pc:chgData name="Aron Michael" userId="a6335a5c-3af6-488f-9ef1-dea14714a451" providerId="ADAL" clId="{18DF314F-B1C7-43F2-A36B-D752E28B7034}" dt="2023-06-29T10:07:58.235" v="551" actId="47"/>
        <pc:sldMkLst>
          <pc:docMk/>
          <pc:sldMk cId="4014835435" sldId="454"/>
        </pc:sldMkLst>
      </pc:sldChg>
      <pc:sldChg chg="del">
        <pc:chgData name="Aron Michael" userId="a6335a5c-3af6-488f-9ef1-dea14714a451" providerId="ADAL" clId="{18DF314F-B1C7-43F2-A36B-D752E28B7034}" dt="2023-06-29T10:08:34.309" v="552" actId="47"/>
        <pc:sldMkLst>
          <pc:docMk/>
          <pc:sldMk cId="2942075761" sldId="455"/>
        </pc:sldMkLst>
      </pc:sldChg>
      <pc:sldChg chg="del">
        <pc:chgData name="Aron Michael" userId="a6335a5c-3af6-488f-9ef1-dea14714a451" providerId="ADAL" clId="{18DF314F-B1C7-43F2-A36B-D752E28B7034}" dt="2023-06-29T10:08:38.098" v="553" actId="47"/>
        <pc:sldMkLst>
          <pc:docMk/>
          <pc:sldMk cId="3947481551" sldId="456"/>
        </pc:sldMkLst>
      </pc:sldChg>
      <pc:sldChg chg="del">
        <pc:chgData name="Aron Michael" userId="a6335a5c-3af6-488f-9ef1-dea14714a451" providerId="ADAL" clId="{18DF314F-B1C7-43F2-A36B-D752E28B7034}" dt="2023-06-29T10:10:52.606" v="563" actId="47"/>
        <pc:sldMkLst>
          <pc:docMk/>
          <pc:sldMk cId="971866526" sldId="457"/>
        </pc:sldMkLst>
      </pc:sldChg>
      <pc:sldChg chg="del">
        <pc:chgData name="Aron Michael" userId="a6335a5c-3af6-488f-9ef1-dea14714a451" providerId="ADAL" clId="{18DF314F-B1C7-43F2-A36B-D752E28B7034}" dt="2023-06-29T10:10:54.437" v="565" actId="47"/>
        <pc:sldMkLst>
          <pc:docMk/>
          <pc:sldMk cId="4040074366" sldId="458"/>
        </pc:sldMkLst>
      </pc:sldChg>
      <pc:sldChg chg="del">
        <pc:chgData name="Aron Michael" userId="a6335a5c-3af6-488f-9ef1-dea14714a451" providerId="ADAL" clId="{18DF314F-B1C7-43F2-A36B-D752E28B7034}" dt="2023-06-29T10:16:12.997" v="608" actId="47"/>
        <pc:sldMkLst>
          <pc:docMk/>
          <pc:sldMk cId="1404600482" sldId="459"/>
        </pc:sldMkLst>
      </pc:sldChg>
      <pc:sldChg chg="del">
        <pc:chgData name="Aron Michael" userId="a6335a5c-3af6-488f-9ef1-dea14714a451" providerId="ADAL" clId="{18DF314F-B1C7-43F2-A36B-D752E28B7034}" dt="2023-06-29T10:16:15.284" v="609" actId="47"/>
        <pc:sldMkLst>
          <pc:docMk/>
          <pc:sldMk cId="4132169287" sldId="460"/>
        </pc:sldMkLst>
      </pc:sldChg>
      <pc:sldChg chg="del">
        <pc:chgData name="Aron Michael" userId="a6335a5c-3af6-488f-9ef1-dea14714a451" providerId="ADAL" clId="{18DF314F-B1C7-43F2-A36B-D752E28B7034}" dt="2023-06-29T10:16:20.069" v="611" actId="47"/>
        <pc:sldMkLst>
          <pc:docMk/>
          <pc:sldMk cId="3107079834" sldId="461"/>
        </pc:sldMkLst>
      </pc:sldChg>
      <pc:sldChg chg="del">
        <pc:chgData name="Aron Michael" userId="a6335a5c-3af6-488f-9ef1-dea14714a451" providerId="ADAL" clId="{18DF314F-B1C7-43F2-A36B-D752E28B7034}" dt="2023-06-29T10:16:17.367" v="610" actId="47"/>
        <pc:sldMkLst>
          <pc:docMk/>
          <pc:sldMk cId="2129558639" sldId="462"/>
        </pc:sldMkLst>
      </pc:sldChg>
      <pc:sldChg chg="del">
        <pc:chgData name="Aron Michael" userId="a6335a5c-3af6-488f-9ef1-dea14714a451" providerId="ADAL" clId="{18DF314F-B1C7-43F2-A36B-D752E28B7034}" dt="2023-06-29T10:16:22.237" v="612" actId="47"/>
        <pc:sldMkLst>
          <pc:docMk/>
          <pc:sldMk cId="4291586993" sldId="463"/>
        </pc:sldMkLst>
      </pc:sldChg>
      <pc:sldChg chg="del">
        <pc:chgData name="Aron Michael" userId="a6335a5c-3af6-488f-9ef1-dea14714a451" providerId="ADAL" clId="{18DF314F-B1C7-43F2-A36B-D752E28B7034}" dt="2023-06-29T10:19:30.792" v="622" actId="47"/>
        <pc:sldMkLst>
          <pc:docMk/>
          <pc:sldMk cId="3893014022" sldId="465"/>
        </pc:sldMkLst>
      </pc:sldChg>
      <pc:sldChg chg="addSp delSp modSp add mod">
        <pc:chgData name="Aron Michael" userId="a6335a5c-3af6-488f-9ef1-dea14714a451" providerId="ADAL" clId="{18DF314F-B1C7-43F2-A36B-D752E28B7034}" dt="2023-06-29T10:05:53.599" v="536" actId="20577"/>
        <pc:sldMkLst>
          <pc:docMk/>
          <pc:sldMk cId="3697733843" sldId="466"/>
        </pc:sldMkLst>
        <pc:spChg chg="add mod">
          <ac:chgData name="Aron Michael" userId="a6335a5c-3af6-488f-9ef1-dea14714a451" providerId="ADAL" clId="{18DF314F-B1C7-43F2-A36B-D752E28B7034}" dt="2023-06-29T10:04:46.677" v="512" actId="1038"/>
          <ac:spMkLst>
            <pc:docMk/>
            <pc:sldMk cId="3697733843" sldId="466"/>
            <ac:spMk id="3" creationId="{54191DFC-0F76-1DDC-0511-B09D2A569C58}"/>
          </ac:spMkLst>
        </pc:spChg>
        <pc:spChg chg="del">
          <ac:chgData name="Aron Michael" userId="a6335a5c-3af6-488f-9ef1-dea14714a451" providerId="ADAL" clId="{18DF314F-B1C7-43F2-A36B-D752E28B7034}" dt="2023-06-29T09:44:45.252" v="439" actId="478"/>
          <ac:spMkLst>
            <pc:docMk/>
            <pc:sldMk cId="3697733843" sldId="466"/>
            <ac:spMk id="8" creationId="{2C0DACA3-1D9E-EE3F-3263-5B179EC9EFCF}"/>
          </ac:spMkLst>
        </pc:spChg>
        <pc:spChg chg="del">
          <ac:chgData name="Aron Michael" userId="a6335a5c-3af6-488f-9ef1-dea14714a451" providerId="ADAL" clId="{18DF314F-B1C7-43F2-A36B-D752E28B7034}" dt="2023-06-29T09:44:45.252" v="439" actId="478"/>
          <ac:spMkLst>
            <pc:docMk/>
            <pc:sldMk cId="3697733843" sldId="466"/>
            <ac:spMk id="9" creationId="{DAD01F8E-6696-22BA-5C3F-506CF9B6B9CC}"/>
          </ac:spMkLst>
        </pc:spChg>
        <pc:spChg chg="del">
          <ac:chgData name="Aron Michael" userId="a6335a5c-3af6-488f-9ef1-dea14714a451" providerId="ADAL" clId="{18DF314F-B1C7-43F2-A36B-D752E28B7034}" dt="2023-06-29T09:44:45.252" v="439" actId="478"/>
          <ac:spMkLst>
            <pc:docMk/>
            <pc:sldMk cId="3697733843" sldId="466"/>
            <ac:spMk id="10" creationId="{E9E279E0-E626-DB82-E049-88A667AED9B8}"/>
          </ac:spMkLst>
        </pc:spChg>
        <pc:spChg chg="del">
          <ac:chgData name="Aron Michael" userId="a6335a5c-3af6-488f-9ef1-dea14714a451" providerId="ADAL" clId="{18DF314F-B1C7-43F2-A36B-D752E28B7034}" dt="2023-06-29T09:44:45.252" v="439" actId="478"/>
          <ac:spMkLst>
            <pc:docMk/>
            <pc:sldMk cId="3697733843" sldId="466"/>
            <ac:spMk id="11" creationId="{E2E5940B-EFC3-CCDD-6CF6-275A3C1E608F}"/>
          </ac:spMkLst>
        </pc:spChg>
        <pc:spChg chg="del">
          <ac:chgData name="Aron Michael" userId="a6335a5c-3af6-488f-9ef1-dea14714a451" providerId="ADAL" clId="{18DF314F-B1C7-43F2-A36B-D752E28B7034}" dt="2023-06-29T10:00:52.051" v="462" actId="478"/>
          <ac:spMkLst>
            <pc:docMk/>
            <pc:sldMk cId="3697733843" sldId="466"/>
            <ac:spMk id="12" creationId="{84FB57F2-D9B8-4CCA-82E9-83795CE8AA96}"/>
          </ac:spMkLst>
        </pc:spChg>
        <pc:spChg chg="add mod">
          <ac:chgData name="Aron Michael" userId="a6335a5c-3af6-488f-9ef1-dea14714a451" providerId="ADAL" clId="{18DF314F-B1C7-43F2-A36B-D752E28B7034}" dt="2023-06-29T10:04:54.634" v="532" actId="1038"/>
          <ac:spMkLst>
            <pc:docMk/>
            <pc:sldMk cId="3697733843" sldId="466"/>
            <ac:spMk id="13" creationId="{5FA57B1E-09E5-94B3-78F6-5CF58B9264BF}"/>
          </ac:spMkLst>
        </pc:spChg>
        <pc:spChg chg="add mod">
          <ac:chgData name="Aron Michael" userId="a6335a5c-3af6-488f-9ef1-dea14714a451" providerId="ADAL" clId="{18DF314F-B1C7-43F2-A36B-D752E28B7034}" dt="2023-06-29T10:01:42.309" v="472" actId="1076"/>
          <ac:spMkLst>
            <pc:docMk/>
            <pc:sldMk cId="3697733843" sldId="466"/>
            <ac:spMk id="15" creationId="{9221E264-D79E-5864-5425-2B96CDB17F99}"/>
          </ac:spMkLst>
        </pc:spChg>
        <pc:spChg chg="mod">
          <ac:chgData name="Aron Michael" userId="a6335a5c-3af6-488f-9ef1-dea14714a451" providerId="ADAL" clId="{18DF314F-B1C7-43F2-A36B-D752E28B7034}" dt="2023-06-29T10:05:53.599" v="536" actId="20577"/>
          <ac:spMkLst>
            <pc:docMk/>
            <pc:sldMk cId="3697733843" sldId="466"/>
            <ac:spMk id="19" creationId="{BEC021D9-EDA7-3A58-CB97-32F406713A00}"/>
          </ac:spMkLst>
        </pc:spChg>
      </pc:sldChg>
      <pc:sldChg chg="addSp delSp modSp add mod">
        <pc:chgData name="Aron Michael" userId="a6335a5c-3af6-488f-9ef1-dea14714a451" providerId="ADAL" clId="{18DF314F-B1C7-43F2-A36B-D752E28B7034}" dt="2023-06-29T10:04:32.449" v="483" actId="1076"/>
        <pc:sldMkLst>
          <pc:docMk/>
          <pc:sldMk cId="4275380065" sldId="467"/>
        </pc:sldMkLst>
        <pc:spChg chg="del">
          <ac:chgData name="Aron Michael" userId="a6335a5c-3af6-488f-9ef1-dea14714a451" providerId="ADAL" clId="{18DF314F-B1C7-43F2-A36B-D752E28B7034}" dt="2023-06-29T10:02:36.335" v="475" actId="478"/>
          <ac:spMkLst>
            <pc:docMk/>
            <pc:sldMk cId="4275380065" sldId="467"/>
            <ac:spMk id="3" creationId="{54191DFC-0F76-1DDC-0511-B09D2A569C58}"/>
          </ac:spMkLst>
        </pc:spChg>
        <pc:spChg chg="del">
          <ac:chgData name="Aron Michael" userId="a6335a5c-3af6-488f-9ef1-dea14714a451" providerId="ADAL" clId="{18DF314F-B1C7-43F2-A36B-D752E28B7034}" dt="2023-06-29T10:02:36.335" v="475" actId="478"/>
          <ac:spMkLst>
            <pc:docMk/>
            <pc:sldMk cId="4275380065" sldId="467"/>
            <ac:spMk id="13" creationId="{5FA57B1E-09E5-94B3-78F6-5CF58B9264BF}"/>
          </ac:spMkLst>
        </pc:spChg>
        <pc:spChg chg="del">
          <ac:chgData name="Aron Michael" userId="a6335a5c-3af6-488f-9ef1-dea14714a451" providerId="ADAL" clId="{18DF314F-B1C7-43F2-A36B-D752E28B7034}" dt="2023-06-29T10:02:36.335" v="475" actId="478"/>
          <ac:spMkLst>
            <pc:docMk/>
            <pc:sldMk cId="4275380065" sldId="467"/>
            <ac:spMk id="15" creationId="{9221E264-D79E-5864-5425-2B96CDB17F99}"/>
          </ac:spMkLst>
        </pc:spChg>
        <pc:spChg chg="mod">
          <ac:chgData name="Aron Michael" userId="a6335a5c-3af6-488f-9ef1-dea14714a451" providerId="ADAL" clId="{18DF314F-B1C7-43F2-A36B-D752E28B7034}" dt="2023-06-29T10:04:01.983" v="481" actId="20577"/>
          <ac:spMkLst>
            <pc:docMk/>
            <pc:sldMk cId="4275380065" sldId="467"/>
            <ac:spMk id="19" creationId="{BEC021D9-EDA7-3A58-CB97-32F406713A00}"/>
          </ac:spMkLst>
        </pc:spChg>
        <pc:picChg chg="add mod">
          <ac:chgData name="Aron Michael" userId="a6335a5c-3af6-488f-9ef1-dea14714a451" providerId="ADAL" clId="{18DF314F-B1C7-43F2-A36B-D752E28B7034}" dt="2023-06-29T10:04:32.449" v="483" actId="1076"/>
          <ac:picMkLst>
            <pc:docMk/>
            <pc:sldMk cId="4275380065" sldId="467"/>
            <ac:picMk id="8" creationId="{E9BBECD6-05BD-3380-3621-E614AA966908}"/>
          </ac:picMkLst>
        </pc:picChg>
      </pc:sldChg>
      <pc:sldChg chg="delSp modSp add mod">
        <pc:chgData name="Aron Michael" userId="a6335a5c-3af6-488f-9ef1-dea14714a451" providerId="ADAL" clId="{18DF314F-B1C7-43F2-A36B-D752E28B7034}" dt="2023-06-29T10:06:33.400" v="539" actId="478"/>
        <pc:sldMkLst>
          <pc:docMk/>
          <pc:sldMk cId="2321685361" sldId="468"/>
        </pc:sldMkLst>
        <pc:spChg chg="mod">
          <ac:chgData name="Aron Michael" userId="a6335a5c-3af6-488f-9ef1-dea14714a451" providerId="ADAL" clId="{18DF314F-B1C7-43F2-A36B-D752E28B7034}" dt="2023-06-29T10:06:31.168" v="538" actId="6549"/>
          <ac:spMkLst>
            <pc:docMk/>
            <pc:sldMk cId="2321685361" sldId="468"/>
            <ac:spMk id="19" creationId="{BEC021D9-EDA7-3A58-CB97-32F406713A00}"/>
          </ac:spMkLst>
        </pc:spChg>
        <pc:picChg chg="del">
          <ac:chgData name="Aron Michael" userId="a6335a5c-3af6-488f-9ef1-dea14714a451" providerId="ADAL" clId="{18DF314F-B1C7-43F2-A36B-D752E28B7034}" dt="2023-06-29T10:06:33.400" v="539" actId="478"/>
          <ac:picMkLst>
            <pc:docMk/>
            <pc:sldMk cId="2321685361" sldId="468"/>
            <ac:picMk id="8" creationId="{E9BBECD6-05BD-3380-3621-E614AA966908}"/>
          </ac:picMkLst>
        </pc:picChg>
      </pc:sldChg>
      <pc:sldChg chg="addSp modSp add mod">
        <pc:chgData name="Aron Michael" userId="a6335a5c-3af6-488f-9ef1-dea14714a451" providerId="ADAL" clId="{18DF314F-B1C7-43F2-A36B-D752E28B7034}" dt="2023-06-29T10:10:33.916" v="561" actId="1076"/>
        <pc:sldMkLst>
          <pc:docMk/>
          <pc:sldMk cId="2027705800" sldId="469"/>
        </pc:sldMkLst>
        <pc:spChg chg="mod">
          <ac:chgData name="Aron Michael" userId="a6335a5c-3af6-488f-9ef1-dea14714a451" providerId="ADAL" clId="{18DF314F-B1C7-43F2-A36B-D752E28B7034}" dt="2023-06-29T10:10:00.020" v="559" actId="12"/>
          <ac:spMkLst>
            <pc:docMk/>
            <pc:sldMk cId="2027705800" sldId="469"/>
            <ac:spMk id="19" creationId="{BEC021D9-EDA7-3A58-CB97-32F406713A00}"/>
          </ac:spMkLst>
        </pc:spChg>
        <pc:picChg chg="add mod">
          <ac:chgData name="Aron Michael" userId="a6335a5c-3af6-488f-9ef1-dea14714a451" providerId="ADAL" clId="{18DF314F-B1C7-43F2-A36B-D752E28B7034}" dt="2023-06-29T10:10:33.916" v="561" actId="1076"/>
          <ac:picMkLst>
            <pc:docMk/>
            <pc:sldMk cId="2027705800" sldId="469"/>
            <ac:picMk id="3" creationId="{7A6449C1-B58C-6324-C1E1-97D7F6F9A2B9}"/>
          </ac:picMkLst>
        </pc:picChg>
      </pc:sldChg>
      <pc:sldChg chg="addSp delSp modSp add mod">
        <pc:chgData name="Aron Michael" userId="a6335a5c-3af6-488f-9ef1-dea14714a451" providerId="ADAL" clId="{18DF314F-B1C7-43F2-A36B-D752E28B7034}" dt="2023-06-29T10:16:03.252" v="606" actId="1076"/>
        <pc:sldMkLst>
          <pc:docMk/>
          <pc:sldMk cId="4228051854" sldId="470"/>
        </pc:sldMkLst>
        <pc:spChg chg="mod">
          <ac:chgData name="Aron Michael" userId="a6335a5c-3af6-488f-9ef1-dea14714a451" providerId="ADAL" clId="{18DF314F-B1C7-43F2-A36B-D752E28B7034}" dt="2023-06-29T10:14:32.465" v="597" actId="27636"/>
          <ac:spMkLst>
            <pc:docMk/>
            <pc:sldMk cId="4228051854" sldId="470"/>
            <ac:spMk id="19" creationId="{BEC021D9-EDA7-3A58-CB97-32F406713A00}"/>
          </ac:spMkLst>
        </pc:spChg>
        <pc:grpChg chg="del mod">
          <ac:chgData name="Aron Michael" userId="a6335a5c-3af6-488f-9ef1-dea14714a451" providerId="ADAL" clId="{18DF314F-B1C7-43F2-A36B-D752E28B7034}" dt="2023-06-29T10:13:56.999" v="588"/>
          <ac:grpSpMkLst>
            <pc:docMk/>
            <pc:sldMk cId="4228051854" sldId="470"/>
            <ac:grpSpMk id="12" creationId="{B2771388-07C4-F218-663D-FA6DBD8D6359}"/>
          </ac:grpSpMkLst>
        </pc:grpChg>
        <pc:grpChg chg="mod">
          <ac:chgData name="Aron Michael" userId="a6335a5c-3af6-488f-9ef1-dea14714a451" providerId="ADAL" clId="{18DF314F-B1C7-43F2-A36B-D752E28B7034}" dt="2023-06-29T10:14:07.388" v="594"/>
          <ac:grpSpMkLst>
            <pc:docMk/>
            <pc:sldMk cId="4228051854" sldId="470"/>
            <ac:grpSpMk id="20" creationId="{8A326C9F-752D-8140-BE49-61F0AC864A0A}"/>
          </ac:grpSpMkLst>
        </pc:grpChg>
        <pc:picChg chg="del">
          <ac:chgData name="Aron Michael" userId="a6335a5c-3af6-488f-9ef1-dea14714a451" providerId="ADAL" clId="{18DF314F-B1C7-43F2-A36B-D752E28B7034}" dt="2023-06-29T10:13:19.258" v="580" actId="478"/>
          <ac:picMkLst>
            <pc:docMk/>
            <pc:sldMk cId="4228051854" sldId="470"/>
            <ac:picMk id="3" creationId="{7A6449C1-B58C-6324-C1E1-97D7F6F9A2B9}"/>
          </ac:picMkLst>
        </pc:picChg>
        <pc:picChg chg="add mod">
          <ac:chgData name="Aron Michael" userId="a6335a5c-3af6-488f-9ef1-dea14714a451" providerId="ADAL" clId="{18DF314F-B1C7-43F2-A36B-D752E28B7034}" dt="2023-06-29T10:13:37.779" v="582" actId="1076"/>
          <ac:picMkLst>
            <pc:docMk/>
            <pc:sldMk cId="4228051854" sldId="470"/>
            <ac:picMk id="8" creationId="{176BC4F3-F983-2B29-7601-CD6D126AB718}"/>
          </ac:picMkLst>
        </pc:picChg>
        <pc:picChg chg="add del mod">
          <ac:chgData name="Aron Michael" userId="a6335a5c-3af6-488f-9ef1-dea14714a451" providerId="ADAL" clId="{18DF314F-B1C7-43F2-A36B-D752E28B7034}" dt="2023-06-29T10:15:32.426" v="602" actId="478"/>
          <ac:picMkLst>
            <pc:docMk/>
            <pc:sldMk cId="4228051854" sldId="470"/>
            <ac:picMk id="22" creationId="{C3892288-E3BD-0962-86D4-3F61AD2E1B85}"/>
          </ac:picMkLst>
        </pc:picChg>
        <pc:picChg chg="add mod">
          <ac:chgData name="Aron Michael" userId="a6335a5c-3af6-488f-9ef1-dea14714a451" providerId="ADAL" clId="{18DF314F-B1C7-43F2-A36B-D752E28B7034}" dt="2023-06-29T10:16:03.252" v="606" actId="1076"/>
          <ac:picMkLst>
            <pc:docMk/>
            <pc:sldMk cId="4228051854" sldId="470"/>
            <ac:picMk id="24" creationId="{5BAA008B-5D18-8344-124B-AFCDCF603BBC}"/>
          </ac:picMkLst>
        </pc:picChg>
        <pc:inkChg chg="add del mod">
          <ac:chgData name="Aron Michael" userId="a6335a5c-3af6-488f-9ef1-dea14714a451" providerId="ADAL" clId="{18DF314F-B1C7-43F2-A36B-D752E28B7034}" dt="2023-06-29T10:13:56.999" v="587"/>
          <ac:inkMkLst>
            <pc:docMk/>
            <pc:sldMk cId="4228051854" sldId="470"/>
            <ac:inkMk id="9" creationId="{85098B5A-9458-59DB-4A62-D05CBACCCD0A}"/>
          </ac:inkMkLst>
        </pc:inkChg>
        <pc:inkChg chg="add mod">
          <ac:chgData name="Aron Michael" userId="a6335a5c-3af6-488f-9ef1-dea14714a451" providerId="ADAL" clId="{18DF314F-B1C7-43F2-A36B-D752E28B7034}" dt="2023-06-29T10:13:56.999" v="588"/>
          <ac:inkMkLst>
            <pc:docMk/>
            <pc:sldMk cId="4228051854" sldId="470"/>
            <ac:inkMk id="10" creationId="{0DE22B32-E3A2-CD84-3F51-D4F5B3222C9D}"/>
          </ac:inkMkLst>
        </pc:inkChg>
        <pc:inkChg chg="add del mod">
          <ac:chgData name="Aron Michael" userId="a6335a5c-3af6-488f-9ef1-dea14714a451" providerId="ADAL" clId="{18DF314F-B1C7-43F2-A36B-D752E28B7034}" dt="2023-06-29T10:13:56.999" v="588"/>
          <ac:inkMkLst>
            <pc:docMk/>
            <pc:sldMk cId="4228051854" sldId="470"/>
            <ac:inkMk id="11" creationId="{4F79D9BF-ACCC-1C1B-3BAF-8C6A375565BD}"/>
          </ac:inkMkLst>
        </pc:inkChg>
        <pc:inkChg chg="add mod">
          <ac:chgData name="Aron Michael" userId="a6335a5c-3af6-488f-9ef1-dea14714a451" providerId="ADAL" clId="{18DF314F-B1C7-43F2-A36B-D752E28B7034}" dt="2023-06-29T10:14:07.388" v="594"/>
          <ac:inkMkLst>
            <pc:docMk/>
            <pc:sldMk cId="4228051854" sldId="470"/>
            <ac:inkMk id="13" creationId="{778116D5-1A0F-6B74-059E-AFA6F12DD576}"/>
          </ac:inkMkLst>
        </pc:inkChg>
        <pc:inkChg chg="add mod">
          <ac:chgData name="Aron Michael" userId="a6335a5c-3af6-488f-9ef1-dea14714a451" providerId="ADAL" clId="{18DF314F-B1C7-43F2-A36B-D752E28B7034}" dt="2023-06-29T10:14:07.388" v="594"/>
          <ac:inkMkLst>
            <pc:docMk/>
            <pc:sldMk cId="4228051854" sldId="470"/>
            <ac:inkMk id="15" creationId="{2D50247E-D27C-682B-12AF-2F400B96E071}"/>
          </ac:inkMkLst>
        </pc:inkChg>
        <pc:inkChg chg="add mod">
          <ac:chgData name="Aron Michael" userId="a6335a5c-3af6-488f-9ef1-dea14714a451" providerId="ADAL" clId="{18DF314F-B1C7-43F2-A36B-D752E28B7034}" dt="2023-06-29T10:14:07.388" v="594"/>
          <ac:inkMkLst>
            <pc:docMk/>
            <pc:sldMk cId="4228051854" sldId="470"/>
            <ac:inkMk id="16" creationId="{76B6760F-2364-94AB-57AE-B4968A2EE627}"/>
          </ac:inkMkLst>
        </pc:inkChg>
        <pc:inkChg chg="add mod">
          <ac:chgData name="Aron Michael" userId="a6335a5c-3af6-488f-9ef1-dea14714a451" providerId="ADAL" clId="{18DF314F-B1C7-43F2-A36B-D752E28B7034}" dt="2023-06-29T10:14:07.388" v="594"/>
          <ac:inkMkLst>
            <pc:docMk/>
            <pc:sldMk cId="4228051854" sldId="470"/>
            <ac:inkMk id="17" creationId="{22932782-7BAE-EE1D-59EA-E74C7E83B08F}"/>
          </ac:inkMkLst>
        </pc:inkChg>
        <pc:inkChg chg="add mod">
          <ac:chgData name="Aron Michael" userId="a6335a5c-3af6-488f-9ef1-dea14714a451" providerId="ADAL" clId="{18DF314F-B1C7-43F2-A36B-D752E28B7034}" dt="2023-06-29T10:14:07.388" v="594"/>
          <ac:inkMkLst>
            <pc:docMk/>
            <pc:sldMk cId="4228051854" sldId="470"/>
            <ac:inkMk id="18" creationId="{4459EB71-6729-7D0F-0672-4D4349EA0E9A}"/>
          </ac:inkMkLst>
        </pc:inkChg>
        <pc:inkChg chg="add">
          <ac:chgData name="Aron Michael" userId="a6335a5c-3af6-488f-9ef1-dea14714a451" providerId="ADAL" clId="{18DF314F-B1C7-43F2-A36B-D752E28B7034}" dt="2023-06-29T10:14:13.833" v="595" actId="9405"/>
          <ac:inkMkLst>
            <pc:docMk/>
            <pc:sldMk cId="4228051854" sldId="470"/>
            <ac:inkMk id="21" creationId="{48DDFC12-D12D-0A03-22D3-25C7C9527379}"/>
          </ac:inkMkLst>
        </pc:inkChg>
        <pc:inkChg chg="add del mod">
          <ac:chgData name="Aron Michael" userId="a6335a5c-3af6-488f-9ef1-dea14714a451" providerId="ADAL" clId="{18DF314F-B1C7-43F2-A36B-D752E28B7034}" dt="2023-06-29T10:15:11.082" v="600" actId="478"/>
          <ac:inkMkLst>
            <pc:docMk/>
            <pc:sldMk cId="4228051854" sldId="470"/>
            <ac:inkMk id="23" creationId="{4E3B91D4-BC12-BA77-A1FF-8B0AB1BA3500}"/>
          </ac:inkMkLst>
        </pc:inkChg>
        <pc:inkChg chg="add del mod">
          <ac:chgData name="Aron Michael" userId="a6335a5c-3af6-488f-9ef1-dea14714a451" providerId="ADAL" clId="{18DF314F-B1C7-43F2-A36B-D752E28B7034}" dt="2023-06-29T10:15:58.051" v="605" actId="478"/>
          <ac:inkMkLst>
            <pc:docMk/>
            <pc:sldMk cId="4228051854" sldId="470"/>
            <ac:inkMk id="25" creationId="{55E7052B-004E-8B70-91A3-BF56E99F5D55}"/>
          </ac:inkMkLst>
        </pc:inkChg>
      </pc:sldChg>
      <pc:sldChg chg="addSp delSp modSp add mod">
        <pc:chgData name="Aron Michael" userId="a6335a5c-3af6-488f-9ef1-dea14714a451" providerId="ADAL" clId="{18DF314F-B1C7-43F2-A36B-D752E28B7034}" dt="2023-06-29T10:18:54.769" v="619" actId="1076"/>
        <pc:sldMkLst>
          <pc:docMk/>
          <pc:sldMk cId="3086318692" sldId="471"/>
        </pc:sldMkLst>
        <pc:spChg chg="mod">
          <ac:chgData name="Aron Michael" userId="a6335a5c-3af6-488f-9ef1-dea14714a451" providerId="ADAL" clId="{18DF314F-B1C7-43F2-A36B-D752E28B7034}" dt="2023-06-29T10:17:42.040" v="613" actId="6549"/>
          <ac:spMkLst>
            <pc:docMk/>
            <pc:sldMk cId="3086318692" sldId="471"/>
            <ac:spMk id="19" creationId="{BEC021D9-EDA7-3A58-CB97-32F406713A00}"/>
          </ac:spMkLst>
        </pc:spChg>
        <pc:grpChg chg="del">
          <ac:chgData name="Aron Michael" userId="a6335a5c-3af6-488f-9ef1-dea14714a451" providerId="ADAL" clId="{18DF314F-B1C7-43F2-A36B-D752E28B7034}" dt="2023-06-29T10:17:48.009" v="615" actId="478"/>
          <ac:grpSpMkLst>
            <pc:docMk/>
            <pc:sldMk cId="3086318692" sldId="471"/>
            <ac:grpSpMk id="20" creationId="{8A326C9F-752D-8140-BE49-61F0AC864A0A}"/>
          </ac:grpSpMkLst>
        </pc:grpChg>
        <pc:picChg chg="del">
          <ac:chgData name="Aron Michael" userId="a6335a5c-3af6-488f-9ef1-dea14714a451" providerId="ADAL" clId="{18DF314F-B1C7-43F2-A36B-D752E28B7034}" dt="2023-06-29T10:17:44.986" v="614" actId="478"/>
          <ac:picMkLst>
            <pc:docMk/>
            <pc:sldMk cId="3086318692" sldId="471"/>
            <ac:picMk id="8" creationId="{176BC4F3-F983-2B29-7601-CD6D126AB718}"/>
          </ac:picMkLst>
        </pc:picChg>
        <pc:picChg chg="del">
          <ac:chgData name="Aron Michael" userId="a6335a5c-3af6-488f-9ef1-dea14714a451" providerId="ADAL" clId="{18DF314F-B1C7-43F2-A36B-D752E28B7034}" dt="2023-06-29T10:17:52.237" v="617" actId="478"/>
          <ac:picMkLst>
            <pc:docMk/>
            <pc:sldMk cId="3086318692" sldId="471"/>
            <ac:picMk id="24" creationId="{5BAA008B-5D18-8344-124B-AFCDCF603BBC}"/>
          </ac:picMkLst>
        </pc:picChg>
        <pc:inkChg chg="add mod">
          <ac:chgData name="Aron Michael" userId="a6335a5c-3af6-488f-9ef1-dea14714a451" providerId="ADAL" clId="{18DF314F-B1C7-43F2-A36B-D752E28B7034}" dt="2023-06-29T10:18:54.769" v="619" actId="1076"/>
          <ac:inkMkLst>
            <pc:docMk/>
            <pc:sldMk cId="3086318692" sldId="471"/>
            <ac:inkMk id="3" creationId="{C742AA50-A245-2EC9-5F1F-498D2A626222}"/>
          </ac:inkMkLst>
        </pc:inkChg>
        <pc:inkChg chg="del">
          <ac:chgData name="Aron Michael" userId="a6335a5c-3af6-488f-9ef1-dea14714a451" providerId="ADAL" clId="{18DF314F-B1C7-43F2-A36B-D752E28B7034}" dt="2023-06-29T10:17:50.175" v="616" actId="478"/>
          <ac:inkMkLst>
            <pc:docMk/>
            <pc:sldMk cId="3086318692" sldId="471"/>
            <ac:inkMk id="21" creationId="{48DDFC12-D12D-0A03-22D3-25C7C9527379}"/>
          </ac:inkMkLst>
        </pc:inkChg>
      </pc:sldChg>
      <pc:sldChg chg="delSp add mod">
        <pc:chgData name="Aron Michael" userId="a6335a5c-3af6-488f-9ef1-dea14714a451" providerId="ADAL" clId="{18DF314F-B1C7-43F2-A36B-D752E28B7034}" dt="2023-06-29T10:19:23.959" v="621" actId="478"/>
        <pc:sldMkLst>
          <pc:docMk/>
          <pc:sldMk cId="2185002027" sldId="472"/>
        </pc:sldMkLst>
        <pc:inkChg chg="del">
          <ac:chgData name="Aron Michael" userId="a6335a5c-3af6-488f-9ef1-dea14714a451" providerId="ADAL" clId="{18DF314F-B1C7-43F2-A36B-D752E28B7034}" dt="2023-06-29T10:19:23.959" v="621" actId="478"/>
          <ac:inkMkLst>
            <pc:docMk/>
            <pc:sldMk cId="2185002027" sldId="472"/>
            <ac:inkMk id="3" creationId="{C742AA50-A245-2EC9-5F1F-498D2A626222}"/>
          </ac:inkMkLst>
        </pc:inkChg>
      </pc:sldChg>
      <pc:sldChg chg="addSp modSp add mod">
        <pc:chgData name="Aron Michael" userId="a6335a5c-3af6-488f-9ef1-dea14714a451" providerId="ADAL" clId="{18DF314F-B1C7-43F2-A36B-D752E28B7034}" dt="2023-06-29T10:23:30.255" v="631" actId="1076"/>
        <pc:sldMkLst>
          <pc:docMk/>
          <pc:sldMk cId="3670921893" sldId="473"/>
        </pc:sldMkLst>
        <pc:spChg chg="mod">
          <ac:chgData name="Aron Michael" userId="a6335a5c-3af6-488f-9ef1-dea14714a451" providerId="ADAL" clId="{18DF314F-B1C7-43F2-A36B-D752E28B7034}" dt="2023-06-29T10:22:07.660" v="629" actId="5793"/>
          <ac:spMkLst>
            <pc:docMk/>
            <pc:sldMk cId="3670921893" sldId="473"/>
            <ac:spMk id="19" creationId="{BEC021D9-EDA7-3A58-CB97-32F406713A00}"/>
          </ac:spMkLst>
        </pc:spChg>
        <pc:picChg chg="add mod">
          <ac:chgData name="Aron Michael" userId="a6335a5c-3af6-488f-9ef1-dea14714a451" providerId="ADAL" clId="{18DF314F-B1C7-43F2-A36B-D752E28B7034}" dt="2023-06-29T10:23:30.255" v="631" actId="1076"/>
          <ac:picMkLst>
            <pc:docMk/>
            <pc:sldMk cId="3670921893" sldId="473"/>
            <ac:picMk id="3" creationId="{EFC9D863-0EA5-0411-38ED-039091473E81}"/>
          </ac:picMkLst>
        </pc:picChg>
      </pc:sldChg>
      <pc:sldChg chg="addSp delSp modSp add mod">
        <pc:chgData name="Aron Michael" userId="a6335a5c-3af6-488f-9ef1-dea14714a451" providerId="ADAL" clId="{18DF314F-B1C7-43F2-A36B-D752E28B7034}" dt="2023-06-29T10:27:20.166" v="805" actId="1076"/>
        <pc:sldMkLst>
          <pc:docMk/>
          <pc:sldMk cId="2198870797" sldId="474"/>
        </pc:sldMkLst>
        <pc:spChg chg="mod">
          <ac:chgData name="Aron Michael" userId="a6335a5c-3af6-488f-9ef1-dea14714a451" providerId="ADAL" clId="{18DF314F-B1C7-43F2-A36B-D752E28B7034}" dt="2023-06-29T10:25:13.946" v="800" actId="2711"/>
          <ac:spMkLst>
            <pc:docMk/>
            <pc:sldMk cId="2198870797" sldId="474"/>
            <ac:spMk id="19" creationId="{BEC021D9-EDA7-3A58-CB97-32F406713A00}"/>
          </ac:spMkLst>
        </pc:spChg>
        <pc:picChg chg="del">
          <ac:chgData name="Aron Michael" userId="a6335a5c-3af6-488f-9ef1-dea14714a451" providerId="ADAL" clId="{18DF314F-B1C7-43F2-A36B-D752E28B7034}" dt="2023-06-29T10:24:10.305" v="633" actId="478"/>
          <ac:picMkLst>
            <pc:docMk/>
            <pc:sldMk cId="2198870797" sldId="474"/>
            <ac:picMk id="3" creationId="{EFC9D863-0EA5-0411-38ED-039091473E81}"/>
          </ac:picMkLst>
        </pc:picChg>
        <pc:picChg chg="add mod">
          <ac:chgData name="Aron Michael" userId="a6335a5c-3af6-488f-9ef1-dea14714a451" providerId="ADAL" clId="{18DF314F-B1C7-43F2-A36B-D752E28B7034}" dt="2023-06-29T10:25:36.152" v="802" actId="1076"/>
          <ac:picMkLst>
            <pc:docMk/>
            <pc:sldMk cId="2198870797" sldId="474"/>
            <ac:picMk id="8" creationId="{2800D8D9-943C-4F8B-6BB6-E89A394AC061}"/>
          </ac:picMkLst>
        </pc:picChg>
        <pc:picChg chg="add mod">
          <ac:chgData name="Aron Michael" userId="a6335a5c-3af6-488f-9ef1-dea14714a451" providerId="ADAL" clId="{18DF314F-B1C7-43F2-A36B-D752E28B7034}" dt="2023-06-29T10:27:20.166" v="805" actId="1076"/>
          <ac:picMkLst>
            <pc:docMk/>
            <pc:sldMk cId="2198870797" sldId="474"/>
            <ac:picMk id="9" creationId="{B08EE652-6E57-9528-A86B-3EE5B4F97B34}"/>
          </ac:picMkLst>
        </pc:picChg>
      </pc:sldChg>
      <pc:sldChg chg="add">
        <pc:chgData name="Aron Michael" userId="a6335a5c-3af6-488f-9ef1-dea14714a451" providerId="ADAL" clId="{18DF314F-B1C7-43F2-A36B-D752E28B7034}" dt="2023-06-29T10:27:36.027" v="806"/>
        <pc:sldMkLst>
          <pc:docMk/>
          <pc:sldMk cId="235286144" sldId="475"/>
        </pc:sldMkLst>
      </pc:sldChg>
      <pc:sldChg chg="delSp modSp add mod">
        <pc:chgData name="Aron Michael" userId="a6335a5c-3af6-488f-9ef1-dea14714a451" providerId="ADAL" clId="{18DF314F-B1C7-43F2-A36B-D752E28B7034}" dt="2023-06-29T10:29:06.978" v="814" actId="478"/>
        <pc:sldMkLst>
          <pc:docMk/>
          <pc:sldMk cId="654895296" sldId="476"/>
        </pc:sldMkLst>
        <pc:spChg chg="del mod">
          <ac:chgData name="Aron Michael" userId="a6335a5c-3af6-488f-9ef1-dea14714a451" providerId="ADAL" clId="{18DF314F-B1C7-43F2-A36B-D752E28B7034}" dt="2023-06-29T10:29:06.978" v="814" actId="478"/>
          <ac:spMkLst>
            <pc:docMk/>
            <pc:sldMk cId="654895296" sldId="476"/>
            <ac:spMk id="19" creationId="{BEC021D9-EDA7-3A58-CB97-32F406713A00}"/>
          </ac:spMkLst>
        </pc:spChg>
        <pc:picChg chg="del">
          <ac:chgData name="Aron Michael" userId="a6335a5c-3af6-488f-9ef1-dea14714a451" providerId="ADAL" clId="{18DF314F-B1C7-43F2-A36B-D752E28B7034}" dt="2023-06-29T10:28:29.373" v="810" actId="478"/>
          <ac:picMkLst>
            <pc:docMk/>
            <pc:sldMk cId="654895296" sldId="476"/>
            <ac:picMk id="8" creationId="{2800D8D9-943C-4F8B-6BB6-E89A394AC061}"/>
          </ac:picMkLst>
        </pc:picChg>
        <pc:picChg chg="del">
          <ac:chgData name="Aron Michael" userId="a6335a5c-3af6-488f-9ef1-dea14714a451" providerId="ADAL" clId="{18DF314F-B1C7-43F2-A36B-D752E28B7034}" dt="2023-06-29T10:28:31.425" v="811" actId="478"/>
          <ac:picMkLst>
            <pc:docMk/>
            <pc:sldMk cId="654895296" sldId="476"/>
            <ac:picMk id="9" creationId="{B08EE652-6E57-9528-A86B-3EE5B4F97B34}"/>
          </ac:picMkLst>
        </pc:picChg>
      </pc:sldChg>
      <pc:sldChg chg="addSp delSp modSp add mod">
        <pc:chgData name="Aron Michael" userId="a6335a5c-3af6-488f-9ef1-dea14714a451" providerId="ADAL" clId="{18DF314F-B1C7-43F2-A36B-D752E28B7034}" dt="2023-06-29T10:31:55.322" v="826" actId="1076"/>
        <pc:sldMkLst>
          <pc:docMk/>
          <pc:sldMk cId="1498672735" sldId="477"/>
        </pc:sldMkLst>
        <pc:spChg chg="mod">
          <ac:chgData name="Aron Michael" userId="a6335a5c-3af6-488f-9ef1-dea14714a451" providerId="ADAL" clId="{18DF314F-B1C7-43F2-A36B-D752E28B7034}" dt="2023-06-29T10:30:18.464" v="820" actId="2711"/>
          <ac:spMkLst>
            <pc:docMk/>
            <pc:sldMk cId="1498672735" sldId="477"/>
            <ac:spMk id="19" creationId="{BEC021D9-EDA7-3A58-CB97-32F406713A00}"/>
          </ac:spMkLst>
        </pc:spChg>
        <pc:picChg chg="add mod">
          <ac:chgData name="Aron Michael" userId="a6335a5c-3af6-488f-9ef1-dea14714a451" providerId="ADAL" clId="{18DF314F-B1C7-43F2-A36B-D752E28B7034}" dt="2023-06-29T10:30:37.827" v="824" actId="1076"/>
          <ac:picMkLst>
            <pc:docMk/>
            <pc:sldMk cId="1498672735" sldId="477"/>
            <ac:picMk id="3" creationId="{B01E0493-AC57-DC42-BF3A-3D32889DD07F}"/>
          </ac:picMkLst>
        </pc:picChg>
        <pc:picChg chg="del">
          <ac:chgData name="Aron Michael" userId="a6335a5c-3af6-488f-9ef1-dea14714a451" providerId="ADAL" clId="{18DF314F-B1C7-43F2-A36B-D752E28B7034}" dt="2023-06-29T10:30:22.595" v="821" actId="478"/>
          <ac:picMkLst>
            <pc:docMk/>
            <pc:sldMk cId="1498672735" sldId="477"/>
            <ac:picMk id="8" creationId="{2800D8D9-943C-4F8B-6BB6-E89A394AC061}"/>
          </ac:picMkLst>
        </pc:picChg>
        <pc:picChg chg="del">
          <ac:chgData name="Aron Michael" userId="a6335a5c-3af6-488f-9ef1-dea14714a451" providerId="ADAL" clId="{18DF314F-B1C7-43F2-A36B-D752E28B7034}" dt="2023-06-29T10:30:24.552" v="822" actId="478"/>
          <ac:picMkLst>
            <pc:docMk/>
            <pc:sldMk cId="1498672735" sldId="477"/>
            <ac:picMk id="9" creationId="{B08EE652-6E57-9528-A86B-3EE5B4F97B34}"/>
          </ac:picMkLst>
        </pc:picChg>
        <pc:picChg chg="add mod">
          <ac:chgData name="Aron Michael" userId="a6335a5c-3af6-488f-9ef1-dea14714a451" providerId="ADAL" clId="{18DF314F-B1C7-43F2-A36B-D752E28B7034}" dt="2023-06-29T10:31:55.322" v="826" actId="1076"/>
          <ac:picMkLst>
            <pc:docMk/>
            <pc:sldMk cId="1498672735" sldId="477"/>
            <ac:picMk id="11" creationId="{1A42438D-6F2F-7802-F308-582BD4B972FC}"/>
          </ac:picMkLst>
        </pc:picChg>
      </pc:sldChg>
      <pc:sldChg chg="addSp delSp modSp add mod">
        <pc:chgData name="Aron Michael" userId="a6335a5c-3af6-488f-9ef1-dea14714a451" providerId="ADAL" clId="{18DF314F-B1C7-43F2-A36B-D752E28B7034}" dt="2023-06-29T10:39:48.998" v="854" actId="9405"/>
        <pc:sldMkLst>
          <pc:docMk/>
          <pc:sldMk cId="2546402224" sldId="478"/>
        </pc:sldMkLst>
        <pc:spChg chg="mod">
          <ac:chgData name="Aron Michael" userId="a6335a5c-3af6-488f-9ef1-dea14714a451" providerId="ADAL" clId="{18DF314F-B1C7-43F2-A36B-D752E28B7034}" dt="2023-06-29T10:39:39.083" v="853" actId="6549"/>
          <ac:spMkLst>
            <pc:docMk/>
            <pc:sldMk cId="2546402224" sldId="478"/>
            <ac:spMk id="19" creationId="{BEC021D9-EDA7-3A58-CB97-32F406713A00}"/>
          </ac:spMkLst>
        </pc:spChg>
        <pc:picChg chg="del">
          <ac:chgData name="Aron Michael" userId="a6335a5c-3af6-488f-9ef1-dea14714a451" providerId="ADAL" clId="{18DF314F-B1C7-43F2-A36B-D752E28B7034}" dt="2023-06-29T10:32:10.181" v="828" actId="478"/>
          <ac:picMkLst>
            <pc:docMk/>
            <pc:sldMk cId="2546402224" sldId="478"/>
            <ac:picMk id="3" creationId="{B01E0493-AC57-DC42-BF3A-3D32889DD07F}"/>
          </ac:picMkLst>
        </pc:picChg>
        <pc:picChg chg="add del mod">
          <ac:chgData name="Aron Michael" userId="a6335a5c-3af6-488f-9ef1-dea14714a451" providerId="ADAL" clId="{18DF314F-B1C7-43F2-A36B-D752E28B7034}" dt="2023-06-29T10:39:11.539" v="848" actId="478"/>
          <ac:picMkLst>
            <pc:docMk/>
            <pc:sldMk cId="2546402224" sldId="478"/>
            <ac:picMk id="8" creationId="{9DC35460-0E4B-0C5A-C736-6D6B8118152D}"/>
          </ac:picMkLst>
        </pc:picChg>
        <pc:picChg chg="del">
          <ac:chgData name="Aron Michael" userId="a6335a5c-3af6-488f-9ef1-dea14714a451" providerId="ADAL" clId="{18DF314F-B1C7-43F2-A36B-D752E28B7034}" dt="2023-06-29T10:32:12.993" v="829" actId="478"/>
          <ac:picMkLst>
            <pc:docMk/>
            <pc:sldMk cId="2546402224" sldId="478"/>
            <ac:picMk id="11" creationId="{1A42438D-6F2F-7802-F308-582BD4B972FC}"/>
          </ac:picMkLst>
        </pc:picChg>
        <pc:inkChg chg="add">
          <ac:chgData name="Aron Michael" userId="a6335a5c-3af6-488f-9ef1-dea14714a451" providerId="ADAL" clId="{18DF314F-B1C7-43F2-A36B-D752E28B7034}" dt="2023-06-29T10:39:48.998" v="854" actId="9405"/>
          <ac:inkMkLst>
            <pc:docMk/>
            <pc:sldMk cId="2546402224" sldId="478"/>
            <ac:inkMk id="9" creationId="{674B1B13-9972-17A3-0E0E-63729150E8D7}"/>
          </ac:inkMkLst>
        </pc:inkChg>
      </pc:sldChg>
      <pc:sldChg chg="addSp delSp modSp add mod">
        <pc:chgData name="Aron Michael" userId="a6335a5c-3af6-488f-9ef1-dea14714a451" providerId="ADAL" clId="{18DF314F-B1C7-43F2-A36B-D752E28B7034}" dt="2023-06-29T10:42:10.889" v="884" actId="478"/>
        <pc:sldMkLst>
          <pc:docMk/>
          <pc:sldMk cId="3759605890" sldId="479"/>
        </pc:sldMkLst>
        <pc:spChg chg="mod">
          <ac:chgData name="Aron Michael" userId="a6335a5c-3af6-488f-9ef1-dea14714a451" providerId="ADAL" clId="{18DF314F-B1C7-43F2-A36B-D752E28B7034}" dt="2023-06-29T10:41:44.504" v="881" actId="27636"/>
          <ac:spMkLst>
            <pc:docMk/>
            <pc:sldMk cId="3759605890" sldId="479"/>
            <ac:spMk id="19" creationId="{BEC021D9-EDA7-3A58-CB97-32F406713A00}"/>
          </ac:spMkLst>
        </pc:spChg>
        <pc:grpChg chg="add del mod">
          <ac:chgData name="Aron Michael" userId="a6335a5c-3af6-488f-9ef1-dea14714a451" providerId="ADAL" clId="{18DF314F-B1C7-43F2-A36B-D752E28B7034}" dt="2023-06-29T10:42:10.889" v="884" actId="478"/>
          <ac:grpSpMkLst>
            <pc:docMk/>
            <pc:sldMk cId="3759605890" sldId="479"/>
            <ac:grpSpMk id="3" creationId="{90B1F5E2-5643-4291-2AC0-B6B0030AB08D}"/>
          </ac:grpSpMkLst>
        </pc:grpChg>
        <pc:grpChg chg="add mod">
          <ac:chgData name="Aron Michael" userId="a6335a5c-3af6-488f-9ef1-dea14714a451" providerId="ADAL" clId="{18DF314F-B1C7-43F2-A36B-D752E28B7034}" dt="2023-06-29T10:42:06.788" v="883" actId="1076"/>
          <ac:grpSpMkLst>
            <pc:docMk/>
            <pc:sldMk cId="3759605890" sldId="479"/>
            <ac:grpSpMk id="21" creationId="{3A1B9177-C73D-2460-DC78-088B93C2CD2F}"/>
          </ac:grpSpMkLst>
        </pc:grpChg>
        <pc:grpChg chg="add mod">
          <ac:chgData name="Aron Michael" userId="a6335a5c-3af6-488f-9ef1-dea14714a451" providerId="ADAL" clId="{18DF314F-B1C7-43F2-A36B-D752E28B7034}" dt="2023-06-29T10:42:06.788" v="883" actId="1076"/>
          <ac:grpSpMkLst>
            <pc:docMk/>
            <pc:sldMk cId="3759605890" sldId="479"/>
            <ac:grpSpMk id="31" creationId="{3F2F73EE-7C24-640D-85A3-24B2DA9691F3}"/>
          </ac:grpSpMkLst>
        </pc:grpChg>
        <pc:grpChg chg="add mod">
          <ac:chgData name="Aron Michael" userId="a6335a5c-3af6-488f-9ef1-dea14714a451" providerId="ADAL" clId="{18DF314F-B1C7-43F2-A36B-D752E28B7034}" dt="2023-06-29T10:42:06.788" v="883" actId="1076"/>
          <ac:grpSpMkLst>
            <pc:docMk/>
            <pc:sldMk cId="3759605890" sldId="479"/>
            <ac:grpSpMk id="53" creationId="{F301D55B-8A25-DABA-05EA-C635CABE9DC9}"/>
          </ac:grpSpMkLst>
        </pc:grpChg>
        <pc:grpChg chg="add mod">
          <ac:chgData name="Aron Michael" userId="a6335a5c-3af6-488f-9ef1-dea14714a451" providerId="ADAL" clId="{18DF314F-B1C7-43F2-A36B-D752E28B7034}" dt="2023-06-29T10:42:06.788" v="883" actId="1076"/>
          <ac:grpSpMkLst>
            <pc:docMk/>
            <pc:sldMk cId="3759605890" sldId="479"/>
            <ac:grpSpMk id="109" creationId="{45807408-54C1-280F-92B3-4E4B4E73682C}"/>
          </ac:grpSpMkLst>
        </pc:grpChg>
        <pc:grpChg chg="add mod">
          <ac:chgData name="Aron Michael" userId="a6335a5c-3af6-488f-9ef1-dea14714a451" providerId="ADAL" clId="{18DF314F-B1C7-43F2-A36B-D752E28B7034}" dt="2023-06-29T10:42:06.788" v="883" actId="1076"/>
          <ac:grpSpMkLst>
            <pc:docMk/>
            <pc:sldMk cId="3759605890" sldId="479"/>
            <ac:grpSpMk id="112" creationId="{323DFA6C-111E-4E84-F2FB-67DA4F7A83C2}"/>
          </ac:grpSpMkLst>
        </pc:grpChg>
        <pc:grpChg chg="add mod">
          <ac:chgData name="Aron Michael" userId="a6335a5c-3af6-488f-9ef1-dea14714a451" providerId="ADAL" clId="{18DF314F-B1C7-43F2-A36B-D752E28B7034}" dt="2023-06-29T10:42:06.788" v="883" actId="1076"/>
          <ac:grpSpMkLst>
            <pc:docMk/>
            <pc:sldMk cId="3759605890" sldId="479"/>
            <ac:grpSpMk id="116" creationId="{2364385C-6E25-9F7A-4D7E-92A47EC3A0ED}"/>
          </ac:grpSpMkLst>
        </pc:grpChg>
        <pc:grpChg chg="add mod">
          <ac:chgData name="Aron Michael" userId="a6335a5c-3af6-488f-9ef1-dea14714a451" providerId="ADAL" clId="{18DF314F-B1C7-43F2-A36B-D752E28B7034}" dt="2023-06-29T10:42:06.788" v="883" actId="1076"/>
          <ac:grpSpMkLst>
            <pc:docMk/>
            <pc:sldMk cId="3759605890" sldId="479"/>
            <ac:grpSpMk id="122" creationId="{282282C9-10A0-309E-3DF1-E3888774ACE7}"/>
          </ac:grpSpMkLst>
        </pc:grpChg>
        <pc:grpChg chg="add mod">
          <ac:chgData name="Aron Michael" userId="a6335a5c-3af6-488f-9ef1-dea14714a451" providerId="ADAL" clId="{18DF314F-B1C7-43F2-A36B-D752E28B7034}" dt="2023-06-29T10:42:06.788" v="883" actId="1076"/>
          <ac:grpSpMkLst>
            <pc:docMk/>
            <pc:sldMk cId="3759605890" sldId="479"/>
            <ac:grpSpMk id="131" creationId="{9C16CCED-246D-B360-5A27-247E141A29B9}"/>
          </ac:grpSpMkLst>
        </pc:grpChg>
        <pc:grpChg chg="add mod">
          <ac:chgData name="Aron Michael" userId="a6335a5c-3af6-488f-9ef1-dea14714a451" providerId="ADAL" clId="{18DF314F-B1C7-43F2-A36B-D752E28B7034}" dt="2023-06-29T10:42:06.788" v="883" actId="1076"/>
          <ac:grpSpMkLst>
            <pc:docMk/>
            <pc:sldMk cId="3759605890" sldId="479"/>
            <ac:grpSpMk id="140" creationId="{9CF5F961-71CD-E5E0-C83B-0B2575104C9C}"/>
          </ac:grpSpMkLst>
        </pc:grpChg>
        <pc:grpChg chg="add mod">
          <ac:chgData name="Aron Michael" userId="a6335a5c-3af6-488f-9ef1-dea14714a451" providerId="ADAL" clId="{18DF314F-B1C7-43F2-A36B-D752E28B7034}" dt="2023-06-29T10:42:06.788" v="883" actId="1076"/>
          <ac:grpSpMkLst>
            <pc:docMk/>
            <pc:sldMk cId="3759605890" sldId="479"/>
            <ac:grpSpMk id="148" creationId="{F65DFBBE-65EF-7BB1-7033-0632765EDEEF}"/>
          </ac:grpSpMkLst>
        </pc:grpChg>
        <pc:grpChg chg="add mod">
          <ac:chgData name="Aron Michael" userId="a6335a5c-3af6-488f-9ef1-dea14714a451" providerId="ADAL" clId="{18DF314F-B1C7-43F2-A36B-D752E28B7034}" dt="2023-06-29T10:42:06.788" v="883" actId="1076"/>
          <ac:grpSpMkLst>
            <pc:docMk/>
            <pc:sldMk cId="3759605890" sldId="479"/>
            <ac:grpSpMk id="155" creationId="{1FBF3EA9-7D6B-842C-4F82-70C2A7AA3273}"/>
          </ac:grpSpMkLst>
        </pc:grpChg>
        <pc:grpChg chg="add mod">
          <ac:chgData name="Aron Michael" userId="a6335a5c-3af6-488f-9ef1-dea14714a451" providerId="ADAL" clId="{18DF314F-B1C7-43F2-A36B-D752E28B7034}" dt="2023-06-29T10:42:06.788" v="883" actId="1076"/>
          <ac:grpSpMkLst>
            <pc:docMk/>
            <pc:sldMk cId="3759605890" sldId="479"/>
            <ac:grpSpMk id="160" creationId="{84F09D4A-75FE-2119-7FDB-C00AAA195E89}"/>
          </ac:grpSpMkLst>
        </pc:grp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8" creationId="{13C3DF6B-42B4-B46E-AE90-8CF7D4484564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1" creationId="{B68157F9-7CC6-50D0-651B-C28A9F44856A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2" creationId="{B48844E7-2E60-65DD-3EBD-8515B7CC8BCD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3" creationId="{FBBFA9B8-B417-2010-5328-6934C6ED5579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5" creationId="{AC1189EF-C272-DC8D-064C-33A0E45A9CE5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6" creationId="{F2DF590E-7FA9-B7D2-1CCB-E098457B8D57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7" creationId="{658E5BC0-39B4-C94F-0D99-7EDDA520E7A3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8" creationId="{41CE6879-9033-8A5E-B8ED-2342063C0C52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20" creationId="{34921F4B-C671-3229-8697-A0B98E782EC9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22" creationId="{11AFD569-DB62-EE3B-55DA-FE01996601A3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23" creationId="{E22236D4-FDB9-2662-209A-2E23ABC0D733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24" creationId="{6E69139E-AC85-448D-2BFF-D6946D8CF262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25" creationId="{9BCB2773-1DEE-9DB4-C19D-220EADE414AF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26" creationId="{B2919B46-02CE-860A-2C5F-8A6C859CE5D0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27" creationId="{16201014-9BF6-BDDD-555A-693194151212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28" creationId="{4C20A7C5-3C6B-69C9-37A3-B52580EAC4ED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29" creationId="{F9293EB4-4703-1AA0-1FD6-E207A95585B1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30" creationId="{DECB172E-97D4-0FE2-1FD4-1D997508968E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32" creationId="{3B6CDA49-61A6-14FB-78C5-B301F9CCABD7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33" creationId="{149A20BD-DB4C-62D2-3544-2FA9F6350169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34" creationId="{4C62C363-AB89-9A36-39F4-A2688C87EA57}"/>
          </ac:inkMkLst>
        </pc:inkChg>
        <pc:inkChg chg="add mod">
          <ac:chgData name="Aron Michael" userId="a6335a5c-3af6-488f-9ef1-dea14714a451" providerId="ADAL" clId="{18DF314F-B1C7-43F2-A36B-D752E28B7034}" dt="2023-06-29T10:42:06.788" v="883" actId="1076"/>
          <ac:inkMkLst>
            <pc:docMk/>
            <pc:sldMk cId="3759605890" sldId="479"/>
            <ac:inkMk id="35" creationId="{D4855E47-9F34-8674-3B0A-9D63C459A593}"/>
          </ac:inkMkLst>
        </pc:inkChg>
        <pc:inkChg chg="add mod">
          <ac:chgData name="Aron Michael" userId="a6335a5c-3af6-488f-9ef1-dea14714a451" providerId="ADAL" clId="{18DF314F-B1C7-43F2-A36B-D752E28B7034}" dt="2023-06-29T10:42:06.788" v="883" actId="1076"/>
          <ac:inkMkLst>
            <pc:docMk/>
            <pc:sldMk cId="3759605890" sldId="479"/>
            <ac:inkMk id="36" creationId="{23EEF0DD-DB18-73D4-7B06-807E95A793BC}"/>
          </ac:inkMkLst>
        </pc:inkChg>
        <pc:inkChg chg="add mod">
          <ac:chgData name="Aron Michael" userId="a6335a5c-3af6-488f-9ef1-dea14714a451" providerId="ADAL" clId="{18DF314F-B1C7-43F2-A36B-D752E28B7034}" dt="2023-06-29T10:42:06.788" v="883" actId="1076"/>
          <ac:inkMkLst>
            <pc:docMk/>
            <pc:sldMk cId="3759605890" sldId="479"/>
            <ac:inkMk id="37" creationId="{BE4E85D6-B6D1-D3C1-A985-CAE3F8861B29}"/>
          </ac:inkMkLst>
        </pc:inkChg>
        <pc:inkChg chg="add mod">
          <ac:chgData name="Aron Michael" userId="a6335a5c-3af6-488f-9ef1-dea14714a451" providerId="ADAL" clId="{18DF314F-B1C7-43F2-A36B-D752E28B7034}" dt="2023-06-29T10:42:06.788" v="883" actId="1076"/>
          <ac:inkMkLst>
            <pc:docMk/>
            <pc:sldMk cId="3759605890" sldId="479"/>
            <ac:inkMk id="38" creationId="{C5496C0A-D52B-7D00-6C1D-D7F08CB085EF}"/>
          </ac:inkMkLst>
        </pc:inkChg>
        <pc:inkChg chg="add mod">
          <ac:chgData name="Aron Michael" userId="a6335a5c-3af6-488f-9ef1-dea14714a451" providerId="ADAL" clId="{18DF314F-B1C7-43F2-A36B-D752E28B7034}" dt="2023-06-29T10:42:06.788" v="883" actId="1076"/>
          <ac:inkMkLst>
            <pc:docMk/>
            <pc:sldMk cId="3759605890" sldId="479"/>
            <ac:inkMk id="39" creationId="{1FB123A0-4687-0578-0B8A-E818979025C6}"/>
          </ac:inkMkLst>
        </pc:inkChg>
        <pc:inkChg chg="add mod">
          <ac:chgData name="Aron Michael" userId="a6335a5c-3af6-488f-9ef1-dea14714a451" providerId="ADAL" clId="{18DF314F-B1C7-43F2-A36B-D752E28B7034}" dt="2023-06-29T10:42:06.788" v="883" actId="1076"/>
          <ac:inkMkLst>
            <pc:docMk/>
            <pc:sldMk cId="3759605890" sldId="479"/>
            <ac:inkMk id="40" creationId="{01E99B8D-F240-C56B-02B7-23A9C44E88E9}"/>
          </ac:inkMkLst>
        </pc:inkChg>
        <pc:inkChg chg="add mod">
          <ac:chgData name="Aron Michael" userId="a6335a5c-3af6-488f-9ef1-dea14714a451" providerId="ADAL" clId="{18DF314F-B1C7-43F2-A36B-D752E28B7034}" dt="2023-06-29T10:42:06.788" v="883" actId="1076"/>
          <ac:inkMkLst>
            <pc:docMk/>
            <pc:sldMk cId="3759605890" sldId="479"/>
            <ac:inkMk id="41" creationId="{34CA40BC-EC87-09AE-F9F2-F62D5E24DD15}"/>
          </ac:inkMkLst>
        </pc:inkChg>
        <pc:inkChg chg="add mod">
          <ac:chgData name="Aron Michael" userId="a6335a5c-3af6-488f-9ef1-dea14714a451" providerId="ADAL" clId="{18DF314F-B1C7-43F2-A36B-D752E28B7034}" dt="2023-06-29T10:42:06.788" v="883" actId="1076"/>
          <ac:inkMkLst>
            <pc:docMk/>
            <pc:sldMk cId="3759605890" sldId="479"/>
            <ac:inkMk id="42" creationId="{CF7826C2-D0E0-4568-CFD2-B1D4457BDF57}"/>
          </ac:inkMkLst>
        </pc:inkChg>
        <pc:inkChg chg="add mod">
          <ac:chgData name="Aron Michael" userId="a6335a5c-3af6-488f-9ef1-dea14714a451" providerId="ADAL" clId="{18DF314F-B1C7-43F2-A36B-D752E28B7034}" dt="2023-06-29T10:42:06.788" v="883" actId="1076"/>
          <ac:inkMkLst>
            <pc:docMk/>
            <pc:sldMk cId="3759605890" sldId="479"/>
            <ac:inkMk id="43" creationId="{AF947743-B2BF-5759-7C2A-CB19D5C4B64F}"/>
          </ac:inkMkLst>
        </pc:inkChg>
        <pc:inkChg chg="add mod">
          <ac:chgData name="Aron Michael" userId="a6335a5c-3af6-488f-9ef1-dea14714a451" providerId="ADAL" clId="{18DF314F-B1C7-43F2-A36B-D752E28B7034}" dt="2023-06-29T10:42:06.788" v="883" actId="1076"/>
          <ac:inkMkLst>
            <pc:docMk/>
            <pc:sldMk cId="3759605890" sldId="479"/>
            <ac:inkMk id="44" creationId="{E99AE303-0F03-D92D-D378-03A40ACC58F8}"/>
          </ac:inkMkLst>
        </pc:inkChg>
        <pc:inkChg chg="add mod">
          <ac:chgData name="Aron Michael" userId="a6335a5c-3af6-488f-9ef1-dea14714a451" providerId="ADAL" clId="{18DF314F-B1C7-43F2-A36B-D752E28B7034}" dt="2023-06-29T10:42:06.788" v="883" actId="1076"/>
          <ac:inkMkLst>
            <pc:docMk/>
            <pc:sldMk cId="3759605890" sldId="479"/>
            <ac:inkMk id="45" creationId="{A54A67EA-CFDA-61A3-692F-BF5B1443E864}"/>
          </ac:inkMkLst>
        </pc:inkChg>
        <pc:inkChg chg="add mod">
          <ac:chgData name="Aron Michael" userId="a6335a5c-3af6-488f-9ef1-dea14714a451" providerId="ADAL" clId="{18DF314F-B1C7-43F2-A36B-D752E28B7034}" dt="2023-06-29T10:42:06.788" v="883" actId="1076"/>
          <ac:inkMkLst>
            <pc:docMk/>
            <pc:sldMk cId="3759605890" sldId="479"/>
            <ac:inkMk id="46" creationId="{DC7FA31E-8DF7-1232-ABB6-4B00EC59AA31}"/>
          </ac:inkMkLst>
        </pc:inkChg>
        <pc:inkChg chg="add mod">
          <ac:chgData name="Aron Michael" userId="a6335a5c-3af6-488f-9ef1-dea14714a451" providerId="ADAL" clId="{18DF314F-B1C7-43F2-A36B-D752E28B7034}" dt="2023-06-29T10:42:06.788" v="883" actId="1076"/>
          <ac:inkMkLst>
            <pc:docMk/>
            <pc:sldMk cId="3759605890" sldId="479"/>
            <ac:inkMk id="47" creationId="{7A92BE55-5511-83B9-7774-3C97149DC9E3}"/>
          </ac:inkMkLst>
        </pc:inkChg>
        <pc:inkChg chg="add mod">
          <ac:chgData name="Aron Michael" userId="a6335a5c-3af6-488f-9ef1-dea14714a451" providerId="ADAL" clId="{18DF314F-B1C7-43F2-A36B-D752E28B7034}" dt="2023-06-29T10:42:06.788" v="883" actId="1076"/>
          <ac:inkMkLst>
            <pc:docMk/>
            <pc:sldMk cId="3759605890" sldId="479"/>
            <ac:inkMk id="48" creationId="{8D075107-2423-51B6-043A-A127FEB4C68B}"/>
          </ac:inkMkLst>
        </pc:inkChg>
        <pc:inkChg chg="add mod">
          <ac:chgData name="Aron Michael" userId="a6335a5c-3af6-488f-9ef1-dea14714a451" providerId="ADAL" clId="{18DF314F-B1C7-43F2-A36B-D752E28B7034}" dt="2023-06-29T10:42:06.788" v="883" actId="1076"/>
          <ac:inkMkLst>
            <pc:docMk/>
            <pc:sldMk cId="3759605890" sldId="479"/>
            <ac:inkMk id="49" creationId="{5644C74B-E72E-CFD9-381D-E654082E1B73}"/>
          </ac:inkMkLst>
        </pc:inkChg>
        <pc:inkChg chg="add mod">
          <ac:chgData name="Aron Michael" userId="a6335a5c-3af6-488f-9ef1-dea14714a451" providerId="ADAL" clId="{18DF314F-B1C7-43F2-A36B-D752E28B7034}" dt="2023-06-29T10:42:06.788" v="883" actId="1076"/>
          <ac:inkMkLst>
            <pc:docMk/>
            <pc:sldMk cId="3759605890" sldId="479"/>
            <ac:inkMk id="50" creationId="{22F8DC96-6569-853C-3B7F-17DEEB1FBCC2}"/>
          </ac:inkMkLst>
        </pc:inkChg>
        <pc:inkChg chg="add mod">
          <ac:chgData name="Aron Michael" userId="a6335a5c-3af6-488f-9ef1-dea14714a451" providerId="ADAL" clId="{18DF314F-B1C7-43F2-A36B-D752E28B7034}" dt="2023-06-29T10:42:06.788" v="883" actId="1076"/>
          <ac:inkMkLst>
            <pc:docMk/>
            <pc:sldMk cId="3759605890" sldId="479"/>
            <ac:inkMk id="51" creationId="{616BA432-4E40-20E4-CDC9-AC59A0C76786}"/>
          </ac:inkMkLst>
        </pc:inkChg>
        <pc:inkChg chg="add mod">
          <ac:chgData name="Aron Michael" userId="a6335a5c-3af6-488f-9ef1-dea14714a451" providerId="ADAL" clId="{18DF314F-B1C7-43F2-A36B-D752E28B7034}" dt="2023-06-29T10:42:06.788" v="883" actId="1076"/>
          <ac:inkMkLst>
            <pc:docMk/>
            <pc:sldMk cId="3759605890" sldId="479"/>
            <ac:inkMk id="52" creationId="{12CB5568-99A7-58B1-9019-4955D77392AE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54" creationId="{1478C76E-E448-2CA8-6B7E-08D82C487CB5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55" creationId="{DB94B250-B15C-CE5B-9D32-F940EE5076F2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56" creationId="{42A9AD48-0278-5E6D-A357-B28E269E19FD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57" creationId="{5D0AC2F7-191C-7413-DE38-DDCC910CAF6E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58" creationId="{6FF456C2-0F14-C871-06D8-E50E981A9144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59" creationId="{8B11BF7A-AA6D-9CF3-018A-75E7550C4D7D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60" creationId="{64B92476-CD8E-7F36-8356-4AF0FBE6D78D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61" creationId="{31E6580B-A852-9B31-37C7-7D809A6F4F21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62" creationId="{B7F99E71-E734-9656-EBD8-E22D0F4BDD94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63" creationId="{BF8773E9-4DD3-CB8F-C842-8483848151B2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64" creationId="{27C72DCA-4E9A-F84D-610E-04D37D7B26DB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65" creationId="{9E8442A3-A729-3C7A-E340-F9CBFAFBBA20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66" creationId="{86E41B2C-D638-3A98-43EF-A36EA63F27FC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67" creationId="{B849BE37-5107-CA62-155F-338DFE8DADAB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68" creationId="{E41057E2-1DDA-FCD3-DAF1-B30344A8D819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69" creationId="{C0D8A637-8E29-C5DE-1775-8118D4416B7C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70" creationId="{B8878899-C934-5B05-0FBD-E9F266059A4C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71" creationId="{A6F942F9-42DC-7CAD-42BD-EE3A1A965610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72" creationId="{8222D5C8-6DDE-0BAB-2F8C-41DF580587E6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73" creationId="{B9559C70-D8C3-958D-9879-01574C8A4937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74" creationId="{B260ABFE-0DB6-A6AF-41B1-FDFB691945BB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75" creationId="{2465C6DF-4FE6-262D-0EF6-625CD41AA052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76" creationId="{A5EC7DF9-5AAC-DE14-DF8D-9EF2E7D5F17C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77" creationId="{CA034DED-72A7-E1AE-5652-7629E2C7D37A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78" creationId="{1A3405EE-1618-6666-5407-E879E0710963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79" creationId="{D7DABD91-17C2-B0F0-9DCE-4D6BE45F3D22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80" creationId="{4CF97940-2405-5EA4-F2B6-F192CB1515B9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81" creationId="{E5847714-723B-6ABF-D955-D7922A26800B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82" creationId="{AECAAB5A-4ADA-A7CD-35A6-34B75CDCA9A6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83" creationId="{38B90406-AC3A-1B81-E18C-6A00DFB87F3D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84" creationId="{03164EC9-5545-8F40-683F-88AFB71D1144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85" creationId="{38874FCC-A94D-41C4-959A-00E751E09393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86" creationId="{FC140A04-BDA8-E64D-FC0D-509B7EE16472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87" creationId="{6E9CF3B9-B4A1-3498-B8C0-5F27720D89E8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88" creationId="{01444882-199B-5D84-E1A4-BE7259C63C9D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89" creationId="{A52C3380-EA60-B690-CA82-19C38B250500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90" creationId="{3DC70FC8-F77C-2021-456E-6E13AE808246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91" creationId="{84A1ABBC-46FA-11EE-0833-A1FF9C55FB9E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92" creationId="{D8EE2E78-0DEB-BBB6-C193-25FA98739DA9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93" creationId="{2FA755ED-2A40-F686-5858-5B002893C781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94" creationId="{7D1472E2-6076-C72D-7128-B00BC55A3C3F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95" creationId="{BE7AF90C-4261-B1F6-F11E-21CFE399180E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96" creationId="{8A2F0511-C32C-E4E3-4D27-0111270185F5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97" creationId="{0D5F3435-8A9B-209B-7A0B-41FAC5550B99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98" creationId="{996AA24A-1252-12D6-AF1F-DEBD239652E0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99" creationId="{E7FCE5EE-F272-52A5-B81C-E6FBC945DD85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00" creationId="{1A99B5D4-DFD9-36CE-145B-BB3DC76BBBAF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01" creationId="{E6EA2955-377C-838B-BFF6-87C701C0BFEE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02" creationId="{9359B148-211B-C3F4-709D-290F27CA6E30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03" creationId="{D039C2AE-4CFC-BB8C-B92D-0F2BC8FB78BC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04" creationId="{F03AA090-793E-63C2-C119-76DE507875AE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05" creationId="{AB6D5C51-B168-C67B-641D-456085382603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06" creationId="{8CBBCDCD-5677-2552-036E-F961C4BBBD8A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07" creationId="{637943F4-60F1-9464-4483-F4103FFF5F36}"/>
          </ac:inkMkLst>
        </pc:inkChg>
        <pc:inkChg chg="add mod">
          <ac:chgData name="Aron Michael" userId="a6335a5c-3af6-488f-9ef1-dea14714a451" providerId="ADAL" clId="{18DF314F-B1C7-43F2-A36B-D752E28B7034}" dt="2023-06-29T10:42:06.788" v="883" actId="1076"/>
          <ac:inkMkLst>
            <pc:docMk/>
            <pc:sldMk cId="3759605890" sldId="479"/>
            <ac:inkMk id="108" creationId="{D04584D7-741B-9499-433F-39524E51C2F9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10" creationId="{5697A19E-CC6A-D3E9-3D2C-907EF3BC6EFA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11" creationId="{48791775-E382-B833-E5DF-5BCA3F8D0A01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13" creationId="{8CD6ACBC-C837-D409-7C5F-40E90A3438FA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14" creationId="{D277A7D9-5E58-1F40-09A9-1DED9353372F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15" creationId="{A43F4756-F711-0BE2-976F-483472776801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17" creationId="{FC31E7AB-A19E-F281-3DC8-1462834D11FB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18" creationId="{E37C7422-0B1D-7FA4-4BD0-466165310F02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19" creationId="{C2A7E1B8-E6CA-6E8D-0A83-99484AFA5388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20" creationId="{51974A65-B99A-7B02-BDA5-AF10166401CC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21" creationId="{51CB12E5-09FE-E591-CC24-D10065BE3758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23" creationId="{0086A3C2-707A-E32F-DB0E-6D0204206757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24" creationId="{7715DB2A-CE34-D3EB-16B0-7F862FB102CC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25" creationId="{597337C5-037B-8100-7E19-F3C85237FC68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26" creationId="{92B999FE-CBBD-F41E-FF0B-7AB8FF19AA5E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27" creationId="{03500488-E768-6D37-C7BC-B5319402DEB8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28" creationId="{426D3864-C5F0-6BEC-FFA6-34662622C3CA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29" creationId="{F4A121BF-AC8B-E5A7-DE8F-7600A5F05AE3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30" creationId="{7240D141-25B6-20ED-B65F-928980582159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32" creationId="{BDB81CE4-827F-0BE2-993E-AEA0F2D6AF96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33" creationId="{132CE91B-5FBB-1515-12AB-D5994403B071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34" creationId="{5BE86E4A-2C61-8DB3-BFF5-FB3631FF7679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35" creationId="{33DF555B-DBCB-AF74-945E-29F9F5DDE934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36" creationId="{84ABBA1B-26E2-2844-EE1C-B22C33C626CF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37" creationId="{03A8F443-6ACE-18FF-901C-2E6A7E07ED3A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38" creationId="{D1267A48-6D76-A367-88DE-EE76698B3E33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39" creationId="{EAEC6E7C-F0FB-5831-3D09-225135657B28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41" creationId="{87C93747-FABF-5C2E-6539-CC8B23D27733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42" creationId="{614EC562-9C4E-5A27-75C5-0061673162CD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43" creationId="{58EA74B6-E83D-5D46-D224-0303E18BB914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44" creationId="{05D75035-61D5-EE22-CB2B-34F1D1085BD9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45" creationId="{4AD9317F-B486-980D-427D-FD2956D7B471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46" creationId="{BF420713-9807-BED1-0E52-0653AA7C6C83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47" creationId="{28C0C575-06FB-AC15-06DA-9DCCE7BDFAEB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49" creationId="{35589BA0-1AAC-7B27-BDBD-74859F7566F8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50" creationId="{C7760BE4-8093-132A-6071-988CBC30FEF5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51" creationId="{08717CDB-F341-03CE-FBFB-188BAF4DE72C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52" creationId="{43A0853E-6A6B-DEF7-8ED9-0FFEC2AC366A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53" creationId="{2DF558FD-AA46-7B22-EAD3-CB59333C127A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54" creationId="{E63158BA-E0EB-2FAF-D61A-45997670DF20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56" creationId="{E623919F-A8F2-594F-3FA7-46E14E74A8AE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57" creationId="{A8EC3B56-0F62-9DCA-901A-9DA21C740EC4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58" creationId="{AFB81F9C-CC46-5621-E9B7-20A8B73C142F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59" creationId="{1D725A75-85FC-7E09-FB7B-04A62D32D378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61" creationId="{A3236A52-2D06-04FC-33F6-313BA24647D6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62" creationId="{28BA705E-E458-679F-0F35-4FB3ECAFCA8B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63" creationId="{A8CAC64D-F67F-181D-035A-B398B31E0EBB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64" creationId="{78BF4FE9-66F8-5A0D-FE09-BB55DBB24072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65" creationId="{897AC9B7-6786-6340-17EF-3EC588F3F78D}"/>
          </ac:inkMkLst>
        </pc:inkChg>
        <pc:inkChg chg="mod">
          <ac:chgData name="Aron Michael" userId="a6335a5c-3af6-488f-9ef1-dea14714a451" providerId="ADAL" clId="{18DF314F-B1C7-43F2-A36B-D752E28B7034}" dt="2023-06-29T10:42:00.296" v="882"/>
          <ac:inkMkLst>
            <pc:docMk/>
            <pc:sldMk cId="3759605890" sldId="479"/>
            <ac:inkMk id="166" creationId="{E70685D3-7FCD-65B1-0BE0-40A58FF218E5}"/>
          </ac:inkMkLst>
        </pc:inkChg>
      </pc:sldChg>
      <pc:sldChg chg="delSp modSp add mod">
        <pc:chgData name="Aron Michael" userId="a6335a5c-3af6-488f-9ef1-dea14714a451" providerId="ADAL" clId="{18DF314F-B1C7-43F2-A36B-D752E28B7034}" dt="2023-06-29T10:45:24.775" v="901" actId="5793"/>
        <pc:sldMkLst>
          <pc:docMk/>
          <pc:sldMk cId="882862006" sldId="480"/>
        </pc:sldMkLst>
        <pc:spChg chg="mod">
          <ac:chgData name="Aron Michael" userId="a6335a5c-3af6-488f-9ef1-dea14714a451" providerId="ADAL" clId="{18DF314F-B1C7-43F2-A36B-D752E28B7034}" dt="2023-06-29T10:45:24.775" v="901" actId="5793"/>
          <ac:spMkLst>
            <pc:docMk/>
            <pc:sldMk cId="882862006" sldId="480"/>
            <ac:spMk id="19" creationId="{BEC021D9-EDA7-3A58-CB97-32F406713A00}"/>
          </ac:spMkLst>
        </pc:spChg>
        <pc:grpChg chg="del">
          <ac:chgData name="Aron Michael" userId="a6335a5c-3af6-488f-9ef1-dea14714a451" providerId="ADAL" clId="{18DF314F-B1C7-43F2-A36B-D752E28B7034}" dt="2023-06-29T10:44:50.587" v="887" actId="478"/>
          <ac:grpSpMkLst>
            <pc:docMk/>
            <pc:sldMk cId="882862006" sldId="480"/>
            <ac:grpSpMk id="21" creationId="{3A1B9177-C73D-2460-DC78-088B93C2CD2F}"/>
          </ac:grpSpMkLst>
        </pc:grpChg>
        <pc:grpChg chg="del">
          <ac:chgData name="Aron Michael" userId="a6335a5c-3af6-488f-9ef1-dea14714a451" providerId="ADAL" clId="{18DF314F-B1C7-43F2-A36B-D752E28B7034}" dt="2023-06-29T10:45:11.909" v="890" actId="478"/>
          <ac:grpSpMkLst>
            <pc:docMk/>
            <pc:sldMk cId="882862006" sldId="480"/>
            <ac:grpSpMk id="31" creationId="{3F2F73EE-7C24-640D-85A3-24B2DA9691F3}"/>
          </ac:grpSpMkLst>
        </pc:grpChg>
        <pc:grpChg chg="del">
          <ac:chgData name="Aron Michael" userId="a6335a5c-3af6-488f-9ef1-dea14714a451" providerId="ADAL" clId="{18DF314F-B1C7-43F2-A36B-D752E28B7034}" dt="2023-06-29T10:44:18.797" v="886" actId="478"/>
          <ac:grpSpMkLst>
            <pc:docMk/>
            <pc:sldMk cId="882862006" sldId="480"/>
            <ac:grpSpMk id="53" creationId="{F301D55B-8A25-DABA-05EA-C635CABE9DC9}"/>
          </ac:grpSpMkLst>
        </pc:grpChg>
        <pc:grpChg chg="del">
          <ac:chgData name="Aron Michael" userId="a6335a5c-3af6-488f-9ef1-dea14714a451" providerId="ADAL" clId="{18DF314F-B1C7-43F2-A36B-D752E28B7034}" dt="2023-06-29T10:45:08.850" v="889" actId="478"/>
          <ac:grpSpMkLst>
            <pc:docMk/>
            <pc:sldMk cId="882862006" sldId="480"/>
            <ac:grpSpMk id="109" creationId="{45807408-54C1-280F-92B3-4E4B4E73682C}"/>
          </ac:grpSpMkLst>
        </pc:grpChg>
        <pc:grpChg chg="del">
          <ac:chgData name="Aron Michael" userId="a6335a5c-3af6-488f-9ef1-dea14714a451" providerId="ADAL" clId="{18DF314F-B1C7-43F2-A36B-D752E28B7034}" dt="2023-06-29T10:45:08.850" v="889" actId="478"/>
          <ac:grpSpMkLst>
            <pc:docMk/>
            <pc:sldMk cId="882862006" sldId="480"/>
            <ac:grpSpMk id="112" creationId="{323DFA6C-111E-4E84-F2FB-67DA4F7A83C2}"/>
          </ac:grpSpMkLst>
        </pc:grpChg>
        <pc:grpChg chg="del">
          <ac:chgData name="Aron Michael" userId="a6335a5c-3af6-488f-9ef1-dea14714a451" providerId="ADAL" clId="{18DF314F-B1C7-43F2-A36B-D752E28B7034}" dt="2023-06-29T10:45:14.210" v="891" actId="478"/>
          <ac:grpSpMkLst>
            <pc:docMk/>
            <pc:sldMk cId="882862006" sldId="480"/>
            <ac:grpSpMk id="116" creationId="{2364385C-6E25-9F7A-4D7E-92A47EC3A0ED}"/>
          </ac:grpSpMkLst>
        </pc:grpChg>
        <pc:grpChg chg="del">
          <ac:chgData name="Aron Michael" userId="a6335a5c-3af6-488f-9ef1-dea14714a451" providerId="ADAL" clId="{18DF314F-B1C7-43F2-A36B-D752E28B7034}" dt="2023-06-29T10:45:08.850" v="889" actId="478"/>
          <ac:grpSpMkLst>
            <pc:docMk/>
            <pc:sldMk cId="882862006" sldId="480"/>
            <ac:grpSpMk id="122" creationId="{282282C9-10A0-309E-3DF1-E3888774ACE7}"/>
          </ac:grpSpMkLst>
        </pc:grpChg>
        <pc:grpChg chg="del">
          <ac:chgData name="Aron Michael" userId="a6335a5c-3af6-488f-9ef1-dea14714a451" providerId="ADAL" clId="{18DF314F-B1C7-43F2-A36B-D752E28B7034}" dt="2023-06-29T10:45:08.850" v="889" actId="478"/>
          <ac:grpSpMkLst>
            <pc:docMk/>
            <pc:sldMk cId="882862006" sldId="480"/>
            <ac:grpSpMk id="131" creationId="{9C16CCED-246D-B360-5A27-247E141A29B9}"/>
          </ac:grpSpMkLst>
        </pc:grpChg>
        <pc:grpChg chg="del">
          <ac:chgData name="Aron Michael" userId="a6335a5c-3af6-488f-9ef1-dea14714a451" providerId="ADAL" clId="{18DF314F-B1C7-43F2-A36B-D752E28B7034}" dt="2023-06-29T10:45:08.850" v="889" actId="478"/>
          <ac:grpSpMkLst>
            <pc:docMk/>
            <pc:sldMk cId="882862006" sldId="480"/>
            <ac:grpSpMk id="140" creationId="{9CF5F961-71CD-E5E0-C83B-0B2575104C9C}"/>
          </ac:grpSpMkLst>
        </pc:grpChg>
        <pc:grpChg chg="del">
          <ac:chgData name="Aron Michael" userId="a6335a5c-3af6-488f-9ef1-dea14714a451" providerId="ADAL" clId="{18DF314F-B1C7-43F2-A36B-D752E28B7034}" dt="2023-06-29T10:45:08.850" v="889" actId="478"/>
          <ac:grpSpMkLst>
            <pc:docMk/>
            <pc:sldMk cId="882862006" sldId="480"/>
            <ac:grpSpMk id="148" creationId="{F65DFBBE-65EF-7BB1-7033-0632765EDEEF}"/>
          </ac:grpSpMkLst>
        </pc:grpChg>
        <pc:grpChg chg="del">
          <ac:chgData name="Aron Michael" userId="a6335a5c-3af6-488f-9ef1-dea14714a451" providerId="ADAL" clId="{18DF314F-B1C7-43F2-A36B-D752E28B7034}" dt="2023-06-29T10:45:08.850" v="889" actId="478"/>
          <ac:grpSpMkLst>
            <pc:docMk/>
            <pc:sldMk cId="882862006" sldId="480"/>
            <ac:grpSpMk id="155" creationId="{1FBF3EA9-7D6B-842C-4F82-70C2A7AA3273}"/>
          </ac:grpSpMkLst>
        </pc:grpChg>
        <pc:grpChg chg="del">
          <ac:chgData name="Aron Michael" userId="a6335a5c-3af6-488f-9ef1-dea14714a451" providerId="ADAL" clId="{18DF314F-B1C7-43F2-A36B-D752E28B7034}" dt="2023-06-29T10:45:08.850" v="889" actId="478"/>
          <ac:grpSpMkLst>
            <pc:docMk/>
            <pc:sldMk cId="882862006" sldId="480"/>
            <ac:grpSpMk id="160" creationId="{84F09D4A-75FE-2119-7FDB-C00AAA195E89}"/>
          </ac:grpSpMkLst>
        </pc:grp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9" creationId="{674B1B13-9972-17A3-0E0E-63729150E8D7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10" creationId="{0DE22B32-E3A2-CD84-3F51-D4F5B3222C9D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35" creationId="{D4855E47-9F34-8674-3B0A-9D63C459A593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36" creationId="{23EEF0DD-DB18-73D4-7B06-807E95A793BC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37" creationId="{BE4E85D6-B6D1-D3C1-A985-CAE3F8861B29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38" creationId="{C5496C0A-D52B-7D00-6C1D-D7F08CB085EF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39" creationId="{1FB123A0-4687-0578-0B8A-E818979025C6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40" creationId="{01E99B8D-F240-C56B-02B7-23A9C44E88E9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41" creationId="{34CA40BC-EC87-09AE-F9F2-F62D5E24DD15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42" creationId="{CF7826C2-D0E0-4568-CFD2-B1D4457BDF57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43" creationId="{AF947743-B2BF-5759-7C2A-CB19D5C4B64F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44" creationId="{E99AE303-0F03-D92D-D378-03A40ACC58F8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45" creationId="{A54A67EA-CFDA-61A3-692F-BF5B1443E864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46" creationId="{DC7FA31E-8DF7-1232-ABB6-4B00EC59AA31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47" creationId="{7A92BE55-5511-83B9-7774-3C97149DC9E3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48" creationId="{8D075107-2423-51B6-043A-A127FEB4C68B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49" creationId="{5644C74B-E72E-CFD9-381D-E654082E1B73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50" creationId="{22F8DC96-6569-853C-3B7F-17DEEB1FBCC2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51" creationId="{616BA432-4E40-20E4-CDC9-AC59A0C76786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52" creationId="{12CB5568-99A7-58B1-9019-4955D77392AE}"/>
          </ac:inkMkLst>
        </pc:inkChg>
        <pc:inkChg chg="del">
          <ac:chgData name="Aron Michael" userId="a6335a5c-3af6-488f-9ef1-dea14714a451" providerId="ADAL" clId="{18DF314F-B1C7-43F2-A36B-D752E28B7034}" dt="2023-06-29T10:45:08.850" v="889" actId="478"/>
          <ac:inkMkLst>
            <pc:docMk/>
            <pc:sldMk cId="882862006" sldId="480"/>
            <ac:inkMk id="108" creationId="{D04584D7-741B-9499-433F-39524E51C2F9}"/>
          </ac:inkMkLst>
        </pc:inkChg>
      </pc:sldChg>
      <pc:sldChg chg="add">
        <pc:chgData name="Aron Michael" userId="a6335a5c-3af6-488f-9ef1-dea14714a451" providerId="ADAL" clId="{18DF314F-B1C7-43F2-A36B-D752E28B7034}" dt="2023-06-29T10:45:31.304" v="902"/>
        <pc:sldMkLst>
          <pc:docMk/>
          <pc:sldMk cId="1870630076" sldId="481"/>
        </pc:sldMkLst>
      </pc:sldChg>
      <pc:sldChg chg="add">
        <pc:chgData name="Aron Michael" userId="a6335a5c-3af6-488f-9ef1-dea14714a451" providerId="ADAL" clId="{18DF314F-B1C7-43F2-A36B-D752E28B7034}" dt="2023-06-29T10:46:14.846" v="903"/>
        <pc:sldMkLst>
          <pc:docMk/>
          <pc:sldMk cId="2935419341" sldId="482"/>
        </pc:sldMkLst>
      </pc:sldChg>
      <pc:sldChg chg="addSp modSp add mod">
        <pc:chgData name="Aron Michael" userId="a6335a5c-3af6-488f-9ef1-dea14714a451" providerId="ADAL" clId="{18DF314F-B1C7-43F2-A36B-D752E28B7034}" dt="2023-06-29T10:53:39.747" v="1087" actId="1038"/>
        <pc:sldMkLst>
          <pc:docMk/>
          <pc:sldMk cId="3292524254" sldId="483"/>
        </pc:sldMkLst>
        <pc:spChg chg="mod">
          <ac:chgData name="Aron Michael" userId="a6335a5c-3af6-488f-9ef1-dea14714a451" providerId="ADAL" clId="{18DF314F-B1C7-43F2-A36B-D752E28B7034}" dt="2023-06-29T10:46:56.532" v="913" actId="20577"/>
          <ac:spMkLst>
            <pc:docMk/>
            <pc:sldMk cId="3292524254" sldId="483"/>
            <ac:spMk id="2" creationId="{00000000-0000-0000-0000-000000000000}"/>
          </ac:spMkLst>
        </pc:spChg>
        <pc:spChg chg="add mod">
          <ac:chgData name="Aron Michael" userId="a6335a5c-3af6-488f-9ef1-dea14714a451" providerId="ADAL" clId="{18DF314F-B1C7-43F2-A36B-D752E28B7034}" dt="2023-06-29T10:49:24.133" v="947" actId="114"/>
          <ac:spMkLst>
            <pc:docMk/>
            <pc:sldMk cId="3292524254" sldId="483"/>
            <ac:spMk id="3" creationId="{EF29571C-E214-3D18-2F16-8F142C4AE2B8}"/>
          </ac:spMkLst>
        </pc:spChg>
        <pc:spChg chg="add mod">
          <ac:chgData name="Aron Michael" userId="a6335a5c-3af6-488f-9ef1-dea14714a451" providerId="ADAL" clId="{18DF314F-B1C7-43F2-A36B-D752E28B7034}" dt="2023-06-29T10:53:39.747" v="1087" actId="1038"/>
          <ac:spMkLst>
            <pc:docMk/>
            <pc:sldMk cId="3292524254" sldId="483"/>
            <ac:spMk id="8" creationId="{0BF047E3-15B5-5E98-FA29-5F85107D2F8D}"/>
          </ac:spMkLst>
        </pc:spChg>
        <pc:spChg chg="add mod">
          <ac:chgData name="Aron Michael" userId="a6335a5c-3af6-488f-9ef1-dea14714a451" providerId="ADAL" clId="{18DF314F-B1C7-43F2-A36B-D752E28B7034}" dt="2023-06-29T10:53:21.640" v="1039" actId="1038"/>
          <ac:spMkLst>
            <pc:docMk/>
            <pc:sldMk cId="3292524254" sldId="483"/>
            <ac:spMk id="9" creationId="{77313172-AE1E-CF1C-9D8A-1BB71FDFA121}"/>
          </ac:spMkLst>
        </pc:spChg>
        <pc:spChg chg="add mod">
          <ac:chgData name="Aron Michael" userId="a6335a5c-3af6-488f-9ef1-dea14714a451" providerId="ADAL" clId="{18DF314F-B1C7-43F2-A36B-D752E28B7034}" dt="2023-06-29T10:53:31.185" v="1071" actId="1038"/>
          <ac:spMkLst>
            <pc:docMk/>
            <pc:sldMk cId="3292524254" sldId="483"/>
            <ac:spMk id="10" creationId="{23056934-DEBC-9E10-58D1-7E08B3C58662}"/>
          </ac:spMkLst>
        </pc:spChg>
        <pc:spChg chg="mod">
          <ac:chgData name="Aron Michael" userId="a6335a5c-3af6-488f-9ef1-dea14714a451" providerId="ADAL" clId="{18DF314F-B1C7-43F2-A36B-D752E28B7034}" dt="2023-06-29T10:53:03.540" v="1014" actId="255"/>
          <ac:spMkLst>
            <pc:docMk/>
            <pc:sldMk cId="3292524254" sldId="483"/>
            <ac:spMk id="19" creationId="{BEC021D9-EDA7-3A58-CB97-32F406713A00}"/>
          </ac:spMkLst>
        </pc:spChg>
      </pc:sldChg>
      <pc:sldChg chg="addSp delSp modSp add mod ord">
        <pc:chgData name="Aron Michael" userId="a6335a5c-3af6-488f-9ef1-dea14714a451" providerId="ADAL" clId="{18DF314F-B1C7-43F2-A36B-D752E28B7034}" dt="2023-06-29T13:48:09.363" v="1757" actId="20578"/>
        <pc:sldMkLst>
          <pc:docMk/>
          <pc:sldMk cId="867139439" sldId="484"/>
        </pc:sldMkLst>
        <pc:spChg chg="del">
          <ac:chgData name="Aron Michael" userId="a6335a5c-3af6-488f-9ef1-dea14714a451" providerId="ADAL" clId="{18DF314F-B1C7-43F2-A36B-D752E28B7034}" dt="2023-06-29T10:55:24.481" v="1089" actId="478"/>
          <ac:spMkLst>
            <pc:docMk/>
            <pc:sldMk cId="867139439" sldId="484"/>
            <ac:spMk id="3" creationId="{EF29571C-E214-3D18-2F16-8F142C4AE2B8}"/>
          </ac:spMkLst>
        </pc:spChg>
        <pc:spChg chg="del">
          <ac:chgData name="Aron Michael" userId="a6335a5c-3af6-488f-9ef1-dea14714a451" providerId="ADAL" clId="{18DF314F-B1C7-43F2-A36B-D752E28B7034}" dt="2023-06-29T10:55:33.070" v="1091" actId="478"/>
          <ac:spMkLst>
            <pc:docMk/>
            <pc:sldMk cId="867139439" sldId="484"/>
            <ac:spMk id="8" creationId="{0BF047E3-15B5-5E98-FA29-5F85107D2F8D}"/>
          </ac:spMkLst>
        </pc:spChg>
        <pc:spChg chg="del">
          <ac:chgData name="Aron Michael" userId="a6335a5c-3af6-488f-9ef1-dea14714a451" providerId="ADAL" clId="{18DF314F-B1C7-43F2-A36B-D752E28B7034}" dt="2023-06-29T10:55:33.070" v="1091" actId="478"/>
          <ac:spMkLst>
            <pc:docMk/>
            <pc:sldMk cId="867139439" sldId="484"/>
            <ac:spMk id="9" creationId="{77313172-AE1E-CF1C-9D8A-1BB71FDFA121}"/>
          </ac:spMkLst>
        </pc:spChg>
        <pc:spChg chg="del">
          <ac:chgData name="Aron Michael" userId="a6335a5c-3af6-488f-9ef1-dea14714a451" providerId="ADAL" clId="{18DF314F-B1C7-43F2-A36B-D752E28B7034}" dt="2023-06-29T10:55:33.070" v="1091" actId="478"/>
          <ac:spMkLst>
            <pc:docMk/>
            <pc:sldMk cId="867139439" sldId="484"/>
            <ac:spMk id="10" creationId="{23056934-DEBC-9E10-58D1-7E08B3C58662}"/>
          </ac:spMkLst>
        </pc:spChg>
        <pc:spChg chg="add del mod">
          <ac:chgData name="Aron Michael" userId="a6335a5c-3af6-488f-9ef1-dea14714a451" providerId="ADAL" clId="{18DF314F-B1C7-43F2-A36B-D752E28B7034}" dt="2023-06-29T10:59:41.611" v="1119" actId="478"/>
          <ac:spMkLst>
            <pc:docMk/>
            <pc:sldMk cId="867139439" sldId="484"/>
            <ac:spMk id="11" creationId="{149687C5-00C3-D573-D7F1-26B6E9C71D06}"/>
          </ac:spMkLst>
        </pc:spChg>
        <pc:spChg chg="add del mod">
          <ac:chgData name="Aron Michael" userId="a6335a5c-3af6-488f-9ef1-dea14714a451" providerId="ADAL" clId="{18DF314F-B1C7-43F2-A36B-D752E28B7034}" dt="2023-06-29T10:59:41.611" v="1119" actId="478"/>
          <ac:spMkLst>
            <pc:docMk/>
            <pc:sldMk cId="867139439" sldId="484"/>
            <ac:spMk id="12" creationId="{81D03D3E-8BE8-D3FA-4EE8-3666E2683031}"/>
          </ac:spMkLst>
        </pc:spChg>
        <pc:spChg chg="add del mod">
          <ac:chgData name="Aron Michael" userId="a6335a5c-3af6-488f-9ef1-dea14714a451" providerId="ADAL" clId="{18DF314F-B1C7-43F2-A36B-D752E28B7034}" dt="2023-06-29T10:57:26.387" v="1108" actId="478"/>
          <ac:spMkLst>
            <pc:docMk/>
            <pc:sldMk cId="867139439" sldId="484"/>
            <ac:spMk id="13" creationId="{898FCB82-20EB-10E5-3124-162F124C4F47}"/>
          </ac:spMkLst>
        </pc:spChg>
        <pc:spChg chg="add del mod">
          <ac:chgData name="Aron Michael" userId="a6335a5c-3af6-488f-9ef1-dea14714a451" providerId="ADAL" clId="{18DF314F-B1C7-43F2-A36B-D752E28B7034}" dt="2023-06-29T10:57:26.387" v="1108" actId="478"/>
          <ac:spMkLst>
            <pc:docMk/>
            <pc:sldMk cId="867139439" sldId="484"/>
            <ac:spMk id="15" creationId="{A8DBCE4B-9457-EF8E-3EA0-1EA9E8DF39B7}"/>
          </ac:spMkLst>
        </pc:spChg>
        <pc:spChg chg="add del mod">
          <ac:chgData name="Aron Michael" userId="a6335a5c-3af6-488f-9ef1-dea14714a451" providerId="ADAL" clId="{18DF314F-B1C7-43F2-A36B-D752E28B7034}" dt="2023-06-29T10:59:41.611" v="1119" actId="478"/>
          <ac:spMkLst>
            <pc:docMk/>
            <pc:sldMk cId="867139439" sldId="484"/>
            <ac:spMk id="16" creationId="{801F15D0-D49C-FA4A-138F-AF0725970E52}"/>
          </ac:spMkLst>
        </pc:spChg>
        <pc:spChg chg="add mod">
          <ac:chgData name="Aron Michael" userId="a6335a5c-3af6-488f-9ef1-dea14714a451" providerId="ADAL" clId="{18DF314F-B1C7-43F2-A36B-D752E28B7034}" dt="2023-06-29T11:02:34.163" v="1193" actId="114"/>
          <ac:spMkLst>
            <pc:docMk/>
            <pc:sldMk cId="867139439" sldId="484"/>
            <ac:spMk id="17" creationId="{0604F6AB-CC1E-8C27-E3CB-52D9575E1C15}"/>
          </ac:spMkLst>
        </pc:spChg>
        <pc:spChg chg="add mod">
          <ac:chgData name="Aron Michael" userId="a6335a5c-3af6-488f-9ef1-dea14714a451" providerId="ADAL" clId="{18DF314F-B1C7-43F2-A36B-D752E28B7034}" dt="2023-06-29T11:02:43.210" v="1194" actId="255"/>
          <ac:spMkLst>
            <pc:docMk/>
            <pc:sldMk cId="867139439" sldId="484"/>
            <ac:spMk id="18" creationId="{CB336030-DE85-1E87-A921-CFF4000E3876}"/>
          </ac:spMkLst>
        </pc:spChg>
        <pc:spChg chg="mod">
          <ac:chgData name="Aron Michael" userId="a6335a5c-3af6-488f-9ef1-dea14714a451" providerId="ADAL" clId="{18DF314F-B1C7-43F2-A36B-D752E28B7034}" dt="2023-06-29T10:56:42.977" v="1102" actId="5793"/>
          <ac:spMkLst>
            <pc:docMk/>
            <pc:sldMk cId="867139439" sldId="484"/>
            <ac:spMk id="19" creationId="{BEC021D9-EDA7-3A58-CB97-32F406713A00}"/>
          </ac:spMkLst>
        </pc:spChg>
        <pc:spChg chg="add mod">
          <ac:chgData name="Aron Michael" userId="a6335a5c-3af6-488f-9ef1-dea14714a451" providerId="ADAL" clId="{18DF314F-B1C7-43F2-A36B-D752E28B7034}" dt="2023-06-29T11:02:56.920" v="1196" actId="114"/>
          <ac:spMkLst>
            <pc:docMk/>
            <pc:sldMk cId="867139439" sldId="484"/>
            <ac:spMk id="20" creationId="{CFF61A92-1BC3-CC0A-31BE-614EE21652BC}"/>
          </ac:spMkLst>
        </pc:spChg>
      </pc:sldChg>
      <pc:sldChg chg="addSp delSp modSp add mod">
        <pc:chgData name="Aron Michael" userId="a6335a5c-3af6-488f-9ef1-dea14714a451" providerId="ADAL" clId="{18DF314F-B1C7-43F2-A36B-D752E28B7034}" dt="2023-06-29T11:05:49.166" v="1260" actId="1076"/>
        <pc:sldMkLst>
          <pc:docMk/>
          <pc:sldMk cId="1657686063" sldId="485"/>
        </pc:sldMkLst>
        <pc:spChg chg="mod">
          <ac:chgData name="Aron Michael" userId="a6335a5c-3af6-488f-9ef1-dea14714a451" providerId="ADAL" clId="{18DF314F-B1C7-43F2-A36B-D752E28B7034}" dt="2023-06-29T11:04:24.079" v="1249" actId="20577"/>
          <ac:spMkLst>
            <pc:docMk/>
            <pc:sldMk cId="1657686063" sldId="485"/>
            <ac:spMk id="2" creationId="{00000000-0000-0000-0000-000000000000}"/>
          </ac:spMkLst>
        </pc:spChg>
        <pc:spChg chg="del">
          <ac:chgData name="Aron Michael" userId="a6335a5c-3af6-488f-9ef1-dea14714a451" providerId="ADAL" clId="{18DF314F-B1C7-43F2-A36B-D752E28B7034}" dt="2023-06-29T11:04:34.188" v="1250" actId="478"/>
          <ac:spMkLst>
            <pc:docMk/>
            <pc:sldMk cId="1657686063" sldId="485"/>
            <ac:spMk id="17" creationId="{0604F6AB-CC1E-8C27-E3CB-52D9575E1C15}"/>
          </ac:spMkLst>
        </pc:spChg>
        <pc:spChg chg="del">
          <ac:chgData name="Aron Michael" userId="a6335a5c-3af6-488f-9ef1-dea14714a451" providerId="ADAL" clId="{18DF314F-B1C7-43F2-A36B-D752E28B7034}" dt="2023-06-29T11:04:34.188" v="1250" actId="478"/>
          <ac:spMkLst>
            <pc:docMk/>
            <pc:sldMk cId="1657686063" sldId="485"/>
            <ac:spMk id="18" creationId="{CB336030-DE85-1E87-A921-CFF4000E3876}"/>
          </ac:spMkLst>
        </pc:spChg>
        <pc:spChg chg="mod">
          <ac:chgData name="Aron Michael" userId="a6335a5c-3af6-488f-9ef1-dea14714a451" providerId="ADAL" clId="{18DF314F-B1C7-43F2-A36B-D752E28B7034}" dt="2023-06-29T11:05:43.628" v="1259" actId="12"/>
          <ac:spMkLst>
            <pc:docMk/>
            <pc:sldMk cId="1657686063" sldId="485"/>
            <ac:spMk id="19" creationId="{BEC021D9-EDA7-3A58-CB97-32F406713A00}"/>
          </ac:spMkLst>
        </pc:spChg>
        <pc:spChg chg="del">
          <ac:chgData name="Aron Michael" userId="a6335a5c-3af6-488f-9ef1-dea14714a451" providerId="ADAL" clId="{18DF314F-B1C7-43F2-A36B-D752E28B7034}" dt="2023-06-29T11:04:34.188" v="1250" actId="478"/>
          <ac:spMkLst>
            <pc:docMk/>
            <pc:sldMk cId="1657686063" sldId="485"/>
            <ac:spMk id="20" creationId="{CFF61A92-1BC3-CC0A-31BE-614EE21652BC}"/>
          </ac:spMkLst>
        </pc:spChg>
        <pc:picChg chg="add mod">
          <ac:chgData name="Aron Michael" userId="a6335a5c-3af6-488f-9ef1-dea14714a451" providerId="ADAL" clId="{18DF314F-B1C7-43F2-A36B-D752E28B7034}" dt="2023-06-29T11:05:49.166" v="1260" actId="1076"/>
          <ac:picMkLst>
            <pc:docMk/>
            <pc:sldMk cId="1657686063" sldId="485"/>
            <ac:picMk id="3" creationId="{03854F78-2466-0B5F-05E9-A6C7B789CAE7}"/>
          </ac:picMkLst>
        </pc:picChg>
      </pc:sldChg>
      <pc:sldChg chg="delSp modSp add mod">
        <pc:chgData name="Aron Michael" userId="a6335a5c-3af6-488f-9ef1-dea14714a451" providerId="ADAL" clId="{18DF314F-B1C7-43F2-A36B-D752E28B7034}" dt="2023-06-29T11:06:34.197" v="1263" actId="478"/>
        <pc:sldMkLst>
          <pc:docMk/>
          <pc:sldMk cId="2000273080" sldId="486"/>
        </pc:sldMkLst>
        <pc:spChg chg="mod">
          <ac:chgData name="Aron Michael" userId="a6335a5c-3af6-488f-9ef1-dea14714a451" providerId="ADAL" clId="{18DF314F-B1C7-43F2-A36B-D752E28B7034}" dt="2023-06-29T11:06:32.189" v="1262" actId="6549"/>
          <ac:spMkLst>
            <pc:docMk/>
            <pc:sldMk cId="2000273080" sldId="486"/>
            <ac:spMk id="19" creationId="{BEC021D9-EDA7-3A58-CB97-32F406713A00}"/>
          </ac:spMkLst>
        </pc:spChg>
        <pc:picChg chg="del">
          <ac:chgData name="Aron Michael" userId="a6335a5c-3af6-488f-9ef1-dea14714a451" providerId="ADAL" clId="{18DF314F-B1C7-43F2-A36B-D752E28B7034}" dt="2023-06-29T11:06:34.197" v="1263" actId="478"/>
          <ac:picMkLst>
            <pc:docMk/>
            <pc:sldMk cId="2000273080" sldId="486"/>
            <ac:picMk id="3" creationId="{03854F78-2466-0B5F-05E9-A6C7B789CAE7}"/>
          </ac:picMkLst>
        </pc:picChg>
      </pc:sldChg>
      <pc:sldChg chg="addSp delSp modSp add del mod">
        <pc:chgData name="Aron Michael" userId="a6335a5c-3af6-488f-9ef1-dea14714a451" providerId="ADAL" clId="{18DF314F-B1C7-43F2-A36B-D752E28B7034}" dt="2023-06-29T12:42:47.077" v="1427" actId="47"/>
        <pc:sldMkLst>
          <pc:docMk/>
          <pc:sldMk cId="184320666" sldId="487"/>
        </pc:sldMkLst>
        <pc:spChg chg="mod">
          <ac:chgData name="Aron Michael" userId="a6335a5c-3af6-488f-9ef1-dea14714a451" providerId="ADAL" clId="{18DF314F-B1C7-43F2-A36B-D752E28B7034}" dt="2023-06-29T12:17:39.527" v="1286" actId="14100"/>
          <ac:spMkLst>
            <pc:docMk/>
            <pc:sldMk cId="184320666" sldId="487"/>
            <ac:spMk id="8" creationId="{45F0B44D-26FA-7247-D49E-17AFE2241713}"/>
          </ac:spMkLst>
        </pc:spChg>
        <pc:spChg chg="mod">
          <ac:chgData name="Aron Michael" userId="a6335a5c-3af6-488f-9ef1-dea14714a451" providerId="ADAL" clId="{18DF314F-B1C7-43F2-A36B-D752E28B7034}" dt="2023-06-29T12:22:08.660" v="1292" actId="1076"/>
          <ac:spMkLst>
            <pc:docMk/>
            <pc:sldMk cId="184320666" sldId="487"/>
            <ac:spMk id="9" creationId="{414106DB-5F21-0B5B-FAA3-40C17894EA88}"/>
          </ac:spMkLst>
        </pc:spChg>
        <pc:spChg chg="add del mod">
          <ac:chgData name="Aron Michael" userId="a6335a5c-3af6-488f-9ef1-dea14714a451" providerId="ADAL" clId="{18DF314F-B1C7-43F2-A36B-D752E28B7034}" dt="2023-06-29T12:25:42.215" v="1374" actId="478"/>
          <ac:spMkLst>
            <pc:docMk/>
            <pc:sldMk cId="184320666" sldId="487"/>
            <ac:spMk id="11" creationId="{AC0A4F92-30A4-7DB2-6C9B-C08E60BF5680}"/>
          </ac:spMkLst>
        </pc:spChg>
        <pc:spChg chg="add del mod">
          <ac:chgData name="Aron Michael" userId="a6335a5c-3af6-488f-9ef1-dea14714a451" providerId="ADAL" clId="{18DF314F-B1C7-43F2-A36B-D752E28B7034}" dt="2023-06-29T12:26:30.940" v="1377" actId="1076"/>
          <ac:spMkLst>
            <pc:docMk/>
            <pc:sldMk cId="184320666" sldId="487"/>
            <ac:spMk id="19" creationId="{BEC021D9-EDA7-3A58-CB97-32F406713A00}"/>
          </ac:spMkLst>
        </pc:spChg>
        <pc:picChg chg="add del mod">
          <ac:chgData name="Aron Michael" userId="a6335a5c-3af6-488f-9ef1-dea14714a451" providerId="ADAL" clId="{18DF314F-B1C7-43F2-A36B-D752E28B7034}" dt="2023-06-29T12:22:03.709" v="1291" actId="478"/>
          <ac:picMkLst>
            <pc:docMk/>
            <pc:sldMk cId="184320666" sldId="487"/>
            <ac:picMk id="3" creationId="{CE29F6C1-0D25-752A-64B8-80CC9E0413CF}"/>
          </ac:picMkLst>
        </pc:picChg>
      </pc:sldChg>
      <pc:sldChg chg="addSp modSp add del mod">
        <pc:chgData name="Aron Michael" userId="a6335a5c-3af6-488f-9ef1-dea14714a451" providerId="ADAL" clId="{18DF314F-B1C7-43F2-A36B-D752E28B7034}" dt="2023-06-29T12:40:57.492" v="1426" actId="47"/>
        <pc:sldMkLst>
          <pc:docMk/>
          <pc:sldMk cId="1506818205" sldId="488"/>
        </pc:sldMkLst>
        <pc:spChg chg="mod">
          <ac:chgData name="Aron Michael" userId="a6335a5c-3af6-488f-9ef1-dea14714a451" providerId="ADAL" clId="{18DF314F-B1C7-43F2-A36B-D752E28B7034}" dt="2023-06-29T12:27:25.035" v="1379" actId="1076"/>
          <ac:spMkLst>
            <pc:docMk/>
            <pc:sldMk cId="1506818205" sldId="488"/>
            <ac:spMk id="8" creationId="{45F0B44D-26FA-7247-D49E-17AFE2241713}"/>
          </ac:spMkLst>
        </pc:spChg>
        <pc:spChg chg="mod">
          <ac:chgData name="Aron Michael" userId="a6335a5c-3af6-488f-9ef1-dea14714a451" providerId="ADAL" clId="{18DF314F-B1C7-43F2-A36B-D752E28B7034}" dt="2023-06-29T12:36:31.563" v="1411" actId="14100"/>
          <ac:spMkLst>
            <pc:docMk/>
            <pc:sldMk cId="1506818205" sldId="488"/>
            <ac:spMk id="9" creationId="{414106DB-5F21-0B5B-FAA3-40C17894EA88}"/>
          </ac:spMkLst>
        </pc:spChg>
        <pc:spChg chg="mod">
          <ac:chgData name="Aron Michael" userId="a6335a5c-3af6-488f-9ef1-dea14714a451" providerId="ADAL" clId="{18DF314F-B1C7-43F2-A36B-D752E28B7034}" dt="2023-06-29T12:37:20.625" v="1414" actId="255"/>
          <ac:spMkLst>
            <pc:docMk/>
            <pc:sldMk cId="1506818205" sldId="488"/>
            <ac:spMk id="10" creationId="{87C9BBAB-DF14-EC71-14AE-4C3DAB5B342B}"/>
          </ac:spMkLst>
        </pc:spChg>
        <pc:spChg chg="mod">
          <ac:chgData name="Aron Michael" userId="a6335a5c-3af6-488f-9ef1-dea14714a451" providerId="ADAL" clId="{18DF314F-B1C7-43F2-A36B-D752E28B7034}" dt="2023-06-29T12:37:32.903" v="1415" actId="255"/>
          <ac:spMkLst>
            <pc:docMk/>
            <pc:sldMk cId="1506818205" sldId="488"/>
            <ac:spMk id="11" creationId="{FD9EB2A2-C7F3-4AFE-C5D6-A1AF3D458797}"/>
          </ac:spMkLst>
        </pc:spChg>
        <pc:spChg chg="mod">
          <ac:chgData name="Aron Michael" userId="a6335a5c-3af6-488f-9ef1-dea14714a451" providerId="ADAL" clId="{18DF314F-B1C7-43F2-A36B-D752E28B7034}" dt="2023-06-29T12:28:43.005" v="1395" actId="5793"/>
          <ac:spMkLst>
            <pc:docMk/>
            <pc:sldMk cId="1506818205" sldId="488"/>
            <ac:spMk id="19" creationId="{BEC021D9-EDA7-3A58-CB97-32F406713A00}"/>
          </ac:spMkLst>
        </pc:spChg>
        <pc:picChg chg="add mod">
          <ac:chgData name="Aron Michael" userId="a6335a5c-3af6-488f-9ef1-dea14714a451" providerId="ADAL" clId="{18DF314F-B1C7-43F2-A36B-D752E28B7034}" dt="2023-06-29T12:30:23.796" v="1397" actId="1076"/>
          <ac:picMkLst>
            <pc:docMk/>
            <pc:sldMk cId="1506818205" sldId="488"/>
            <ac:picMk id="3" creationId="{76C46A96-5E06-64DD-EC71-36DB919DA793}"/>
          </ac:picMkLst>
        </pc:picChg>
      </pc:sldChg>
      <pc:sldChg chg="addSp delSp modSp add mod">
        <pc:chgData name="Aron Michael" userId="a6335a5c-3af6-488f-9ef1-dea14714a451" providerId="ADAL" clId="{18DF314F-B1C7-43F2-A36B-D752E28B7034}" dt="2023-06-29T13:40:44.749" v="1448" actId="1076"/>
        <pc:sldMkLst>
          <pc:docMk/>
          <pc:sldMk cId="3710525693" sldId="489"/>
        </pc:sldMkLst>
        <pc:spChg chg="add del">
          <ac:chgData name="Aron Michael" userId="a6335a5c-3af6-488f-9ef1-dea14714a451" providerId="ADAL" clId="{18DF314F-B1C7-43F2-A36B-D752E28B7034}" dt="2023-06-29T13:38:56.349" v="1429" actId="478"/>
          <ac:spMkLst>
            <pc:docMk/>
            <pc:sldMk cId="3710525693" sldId="489"/>
            <ac:spMk id="8" creationId="{45F0B44D-26FA-7247-D49E-17AFE2241713}"/>
          </ac:spMkLst>
        </pc:spChg>
        <pc:spChg chg="del mod">
          <ac:chgData name="Aron Michael" userId="a6335a5c-3af6-488f-9ef1-dea14714a451" providerId="ADAL" clId="{18DF314F-B1C7-43F2-A36B-D752E28B7034}" dt="2023-06-29T13:38:52.683" v="1428" actId="478"/>
          <ac:spMkLst>
            <pc:docMk/>
            <pc:sldMk cId="3710525693" sldId="489"/>
            <ac:spMk id="9" creationId="{414106DB-5F21-0B5B-FAA3-40C17894EA88}"/>
          </ac:spMkLst>
        </pc:spChg>
        <pc:spChg chg="del mod">
          <ac:chgData name="Aron Michael" userId="a6335a5c-3af6-488f-9ef1-dea14714a451" providerId="ADAL" clId="{18DF314F-B1C7-43F2-A36B-D752E28B7034}" dt="2023-06-29T13:39:12.717" v="1433" actId="478"/>
          <ac:spMkLst>
            <pc:docMk/>
            <pc:sldMk cId="3710525693" sldId="489"/>
            <ac:spMk id="10" creationId="{87C9BBAB-DF14-EC71-14AE-4C3DAB5B342B}"/>
          </ac:spMkLst>
        </pc:spChg>
        <pc:spChg chg="del">
          <ac:chgData name="Aron Michael" userId="a6335a5c-3af6-488f-9ef1-dea14714a451" providerId="ADAL" clId="{18DF314F-B1C7-43F2-A36B-D752E28B7034}" dt="2023-06-29T13:39:16.286" v="1434" actId="478"/>
          <ac:spMkLst>
            <pc:docMk/>
            <pc:sldMk cId="3710525693" sldId="489"/>
            <ac:spMk id="11" creationId="{FD9EB2A2-C7F3-4AFE-C5D6-A1AF3D458797}"/>
          </ac:spMkLst>
        </pc:spChg>
        <pc:spChg chg="mod">
          <ac:chgData name="Aron Michael" userId="a6335a5c-3af6-488f-9ef1-dea14714a451" providerId="ADAL" clId="{18DF314F-B1C7-43F2-A36B-D752E28B7034}" dt="2023-06-29T13:40:31.350" v="1446" actId="5793"/>
          <ac:spMkLst>
            <pc:docMk/>
            <pc:sldMk cId="3710525693" sldId="489"/>
            <ac:spMk id="19" creationId="{BEC021D9-EDA7-3A58-CB97-32F406713A00}"/>
          </ac:spMkLst>
        </pc:spChg>
        <pc:picChg chg="add del">
          <ac:chgData name="Aron Michael" userId="a6335a5c-3af6-488f-9ef1-dea14714a451" providerId="ADAL" clId="{18DF314F-B1C7-43F2-A36B-D752E28B7034}" dt="2023-06-29T12:39:08.842" v="1422" actId="478"/>
          <ac:picMkLst>
            <pc:docMk/>
            <pc:sldMk cId="3710525693" sldId="489"/>
            <ac:picMk id="3" creationId="{76C46A96-5E06-64DD-EC71-36DB919DA793}"/>
          </ac:picMkLst>
        </pc:picChg>
        <pc:picChg chg="add mod">
          <ac:chgData name="Aron Michael" userId="a6335a5c-3af6-488f-9ef1-dea14714a451" providerId="ADAL" clId="{18DF314F-B1C7-43F2-A36B-D752E28B7034}" dt="2023-06-29T13:40:44.749" v="1448" actId="1076"/>
          <ac:picMkLst>
            <pc:docMk/>
            <pc:sldMk cId="3710525693" sldId="489"/>
            <ac:picMk id="12" creationId="{1D8D6E48-7F7E-D958-FCD6-B67304A43984}"/>
          </ac:picMkLst>
        </pc:picChg>
      </pc:sldChg>
      <pc:sldChg chg="modSp add mod">
        <pc:chgData name="Aron Michael" userId="a6335a5c-3af6-488f-9ef1-dea14714a451" providerId="ADAL" clId="{18DF314F-B1C7-43F2-A36B-D752E28B7034}" dt="2023-06-29T13:41:04.393" v="1453" actId="20577"/>
        <pc:sldMkLst>
          <pc:docMk/>
          <pc:sldMk cId="3728773246" sldId="490"/>
        </pc:sldMkLst>
        <pc:spChg chg="mod">
          <ac:chgData name="Aron Michael" userId="a6335a5c-3af6-488f-9ef1-dea14714a451" providerId="ADAL" clId="{18DF314F-B1C7-43F2-A36B-D752E28B7034}" dt="2023-06-29T13:41:04.393" v="1453" actId="20577"/>
          <ac:spMkLst>
            <pc:docMk/>
            <pc:sldMk cId="3728773246" sldId="490"/>
            <ac:spMk id="19" creationId="{BEC021D9-EDA7-3A58-CB97-32F406713A00}"/>
          </ac:spMkLst>
        </pc:spChg>
      </pc:sldChg>
      <pc:sldChg chg="add">
        <pc:chgData name="Aron Michael" userId="a6335a5c-3af6-488f-9ef1-dea14714a451" providerId="ADAL" clId="{18DF314F-B1C7-43F2-A36B-D752E28B7034}" dt="2023-06-29T13:41:27.486" v="1454"/>
        <pc:sldMkLst>
          <pc:docMk/>
          <pc:sldMk cId="2449878793" sldId="491"/>
        </pc:sldMkLst>
      </pc:sldChg>
      <pc:sldChg chg="delSp modSp add mod">
        <pc:chgData name="Aron Michael" userId="a6335a5c-3af6-488f-9ef1-dea14714a451" providerId="ADAL" clId="{18DF314F-B1C7-43F2-A36B-D752E28B7034}" dt="2023-06-29T13:42:07.416" v="1458" actId="478"/>
        <pc:sldMkLst>
          <pc:docMk/>
          <pc:sldMk cId="2184474907" sldId="492"/>
        </pc:sldMkLst>
        <pc:spChg chg="mod">
          <ac:chgData name="Aron Michael" userId="a6335a5c-3af6-488f-9ef1-dea14714a451" providerId="ADAL" clId="{18DF314F-B1C7-43F2-A36B-D752E28B7034}" dt="2023-06-29T13:42:05.320" v="1457" actId="27636"/>
          <ac:spMkLst>
            <pc:docMk/>
            <pc:sldMk cId="2184474907" sldId="492"/>
            <ac:spMk id="19" creationId="{BEC021D9-EDA7-3A58-CB97-32F406713A00}"/>
          </ac:spMkLst>
        </pc:spChg>
        <pc:picChg chg="del">
          <ac:chgData name="Aron Michael" userId="a6335a5c-3af6-488f-9ef1-dea14714a451" providerId="ADAL" clId="{18DF314F-B1C7-43F2-A36B-D752E28B7034}" dt="2023-06-29T13:42:07.416" v="1458" actId="478"/>
          <ac:picMkLst>
            <pc:docMk/>
            <pc:sldMk cId="2184474907" sldId="492"/>
            <ac:picMk id="12" creationId="{1D8D6E48-7F7E-D958-FCD6-B67304A43984}"/>
          </ac:picMkLst>
        </pc:picChg>
      </pc:sldChg>
      <pc:sldChg chg="addSp delSp modSp add mod">
        <pc:chgData name="Aron Michael" userId="a6335a5c-3af6-488f-9ef1-dea14714a451" providerId="ADAL" clId="{18DF314F-B1C7-43F2-A36B-D752E28B7034}" dt="2023-06-29T13:51:39.302" v="1842"/>
        <pc:sldMkLst>
          <pc:docMk/>
          <pc:sldMk cId="1341602631" sldId="493"/>
        </pc:sldMkLst>
        <pc:spChg chg="mod">
          <ac:chgData name="Aron Michael" userId="a6335a5c-3af6-488f-9ef1-dea14714a451" providerId="ADAL" clId="{18DF314F-B1C7-43F2-A36B-D752E28B7034}" dt="2023-06-29T13:42:56.642" v="1505" actId="20577"/>
          <ac:spMkLst>
            <pc:docMk/>
            <pc:sldMk cId="1341602631" sldId="493"/>
            <ac:spMk id="2" creationId="{00000000-0000-0000-0000-000000000000}"/>
          </ac:spMkLst>
        </pc:spChg>
        <pc:spChg chg="mod">
          <ac:chgData name="Aron Michael" userId="a6335a5c-3af6-488f-9ef1-dea14714a451" providerId="ADAL" clId="{18DF314F-B1C7-43F2-A36B-D752E28B7034}" dt="2023-06-29T13:44:31.497" v="1695" actId="58"/>
          <ac:spMkLst>
            <pc:docMk/>
            <pc:sldMk cId="1341602631" sldId="493"/>
            <ac:spMk id="19" creationId="{BEC021D9-EDA7-3A58-CB97-32F406713A00}"/>
          </ac:spMkLst>
        </pc:spChg>
        <pc:grpChg chg="del mod">
          <ac:chgData name="Aron Michael" userId="a6335a5c-3af6-488f-9ef1-dea14714a451" providerId="ADAL" clId="{18DF314F-B1C7-43F2-A36B-D752E28B7034}" dt="2023-06-29T13:50:45.336" v="1829"/>
          <ac:grpSpMkLst>
            <pc:docMk/>
            <pc:sldMk cId="1341602631" sldId="493"/>
            <ac:grpSpMk id="29" creationId="{A7801985-0711-E470-BCDD-E01A11C52FFF}"/>
          </ac:grpSpMkLst>
        </pc:grpChg>
        <pc:grpChg chg="mod">
          <ac:chgData name="Aron Michael" userId="a6335a5c-3af6-488f-9ef1-dea14714a451" providerId="ADAL" clId="{18DF314F-B1C7-43F2-A36B-D752E28B7034}" dt="2023-06-29T13:50:43.873" v="1825"/>
          <ac:grpSpMkLst>
            <pc:docMk/>
            <pc:sldMk cId="1341602631" sldId="493"/>
            <ac:grpSpMk id="30" creationId="{4B3F2892-1C8F-5892-3E61-4750784A5756}"/>
          </ac:grpSpMkLst>
        </pc:grpChg>
        <pc:grpChg chg="mod">
          <ac:chgData name="Aron Michael" userId="a6335a5c-3af6-488f-9ef1-dea14714a451" providerId="ADAL" clId="{18DF314F-B1C7-43F2-A36B-D752E28B7034}" dt="2023-06-29T13:50:45.336" v="1829"/>
          <ac:grpSpMkLst>
            <pc:docMk/>
            <pc:sldMk cId="1341602631" sldId="493"/>
            <ac:grpSpMk id="34" creationId="{9D8E18DD-57C7-CD8E-8961-4567A00C4965}"/>
          </ac:grpSpMkLst>
        </pc:grpChg>
        <pc:grpChg chg="del mod">
          <ac:chgData name="Aron Michael" userId="a6335a5c-3af6-488f-9ef1-dea14714a451" providerId="ADAL" clId="{18DF314F-B1C7-43F2-A36B-D752E28B7034}" dt="2023-06-29T13:51:36.616" v="1838"/>
          <ac:grpSpMkLst>
            <pc:docMk/>
            <pc:sldMk cId="1341602631" sldId="493"/>
            <ac:grpSpMk id="38" creationId="{E6E1241F-99B6-3F51-F303-A1F3FA44D22E}"/>
          </ac:grpSpMkLst>
        </pc:grpChg>
        <pc:grpChg chg="del mod">
          <ac:chgData name="Aron Michael" userId="a6335a5c-3af6-488f-9ef1-dea14714a451" providerId="ADAL" clId="{18DF314F-B1C7-43F2-A36B-D752E28B7034}" dt="2023-06-29T13:51:39.302" v="1842"/>
          <ac:grpSpMkLst>
            <pc:docMk/>
            <pc:sldMk cId="1341602631" sldId="493"/>
            <ac:grpSpMk id="43" creationId="{FBFC57BD-3B80-B134-98E2-06F4A3B81A00}"/>
          </ac:grpSpMkLst>
        </pc:grpChg>
        <pc:grpChg chg="mod">
          <ac:chgData name="Aron Michael" userId="a6335a5c-3af6-488f-9ef1-dea14714a451" providerId="ADAL" clId="{18DF314F-B1C7-43F2-A36B-D752E28B7034}" dt="2023-06-29T13:51:39.302" v="1842"/>
          <ac:grpSpMkLst>
            <pc:docMk/>
            <pc:sldMk cId="1341602631" sldId="493"/>
            <ac:grpSpMk id="47" creationId="{6EC3FDE6-FDBC-AD86-18AE-AFC5B69D643E}"/>
          </ac:grpSpMkLst>
        </pc:grpChg>
        <pc:picChg chg="add mod">
          <ac:chgData name="Aron Michael" userId="a6335a5c-3af6-488f-9ef1-dea14714a451" providerId="ADAL" clId="{18DF314F-B1C7-43F2-A36B-D752E28B7034}" dt="2023-06-29T13:44:02.669" v="1657"/>
          <ac:picMkLst>
            <pc:docMk/>
            <pc:sldMk cId="1341602631" sldId="493"/>
            <ac:picMk id="3" creationId="{CC0CB87A-6E50-9822-BDE4-4F57296849AE}"/>
          </ac:picMkLst>
        </pc:picChg>
        <pc:picChg chg="del">
          <ac:chgData name="Aron Michael" userId="a6335a5c-3af6-488f-9ef1-dea14714a451" providerId="ADAL" clId="{18DF314F-B1C7-43F2-A36B-D752E28B7034}" dt="2023-06-29T13:42:59.604" v="1506" actId="478"/>
          <ac:picMkLst>
            <pc:docMk/>
            <pc:sldMk cId="1341602631" sldId="493"/>
            <ac:picMk id="12" creationId="{1D8D6E48-7F7E-D958-FCD6-B67304A43984}"/>
          </ac:picMkLst>
        </pc:picChg>
        <pc:inkChg chg="add mod">
          <ac:chgData name="Aron Michael" userId="a6335a5c-3af6-488f-9ef1-dea14714a451" providerId="ADAL" clId="{18DF314F-B1C7-43F2-A36B-D752E28B7034}" dt="2023-06-29T13:50:43.873" v="1825"/>
          <ac:inkMkLst>
            <pc:docMk/>
            <pc:sldMk cId="1341602631" sldId="493"/>
            <ac:inkMk id="8" creationId="{094FC432-A673-695B-28E1-75153C690768}"/>
          </ac:inkMkLst>
        </pc:inkChg>
        <pc:inkChg chg="add mod">
          <ac:chgData name="Aron Michael" userId="a6335a5c-3af6-488f-9ef1-dea14714a451" providerId="ADAL" clId="{18DF314F-B1C7-43F2-A36B-D752E28B7034}" dt="2023-06-29T13:50:43.873" v="1825"/>
          <ac:inkMkLst>
            <pc:docMk/>
            <pc:sldMk cId="1341602631" sldId="493"/>
            <ac:inkMk id="9" creationId="{F0C825DF-5424-414E-30B8-8D4F541DE83A}"/>
          </ac:inkMkLst>
        </pc:inkChg>
        <pc:inkChg chg="add mod">
          <ac:chgData name="Aron Michael" userId="a6335a5c-3af6-488f-9ef1-dea14714a451" providerId="ADAL" clId="{18DF314F-B1C7-43F2-A36B-D752E28B7034}" dt="2023-06-29T13:50:43.873" v="1825"/>
          <ac:inkMkLst>
            <pc:docMk/>
            <pc:sldMk cId="1341602631" sldId="493"/>
            <ac:inkMk id="10" creationId="{76056A12-E2C6-9187-22BD-4D3E120C6007}"/>
          </ac:inkMkLst>
        </pc:inkChg>
        <pc:inkChg chg="add mod">
          <ac:chgData name="Aron Michael" userId="a6335a5c-3af6-488f-9ef1-dea14714a451" providerId="ADAL" clId="{18DF314F-B1C7-43F2-A36B-D752E28B7034}" dt="2023-06-29T13:50:43.873" v="1825"/>
          <ac:inkMkLst>
            <pc:docMk/>
            <pc:sldMk cId="1341602631" sldId="493"/>
            <ac:inkMk id="11" creationId="{A6865BC2-D862-992A-07C7-374D1DF1487A}"/>
          </ac:inkMkLst>
        </pc:inkChg>
        <pc:inkChg chg="add mod">
          <ac:chgData name="Aron Michael" userId="a6335a5c-3af6-488f-9ef1-dea14714a451" providerId="ADAL" clId="{18DF314F-B1C7-43F2-A36B-D752E28B7034}" dt="2023-06-29T13:50:43.873" v="1825"/>
          <ac:inkMkLst>
            <pc:docMk/>
            <pc:sldMk cId="1341602631" sldId="493"/>
            <ac:inkMk id="13" creationId="{31B2B66D-2AD7-F6CC-EF67-77FE2A38107A}"/>
          </ac:inkMkLst>
        </pc:inkChg>
        <pc:inkChg chg="add mod">
          <ac:chgData name="Aron Michael" userId="a6335a5c-3af6-488f-9ef1-dea14714a451" providerId="ADAL" clId="{18DF314F-B1C7-43F2-A36B-D752E28B7034}" dt="2023-06-29T13:50:43.873" v="1825"/>
          <ac:inkMkLst>
            <pc:docMk/>
            <pc:sldMk cId="1341602631" sldId="493"/>
            <ac:inkMk id="15" creationId="{504BA9B7-B43B-1AED-F63F-6818BF5CA186}"/>
          </ac:inkMkLst>
        </pc:inkChg>
        <pc:inkChg chg="add mod">
          <ac:chgData name="Aron Michael" userId="a6335a5c-3af6-488f-9ef1-dea14714a451" providerId="ADAL" clId="{18DF314F-B1C7-43F2-A36B-D752E28B7034}" dt="2023-06-29T13:50:43.873" v="1825"/>
          <ac:inkMkLst>
            <pc:docMk/>
            <pc:sldMk cId="1341602631" sldId="493"/>
            <ac:inkMk id="16" creationId="{7CA3C220-B1F7-784A-5056-E45729DA0540}"/>
          </ac:inkMkLst>
        </pc:inkChg>
        <pc:inkChg chg="add mod">
          <ac:chgData name="Aron Michael" userId="a6335a5c-3af6-488f-9ef1-dea14714a451" providerId="ADAL" clId="{18DF314F-B1C7-43F2-A36B-D752E28B7034}" dt="2023-06-29T13:50:43.873" v="1825"/>
          <ac:inkMkLst>
            <pc:docMk/>
            <pc:sldMk cId="1341602631" sldId="493"/>
            <ac:inkMk id="17" creationId="{827109BF-B3A7-2DF1-4C5A-491978579796}"/>
          </ac:inkMkLst>
        </pc:inkChg>
        <pc:inkChg chg="add mod">
          <ac:chgData name="Aron Michael" userId="a6335a5c-3af6-488f-9ef1-dea14714a451" providerId="ADAL" clId="{18DF314F-B1C7-43F2-A36B-D752E28B7034}" dt="2023-06-29T13:50:43.873" v="1825"/>
          <ac:inkMkLst>
            <pc:docMk/>
            <pc:sldMk cId="1341602631" sldId="493"/>
            <ac:inkMk id="18" creationId="{819C2A08-D6F2-F285-C04D-B64D7A1E000D}"/>
          </ac:inkMkLst>
        </pc:inkChg>
        <pc:inkChg chg="add mod">
          <ac:chgData name="Aron Michael" userId="a6335a5c-3af6-488f-9ef1-dea14714a451" providerId="ADAL" clId="{18DF314F-B1C7-43F2-A36B-D752E28B7034}" dt="2023-06-29T13:50:43.873" v="1825"/>
          <ac:inkMkLst>
            <pc:docMk/>
            <pc:sldMk cId="1341602631" sldId="493"/>
            <ac:inkMk id="20" creationId="{9001CFCB-89C5-C26C-0B35-9F207FC3A4E0}"/>
          </ac:inkMkLst>
        </pc:inkChg>
        <pc:inkChg chg="add mod">
          <ac:chgData name="Aron Michael" userId="a6335a5c-3af6-488f-9ef1-dea14714a451" providerId="ADAL" clId="{18DF314F-B1C7-43F2-A36B-D752E28B7034}" dt="2023-06-29T13:50:43.873" v="1825"/>
          <ac:inkMkLst>
            <pc:docMk/>
            <pc:sldMk cId="1341602631" sldId="493"/>
            <ac:inkMk id="21" creationId="{C0BCB718-CFCA-C470-0A97-A1C7D707CC69}"/>
          </ac:inkMkLst>
        </pc:inkChg>
        <pc:inkChg chg="add mod">
          <ac:chgData name="Aron Michael" userId="a6335a5c-3af6-488f-9ef1-dea14714a451" providerId="ADAL" clId="{18DF314F-B1C7-43F2-A36B-D752E28B7034}" dt="2023-06-29T13:50:43.873" v="1825"/>
          <ac:inkMkLst>
            <pc:docMk/>
            <pc:sldMk cId="1341602631" sldId="493"/>
            <ac:inkMk id="22" creationId="{F35C65C9-9BEB-4619-D951-6ECF7A09B3B9}"/>
          </ac:inkMkLst>
        </pc:inkChg>
        <pc:inkChg chg="add mod">
          <ac:chgData name="Aron Michael" userId="a6335a5c-3af6-488f-9ef1-dea14714a451" providerId="ADAL" clId="{18DF314F-B1C7-43F2-A36B-D752E28B7034}" dt="2023-06-29T13:50:43.873" v="1825"/>
          <ac:inkMkLst>
            <pc:docMk/>
            <pc:sldMk cId="1341602631" sldId="493"/>
            <ac:inkMk id="23" creationId="{CC6B7CCE-DC56-E0C7-7DAD-759F198D44EB}"/>
          </ac:inkMkLst>
        </pc:inkChg>
        <pc:inkChg chg="add mod">
          <ac:chgData name="Aron Michael" userId="a6335a5c-3af6-488f-9ef1-dea14714a451" providerId="ADAL" clId="{18DF314F-B1C7-43F2-A36B-D752E28B7034}" dt="2023-06-29T13:50:45.336" v="1829"/>
          <ac:inkMkLst>
            <pc:docMk/>
            <pc:sldMk cId="1341602631" sldId="493"/>
            <ac:inkMk id="24" creationId="{13FB1889-AD9A-A381-76F2-D4A45F7D7323}"/>
          </ac:inkMkLst>
        </pc:inkChg>
        <pc:inkChg chg="add mod">
          <ac:chgData name="Aron Michael" userId="a6335a5c-3af6-488f-9ef1-dea14714a451" providerId="ADAL" clId="{18DF314F-B1C7-43F2-A36B-D752E28B7034}" dt="2023-06-29T13:50:45.336" v="1829"/>
          <ac:inkMkLst>
            <pc:docMk/>
            <pc:sldMk cId="1341602631" sldId="493"/>
            <ac:inkMk id="25" creationId="{90517FD3-28ED-D533-60C2-A7BB373D17D8}"/>
          </ac:inkMkLst>
        </pc:inkChg>
        <pc:inkChg chg="add mod">
          <ac:chgData name="Aron Michael" userId="a6335a5c-3af6-488f-9ef1-dea14714a451" providerId="ADAL" clId="{18DF314F-B1C7-43F2-A36B-D752E28B7034}" dt="2023-06-29T13:50:45.336" v="1829"/>
          <ac:inkMkLst>
            <pc:docMk/>
            <pc:sldMk cId="1341602631" sldId="493"/>
            <ac:inkMk id="26" creationId="{C6021B4C-6CD6-D1F2-F7F0-A6C84D300634}"/>
          </ac:inkMkLst>
        </pc:inkChg>
        <pc:inkChg chg="add mod">
          <ac:chgData name="Aron Michael" userId="a6335a5c-3af6-488f-9ef1-dea14714a451" providerId="ADAL" clId="{18DF314F-B1C7-43F2-A36B-D752E28B7034}" dt="2023-06-29T13:50:45.336" v="1829"/>
          <ac:inkMkLst>
            <pc:docMk/>
            <pc:sldMk cId="1341602631" sldId="493"/>
            <ac:inkMk id="27" creationId="{8E4D78CB-0373-60A4-777E-EC486EF2F52B}"/>
          </ac:inkMkLst>
        </pc:inkChg>
        <pc:inkChg chg="add mod">
          <ac:chgData name="Aron Michael" userId="a6335a5c-3af6-488f-9ef1-dea14714a451" providerId="ADAL" clId="{18DF314F-B1C7-43F2-A36B-D752E28B7034}" dt="2023-06-29T13:50:45.336" v="1829"/>
          <ac:inkMkLst>
            <pc:docMk/>
            <pc:sldMk cId="1341602631" sldId="493"/>
            <ac:inkMk id="28" creationId="{7F28B24D-F57F-39FD-F4D4-4E0CB5F37231}"/>
          </ac:inkMkLst>
        </pc:inkChg>
        <pc:inkChg chg="add mod">
          <ac:chgData name="Aron Michael" userId="a6335a5c-3af6-488f-9ef1-dea14714a451" providerId="ADAL" clId="{18DF314F-B1C7-43F2-A36B-D752E28B7034}" dt="2023-06-29T13:50:45.336" v="1829"/>
          <ac:inkMkLst>
            <pc:docMk/>
            <pc:sldMk cId="1341602631" sldId="493"/>
            <ac:inkMk id="31" creationId="{5691728C-1382-806F-BCBF-9550C1EBAFBF}"/>
          </ac:inkMkLst>
        </pc:inkChg>
        <pc:inkChg chg="add mod">
          <ac:chgData name="Aron Michael" userId="a6335a5c-3af6-488f-9ef1-dea14714a451" providerId="ADAL" clId="{18DF314F-B1C7-43F2-A36B-D752E28B7034}" dt="2023-06-29T13:50:45.336" v="1829"/>
          <ac:inkMkLst>
            <pc:docMk/>
            <pc:sldMk cId="1341602631" sldId="493"/>
            <ac:inkMk id="32" creationId="{121498E6-1096-8CF8-351C-C2EDFFF7338B}"/>
          </ac:inkMkLst>
        </pc:inkChg>
        <pc:inkChg chg="add mod">
          <ac:chgData name="Aron Michael" userId="a6335a5c-3af6-488f-9ef1-dea14714a451" providerId="ADAL" clId="{18DF314F-B1C7-43F2-A36B-D752E28B7034}" dt="2023-06-29T13:50:45.336" v="1829"/>
          <ac:inkMkLst>
            <pc:docMk/>
            <pc:sldMk cId="1341602631" sldId="493"/>
            <ac:inkMk id="33" creationId="{E091C9B2-673B-8049-486E-FD745B482CF7}"/>
          </ac:inkMkLst>
        </pc:inkChg>
        <pc:inkChg chg="add mod">
          <ac:chgData name="Aron Michael" userId="a6335a5c-3af6-488f-9ef1-dea14714a451" providerId="ADAL" clId="{18DF314F-B1C7-43F2-A36B-D752E28B7034}" dt="2023-06-29T13:51:39.302" v="1842"/>
          <ac:inkMkLst>
            <pc:docMk/>
            <pc:sldMk cId="1341602631" sldId="493"/>
            <ac:inkMk id="35" creationId="{AA2567AB-F381-8159-A33A-695F3C617ED7}"/>
          </ac:inkMkLst>
        </pc:inkChg>
        <pc:inkChg chg="add mod">
          <ac:chgData name="Aron Michael" userId="a6335a5c-3af6-488f-9ef1-dea14714a451" providerId="ADAL" clId="{18DF314F-B1C7-43F2-A36B-D752E28B7034}" dt="2023-06-29T13:51:39.302" v="1842"/>
          <ac:inkMkLst>
            <pc:docMk/>
            <pc:sldMk cId="1341602631" sldId="493"/>
            <ac:inkMk id="36" creationId="{6EA59E82-B130-CF6A-66F3-E592E169D769}"/>
          </ac:inkMkLst>
        </pc:inkChg>
        <pc:inkChg chg="add mod">
          <ac:chgData name="Aron Michael" userId="a6335a5c-3af6-488f-9ef1-dea14714a451" providerId="ADAL" clId="{18DF314F-B1C7-43F2-A36B-D752E28B7034}" dt="2023-06-29T13:51:39.302" v="1842"/>
          <ac:inkMkLst>
            <pc:docMk/>
            <pc:sldMk cId="1341602631" sldId="493"/>
            <ac:inkMk id="37" creationId="{1F65D7D4-2FB5-7A20-B2A3-CE59AEA469C8}"/>
          </ac:inkMkLst>
        </pc:inkChg>
        <pc:inkChg chg="add mod">
          <ac:chgData name="Aron Michael" userId="a6335a5c-3af6-488f-9ef1-dea14714a451" providerId="ADAL" clId="{18DF314F-B1C7-43F2-A36B-D752E28B7034}" dt="2023-06-29T13:51:39.302" v="1842"/>
          <ac:inkMkLst>
            <pc:docMk/>
            <pc:sldMk cId="1341602631" sldId="493"/>
            <ac:inkMk id="39" creationId="{D4544CD7-544D-2626-79D4-DD85AD9CB661}"/>
          </ac:inkMkLst>
        </pc:inkChg>
        <pc:inkChg chg="add mod">
          <ac:chgData name="Aron Michael" userId="a6335a5c-3af6-488f-9ef1-dea14714a451" providerId="ADAL" clId="{18DF314F-B1C7-43F2-A36B-D752E28B7034}" dt="2023-06-29T13:51:39.302" v="1842"/>
          <ac:inkMkLst>
            <pc:docMk/>
            <pc:sldMk cId="1341602631" sldId="493"/>
            <ac:inkMk id="40" creationId="{84AE7A12-DDC6-A60C-8046-D87CDC840E74}"/>
          </ac:inkMkLst>
        </pc:inkChg>
        <pc:inkChg chg="add mod">
          <ac:chgData name="Aron Michael" userId="a6335a5c-3af6-488f-9ef1-dea14714a451" providerId="ADAL" clId="{18DF314F-B1C7-43F2-A36B-D752E28B7034}" dt="2023-06-29T13:51:39.302" v="1842"/>
          <ac:inkMkLst>
            <pc:docMk/>
            <pc:sldMk cId="1341602631" sldId="493"/>
            <ac:inkMk id="41" creationId="{60C4AA60-78CF-3B93-5955-860C8C009754}"/>
          </ac:inkMkLst>
        </pc:inkChg>
        <pc:inkChg chg="add mod">
          <ac:chgData name="Aron Michael" userId="a6335a5c-3af6-488f-9ef1-dea14714a451" providerId="ADAL" clId="{18DF314F-B1C7-43F2-A36B-D752E28B7034}" dt="2023-06-29T13:51:39.302" v="1842"/>
          <ac:inkMkLst>
            <pc:docMk/>
            <pc:sldMk cId="1341602631" sldId="493"/>
            <ac:inkMk id="42" creationId="{D8955950-61DE-BCAB-2257-90ED7B4A0E98}"/>
          </ac:inkMkLst>
        </pc:inkChg>
        <pc:inkChg chg="add mod">
          <ac:chgData name="Aron Michael" userId="a6335a5c-3af6-488f-9ef1-dea14714a451" providerId="ADAL" clId="{18DF314F-B1C7-43F2-A36B-D752E28B7034}" dt="2023-06-29T13:51:39.302" v="1842"/>
          <ac:inkMkLst>
            <pc:docMk/>
            <pc:sldMk cId="1341602631" sldId="493"/>
            <ac:inkMk id="44" creationId="{427EF824-9A26-F395-8ACF-3A7DF15224BD}"/>
          </ac:inkMkLst>
        </pc:inkChg>
        <pc:inkChg chg="add mod">
          <ac:chgData name="Aron Michael" userId="a6335a5c-3af6-488f-9ef1-dea14714a451" providerId="ADAL" clId="{18DF314F-B1C7-43F2-A36B-D752E28B7034}" dt="2023-06-29T13:51:39.302" v="1842"/>
          <ac:inkMkLst>
            <pc:docMk/>
            <pc:sldMk cId="1341602631" sldId="493"/>
            <ac:inkMk id="45" creationId="{6F0F3211-7CA3-147F-FFAA-5645275D4887}"/>
          </ac:inkMkLst>
        </pc:inkChg>
        <pc:inkChg chg="add mod">
          <ac:chgData name="Aron Michael" userId="a6335a5c-3af6-488f-9ef1-dea14714a451" providerId="ADAL" clId="{18DF314F-B1C7-43F2-A36B-D752E28B7034}" dt="2023-06-29T13:51:39.302" v="1842"/>
          <ac:inkMkLst>
            <pc:docMk/>
            <pc:sldMk cId="1341602631" sldId="493"/>
            <ac:inkMk id="46" creationId="{62E66E87-B219-86D3-1A48-60D4C0CEC43C}"/>
          </ac:inkMkLst>
        </pc:inkChg>
      </pc:sldChg>
      <pc:sldChg chg="delSp modSp add mod">
        <pc:chgData name="Aron Michael" userId="a6335a5c-3af6-488f-9ef1-dea14714a451" providerId="ADAL" clId="{18DF314F-B1C7-43F2-A36B-D752E28B7034}" dt="2023-06-29T13:47:11.536" v="1754" actId="478"/>
        <pc:sldMkLst>
          <pc:docMk/>
          <pc:sldMk cId="3287682503" sldId="494"/>
        </pc:sldMkLst>
        <pc:spChg chg="mod">
          <ac:chgData name="Aron Michael" userId="a6335a5c-3af6-488f-9ef1-dea14714a451" providerId="ADAL" clId="{18DF314F-B1C7-43F2-A36B-D752E28B7034}" dt="2023-06-29T13:47:08.071" v="1753" actId="20577"/>
          <ac:spMkLst>
            <pc:docMk/>
            <pc:sldMk cId="3287682503" sldId="494"/>
            <ac:spMk id="19" creationId="{BEC021D9-EDA7-3A58-CB97-32F406713A00}"/>
          </ac:spMkLst>
        </pc:spChg>
        <pc:picChg chg="del">
          <ac:chgData name="Aron Michael" userId="a6335a5c-3af6-488f-9ef1-dea14714a451" providerId="ADAL" clId="{18DF314F-B1C7-43F2-A36B-D752E28B7034}" dt="2023-06-29T13:47:11.536" v="1754" actId="478"/>
          <ac:picMkLst>
            <pc:docMk/>
            <pc:sldMk cId="3287682503" sldId="494"/>
            <ac:picMk id="3" creationId="{CC0CB87A-6E50-9822-BDE4-4F57296849AE}"/>
          </ac:picMkLst>
        </pc:picChg>
      </pc:sldChg>
      <pc:sldChg chg="modSp add mod">
        <pc:chgData name="Aron Michael" userId="a6335a5c-3af6-488f-9ef1-dea14714a451" providerId="ADAL" clId="{18DF314F-B1C7-43F2-A36B-D752E28B7034}" dt="2023-06-29T13:48:58.888" v="1805" actId="20577"/>
        <pc:sldMkLst>
          <pc:docMk/>
          <pc:sldMk cId="1094129364" sldId="495"/>
        </pc:sldMkLst>
        <pc:spChg chg="mod">
          <ac:chgData name="Aron Michael" userId="a6335a5c-3af6-488f-9ef1-dea14714a451" providerId="ADAL" clId="{18DF314F-B1C7-43F2-A36B-D752E28B7034}" dt="2023-06-29T13:48:58.888" v="1805" actId="20577"/>
          <ac:spMkLst>
            <pc:docMk/>
            <pc:sldMk cId="1094129364" sldId="495"/>
            <ac:spMk id="19" creationId="{BEC021D9-EDA7-3A58-CB97-32F406713A00}"/>
          </ac:spMkLst>
        </pc:spChg>
      </pc:sldChg>
      <pc:sldChg chg="add del">
        <pc:chgData name="Aron Michael" userId="a6335a5c-3af6-488f-9ef1-dea14714a451" providerId="ADAL" clId="{18DF314F-B1C7-43F2-A36B-D752E28B7034}" dt="2023-06-29T13:59:33.747" v="2003" actId="47"/>
        <pc:sldMkLst>
          <pc:docMk/>
          <pc:sldMk cId="1166027104" sldId="496"/>
        </pc:sldMkLst>
      </pc:sldChg>
      <pc:sldChg chg="modSp add del mod">
        <pc:chgData name="Aron Michael" userId="a6335a5c-3af6-488f-9ef1-dea14714a451" providerId="ADAL" clId="{18DF314F-B1C7-43F2-A36B-D752E28B7034}" dt="2023-06-29T13:59:07.241" v="2001" actId="47"/>
        <pc:sldMkLst>
          <pc:docMk/>
          <pc:sldMk cId="3168760529" sldId="496"/>
        </pc:sldMkLst>
        <pc:spChg chg="mod">
          <ac:chgData name="Aron Michael" userId="a6335a5c-3af6-488f-9ef1-dea14714a451" providerId="ADAL" clId="{18DF314F-B1C7-43F2-A36B-D752E28B7034}" dt="2023-06-29T13:53:23.565" v="1878" actId="113"/>
          <ac:spMkLst>
            <pc:docMk/>
            <pc:sldMk cId="3168760529" sldId="496"/>
            <ac:spMk id="19" creationId="{BEC021D9-EDA7-3A58-CB97-32F406713A00}"/>
          </ac:spMkLst>
        </pc:spChg>
      </pc:sldChg>
      <pc:sldChg chg="modSp add mod">
        <pc:chgData name="Aron Michael" userId="a6335a5c-3af6-488f-9ef1-dea14714a451" providerId="ADAL" clId="{18DF314F-B1C7-43F2-A36B-D752E28B7034}" dt="2023-06-29T13:58:48.214" v="2000" actId="207"/>
        <pc:sldMkLst>
          <pc:docMk/>
          <pc:sldMk cId="2498127900" sldId="497"/>
        </pc:sldMkLst>
        <pc:spChg chg="mod">
          <ac:chgData name="Aron Michael" userId="a6335a5c-3af6-488f-9ef1-dea14714a451" providerId="ADAL" clId="{18DF314F-B1C7-43F2-A36B-D752E28B7034}" dt="2023-06-29T13:58:48.214" v="2000" actId="207"/>
          <ac:spMkLst>
            <pc:docMk/>
            <pc:sldMk cId="2498127900" sldId="497"/>
            <ac:spMk id="19" creationId="{BEC021D9-EDA7-3A58-CB97-32F406713A00}"/>
          </ac:spMkLst>
        </pc:spChg>
      </pc:sldChg>
      <pc:sldChg chg="modSp add mod">
        <pc:chgData name="Aron Michael" userId="a6335a5c-3af6-488f-9ef1-dea14714a451" providerId="ADAL" clId="{18DF314F-B1C7-43F2-A36B-D752E28B7034}" dt="2023-06-29T14:14:25.348" v="2129" actId="20577"/>
        <pc:sldMkLst>
          <pc:docMk/>
          <pc:sldMk cId="2626428136" sldId="498"/>
        </pc:sldMkLst>
        <pc:spChg chg="mod">
          <ac:chgData name="Aron Michael" userId="a6335a5c-3af6-488f-9ef1-dea14714a451" providerId="ADAL" clId="{18DF314F-B1C7-43F2-A36B-D752E28B7034}" dt="2023-06-29T14:14:25.348" v="2129" actId="20577"/>
          <ac:spMkLst>
            <pc:docMk/>
            <pc:sldMk cId="2626428136" sldId="498"/>
            <ac:spMk id="19" creationId="{BEC021D9-EDA7-3A58-CB97-32F406713A00}"/>
          </ac:spMkLst>
        </pc:spChg>
      </pc:sldChg>
      <pc:sldChg chg="addSp modSp add mod">
        <pc:chgData name="Aron Michael" userId="a6335a5c-3af6-488f-9ef1-dea14714a451" providerId="ADAL" clId="{18DF314F-B1C7-43F2-A36B-D752E28B7034}" dt="2023-06-29T14:13:32.058" v="2107" actId="12"/>
        <pc:sldMkLst>
          <pc:docMk/>
          <pc:sldMk cId="2240452961" sldId="499"/>
        </pc:sldMkLst>
        <pc:spChg chg="mod">
          <ac:chgData name="Aron Michael" userId="a6335a5c-3af6-488f-9ef1-dea14714a451" providerId="ADAL" clId="{18DF314F-B1C7-43F2-A36B-D752E28B7034}" dt="2023-06-29T14:13:32.058" v="2107" actId="12"/>
          <ac:spMkLst>
            <pc:docMk/>
            <pc:sldMk cId="2240452961" sldId="499"/>
            <ac:spMk id="19" creationId="{BEC021D9-EDA7-3A58-CB97-32F406713A00}"/>
          </ac:spMkLst>
        </pc:spChg>
        <pc:picChg chg="add mod">
          <ac:chgData name="Aron Michael" userId="a6335a5c-3af6-488f-9ef1-dea14714a451" providerId="ADAL" clId="{18DF314F-B1C7-43F2-A36B-D752E28B7034}" dt="2023-06-29T14:11:53.912" v="2104" actId="1076"/>
          <ac:picMkLst>
            <pc:docMk/>
            <pc:sldMk cId="2240452961" sldId="499"/>
            <ac:picMk id="3" creationId="{8AF7F12C-AE84-4CFC-8698-66243224C92C}"/>
          </ac:picMkLst>
        </pc:picChg>
        <pc:picChg chg="add mod">
          <ac:chgData name="Aron Michael" userId="a6335a5c-3af6-488f-9ef1-dea14714a451" providerId="ADAL" clId="{18DF314F-B1C7-43F2-A36B-D752E28B7034}" dt="2023-06-29T14:12:12.264" v="2106" actId="1076"/>
          <ac:picMkLst>
            <pc:docMk/>
            <pc:sldMk cId="2240452961" sldId="499"/>
            <ac:picMk id="8" creationId="{A3C1E915-3720-ED8A-F724-FB049C10FEF9}"/>
          </ac:picMkLst>
        </pc:picChg>
      </pc:sldChg>
      <pc:sldChg chg="addSp delSp modSp add mod">
        <pc:chgData name="Aron Michael" userId="a6335a5c-3af6-488f-9ef1-dea14714a451" providerId="ADAL" clId="{18DF314F-B1C7-43F2-A36B-D752E28B7034}" dt="2023-06-29T14:19:59.499" v="2457" actId="478"/>
        <pc:sldMkLst>
          <pc:docMk/>
          <pc:sldMk cId="2870716494" sldId="500"/>
        </pc:sldMkLst>
        <pc:spChg chg="mod">
          <ac:chgData name="Aron Michael" userId="a6335a5c-3af6-488f-9ef1-dea14714a451" providerId="ADAL" clId="{18DF314F-B1C7-43F2-A36B-D752E28B7034}" dt="2023-06-29T14:19:55.845" v="2456" actId="20577"/>
          <ac:spMkLst>
            <pc:docMk/>
            <pc:sldMk cId="2870716494" sldId="500"/>
            <ac:spMk id="19" creationId="{BEC021D9-EDA7-3A58-CB97-32F406713A00}"/>
          </ac:spMkLst>
        </pc:spChg>
        <pc:picChg chg="del">
          <ac:chgData name="Aron Michael" userId="a6335a5c-3af6-488f-9ef1-dea14714a451" providerId="ADAL" clId="{18DF314F-B1C7-43F2-A36B-D752E28B7034}" dt="2023-06-29T14:15:22.267" v="2132" actId="478"/>
          <ac:picMkLst>
            <pc:docMk/>
            <pc:sldMk cId="2870716494" sldId="500"/>
            <ac:picMk id="3" creationId="{8AF7F12C-AE84-4CFC-8698-66243224C92C}"/>
          </ac:picMkLst>
        </pc:picChg>
        <pc:picChg chg="del">
          <ac:chgData name="Aron Michael" userId="a6335a5c-3af6-488f-9ef1-dea14714a451" providerId="ADAL" clId="{18DF314F-B1C7-43F2-A36B-D752E28B7034}" dt="2023-06-29T14:15:20.208" v="2131" actId="478"/>
          <ac:picMkLst>
            <pc:docMk/>
            <pc:sldMk cId="2870716494" sldId="500"/>
            <ac:picMk id="8" creationId="{A3C1E915-3720-ED8A-F724-FB049C10FEF9}"/>
          </ac:picMkLst>
        </pc:picChg>
        <pc:picChg chg="add mod">
          <ac:chgData name="Aron Michael" userId="a6335a5c-3af6-488f-9ef1-dea14714a451" providerId="ADAL" clId="{18DF314F-B1C7-43F2-A36B-D752E28B7034}" dt="2023-06-29T14:15:41.167" v="2134" actId="1076"/>
          <ac:picMkLst>
            <pc:docMk/>
            <pc:sldMk cId="2870716494" sldId="500"/>
            <ac:picMk id="9" creationId="{186CA5C4-0E76-83ED-3936-F82C3F6D4182}"/>
          </ac:picMkLst>
        </pc:picChg>
        <pc:picChg chg="add del mod">
          <ac:chgData name="Aron Michael" userId="a6335a5c-3af6-488f-9ef1-dea14714a451" providerId="ADAL" clId="{18DF314F-B1C7-43F2-A36B-D752E28B7034}" dt="2023-06-29T14:19:59.499" v="2457" actId="478"/>
          <ac:picMkLst>
            <pc:docMk/>
            <pc:sldMk cId="2870716494" sldId="500"/>
            <ac:picMk id="10" creationId="{3550C8C0-512C-DC71-3C42-2073F0F20C70}"/>
          </ac:picMkLst>
        </pc:picChg>
      </pc:sldChg>
      <pc:sldChg chg="addSp delSp modSp add mod">
        <pc:chgData name="Aron Michael" userId="a6335a5c-3af6-488f-9ef1-dea14714a451" providerId="ADAL" clId="{18DF314F-B1C7-43F2-A36B-D752E28B7034}" dt="2023-06-29T14:25:42.989" v="2527" actId="1076"/>
        <pc:sldMkLst>
          <pc:docMk/>
          <pc:sldMk cId="272670438" sldId="501"/>
        </pc:sldMkLst>
        <pc:spChg chg="mod">
          <ac:chgData name="Aron Michael" userId="a6335a5c-3af6-488f-9ef1-dea14714a451" providerId="ADAL" clId="{18DF314F-B1C7-43F2-A36B-D752E28B7034}" dt="2023-06-29T14:25:28.959" v="2524" actId="12"/>
          <ac:spMkLst>
            <pc:docMk/>
            <pc:sldMk cId="272670438" sldId="501"/>
            <ac:spMk id="19" creationId="{BEC021D9-EDA7-3A58-CB97-32F406713A00}"/>
          </ac:spMkLst>
        </pc:spChg>
        <pc:picChg chg="add mod">
          <ac:chgData name="Aron Michael" userId="a6335a5c-3af6-488f-9ef1-dea14714a451" providerId="ADAL" clId="{18DF314F-B1C7-43F2-A36B-D752E28B7034}" dt="2023-06-29T14:25:42.989" v="2527" actId="1076"/>
          <ac:picMkLst>
            <pc:docMk/>
            <pc:sldMk cId="272670438" sldId="501"/>
            <ac:picMk id="3" creationId="{87DB94CE-E617-81C9-DA9C-69F1D86FCF2A}"/>
          </ac:picMkLst>
        </pc:picChg>
        <pc:picChg chg="del">
          <ac:chgData name="Aron Michael" userId="a6335a5c-3af6-488f-9ef1-dea14714a451" providerId="ADAL" clId="{18DF314F-B1C7-43F2-A36B-D752E28B7034}" dt="2023-06-29T14:20:57.768" v="2501" actId="478"/>
          <ac:picMkLst>
            <pc:docMk/>
            <pc:sldMk cId="272670438" sldId="501"/>
            <ac:picMk id="9" creationId="{186CA5C4-0E76-83ED-3936-F82C3F6D4182}"/>
          </ac:picMkLst>
        </pc:picChg>
      </pc:sldChg>
      <pc:sldChg chg="addSp delSp modSp add mod">
        <pc:chgData name="Aron Michael" userId="a6335a5c-3af6-488f-9ef1-dea14714a451" providerId="ADAL" clId="{18DF314F-B1C7-43F2-A36B-D752E28B7034}" dt="2023-06-29T14:42:31.884" v="3300" actId="255"/>
        <pc:sldMkLst>
          <pc:docMk/>
          <pc:sldMk cId="4116895032" sldId="502"/>
        </pc:sldMkLst>
        <pc:spChg chg="mod">
          <ac:chgData name="Aron Michael" userId="a6335a5c-3af6-488f-9ef1-dea14714a451" providerId="ADAL" clId="{18DF314F-B1C7-43F2-A36B-D752E28B7034}" dt="2023-06-29T14:42:31.884" v="3300" actId="255"/>
          <ac:spMkLst>
            <pc:docMk/>
            <pc:sldMk cId="4116895032" sldId="502"/>
            <ac:spMk id="19" creationId="{BEC021D9-EDA7-3A58-CB97-32F406713A00}"/>
          </ac:spMkLst>
        </pc:spChg>
        <pc:picChg chg="del">
          <ac:chgData name="Aron Michael" userId="a6335a5c-3af6-488f-9ef1-dea14714a451" providerId="ADAL" clId="{18DF314F-B1C7-43F2-A36B-D752E28B7034}" dt="2023-06-29T14:32:48.747" v="2529" actId="478"/>
          <ac:picMkLst>
            <pc:docMk/>
            <pc:sldMk cId="4116895032" sldId="502"/>
            <ac:picMk id="3" creationId="{87DB94CE-E617-81C9-DA9C-69F1D86FCF2A}"/>
          </ac:picMkLst>
        </pc:picChg>
        <pc:picChg chg="add del mod">
          <ac:chgData name="Aron Michael" userId="a6335a5c-3af6-488f-9ef1-dea14714a451" providerId="ADAL" clId="{18DF314F-B1C7-43F2-A36B-D752E28B7034}" dt="2023-06-29T14:38:59.265" v="3058" actId="478"/>
          <ac:picMkLst>
            <pc:docMk/>
            <pc:sldMk cId="4116895032" sldId="502"/>
            <ac:picMk id="8" creationId="{FFA528D1-5813-1229-9F19-813F97AACF62}"/>
          </ac:picMkLst>
        </pc:picChg>
        <pc:picChg chg="add del mod">
          <ac:chgData name="Aron Michael" userId="a6335a5c-3af6-488f-9ef1-dea14714a451" providerId="ADAL" clId="{18DF314F-B1C7-43F2-A36B-D752E28B7034}" dt="2023-06-29T14:41:06.079" v="3274" actId="478"/>
          <ac:picMkLst>
            <pc:docMk/>
            <pc:sldMk cId="4116895032" sldId="502"/>
            <ac:picMk id="9" creationId="{E5E8A379-432C-F34D-7F73-CDB419BA7553}"/>
          </ac:picMkLst>
        </pc:picChg>
      </pc:sldChg>
      <pc:sldChg chg="addSp modSp add mod">
        <pc:chgData name="Aron Michael" userId="a6335a5c-3af6-488f-9ef1-dea14714a451" providerId="ADAL" clId="{18DF314F-B1C7-43F2-A36B-D752E28B7034}" dt="2023-06-29T14:48:00.896" v="3427" actId="1076"/>
        <pc:sldMkLst>
          <pc:docMk/>
          <pc:sldMk cId="3246256110" sldId="503"/>
        </pc:sldMkLst>
        <pc:spChg chg="mod">
          <ac:chgData name="Aron Michael" userId="a6335a5c-3af6-488f-9ef1-dea14714a451" providerId="ADAL" clId="{18DF314F-B1C7-43F2-A36B-D752E28B7034}" dt="2023-06-29T14:47:33.458" v="3425" actId="6549"/>
          <ac:spMkLst>
            <pc:docMk/>
            <pc:sldMk cId="3246256110" sldId="503"/>
            <ac:spMk id="19" creationId="{BEC021D9-EDA7-3A58-CB97-32F406713A00}"/>
          </ac:spMkLst>
        </pc:spChg>
        <pc:picChg chg="add mod">
          <ac:chgData name="Aron Michael" userId="a6335a5c-3af6-488f-9ef1-dea14714a451" providerId="ADAL" clId="{18DF314F-B1C7-43F2-A36B-D752E28B7034}" dt="2023-06-29T14:48:00.896" v="3427" actId="1076"/>
          <ac:picMkLst>
            <pc:docMk/>
            <pc:sldMk cId="3246256110" sldId="503"/>
            <ac:picMk id="3" creationId="{C9611BF9-ED6C-E507-E4C6-8C81C137B96C}"/>
          </ac:picMkLst>
        </pc:picChg>
      </pc:sldChg>
      <pc:sldChg chg="addSp delSp modSp add mod ord">
        <pc:chgData name="Aron Michael" userId="a6335a5c-3af6-488f-9ef1-dea14714a451" providerId="ADAL" clId="{18DF314F-B1C7-43F2-A36B-D752E28B7034}" dt="2023-06-29T16:27:02.537" v="4722"/>
        <pc:sldMkLst>
          <pc:docMk/>
          <pc:sldMk cId="2864248143" sldId="504"/>
        </pc:sldMkLst>
        <pc:spChg chg="mod">
          <ac:chgData name="Aron Michael" userId="a6335a5c-3af6-488f-9ef1-dea14714a451" providerId="ADAL" clId="{18DF314F-B1C7-43F2-A36B-D752E28B7034}" dt="2023-06-29T16:08:05.172" v="4105" actId="5793"/>
          <ac:spMkLst>
            <pc:docMk/>
            <pc:sldMk cId="2864248143" sldId="504"/>
            <ac:spMk id="19" creationId="{BEC021D9-EDA7-3A58-CB97-32F406713A00}"/>
          </ac:spMkLst>
        </pc:spChg>
        <pc:picChg chg="add del mod">
          <ac:chgData name="Aron Michael" userId="a6335a5c-3af6-488f-9ef1-dea14714a451" providerId="ADAL" clId="{18DF314F-B1C7-43F2-A36B-D752E28B7034}" dt="2023-06-29T14:56:56.066" v="3672" actId="478"/>
          <ac:picMkLst>
            <pc:docMk/>
            <pc:sldMk cId="2864248143" sldId="504"/>
            <ac:picMk id="3" creationId="{ABDF0F9F-BF30-3C52-396F-3735A8F139C4}"/>
          </ac:picMkLst>
        </pc:picChg>
        <pc:picChg chg="add del mod">
          <ac:chgData name="Aron Michael" userId="a6335a5c-3af6-488f-9ef1-dea14714a451" providerId="ADAL" clId="{18DF314F-B1C7-43F2-A36B-D752E28B7034}" dt="2023-06-29T14:57:01.375" v="3675" actId="478"/>
          <ac:picMkLst>
            <pc:docMk/>
            <pc:sldMk cId="2864248143" sldId="504"/>
            <ac:picMk id="8" creationId="{459DF426-B9CE-5927-B9C1-4B6ABCF8FB91}"/>
          </ac:picMkLst>
        </pc:picChg>
        <pc:picChg chg="add del mod">
          <ac:chgData name="Aron Michael" userId="a6335a5c-3af6-488f-9ef1-dea14714a451" providerId="ADAL" clId="{18DF314F-B1C7-43F2-A36B-D752E28B7034}" dt="2023-06-29T16:00:45.178" v="3869" actId="478"/>
          <ac:picMkLst>
            <pc:docMk/>
            <pc:sldMk cId="2864248143" sldId="504"/>
            <ac:picMk id="9" creationId="{CD745E5C-AB89-1B3A-4659-5B095E45F85E}"/>
          </ac:picMkLst>
        </pc:picChg>
      </pc:sldChg>
      <pc:sldChg chg="addSp delSp modSp add mod">
        <pc:chgData name="Aron Michael" userId="a6335a5c-3af6-488f-9ef1-dea14714a451" providerId="ADAL" clId="{18DF314F-B1C7-43F2-A36B-D752E28B7034}" dt="2023-06-29T16:09:56.813" v="4128" actId="1076"/>
        <pc:sldMkLst>
          <pc:docMk/>
          <pc:sldMk cId="3924899481" sldId="505"/>
        </pc:sldMkLst>
        <pc:spChg chg="mod">
          <ac:chgData name="Aron Michael" userId="a6335a5c-3af6-488f-9ef1-dea14714a451" providerId="ADAL" clId="{18DF314F-B1C7-43F2-A36B-D752E28B7034}" dt="2023-06-29T16:09:04.630" v="4125" actId="20577"/>
          <ac:spMkLst>
            <pc:docMk/>
            <pc:sldMk cId="3924899481" sldId="505"/>
            <ac:spMk id="19" creationId="{BEC021D9-EDA7-3A58-CB97-32F406713A00}"/>
          </ac:spMkLst>
        </pc:spChg>
        <pc:picChg chg="del">
          <ac:chgData name="Aron Michael" userId="a6335a5c-3af6-488f-9ef1-dea14714a451" providerId="ADAL" clId="{18DF314F-B1C7-43F2-A36B-D752E28B7034}" dt="2023-06-29T16:09:06.691" v="4126" actId="478"/>
          <ac:picMkLst>
            <pc:docMk/>
            <pc:sldMk cId="3924899481" sldId="505"/>
            <ac:picMk id="3" creationId="{C9611BF9-ED6C-E507-E4C6-8C81C137B96C}"/>
          </ac:picMkLst>
        </pc:picChg>
        <pc:picChg chg="add mod">
          <ac:chgData name="Aron Michael" userId="a6335a5c-3af6-488f-9ef1-dea14714a451" providerId="ADAL" clId="{18DF314F-B1C7-43F2-A36B-D752E28B7034}" dt="2023-06-29T16:09:56.813" v="4128" actId="1076"/>
          <ac:picMkLst>
            <pc:docMk/>
            <pc:sldMk cId="3924899481" sldId="505"/>
            <ac:picMk id="8" creationId="{282D9E7E-8400-E0EB-5D33-A26CBAC861C7}"/>
          </ac:picMkLst>
        </pc:picChg>
      </pc:sldChg>
      <pc:sldChg chg="addSp delSp modSp add mod">
        <pc:chgData name="Aron Michael" userId="a6335a5c-3af6-488f-9ef1-dea14714a451" providerId="ADAL" clId="{18DF314F-B1C7-43F2-A36B-D752E28B7034}" dt="2023-06-30T02:22:34.053" v="5167" actId="5793"/>
        <pc:sldMkLst>
          <pc:docMk/>
          <pc:sldMk cId="1247750539" sldId="506"/>
        </pc:sldMkLst>
        <pc:spChg chg="mod">
          <ac:chgData name="Aron Michael" userId="a6335a5c-3af6-488f-9ef1-dea14714a451" providerId="ADAL" clId="{18DF314F-B1C7-43F2-A36B-D752E28B7034}" dt="2023-06-30T02:22:34.053" v="5167" actId="5793"/>
          <ac:spMkLst>
            <pc:docMk/>
            <pc:sldMk cId="1247750539" sldId="506"/>
            <ac:spMk id="19" creationId="{BEC021D9-EDA7-3A58-CB97-32F406713A00}"/>
          </ac:spMkLst>
        </pc:spChg>
        <pc:picChg chg="add del mod">
          <ac:chgData name="Aron Michael" userId="a6335a5c-3af6-488f-9ef1-dea14714a451" providerId="ADAL" clId="{18DF314F-B1C7-43F2-A36B-D752E28B7034}" dt="2023-06-29T16:26:18.510" v="4720" actId="478"/>
          <ac:picMkLst>
            <pc:docMk/>
            <pc:sldMk cId="1247750539" sldId="506"/>
            <ac:picMk id="3" creationId="{77275E54-AFA1-814C-2025-17DEFEB9ECBD}"/>
          </ac:picMkLst>
        </pc:picChg>
        <pc:picChg chg="del">
          <ac:chgData name="Aron Michael" userId="a6335a5c-3af6-488f-9ef1-dea14714a451" providerId="ADAL" clId="{18DF314F-B1C7-43F2-A36B-D752E28B7034}" dt="2023-06-29T16:10:12.197" v="4130" actId="478"/>
          <ac:picMkLst>
            <pc:docMk/>
            <pc:sldMk cId="1247750539" sldId="506"/>
            <ac:picMk id="8" creationId="{282D9E7E-8400-E0EB-5D33-A26CBAC861C7}"/>
          </ac:picMkLst>
        </pc:picChg>
        <pc:inkChg chg="add">
          <ac:chgData name="Aron Michael" userId="a6335a5c-3af6-488f-9ef1-dea14714a451" providerId="ADAL" clId="{18DF314F-B1C7-43F2-A36B-D752E28B7034}" dt="2023-06-29T16:26:15.514" v="4719" actId="9405"/>
          <ac:inkMkLst>
            <pc:docMk/>
            <pc:sldMk cId="1247750539" sldId="506"/>
            <ac:inkMk id="9" creationId="{B55ED60A-BF88-4234-C9DA-94092227537C}"/>
          </ac:inkMkLst>
        </pc:inkChg>
      </pc:sldChg>
      <pc:sldChg chg="modSp add mod">
        <pc:chgData name="Aron Michael" userId="a6335a5c-3af6-488f-9ef1-dea14714a451" providerId="ADAL" clId="{18DF314F-B1C7-43F2-A36B-D752E28B7034}" dt="2023-06-29T16:28:06.456" v="4724" actId="6549"/>
        <pc:sldMkLst>
          <pc:docMk/>
          <pc:sldMk cId="92087419" sldId="507"/>
        </pc:sldMkLst>
        <pc:spChg chg="mod">
          <ac:chgData name="Aron Michael" userId="a6335a5c-3af6-488f-9ef1-dea14714a451" providerId="ADAL" clId="{18DF314F-B1C7-43F2-A36B-D752E28B7034}" dt="2023-06-29T16:28:06.456" v="4724" actId="6549"/>
          <ac:spMkLst>
            <pc:docMk/>
            <pc:sldMk cId="92087419" sldId="507"/>
            <ac:spMk id="19" creationId="{BEC021D9-EDA7-3A58-CB97-32F406713A00}"/>
          </ac:spMkLst>
        </pc:spChg>
      </pc:sldChg>
      <pc:sldChg chg="modSp add mod">
        <pc:chgData name="Aron Michael" userId="a6335a5c-3af6-488f-9ef1-dea14714a451" providerId="ADAL" clId="{18DF314F-B1C7-43F2-A36B-D752E28B7034}" dt="2023-06-29T21:46:13.054" v="4776" actId="20577"/>
        <pc:sldMkLst>
          <pc:docMk/>
          <pc:sldMk cId="1412899825" sldId="508"/>
        </pc:sldMkLst>
        <pc:spChg chg="mod">
          <ac:chgData name="Aron Michael" userId="a6335a5c-3af6-488f-9ef1-dea14714a451" providerId="ADAL" clId="{18DF314F-B1C7-43F2-A36B-D752E28B7034}" dt="2023-06-29T21:44:31.978" v="4771" actId="20577"/>
          <ac:spMkLst>
            <pc:docMk/>
            <pc:sldMk cId="1412899825" sldId="508"/>
            <ac:spMk id="2" creationId="{00000000-0000-0000-0000-000000000000}"/>
          </ac:spMkLst>
        </pc:spChg>
        <pc:spChg chg="mod">
          <ac:chgData name="Aron Michael" userId="a6335a5c-3af6-488f-9ef1-dea14714a451" providerId="ADAL" clId="{18DF314F-B1C7-43F2-A36B-D752E28B7034}" dt="2023-06-29T21:46:13.054" v="4776" actId="20577"/>
          <ac:spMkLst>
            <pc:docMk/>
            <pc:sldMk cId="1412899825" sldId="508"/>
            <ac:spMk id="19" creationId="{BEC021D9-EDA7-3A58-CB97-32F406713A00}"/>
          </ac:spMkLst>
        </pc:spChg>
      </pc:sldChg>
      <pc:sldChg chg="addSp modSp add mod">
        <pc:chgData name="Aron Michael" userId="a6335a5c-3af6-488f-9ef1-dea14714a451" providerId="ADAL" clId="{18DF314F-B1C7-43F2-A36B-D752E28B7034}" dt="2023-06-29T21:47:37.252" v="4782" actId="1076"/>
        <pc:sldMkLst>
          <pc:docMk/>
          <pc:sldMk cId="2201065895" sldId="509"/>
        </pc:sldMkLst>
        <pc:spChg chg="add mod">
          <ac:chgData name="Aron Michael" userId="a6335a5c-3af6-488f-9ef1-dea14714a451" providerId="ADAL" clId="{18DF314F-B1C7-43F2-A36B-D752E28B7034}" dt="2023-06-29T21:47:37.252" v="4782" actId="1076"/>
          <ac:spMkLst>
            <pc:docMk/>
            <pc:sldMk cId="2201065895" sldId="509"/>
            <ac:spMk id="8" creationId="{CFAF63D3-6592-3799-7CCE-F3F4194F9337}"/>
          </ac:spMkLst>
        </pc:spChg>
        <pc:spChg chg="add mod">
          <ac:chgData name="Aron Michael" userId="a6335a5c-3af6-488f-9ef1-dea14714a451" providerId="ADAL" clId="{18DF314F-B1C7-43F2-A36B-D752E28B7034}" dt="2023-06-29T21:47:37.252" v="4782" actId="1076"/>
          <ac:spMkLst>
            <pc:docMk/>
            <pc:sldMk cId="2201065895" sldId="509"/>
            <ac:spMk id="10" creationId="{68006848-9F6B-3B3B-5112-1A87A29F15EC}"/>
          </ac:spMkLst>
        </pc:spChg>
        <pc:spChg chg="add mod">
          <ac:chgData name="Aron Michael" userId="a6335a5c-3af6-488f-9ef1-dea14714a451" providerId="ADAL" clId="{18DF314F-B1C7-43F2-A36B-D752E28B7034}" dt="2023-06-29T21:47:37.252" v="4782" actId="1076"/>
          <ac:spMkLst>
            <pc:docMk/>
            <pc:sldMk cId="2201065895" sldId="509"/>
            <ac:spMk id="12" creationId="{81D9C28E-A4D8-A926-2418-32A6574A407D}"/>
          </ac:spMkLst>
        </pc:spChg>
        <pc:spChg chg="add mod">
          <ac:chgData name="Aron Michael" userId="a6335a5c-3af6-488f-9ef1-dea14714a451" providerId="ADAL" clId="{18DF314F-B1C7-43F2-A36B-D752E28B7034}" dt="2023-06-29T21:47:37.252" v="4782" actId="1076"/>
          <ac:spMkLst>
            <pc:docMk/>
            <pc:sldMk cId="2201065895" sldId="509"/>
            <ac:spMk id="13" creationId="{02C64072-15E4-30F1-66BD-466B9BD89ECA}"/>
          </ac:spMkLst>
        </pc:spChg>
        <pc:spChg chg="add mod">
          <ac:chgData name="Aron Michael" userId="a6335a5c-3af6-488f-9ef1-dea14714a451" providerId="ADAL" clId="{18DF314F-B1C7-43F2-A36B-D752E28B7034}" dt="2023-06-29T21:47:37.252" v="4782" actId="1076"/>
          <ac:spMkLst>
            <pc:docMk/>
            <pc:sldMk cId="2201065895" sldId="509"/>
            <ac:spMk id="15" creationId="{CCECA30A-C011-D98B-D817-543C046B6030}"/>
          </ac:spMkLst>
        </pc:spChg>
        <pc:spChg chg="add mod">
          <ac:chgData name="Aron Michael" userId="a6335a5c-3af6-488f-9ef1-dea14714a451" providerId="ADAL" clId="{18DF314F-B1C7-43F2-A36B-D752E28B7034}" dt="2023-06-29T21:47:37.252" v="4782" actId="1076"/>
          <ac:spMkLst>
            <pc:docMk/>
            <pc:sldMk cId="2201065895" sldId="509"/>
            <ac:spMk id="16" creationId="{73C91145-DD22-58B4-CDC6-D3A6D8FC1927}"/>
          </ac:spMkLst>
        </pc:spChg>
        <pc:spChg chg="mod">
          <ac:chgData name="Aron Michael" userId="a6335a5c-3af6-488f-9ef1-dea14714a451" providerId="ADAL" clId="{18DF314F-B1C7-43F2-A36B-D752E28B7034}" dt="2023-06-29T21:47:03.416" v="4778" actId="6549"/>
          <ac:spMkLst>
            <pc:docMk/>
            <pc:sldMk cId="2201065895" sldId="509"/>
            <ac:spMk id="19" creationId="{BEC021D9-EDA7-3A58-CB97-32F406713A00}"/>
          </ac:spMkLst>
        </pc:spChg>
        <pc:picChg chg="add mod">
          <ac:chgData name="Aron Michael" userId="a6335a5c-3af6-488f-9ef1-dea14714a451" providerId="ADAL" clId="{18DF314F-B1C7-43F2-A36B-D752E28B7034}" dt="2023-06-29T21:47:16.745" v="4780" actId="1076"/>
          <ac:picMkLst>
            <pc:docMk/>
            <pc:sldMk cId="2201065895" sldId="509"/>
            <ac:picMk id="3" creationId="{E6B58E44-7CE2-5A94-4D54-2B7884E00342}"/>
          </ac:picMkLst>
        </pc:picChg>
        <pc:inkChg chg="add mod">
          <ac:chgData name="Aron Michael" userId="a6335a5c-3af6-488f-9ef1-dea14714a451" providerId="ADAL" clId="{18DF314F-B1C7-43F2-A36B-D752E28B7034}" dt="2023-06-29T21:47:37.252" v="4782" actId="1076"/>
          <ac:inkMkLst>
            <pc:docMk/>
            <pc:sldMk cId="2201065895" sldId="509"/>
            <ac:inkMk id="11" creationId="{B0D3AD74-0A28-BC27-35E5-D129330B233D}"/>
          </ac:inkMkLst>
        </pc:inkChg>
      </pc:sldChg>
      <pc:sldChg chg="addSp delSp modSp add mod">
        <pc:chgData name="Aron Michael" userId="a6335a5c-3af6-488f-9ef1-dea14714a451" providerId="ADAL" clId="{18DF314F-B1C7-43F2-A36B-D752E28B7034}" dt="2023-06-29T21:49:57.532" v="4788" actId="1076"/>
        <pc:sldMkLst>
          <pc:docMk/>
          <pc:sldMk cId="3048444175" sldId="510"/>
        </pc:sldMkLst>
        <pc:spChg chg="del">
          <ac:chgData name="Aron Michael" userId="a6335a5c-3af6-488f-9ef1-dea14714a451" providerId="ADAL" clId="{18DF314F-B1C7-43F2-A36B-D752E28B7034}" dt="2023-06-29T21:49:34.366" v="4785" actId="478"/>
          <ac:spMkLst>
            <pc:docMk/>
            <pc:sldMk cId="3048444175" sldId="510"/>
            <ac:spMk id="8" creationId="{CFAF63D3-6592-3799-7CCE-F3F4194F9337}"/>
          </ac:spMkLst>
        </pc:spChg>
        <pc:spChg chg="del">
          <ac:chgData name="Aron Michael" userId="a6335a5c-3af6-488f-9ef1-dea14714a451" providerId="ADAL" clId="{18DF314F-B1C7-43F2-A36B-D752E28B7034}" dt="2023-06-29T21:49:30.632" v="4784" actId="478"/>
          <ac:spMkLst>
            <pc:docMk/>
            <pc:sldMk cId="3048444175" sldId="510"/>
            <ac:spMk id="10" creationId="{68006848-9F6B-3B3B-5112-1A87A29F15EC}"/>
          </ac:spMkLst>
        </pc:spChg>
        <pc:spChg chg="del">
          <ac:chgData name="Aron Michael" userId="a6335a5c-3af6-488f-9ef1-dea14714a451" providerId="ADAL" clId="{18DF314F-B1C7-43F2-A36B-D752E28B7034}" dt="2023-06-29T21:49:34.366" v="4785" actId="478"/>
          <ac:spMkLst>
            <pc:docMk/>
            <pc:sldMk cId="3048444175" sldId="510"/>
            <ac:spMk id="12" creationId="{81D9C28E-A4D8-A926-2418-32A6574A407D}"/>
          </ac:spMkLst>
        </pc:spChg>
        <pc:spChg chg="del">
          <ac:chgData name="Aron Michael" userId="a6335a5c-3af6-488f-9ef1-dea14714a451" providerId="ADAL" clId="{18DF314F-B1C7-43F2-A36B-D752E28B7034}" dt="2023-06-29T21:49:34.366" v="4785" actId="478"/>
          <ac:spMkLst>
            <pc:docMk/>
            <pc:sldMk cId="3048444175" sldId="510"/>
            <ac:spMk id="13" creationId="{02C64072-15E4-30F1-66BD-466B9BD89ECA}"/>
          </ac:spMkLst>
        </pc:spChg>
        <pc:spChg chg="del">
          <ac:chgData name="Aron Michael" userId="a6335a5c-3af6-488f-9ef1-dea14714a451" providerId="ADAL" clId="{18DF314F-B1C7-43F2-A36B-D752E28B7034}" dt="2023-06-29T21:49:34.366" v="4785" actId="478"/>
          <ac:spMkLst>
            <pc:docMk/>
            <pc:sldMk cId="3048444175" sldId="510"/>
            <ac:spMk id="15" creationId="{CCECA30A-C011-D98B-D817-543C046B6030}"/>
          </ac:spMkLst>
        </pc:spChg>
        <pc:spChg chg="del">
          <ac:chgData name="Aron Michael" userId="a6335a5c-3af6-488f-9ef1-dea14714a451" providerId="ADAL" clId="{18DF314F-B1C7-43F2-A36B-D752E28B7034}" dt="2023-06-29T21:49:34.366" v="4785" actId="478"/>
          <ac:spMkLst>
            <pc:docMk/>
            <pc:sldMk cId="3048444175" sldId="510"/>
            <ac:spMk id="16" creationId="{73C91145-DD22-58B4-CDC6-D3A6D8FC1927}"/>
          </ac:spMkLst>
        </pc:spChg>
        <pc:spChg chg="add mod">
          <ac:chgData name="Aron Michael" userId="a6335a5c-3af6-488f-9ef1-dea14714a451" providerId="ADAL" clId="{18DF314F-B1C7-43F2-A36B-D752E28B7034}" dt="2023-06-29T21:49:57.532" v="4788" actId="1076"/>
          <ac:spMkLst>
            <pc:docMk/>
            <pc:sldMk cId="3048444175" sldId="510"/>
            <ac:spMk id="20" creationId="{3089CE2C-7074-EF63-02DC-1702D6BA8FD1}"/>
          </ac:spMkLst>
        </pc:spChg>
        <pc:spChg chg="add mod">
          <ac:chgData name="Aron Michael" userId="a6335a5c-3af6-488f-9ef1-dea14714a451" providerId="ADAL" clId="{18DF314F-B1C7-43F2-A36B-D752E28B7034}" dt="2023-06-29T21:49:57.532" v="4788" actId="1076"/>
          <ac:spMkLst>
            <pc:docMk/>
            <pc:sldMk cId="3048444175" sldId="510"/>
            <ac:spMk id="21" creationId="{F8E90656-2059-ED90-B290-275BF4CA1B60}"/>
          </ac:spMkLst>
        </pc:spChg>
        <pc:picChg chg="del">
          <ac:chgData name="Aron Michael" userId="a6335a5c-3af6-488f-9ef1-dea14714a451" providerId="ADAL" clId="{18DF314F-B1C7-43F2-A36B-D752E28B7034}" dt="2023-06-29T21:49:36.968" v="4786" actId="478"/>
          <ac:picMkLst>
            <pc:docMk/>
            <pc:sldMk cId="3048444175" sldId="510"/>
            <ac:picMk id="3" creationId="{E6B58E44-7CE2-5A94-4D54-2B7884E00342}"/>
          </ac:picMkLst>
        </pc:picChg>
        <pc:picChg chg="add mod">
          <ac:chgData name="Aron Michael" userId="a6335a5c-3af6-488f-9ef1-dea14714a451" providerId="ADAL" clId="{18DF314F-B1C7-43F2-A36B-D752E28B7034}" dt="2023-06-29T21:49:57.532" v="4788" actId="1076"/>
          <ac:picMkLst>
            <pc:docMk/>
            <pc:sldMk cId="3048444175" sldId="510"/>
            <ac:picMk id="17" creationId="{003CA228-08F4-0DB5-AC4C-AC8E2740C3B1}"/>
          </ac:picMkLst>
        </pc:picChg>
        <pc:picChg chg="add mod">
          <ac:chgData name="Aron Michael" userId="a6335a5c-3af6-488f-9ef1-dea14714a451" providerId="ADAL" clId="{18DF314F-B1C7-43F2-A36B-D752E28B7034}" dt="2023-06-29T21:49:57.532" v="4788" actId="1076"/>
          <ac:picMkLst>
            <pc:docMk/>
            <pc:sldMk cId="3048444175" sldId="510"/>
            <ac:picMk id="22" creationId="{FE87DD34-0E03-F56C-32F3-B885CE602B4B}"/>
          </ac:picMkLst>
        </pc:picChg>
        <pc:inkChg chg="del">
          <ac:chgData name="Aron Michael" userId="a6335a5c-3af6-488f-9ef1-dea14714a451" providerId="ADAL" clId="{18DF314F-B1C7-43F2-A36B-D752E28B7034}" dt="2023-06-29T21:49:34.366" v="4785" actId="478"/>
          <ac:inkMkLst>
            <pc:docMk/>
            <pc:sldMk cId="3048444175" sldId="510"/>
            <ac:inkMk id="11" creationId="{B0D3AD74-0A28-BC27-35E5-D129330B233D}"/>
          </ac:inkMkLst>
        </pc:inkChg>
        <pc:inkChg chg="add mod">
          <ac:chgData name="Aron Michael" userId="a6335a5c-3af6-488f-9ef1-dea14714a451" providerId="ADAL" clId="{18DF314F-B1C7-43F2-A36B-D752E28B7034}" dt="2023-06-29T21:49:57.532" v="4788" actId="1076"/>
          <ac:inkMkLst>
            <pc:docMk/>
            <pc:sldMk cId="3048444175" sldId="510"/>
            <ac:inkMk id="18" creationId="{DE493F2F-5E8D-0074-6F6C-4F86AB266EE6}"/>
          </ac:inkMkLst>
        </pc:inkChg>
        <pc:inkChg chg="add mod">
          <ac:chgData name="Aron Michael" userId="a6335a5c-3af6-488f-9ef1-dea14714a451" providerId="ADAL" clId="{18DF314F-B1C7-43F2-A36B-D752E28B7034}" dt="2023-06-29T21:49:57.532" v="4788" actId="1076"/>
          <ac:inkMkLst>
            <pc:docMk/>
            <pc:sldMk cId="3048444175" sldId="510"/>
            <ac:inkMk id="23" creationId="{4E973FD9-252A-24DB-57DB-E97EC6EE0C9E}"/>
          </ac:inkMkLst>
        </pc:inkChg>
      </pc:sldChg>
      <pc:sldChg chg="addSp delSp modSp add">
        <pc:chgData name="Aron Michael" userId="a6335a5c-3af6-488f-9ef1-dea14714a451" providerId="ADAL" clId="{18DF314F-B1C7-43F2-A36B-D752E28B7034}" dt="2023-06-29T21:51:30.852" v="4792" actId="1076"/>
        <pc:sldMkLst>
          <pc:docMk/>
          <pc:sldMk cId="1594574596" sldId="511"/>
        </pc:sldMkLst>
        <pc:spChg chg="del">
          <ac:chgData name="Aron Michael" userId="a6335a5c-3af6-488f-9ef1-dea14714a451" providerId="ADAL" clId="{18DF314F-B1C7-43F2-A36B-D752E28B7034}" dt="2023-06-29T21:50:18.542" v="4790" actId="478"/>
          <ac:spMkLst>
            <pc:docMk/>
            <pc:sldMk cId="1594574596" sldId="511"/>
            <ac:spMk id="20" creationId="{3089CE2C-7074-EF63-02DC-1702D6BA8FD1}"/>
          </ac:spMkLst>
        </pc:spChg>
        <pc:spChg chg="del">
          <ac:chgData name="Aron Michael" userId="a6335a5c-3af6-488f-9ef1-dea14714a451" providerId="ADAL" clId="{18DF314F-B1C7-43F2-A36B-D752E28B7034}" dt="2023-06-29T21:50:18.542" v="4790" actId="478"/>
          <ac:spMkLst>
            <pc:docMk/>
            <pc:sldMk cId="1594574596" sldId="511"/>
            <ac:spMk id="21" creationId="{F8E90656-2059-ED90-B290-275BF4CA1B60}"/>
          </ac:spMkLst>
        </pc:spChg>
        <pc:picChg chg="add mod">
          <ac:chgData name="Aron Michael" userId="a6335a5c-3af6-488f-9ef1-dea14714a451" providerId="ADAL" clId="{18DF314F-B1C7-43F2-A36B-D752E28B7034}" dt="2023-06-29T21:51:30.852" v="4792" actId="1076"/>
          <ac:picMkLst>
            <pc:docMk/>
            <pc:sldMk cId="1594574596" sldId="511"/>
            <ac:picMk id="3" creationId="{92D69A62-07E8-C145-D5D7-C332BFB081CC}"/>
          </ac:picMkLst>
        </pc:picChg>
        <pc:picChg chg="add mod">
          <ac:chgData name="Aron Michael" userId="a6335a5c-3af6-488f-9ef1-dea14714a451" providerId="ADAL" clId="{18DF314F-B1C7-43F2-A36B-D752E28B7034}" dt="2023-06-29T21:51:30.852" v="4792" actId="1076"/>
          <ac:picMkLst>
            <pc:docMk/>
            <pc:sldMk cId="1594574596" sldId="511"/>
            <ac:picMk id="8" creationId="{BA179E44-F072-108F-5A30-8E96AE54ED90}"/>
          </ac:picMkLst>
        </pc:picChg>
        <pc:picChg chg="del">
          <ac:chgData name="Aron Michael" userId="a6335a5c-3af6-488f-9ef1-dea14714a451" providerId="ADAL" clId="{18DF314F-B1C7-43F2-A36B-D752E28B7034}" dt="2023-06-29T21:50:18.542" v="4790" actId="478"/>
          <ac:picMkLst>
            <pc:docMk/>
            <pc:sldMk cId="1594574596" sldId="511"/>
            <ac:picMk id="17" creationId="{003CA228-08F4-0DB5-AC4C-AC8E2740C3B1}"/>
          </ac:picMkLst>
        </pc:picChg>
        <pc:picChg chg="del">
          <ac:chgData name="Aron Michael" userId="a6335a5c-3af6-488f-9ef1-dea14714a451" providerId="ADAL" clId="{18DF314F-B1C7-43F2-A36B-D752E28B7034}" dt="2023-06-29T21:50:18.542" v="4790" actId="478"/>
          <ac:picMkLst>
            <pc:docMk/>
            <pc:sldMk cId="1594574596" sldId="511"/>
            <ac:picMk id="22" creationId="{FE87DD34-0E03-F56C-32F3-B885CE602B4B}"/>
          </ac:picMkLst>
        </pc:picChg>
        <pc:inkChg chg="add mod">
          <ac:chgData name="Aron Michael" userId="a6335a5c-3af6-488f-9ef1-dea14714a451" providerId="ADAL" clId="{18DF314F-B1C7-43F2-A36B-D752E28B7034}" dt="2023-06-29T21:51:30.852" v="4792" actId="1076"/>
          <ac:inkMkLst>
            <pc:docMk/>
            <pc:sldMk cId="1594574596" sldId="511"/>
            <ac:inkMk id="10" creationId="{ABC39D1E-651B-5E8A-4952-6764534AF484}"/>
          </ac:inkMkLst>
        </pc:inkChg>
        <pc:inkChg chg="del">
          <ac:chgData name="Aron Michael" userId="a6335a5c-3af6-488f-9ef1-dea14714a451" providerId="ADAL" clId="{18DF314F-B1C7-43F2-A36B-D752E28B7034}" dt="2023-06-29T21:50:18.542" v="4790" actId="478"/>
          <ac:inkMkLst>
            <pc:docMk/>
            <pc:sldMk cId="1594574596" sldId="511"/>
            <ac:inkMk id="18" creationId="{DE493F2F-5E8D-0074-6F6C-4F86AB266EE6}"/>
          </ac:inkMkLst>
        </pc:inkChg>
        <pc:inkChg chg="del">
          <ac:chgData name="Aron Michael" userId="a6335a5c-3af6-488f-9ef1-dea14714a451" providerId="ADAL" clId="{18DF314F-B1C7-43F2-A36B-D752E28B7034}" dt="2023-06-29T21:50:18.542" v="4790" actId="478"/>
          <ac:inkMkLst>
            <pc:docMk/>
            <pc:sldMk cId="1594574596" sldId="511"/>
            <ac:inkMk id="23" creationId="{4E973FD9-252A-24DB-57DB-E97EC6EE0C9E}"/>
          </ac:inkMkLst>
        </pc:inkChg>
      </pc:sldChg>
      <pc:sldChg chg="addSp delSp modSp add mod">
        <pc:chgData name="Aron Michael" userId="a6335a5c-3af6-488f-9ef1-dea14714a451" providerId="ADAL" clId="{18DF314F-B1C7-43F2-A36B-D752E28B7034}" dt="2023-06-29T21:52:11.198" v="4798" actId="1076"/>
        <pc:sldMkLst>
          <pc:docMk/>
          <pc:sldMk cId="1720067143" sldId="512"/>
        </pc:sldMkLst>
        <pc:picChg chg="del">
          <ac:chgData name="Aron Michael" userId="a6335a5c-3af6-488f-9ef1-dea14714a451" providerId="ADAL" clId="{18DF314F-B1C7-43F2-A36B-D752E28B7034}" dt="2023-06-29T21:51:44.767" v="4795" actId="478"/>
          <ac:picMkLst>
            <pc:docMk/>
            <pc:sldMk cId="1720067143" sldId="512"/>
            <ac:picMk id="3" creationId="{92D69A62-07E8-C145-D5D7-C332BFB081CC}"/>
          </ac:picMkLst>
        </pc:picChg>
        <pc:picChg chg="del">
          <ac:chgData name="Aron Michael" userId="a6335a5c-3af6-488f-9ef1-dea14714a451" providerId="ADAL" clId="{18DF314F-B1C7-43F2-A36B-D752E28B7034}" dt="2023-06-29T21:51:42.400" v="4794" actId="478"/>
          <ac:picMkLst>
            <pc:docMk/>
            <pc:sldMk cId="1720067143" sldId="512"/>
            <ac:picMk id="8" creationId="{BA179E44-F072-108F-5A30-8E96AE54ED90}"/>
          </ac:picMkLst>
        </pc:picChg>
        <pc:picChg chg="add mod">
          <ac:chgData name="Aron Michael" userId="a6335a5c-3af6-488f-9ef1-dea14714a451" providerId="ADAL" clId="{18DF314F-B1C7-43F2-A36B-D752E28B7034}" dt="2023-06-29T21:52:11.198" v="4798" actId="1076"/>
          <ac:picMkLst>
            <pc:docMk/>
            <pc:sldMk cId="1720067143" sldId="512"/>
            <ac:picMk id="11" creationId="{9A486C96-B7D6-1845-A536-C323D8057E7E}"/>
          </ac:picMkLst>
        </pc:picChg>
        <pc:inkChg chg="del">
          <ac:chgData name="Aron Michael" userId="a6335a5c-3af6-488f-9ef1-dea14714a451" providerId="ADAL" clId="{18DF314F-B1C7-43F2-A36B-D752E28B7034}" dt="2023-06-29T21:52:03.704" v="4796" actId="478"/>
          <ac:inkMkLst>
            <pc:docMk/>
            <pc:sldMk cId="1720067143" sldId="512"/>
            <ac:inkMk id="10" creationId="{ABC39D1E-651B-5E8A-4952-6764534AF484}"/>
          </ac:inkMkLst>
        </pc:inkChg>
      </pc:sldChg>
      <pc:sldChg chg="delSp modSp add mod">
        <pc:chgData name="Aron Michael" userId="a6335a5c-3af6-488f-9ef1-dea14714a451" providerId="ADAL" clId="{18DF314F-B1C7-43F2-A36B-D752E28B7034}" dt="2023-06-29T21:53:58.990" v="4816" actId="113"/>
        <pc:sldMkLst>
          <pc:docMk/>
          <pc:sldMk cId="3696718630" sldId="513"/>
        </pc:sldMkLst>
        <pc:spChg chg="mod">
          <ac:chgData name="Aron Michael" userId="a6335a5c-3af6-488f-9ef1-dea14714a451" providerId="ADAL" clId="{18DF314F-B1C7-43F2-A36B-D752E28B7034}" dt="2023-06-29T21:53:58.990" v="4816" actId="113"/>
          <ac:spMkLst>
            <pc:docMk/>
            <pc:sldMk cId="3696718630" sldId="513"/>
            <ac:spMk id="19" creationId="{BEC021D9-EDA7-3A58-CB97-32F406713A00}"/>
          </ac:spMkLst>
        </pc:spChg>
        <pc:picChg chg="del">
          <ac:chgData name="Aron Michael" userId="a6335a5c-3af6-488f-9ef1-dea14714a451" providerId="ADAL" clId="{18DF314F-B1C7-43F2-A36B-D752E28B7034}" dt="2023-06-29T21:52:35.289" v="4800" actId="478"/>
          <ac:picMkLst>
            <pc:docMk/>
            <pc:sldMk cId="3696718630" sldId="513"/>
            <ac:picMk id="11" creationId="{9A486C96-B7D6-1845-A536-C323D8057E7E}"/>
          </ac:picMkLst>
        </pc:picChg>
      </pc:sldChg>
      <pc:sldChg chg="addSp modSp add mod">
        <pc:chgData name="Aron Michael" userId="a6335a5c-3af6-488f-9ef1-dea14714a451" providerId="ADAL" clId="{18DF314F-B1C7-43F2-A36B-D752E28B7034}" dt="2023-06-29T22:00:16.210" v="4882"/>
        <pc:sldMkLst>
          <pc:docMk/>
          <pc:sldMk cId="1883531071" sldId="514"/>
        </pc:sldMkLst>
        <pc:spChg chg="mod">
          <ac:chgData name="Aron Michael" userId="a6335a5c-3af6-488f-9ef1-dea14714a451" providerId="ADAL" clId="{18DF314F-B1C7-43F2-A36B-D752E28B7034}" dt="2023-06-29T21:56:34.446" v="4852" actId="20577"/>
          <ac:spMkLst>
            <pc:docMk/>
            <pc:sldMk cId="1883531071" sldId="514"/>
            <ac:spMk id="2" creationId="{00000000-0000-0000-0000-000000000000}"/>
          </ac:spMkLst>
        </pc:spChg>
        <pc:spChg chg="mod">
          <ac:chgData name="Aron Michael" userId="a6335a5c-3af6-488f-9ef1-dea14714a451" providerId="ADAL" clId="{18DF314F-B1C7-43F2-A36B-D752E28B7034}" dt="2023-06-29T21:55:11.525" v="4820" actId="20577"/>
          <ac:spMkLst>
            <pc:docMk/>
            <pc:sldMk cId="1883531071" sldId="514"/>
            <ac:spMk id="19" creationId="{BEC021D9-EDA7-3A58-CB97-32F406713A00}"/>
          </ac:spMkLst>
        </pc:spChg>
        <pc:grpChg chg="add mod">
          <ac:chgData name="Aron Michael" userId="a6335a5c-3af6-488f-9ef1-dea14714a451" providerId="ADAL" clId="{18DF314F-B1C7-43F2-A36B-D752E28B7034}" dt="2023-06-29T21:55:16.305" v="4822" actId="1076"/>
          <ac:grpSpMkLst>
            <pc:docMk/>
            <pc:sldMk cId="1883531071" sldId="514"/>
            <ac:grpSpMk id="3" creationId="{66102A01-D46D-4C95-7A4F-DC6AD3820F04}"/>
          </ac:grpSpMkLst>
        </pc:grpChg>
        <pc:grpChg chg="add mod">
          <ac:chgData name="Aron Michael" userId="a6335a5c-3af6-488f-9ef1-dea14714a451" providerId="ADAL" clId="{18DF314F-B1C7-43F2-A36B-D752E28B7034}" dt="2023-06-29T21:57:16.256" v="4854" actId="1076"/>
          <ac:grpSpMkLst>
            <pc:docMk/>
            <pc:sldMk cId="1883531071" sldId="514"/>
            <ac:grpSpMk id="72" creationId="{6F6B271F-FE55-8C37-931F-8DEF2E86014E}"/>
          </ac:grpSpMkLst>
        </pc:grpChg>
        <pc:grpChg chg="mod">
          <ac:chgData name="Aron Michael" userId="a6335a5c-3af6-488f-9ef1-dea14714a451" providerId="ADAL" clId="{18DF314F-B1C7-43F2-A36B-D752E28B7034}" dt="2023-06-29T22:00:16.210" v="4882"/>
          <ac:grpSpMkLst>
            <pc:docMk/>
            <pc:sldMk cId="1883531071" sldId="514"/>
            <ac:grpSpMk id="117" creationId="{4E47F2A1-9794-C119-CDAB-B8C6202666AA}"/>
          </ac:grpSpMkLst>
        </pc:grpChg>
        <pc:grpChg chg="mod">
          <ac:chgData name="Aron Michael" userId="a6335a5c-3af6-488f-9ef1-dea14714a451" providerId="ADAL" clId="{18DF314F-B1C7-43F2-A36B-D752E28B7034}" dt="2023-06-29T22:00:16.210" v="4882"/>
          <ac:grpSpMkLst>
            <pc:docMk/>
            <pc:sldMk cId="1883531071" sldId="514"/>
            <ac:grpSpMk id="118" creationId="{303BC76D-A540-68B3-856D-53C4601D9A8B}"/>
          </ac:grpSpMkLst>
        </pc:grpChg>
        <pc:grpChg chg="mod">
          <ac:chgData name="Aron Michael" userId="a6335a5c-3af6-488f-9ef1-dea14714a451" providerId="ADAL" clId="{18DF314F-B1C7-43F2-A36B-D752E28B7034}" dt="2023-06-29T22:00:16.210" v="4882"/>
          <ac:grpSpMkLst>
            <pc:docMk/>
            <pc:sldMk cId="1883531071" sldId="514"/>
            <ac:grpSpMk id="119" creationId="{E8140D3D-62E5-625C-EA50-17665DD52982}"/>
          </ac:grpSpMkLst>
        </pc:grp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8" creationId="{ADB7E563-46AF-F41F-EC6F-B969BF9DA66E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10" creationId="{C83B833C-6618-04C1-7BB8-F18AEE435656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11" creationId="{182372BB-845D-3A22-F509-A1309B8914EE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12" creationId="{BDB68724-5F6A-D354-AD31-76223BD867EE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13" creationId="{BC1F939E-342B-B5EA-5B09-4778B8F4DF2C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15" creationId="{7CAA0429-C124-4AC6-ACA7-621F062B9116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16" creationId="{472EE43C-5DE8-63A3-46F0-6EA3648ABC12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17" creationId="{1A1F6D02-4015-AC92-9429-B37EF4CD94DE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18" creationId="{7B9AE7AA-C71C-0F79-FA4D-F7D36C65064E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20" creationId="{FB580764-63A6-D793-2B0D-CC9D8534C1FF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21" creationId="{BA03ACB4-4ACA-6E9B-4D39-96C3E4149A22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22" creationId="{A07A599D-8F16-FA41-C436-A4C0B476AEE2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23" creationId="{25E76051-CCCD-03EF-4951-F8E77020495B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24" creationId="{2CA2F493-4B5D-2D1D-29D0-06E70CC1F4C0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25" creationId="{4C88A8EB-AE4E-9A71-A181-8F4F74554EC7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26" creationId="{2C3D091A-E993-E89D-ECE9-DBC17120C573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27" creationId="{3AD9D5DA-8322-D008-6960-2364ADD0513F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28" creationId="{394DECD3-4366-9758-AC32-CA42F74E1C46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29" creationId="{210A472C-8DDF-AB8A-1D8C-392B48BF36F1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30" creationId="{C5904581-2B18-9A2E-92BA-C2890F750B78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31" creationId="{EA0BA5AF-6996-3949-FB1D-79CB304F16E8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32" creationId="{EC03AE91-AF67-5BCB-CCE5-C57BD97EA131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33" creationId="{C8169473-7C21-CB2E-0776-2B03E846EEBD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34" creationId="{1A15509C-6054-9C8E-17E8-AE52532E039A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35" creationId="{32DD8BFC-37AE-0BDC-DBA4-766F19DF9E3E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36" creationId="{5CB2C2FB-3630-B616-705F-07ADB56039C5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37" creationId="{CACDA293-2495-EAD3-906B-90E89F249547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38" creationId="{44DF5752-9AE5-2F01-5B3E-DD6A8681346E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39" creationId="{7379126F-9EC2-4CA4-F74B-964113BDE09D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40" creationId="{E3F80FBA-E531-1D26-7B27-CB4B20D2C20D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41" creationId="{70A4082A-2D8B-8539-E570-B443822D3F86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42" creationId="{DB7E1FDB-B2E8-8DB0-95FB-320A3238CEC9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43" creationId="{5C9F2BD9-7D37-1ADC-6C41-499A70634399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44" creationId="{F59A167D-80B2-5959-F1E4-407A04A647E2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45" creationId="{2E440808-1164-35D5-38CC-53AC17039FD4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46" creationId="{F7406690-9FDC-CAD6-B976-EB1EB478A597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47" creationId="{6D2FDC76-8848-29C7-EF73-53F6D7C1ADD0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48" creationId="{7D5E16E1-16D5-177F-9728-8AAE2A18A7A2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49" creationId="{31800161-7F62-7775-953B-04A5FE39FA49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50" creationId="{E8DDB792-8AE6-0DED-1D62-4353D0978B56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51" creationId="{ACC10BBA-1D0F-6191-23A8-711C487782A8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52" creationId="{8314EE08-EC46-C15F-B48B-6A43AE8FDEA2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53" creationId="{2F274C8A-33C2-C321-1A18-030EE3F47541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54" creationId="{E14AF4C5-5186-869A-B406-C7D166A3EFAE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55" creationId="{CFF3C4A1-5C0B-74AA-4526-B9324DEAAC9D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56" creationId="{C2B6E2A4-942D-D9E2-446F-DDD086DA7855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57" creationId="{83FD2CF8-768C-170F-010E-0E9B9F3318B2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58" creationId="{CDD5207F-9EF4-C335-D1FE-39507AED195D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59" creationId="{2053BCBC-8466-2518-0003-776C76AF13A6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60" creationId="{257C5E44-2760-190B-644C-39C1B5DBACE3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61" creationId="{E9E80077-74C2-5FBE-6851-A0408C0E4770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62" creationId="{E7FCE140-1D2E-2689-A05A-B4E2D7178D5C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63" creationId="{A4DDE1A1-F2FC-E4D0-A957-008E521B95C3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64" creationId="{8A9DEC53-459D-2C02-FDC0-A8933B29F479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65" creationId="{958ABD38-7F7B-2D0E-E196-7E2541EFDF71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66" creationId="{766A5909-41A6-3CC5-D3AC-B99187751C8B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67" creationId="{324D9C6E-2E75-7335-D562-3DC978361E55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68" creationId="{7032B327-A981-615C-C45C-01671F3AC2E5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69" creationId="{86401830-9551-DABF-EC25-50532EEB7F0E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70" creationId="{F22D5153-2BAB-10AC-B23A-D110EC4B41DE}"/>
          </ac:inkMkLst>
        </pc:inkChg>
        <pc:inkChg chg="mod">
          <ac:chgData name="Aron Michael" userId="a6335a5c-3af6-488f-9ef1-dea14714a451" providerId="ADAL" clId="{18DF314F-B1C7-43F2-A36B-D752E28B7034}" dt="2023-06-29T21:55:12.979" v="4821"/>
          <ac:inkMkLst>
            <pc:docMk/>
            <pc:sldMk cId="1883531071" sldId="514"/>
            <ac:inkMk id="71" creationId="{FFC2814B-BEED-EAC5-A170-5B68B41A27ED}"/>
          </ac:inkMkLst>
        </pc:inkChg>
        <pc:inkChg chg="mod">
          <ac:chgData name="Aron Michael" userId="a6335a5c-3af6-488f-9ef1-dea14714a451" providerId="ADAL" clId="{18DF314F-B1C7-43F2-A36B-D752E28B7034}" dt="2023-06-29T21:57:10.030" v="4853"/>
          <ac:inkMkLst>
            <pc:docMk/>
            <pc:sldMk cId="1883531071" sldId="514"/>
            <ac:inkMk id="73" creationId="{892D126D-5FB2-E3B0-B2E5-0E243287014A}"/>
          </ac:inkMkLst>
        </pc:inkChg>
        <pc:inkChg chg="mod">
          <ac:chgData name="Aron Michael" userId="a6335a5c-3af6-488f-9ef1-dea14714a451" providerId="ADAL" clId="{18DF314F-B1C7-43F2-A36B-D752E28B7034}" dt="2023-06-29T21:57:10.030" v="4853"/>
          <ac:inkMkLst>
            <pc:docMk/>
            <pc:sldMk cId="1883531071" sldId="514"/>
            <ac:inkMk id="74" creationId="{1F42CF51-8939-C0E5-BED2-98C3838CE923}"/>
          </ac:inkMkLst>
        </pc:inkChg>
        <pc:inkChg chg="mod">
          <ac:chgData name="Aron Michael" userId="a6335a5c-3af6-488f-9ef1-dea14714a451" providerId="ADAL" clId="{18DF314F-B1C7-43F2-A36B-D752E28B7034}" dt="2023-06-29T21:57:10.030" v="4853"/>
          <ac:inkMkLst>
            <pc:docMk/>
            <pc:sldMk cId="1883531071" sldId="514"/>
            <ac:inkMk id="75" creationId="{4E7AA0F8-1355-93EC-4027-A55A1CDFA246}"/>
          </ac:inkMkLst>
        </pc:inkChg>
        <pc:inkChg chg="mod">
          <ac:chgData name="Aron Michael" userId="a6335a5c-3af6-488f-9ef1-dea14714a451" providerId="ADAL" clId="{18DF314F-B1C7-43F2-A36B-D752E28B7034}" dt="2023-06-29T21:57:10.030" v="4853"/>
          <ac:inkMkLst>
            <pc:docMk/>
            <pc:sldMk cId="1883531071" sldId="514"/>
            <ac:inkMk id="76" creationId="{8F3B7DF5-2923-EC97-3EA9-06A77FD8ECBB}"/>
          </ac:inkMkLst>
        </pc:inkChg>
        <pc:inkChg chg="mod">
          <ac:chgData name="Aron Michael" userId="a6335a5c-3af6-488f-9ef1-dea14714a451" providerId="ADAL" clId="{18DF314F-B1C7-43F2-A36B-D752E28B7034}" dt="2023-06-29T21:57:10.030" v="4853"/>
          <ac:inkMkLst>
            <pc:docMk/>
            <pc:sldMk cId="1883531071" sldId="514"/>
            <ac:inkMk id="77" creationId="{CC9877CF-380F-93C3-4751-D17C06826A6A}"/>
          </ac:inkMkLst>
        </pc:inkChg>
        <pc:inkChg chg="mod">
          <ac:chgData name="Aron Michael" userId="a6335a5c-3af6-488f-9ef1-dea14714a451" providerId="ADAL" clId="{18DF314F-B1C7-43F2-A36B-D752E28B7034}" dt="2023-06-29T21:57:10.030" v="4853"/>
          <ac:inkMkLst>
            <pc:docMk/>
            <pc:sldMk cId="1883531071" sldId="514"/>
            <ac:inkMk id="78" creationId="{7F72602F-DA84-9509-EAB1-55D24B97A7A3}"/>
          </ac:inkMkLst>
        </pc:inkChg>
        <pc:inkChg chg="mod">
          <ac:chgData name="Aron Michael" userId="a6335a5c-3af6-488f-9ef1-dea14714a451" providerId="ADAL" clId="{18DF314F-B1C7-43F2-A36B-D752E28B7034}" dt="2023-06-29T21:57:10.030" v="4853"/>
          <ac:inkMkLst>
            <pc:docMk/>
            <pc:sldMk cId="1883531071" sldId="514"/>
            <ac:inkMk id="79" creationId="{F4F9A3DD-F2E3-62C1-B5B2-7DCA885C2E38}"/>
          </ac:inkMkLst>
        </pc:inkChg>
        <pc:inkChg chg="mod">
          <ac:chgData name="Aron Michael" userId="a6335a5c-3af6-488f-9ef1-dea14714a451" providerId="ADAL" clId="{18DF314F-B1C7-43F2-A36B-D752E28B7034}" dt="2023-06-29T21:57:10.030" v="4853"/>
          <ac:inkMkLst>
            <pc:docMk/>
            <pc:sldMk cId="1883531071" sldId="514"/>
            <ac:inkMk id="80" creationId="{7103BB4F-0EE0-D64B-911C-B8A1A81AF6F4}"/>
          </ac:inkMkLst>
        </pc:inkChg>
        <pc:inkChg chg="mod">
          <ac:chgData name="Aron Michael" userId="a6335a5c-3af6-488f-9ef1-dea14714a451" providerId="ADAL" clId="{18DF314F-B1C7-43F2-A36B-D752E28B7034}" dt="2023-06-29T21:57:10.030" v="4853"/>
          <ac:inkMkLst>
            <pc:docMk/>
            <pc:sldMk cId="1883531071" sldId="514"/>
            <ac:inkMk id="81" creationId="{FD73FD4E-2820-E296-9330-5CFEAF00DAFF}"/>
          </ac:inkMkLst>
        </pc:inkChg>
        <pc:inkChg chg="mod">
          <ac:chgData name="Aron Michael" userId="a6335a5c-3af6-488f-9ef1-dea14714a451" providerId="ADAL" clId="{18DF314F-B1C7-43F2-A36B-D752E28B7034}" dt="2023-06-29T21:57:10.030" v="4853"/>
          <ac:inkMkLst>
            <pc:docMk/>
            <pc:sldMk cId="1883531071" sldId="514"/>
            <ac:inkMk id="82" creationId="{3343E25A-2E07-88C1-8E42-8BE6DCA39F3D}"/>
          </ac:inkMkLst>
        </pc:inkChg>
        <pc:inkChg chg="mod">
          <ac:chgData name="Aron Michael" userId="a6335a5c-3af6-488f-9ef1-dea14714a451" providerId="ADAL" clId="{18DF314F-B1C7-43F2-A36B-D752E28B7034}" dt="2023-06-29T21:57:10.030" v="4853"/>
          <ac:inkMkLst>
            <pc:docMk/>
            <pc:sldMk cId="1883531071" sldId="514"/>
            <ac:inkMk id="83" creationId="{1B8FB1F0-7435-E6E6-989B-49B8FEAF5EDC}"/>
          </ac:inkMkLst>
        </pc:inkChg>
        <pc:inkChg chg="mod">
          <ac:chgData name="Aron Michael" userId="a6335a5c-3af6-488f-9ef1-dea14714a451" providerId="ADAL" clId="{18DF314F-B1C7-43F2-A36B-D752E28B7034}" dt="2023-06-29T21:57:10.030" v="4853"/>
          <ac:inkMkLst>
            <pc:docMk/>
            <pc:sldMk cId="1883531071" sldId="514"/>
            <ac:inkMk id="84" creationId="{DA306D00-A6FB-8CFD-C502-2FFDCD0C9F00}"/>
          </ac:inkMkLst>
        </pc:inkChg>
        <pc:inkChg chg="mod">
          <ac:chgData name="Aron Michael" userId="a6335a5c-3af6-488f-9ef1-dea14714a451" providerId="ADAL" clId="{18DF314F-B1C7-43F2-A36B-D752E28B7034}" dt="2023-06-29T21:57:10.030" v="4853"/>
          <ac:inkMkLst>
            <pc:docMk/>
            <pc:sldMk cId="1883531071" sldId="514"/>
            <ac:inkMk id="85" creationId="{B1B01F5A-12FB-52AE-F570-AFD70F5E8BA2}"/>
          </ac:inkMkLst>
        </pc:inkChg>
        <pc:inkChg chg="mod">
          <ac:chgData name="Aron Michael" userId="a6335a5c-3af6-488f-9ef1-dea14714a451" providerId="ADAL" clId="{18DF314F-B1C7-43F2-A36B-D752E28B7034}" dt="2023-06-29T21:57:10.030" v="4853"/>
          <ac:inkMkLst>
            <pc:docMk/>
            <pc:sldMk cId="1883531071" sldId="514"/>
            <ac:inkMk id="86" creationId="{5E63A52C-5775-F9C2-D90C-8544F19CB4CB}"/>
          </ac:inkMkLst>
        </pc:inkChg>
        <pc:inkChg chg="mod">
          <ac:chgData name="Aron Michael" userId="a6335a5c-3af6-488f-9ef1-dea14714a451" providerId="ADAL" clId="{18DF314F-B1C7-43F2-A36B-D752E28B7034}" dt="2023-06-29T21:57:10.030" v="4853"/>
          <ac:inkMkLst>
            <pc:docMk/>
            <pc:sldMk cId="1883531071" sldId="514"/>
            <ac:inkMk id="87" creationId="{98DA7735-07CE-A793-C656-77699095E3A6}"/>
          </ac:inkMkLst>
        </pc:inkChg>
        <pc:inkChg chg="mod">
          <ac:chgData name="Aron Michael" userId="a6335a5c-3af6-488f-9ef1-dea14714a451" providerId="ADAL" clId="{18DF314F-B1C7-43F2-A36B-D752E28B7034}" dt="2023-06-29T21:57:10.030" v="4853"/>
          <ac:inkMkLst>
            <pc:docMk/>
            <pc:sldMk cId="1883531071" sldId="514"/>
            <ac:inkMk id="88" creationId="{21BADCEA-1FC8-C47B-A311-1E2DEBE0BF7A}"/>
          </ac:inkMkLst>
        </pc:inkChg>
        <pc:inkChg chg="mod">
          <ac:chgData name="Aron Michael" userId="a6335a5c-3af6-488f-9ef1-dea14714a451" providerId="ADAL" clId="{18DF314F-B1C7-43F2-A36B-D752E28B7034}" dt="2023-06-29T21:57:10.030" v="4853"/>
          <ac:inkMkLst>
            <pc:docMk/>
            <pc:sldMk cId="1883531071" sldId="514"/>
            <ac:inkMk id="89" creationId="{3643130A-7C41-65FE-718E-5835ECC60C98}"/>
          </ac:inkMkLst>
        </pc:inkChg>
        <pc:inkChg chg="mod">
          <ac:chgData name="Aron Michael" userId="a6335a5c-3af6-488f-9ef1-dea14714a451" providerId="ADAL" clId="{18DF314F-B1C7-43F2-A36B-D752E28B7034}" dt="2023-06-29T21:57:10.030" v="4853"/>
          <ac:inkMkLst>
            <pc:docMk/>
            <pc:sldMk cId="1883531071" sldId="514"/>
            <ac:inkMk id="90" creationId="{7363358F-6DDE-3FA2-9A0E-7A0D7E8FCD95}"/>
          </ac:inkMkLst>
        </pc:inkChg>
        <pc:inkChg chg="mod">
          <ac:chgData name="Aron Michael" userId="a6335a5c-3af6-488f-9ef1-dea14714a451" providerId="ADAL" clId="{18DF314F-B1C7-43F2-A36B-D752E28B7034}" dt="2023-06-29T21:57:10.030" v="4853"/>
          <ac:inkMkLst>
            <pc:docMk/>
            <pc:sldMk cId="1883531071" sldId="514"/>
            <ac:inkMk id="91" creationId="{E11A98D6-6FF8-CC23-97C4-D23397FCC5D9}"/>
          </ac:inkMkLst>
        </pc:inkChg>
        <pc:inkChg chg="add">
          <ac:chgData name="Aron Michael" userId="a6335a5c-3af6-488f-9ef1-dea14714a451" providerId="ADAL" clId="{18DF314F-B1C7-43F2-A36B-D752E28B7034}" dt="2023-06-29T22:00:00.646" v="4857" actId="9405"/>
          <ac:inkMkLst>
            <pc:docMk/>
            <pc:sldMk cId="1883531071" sldId="514"/>
            <ac:inkMk id="92" creationId="{F99D8E00-B801-5092-9551-EC14EE20214E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93" creationId="{3BB881E8-4011-0EFA-B1BF-100B0B7111C9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94" creationId="{4FE229AC-C4D8-D04E-7598-56764C2C62A1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95" creationId="{72D6F38C-63D2-636F-DFD3-12F360CF7C5C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96" creationId="{9A65B6C9-74E8-BABA-F324-3A297D13D390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97" creationId="{A81D4D9D-A949-DA02-7331-60BAAA9F055F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98" creationId="{6450ACEE-CCAF-3866-3B3C-3A3FA1D9158F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99" creationId="{210315EC-AAB3-EE98-6D0A-7AB36464A05C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100" creationId="{0C9F6593-D0E6-0918-EBBC-94A381A2A3AD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101" creationId="{C6D1FEF1-43B5-E43B-382D-16E58C73EF68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102" creationId="{9B183EF8-C1A9-A304-AD1D-77D877C654B7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103" creationId="{B435A3B6-FF3E-994D-1A2F-C16646D3A20C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104" creationId="{C75461B9-A7C5-3DD5-B997-96D050A47DD8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105" creationId="{B6C4CDDE-4A9B-692D-C0A9-386E49E63BBA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106" creationId="{AFFDF7E0-0720-82F4-9AED-FB57D368DDA8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107" creationId="{21E92836-C4B9-A522-0F04-9DD51B196943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108" creationId="{7F260FF3-9E54-4BA5-4266-7AEF6FF506DA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109" creationId="{0C1F67D8-04A3-DE0B-F0F6-FB0EF0DB494B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110" creationId="{5B10DB84-BD8F-8031-17F5-DACF7A30741F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111" creationId="{53AC1F5B-E17D-9089-F6B3-CAB1A04B5A1C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112" creationId="{5D13030C-C696-1071-1A69-FC2B4F76FBC9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113" creationId="{8C14680B-4FC0-293F-91AB-B69BCA28EA7A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114" creationId="{9EC5C73F-D08A-26BC-C495-DFDAABE5F946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115" creationId="{12782FDA-60D5-30CB-F31B-3C59B076F717}"/>
          </ac:inkMkLst>
        </pc:inkChg>
        <pc:inkChg chg="add mod">
          <ac:chgData name="Aron Michael" userId="a6335a5c-3af6-488f-9ef1-dea14714a451" providerId="ADAL" clId="{18DF314F-B1C7-43F2-A36B-D752E28B7034}" dt="2023-06-29T22:00:16.210" v="4882"/>
          <ac:inkMkLst>
            <pc:docMk/>
            <pc:sldMk cId="1883531071" sldId="514"/>
            <ac:inkMk id="116" creationId="{28A172D9-814F-2963-BFF3-E2B69E92F260}"/>
          </ac:inkMkLst>
        </pc:inkChg>
      </pc:sldChg>
      <pc:sldChg chg="delSp modSp add mod">
        <pc:chgData name="Aron Michael" userId="a6335a5c-3af6-488f-9ef1-dea14714a451" providerId="ADAL" clId="{18DF314F-B1C7-43F2-A36B-D752E28B7034}" dt="2023-06-29T22:00:30.425" v="4892" actId="5793"/>
        <pc:sldMkLst>
          <pc:docMk/>
          <pc:sldMk cId="3559289461" sldId="515"/>
        </pc:sldMkLst>
        <pc:spChg chg="mod">
          <ac:chgData name="Aron Michael" userId="a6335a5c-3af6-488f-9ef1-dea14714a451" providerId="ADAL" clId="{18DF314F-B1C7-43F2-A36B-D752E28B7034}" dt="2023-06-29T22:00:30.425" v="4892" actId="5793"/>
          <ac:spMkLst>
            <pc:docMk/>
            <pc:sldMk cId="3559289461" sldId="515"/>
            <ac:spMk id="19" creationId="{BEC021D9-EDA7-3A58-CB97-32F406713A00}"/>
          </ac:spMkLst>
        </pc:spChg>
        <pc:grpChg chg="del mod">
          <ac:chgData name="Aron Michael" userId="a6335a5c-3af6-488f-9ef1-dea14714a451" providerId="ADAL" clId="{18DF314F-B1C7-43F2-A36B-D752E28B7034}" dt="2023-06-29T22:00:22.910" v="4883" actId="478"/>
          <ac:grpSpMkLst>
            <pc:docMk/>
            <pc:sldMk cId="3559289461" sldId="515"/>
            <ac:grpSpMk id="3" creationId="{66102A01-D46D-4C95-7A4F-DC6AD3820F04}"/>
          </ac:grpSpMkLst>
        </pc:grpChg>
        <pc:grpChg chg="del">
          <ac:chgData name="Aron Michael" userId="a6335a5c-3af6-488f-9ef1-dea14714a451" providerId="ADAL" clId="{18DF314F-B1C7-43F2-A36B-D752E28B7034}" dt="2023-06-29T22:00:26.456" v="4884" actId="478"/>
          <ac:grpSpMkLst>
            <pc:docMk/>
            <pc:sldMk cId="3559289461" sldId="515"/>
            <ac:grpSpMk id="72" creationId="{6F6B271F-FE55-8C37-931F-8DEF2E86014E}"/>
          </ac:grpSpMkLst>
        </pc:grpChg>
      </pc:sldChg>
      <pc:sldChg chg="addSp delSp modSp add mod">
        <pc:chgData name="Aron Michael" userId="a6335a5c-3af6-488f-9ef1-dea14714a451" providerId="ADAL" clId="{18DF314F-B1C7-43F2-A36B-D752E28B7034}" dt="2023-06-29T22:06:32.036" v="5044" actId="20577"/>
        <pc:sldMkLst>
          <pc:docMk/>
          <pc:sldMk cId="4213858643" sldId="516"/>
        </pc:sldMkLst>
        <pc:spChg chg="mod">
          <ac:chgData name="Aron Michael" userId="a6335a5c-3af6-488f-9ef1-dea14714a451" providerId="ADAL" clId="{18DF314F-B1C7-43F2-A36B-D752E28B7034}" dt="2023-06-29T22:06:32.036" v="5044" actId="20577"/>
          <ac:spMkLst>
            <pc:docMk/>
            <pc:sldMk cId="4213858643" sldId="516"/>
            <ac:spMk id="19" creationId="{BEC021D9-EDA7-3A58-CB97-32F406713A00}"/>
          </ac:spMkLst>
        </pc:spChg>
        <pc:grpChg chg="add mod">
          <ac:chgData name="Aron Michael" userId="a6335a5c-3af6-488f-9ef1-dea14714a451" providerId="ADAL" clId="{18DF314F-B1C7-43F2-A36B-D752E28B7034}" dt="2023-06-29T22:01:23.388" v="4895" actId="1076"/>
          <ac:grpSpMkLst>
            <pc:docMk/>
            <pc:sldMk cId="4213858643" sldId="516"/>
            <ac:grpSpMk id="3" creationId="{3BF93972-7F35-2E2C-9ABD-127DE798A2EA}"/>
          </ac:grpSpMkLst>
        </pc:grpChg>
        <pc:grpChg chg="add mod">
          <ac:chgData name="Aron Michael" userId="a6335a5c-3af6-488f-9ef1-dea14714a451" providerId="ADAL" clId="{18DF314F-B1C7-43F2-A36B-D752E28B7034}" dt="2023-06-29T22:01:23.388" v="4895" actId="1076"/>
          <ac:grpSpMkLst>
            <pc:docMk/>
            <pc:sldMk cId="4213858643" sldId="516"/>
            <ac:grpSpMk id="13" creationId="{A8E1E989-59D2-C533-8E00-C1A5FD3181B5}"/>
          </ac:grpSpMkLst>
        </pc:grpChg>
        <pc:grpChg chg="add mod">
          <ac:chgData name="Aron Michael" userId="a6335a5c-3af6-488f-9ef1-dea14714a451" providerId="ADAL" clId="{18DF314F-B1C7-43F2-A36B-D752E28B7034}" dt="2023-06-29T22:01:23.388" v="4895" actId="1076"/>
          <ac:grpSpMkLst>
            <pc:docMk/>
            <pc:sldMk cId="4213858643" sldId="516"/>
            <ac:grpSpMk id="65" creationId="{95F40CE6-7A87-02A8-1C82-7315A24A2E61}"/>
          </ac:grpSpMkLst>
        </pc:grpChg>
        <pc:grpChg chg="add mod">
          <ac:chgData name="Aron Michael" userId="a6335a5c-3af6-488f-9ef1-dea14714a451" providerId="ADAL" clId="{18DF314F-B1C7-43F2-A36B-D752E28B7034}" dt="2023-06-29T22:01:23.388" v="4895" actId="1076"/>
          <ac:grpSpMkLst>
            <pc:docMk/>
            <pc:sldMk cId="4213858643" sldId="516"/>
            <ac:grpSpMk id="68" creationId="{C3BF2352-85BF-49D1-888A-20F8CE94340A}"/>
          </ac:grpSpMkLst>
        </pc:grpChg>
        <pc:grpChg chg="add mod">
          <ac:chgData name="Aron Michael" userId="a6335a5c-3af6-488f-9ef1-dea14714a451" providerId="ADAL" clId="{18DF314F-B1C7-43F2-A36B-D752E28B7034}" dt="2023-06-29T22:01:23.388" v="4895" actId="1076"/>
          <ac:grpSpMkLst>
            <pc:docMk/>
            <pc:sldMk cId="4213858643" sldId="516"/>
            <ac:grpSpMk id="71" creationId="{59D32532-B938-21B6-C858-CB328B1CD947}"/>
          </ac:grpSpMkLst>
        </pc:grpChg>
        <pc:grpChg chg="add mod">
          <ac:chgData name="Aron Michael" userId="a6335a5c-3af6-488f-9ef1-dea14714a451" providerId="ADAL" clId="{18DF314F-B1C7-43F2-A36B-D752E28B7034}" dt="2023-06-29T22:01:23.388" v="4895" actId="1076"/>
          <ac:grpSpMkLst>
            <pc:docMk/>
            <pc:sldMk cId="4213858643" sldId="516"/>
            <ac:grpSpMk id="76" creationId="{6E7472E7-64C4-3998-2A83-97D4CFFD29E5}"/>
          </ac:grpSpMkLst>
        </pc:grpChg>
        <pc:grpChg chg="mod">
          <ac:chgData name="Aron Michael" userId="a6335a5c-3af6-488f-9ef1-dea14714a451" providerId="ADAL" clId="{18DF314F-B1C7-43F2-A36B-D752E28B7034}" dt="2023-06-29T22:02:20.013" v="4909"/>
          <ac:grpSpMkLst>
            <pc:docMk/>
            <pc:sldMk cId="4213858643" sldId="516"/>
            <ac:grpSpMk id="92" creationId="{64E27326-8D0A-4139-99A7-C21EC0A5BB9D}"/>
          </ac:grpSpMkLst>
        </pc:grpChg>
        <pc:grpChg chg="mod">
          <ac:chgData name="Aron Michael" userId="a6335a5c-3af6-488f-9ef1-dea14714a451" providerId="ADAL" clId="{18DF314F-B1C7-43F2-A36B-D752E28B7034}" dt="2023-06-29T22:02:20.013" v="4909"/>
          <ac:grpSpMkLst>
            <pc:docMk/>
            <pc:sldMk cId="4213858643" sldId="516"/>
            <ac:grpSpMk id="93" creationId="{DC1566F9-AB8E-C92E-7405-2582975448E7}"/>
          </ac:grpSpMkLst>
        </pc:grpChg>
        <pc:grpChg chg="mod">
          <ac:chgData name="Aron Michael" userId="a6335a5c-3af6-488f-9ef1-dea14714a451" providerId="ADAL" clId="{18DF314F-B1C7-43F2-A36B-D752E28B7034}" dt="2023-06-29T22:02:20.013" v="4909"/>
          <ac:grpSpMkLst>
            <pc:docMk/>
            <pc:sldMk cId="4213858643" sldId="516"/>
            <ac:grpSpMk id="94" creationId="{B162A686-D6E7-59DA-C7CA-D850299D23C8}"/>
          </ac:grpSpMkLst>
        </pc:grpChg>
        <pc:grpChg chg="del mod">
          <ac:chgData name="Aron Michael" userId="a6335a5c-3af6-488f-9ef1-dea14714a451" providerId="ADAL" clId="{18DF314F-B1C7-43F2-A36B-D752E28B7034}" dt="2023-06-29T22:03:31.006" v="4974"/>
          <ac:grpSpMkLst>
            <pc:docMk/>
            <pc:sldMk cId="4213858643" sldId="516"/>
            <ac:grpSpMk id="111" creationId="{A56C9AA3-17DD-C6EC-3D93-1A809A68E350}"/>
          </ac:grpSpMkLst>
        </pc:grpChg>
        <pc:grpChg chg="mod">
          <ac:chgData name="Aron Michael" userId="a6335a5c-3af6-488f-9ef1-dea14714a451" providerId="ADAL" clId="{18DF314F-B1C7-43F2-A36B-D752E28B7034}" dt="2023-06-29T22:02:26.985" v="4926"/>
          <ac:grpSpMkLst>
            <pc:docMk/>
            <pc:sldMk cId="4213858643" sldId="516"/>
            <ac:grpSpMk id="112" creationId="{6BF578C8-B9E3-90DF-2794-40CC7B63C41E}"/>
          </ac:grpSpMkLst>
        </pc:grpChg>
        <pc:grpChg chg="mod">
          <ac:chgData name="Aron Michael" userId="a6335a5c-3af6-488f-9ef1-dea14714a451" providerId="ADAL" clId="{18DF314F-B1C7-43F2-A36B-D752E28B7034}" dt="2023-06-29T22:02:26.985" v="4926"/>
          <ac:grpSpMkLst>
            <pc:docMk/>
            <pc:sldMk cId="4213858643" sldId="516"/>
            <ac:grpSpMk id="113" creationId="{FCFFC47E-29C0-2416-971E-2B48728C2793}"/>
          </ac:grpSpMkLst>
        </pc:grpChg>
        <pc:grpChg chg="mod">
          <ac:chgData name="Aron Michael" userId="a6335a5c-3af6-488f-9ef1-dea14714a451" providerId="ADAL" clId="{18DF314F-B1C7-43F2-A36B-D752E28B7034}" dt="2023-06-29T22:02:26.985" v="4926"/>
          <ac:grpSpMkLst>
            <pc:docMk/>
            <pc:sldMk cId="4213858643" sldId="516"/>
            <ac:grpSpMk id="114" creationId="{A6AB59B8-C020-FC26-CD25-9E64699AD326}"/>
          </ac:grpSpMkLst>
        </pc:grpChg>
        <pc:grpChg chg="del mod">
          <ac:chgData name="Aron Michael" userId="a6335a5c-3af6-488f-9ef1-dea14714a451" providerId="ADAL" clId="{18DF314F-B1C7-43F2-A36B-D752E28B7034}" dt="2023-06-29T22:02:36.193" v="4943"/>
          <ac:grpSpMkLst>
            <pc:docMk/>
            <pc:sldMk cId="4213858643" sldId="516"/>
            <ac:grpSpMk id="120" creationId="{E9EA78D1-30C2-723D-2D3B-3343E0393672}"/>
          </ac:grpSpMkLst>
        </pc:grpChg>
        <pc:grpChg chg="del mod">
          <ac:chgData name="Aron Michael" userId="a6335a5c-3af6-488f-9ef1-dea14714a451" providerId="ADAL" clId="{18DF314F-B1C7-43F2-A36B-D752E28B7034}" dt="2023-06-29T22:03:10.661" v="4959"/>
          <ac:grpSpMkLst>
            <pc:docMk/>
            <pc:sldMk cId="4213858643" sldId="516"/>
            <ac:grpSpMk id="131" creationId="{CD19177D-44F7-D5CD-C235-C54AEAF82EB5}"/>
          </ac:grpSpMkLst>
        </pc:grpChg>
        <pc:grpChg chg="mod">
          <ac:chgData name="Aron Michael" userId="a6335a5c-3af6-488f-9ef1-dea14714a451" providerId="ADAL" clId="{18DF314F-B1C7-43F2-A36B-D752E28B7034}" dt="2023-06-29T22:02:36.193" v="4943"/>
          <ac:grpSpMkLst>
            <pc:docMk/>
            <pc:sldMk cId="4213858643" sldId="516"/>
            <ac:grpSpMk id="132" creationId="{62FF97CA-432E-F8DD-D599-8DC7778F94B2}"/>
          </ac:grpSpMkLst>
        </pc:grpChg>
        <pc:grpChg chg="mod">
          <ac:chgData name="Aron Michael" userId="a6335a5c-3af6-488f-9ef1-dea14714a451" providerId="ADAL" clId="{18DF314F-B1C7-43F2-A36B-D752E28B7034}" dt="2023-06-29T22:02:41.751" v="4948"/>
          <ac:grpSpMkLst>
            <pc:docMk/>
            <pc:sldMk cId="4213858643" sldId="516"/>
            <ac:grpSpMk id="137" creationId="{D1FD4E04-85B6-B22F-29F6-64F5071152A1}"/>
          </ac:grpSpMkLst>
        </pc:grpChg>
        <pc:grpChg chg="mod">
          <ac:chgData name="Aron Michael" userId="a6335a5c-3af6-488f-9ef1-dea14714a451" providerId="ADAL" clId="{18DF314F-B1C7-43F2-A36B-D752E28B7034}" dt="2023-06-29T22:02:41.751" v="4948"/>
          <ac:grpSpMkLst>
            <pc:docMk/>
            <pc:sldMk cId="4213858643" sldId="516"/>
            <ac:grpSpMk id="138" creationId="{2D3ED8D4-B82B-DA08-601F-DC97A21A5970}"/>
          </ac:grpSpMkLst>
        </pc:grpChg>
        <pc:grpChg chg="del mod">
          <ac:chgData name="Aron Michael" userId="a6335a5c-3af6-488f-9ef1-dea14714a451" providerId="ADAL" clId="{18DF314F-B1C7-43F2-A36B-D752E28B7034}" dt="2023-06-29T22:03:31.006" v="4974"/>
          <ac:grpSpMkLst>
            <pc:docMk/>
            <pc:sldMk cId="4213858643" sldId="516"/>
            <ac:grpSpMk id="144" creationId="{15F534CA-B434-552D-931D-B8B0AB5F7C3B}"/>
          </ac:grpSpMkLst>
        </pc:grpChg>
        <pc:grpChg chg="mod">
          <ac:chgData name="Aron Michael" userId="a6335a5c-3af6-488f-9ef1-dea14714a451" providerId="ADAL" clId="{18DF314F-B1C7-43F2-A36B-D752E28B7034}" dt="2023-06-29T22:03:21.988" v="4972"/>
          <ac:grpSpMkLst>
            <pc:docMk/>
            <pc:sldMk cId="4213858643" sldId="516"/>
            <ac:grpSpMk id="150" creationId="{578958D8-7C8F-D007-5546-B47FAD1BFE85}"/>
          </ac:grpSpMkLst>
        </pc:grpChg>
        <pc:grpChg chg="mod">
          <ac:chgData name="Aron Michael" userId="a6335a5c-3af6-488f-9ef1-dea14714a451" providerId="ADAL" clId="{18DF314F-B1C7-43F2-A36B-D752E28B7034}" dt="2023-06-29T22:03:42.150" v="4980"/>
          <ac:grpSpMkLst>
            <pc:docMk/>
            <pc:sldMk cId="4213858643" sldId="516"/>
            <ac:grpSpMk id="152" creationId="{82083643-758C-B46B-F61D-EE680EFD6538}"/>
          </ac:grpSpMkLst>
        </pc:grpChg>
        <pc:grpChg chg="mod">
          <ac:chgData name="Aron Michael" userId="a6335a5c-3af6-488f-9ef1-dea14714a451" providerId="ADAL" clId="{18DF314F-B1C7-43F2-A36B-D752E28B7034}" dt="2023-06-29T22:03:52.033" v="4984"/>
          <ac:grpSpMkLst>
            <pc:docMk/>
            <pc:sldMk cId="4213858643" sldId="516"/>
            <ac:grpSpMk id="156" creationId="{248568D7-2DB8-70C3-AA07-900D74659DE4}"/>
          </ac:grpSpMkLst>
        </pc:grpChg>
        <pc:grpChg chg="mod">
          <ac:chgData name="Aron Michael" userId="a6335a5c-3af6-488f-9ef1-dea14714a451" providerId="ADAL" clId="{18DF314F-B1C7-43F2-A36B-D752E28B7034}" dt="2023-06-29T22:03:56.726" v="4991"/>
          <ac:grpSpMkLst>
            <pc:docMk/>
            <pc:sldMk cId="4213858643" sldId="516"/>
            <ac:grpSpMk id="163" creationId="{9CDD5862-4E3A-DE4F-9809-70A63E087AB1}"/>
          </ac:grpSpMkLst>
        </pc:grpChg>
        <pc:grpChg chg="del mod">
          <ac:chgData name="Aron Michael" userId="a6335a5c-3af6-488f-9ef1-dea14714a451" providerId="ADAL" clId="{18DF314F-B1C7-43F2-A36B-D752E28B7034}" dt="2023-06-29T22:04:33.230" v="5003"/>
          <ac:grpSpMkLst>
            <pc:docMk/>
            <pc:sldMk cId="4213858643" sldId="516"/>
            <ac:grpSpMk id="172" creationId="{309CF07B-B9D7-EE7D-3742-F700209BEAA5}"/>
          </ac:grpSpMkLst>
        </pc:grpChg>
        <pc:grpChg chg="mod">
          <ac:chgData name="Aron Michael" userId="a6335a5c-3af6-488f-9ef1-dea14714a451" providerId="ADAL" clId="{18DF314F-B1C7-43F2-A36B-D752E28B7034}" dt="2023-06-29T22:04:33.230" v="5003"/>
          <ac:grpSpMkLst>
            <pc:docMk/>
            <pc:sldMk cId="4213858643" sldId="516"/>
            <ac:grpSpMk id="175" creationId="{3E4F78DB-FB86-F2FF-B69C-EE773C9A87BE}"/>
          </ac:grpSpMkLst>
        </pc:grpChg>
        <pc:grpChg chg="del mod">
          <ac:chgData name="Aron Michael" userId="a6335a5c-3af6-488f-9ef1-dea14714a451" providerId="ADAL" clId="{18DF314F-B1C7-43F2-A36B-D752E28B7034}" dt="2023-06-29T22:05:00.547" v="5018"/>
          <ac:grpSpMkLst>
            <pc:docMk/>
            <pc:sldMk cId="4213858643" sldId="516"/>
            <ac:grpSpMk id="180" creationId="{0A080C85-F6BC-CF1D-3CB7-20500C936878}"/>
          </ac:grpSpMkLst>
        </pc:grpChg>
        <pc:grpChg chg="mod">
          <ac:chgData name="Aron Michael" userId="a6335a5c-3af6-488f-9ef1-dea14714a451" providerId="ADAL" clId="{18DF314F-B1C7-43F2-A36B-D752E28B7034}" dt="2023-06-29T22:05:00.547" v="5018"/>
          <ac:grpSpMkLst>
            <pc:docMk/>
            <pc:sldMk cId="4213858643" sldId="516"/>
            <ac:grpSpMk id="189" creationId="{644717D7-6DFE-EF85-E25D-56615DC48234}"/>
          </ac:grpSpMkLst>
        </pc:grpChg>
        <pc:grpChg chg="mod">
          <ac:chgData name="Aron Michael" userId="a6335a5c-3af6-488f-9ef1-dea14714a451" providerId="ADAL" clId="{18DF314F-B1C7-43F2-A36B-D752E28B7034}" dt="2023-06-29T22:05:00.547" v="5018"/>
          <ac:grpSpMkLst>
            <pc:docMk/>
            <pc:sldMk cId="4213858643" sldId="516"/>
            <ac:grpSpMk id="190" creationId="{B5A0A127-12B9-D203-DC57-B28B7AAD81BC}"/>
          </ac:grpSpMkLst>
        </pc:grpChg>
        <pc:grpChg chg="mod">
          <ac:chgData name="Aron Michael" userId="a6335a5c-3af6-488f-9ef1-dea14714a451" providerId="ADAL" clId="{18DF314F-B1C7-43F2-A36B-D752E28B7034}" dt="2023-06-29T22:05:16.451" v="5028"/>
          <ac:grpSpMkLst>
            <pc:docMk/>
            <pc:sldMk cId="4213858643" sldId="516"/>
            <ac:grpSpMk id="200" creationId="{774758F0-C693-CB35-3E24-FA9BD39EF805}"/>
          </ac:grpSpMkLst>
        </pc:grp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8" creationId="{00E7D294-BE72-B3C4-AA0B-9615AA6C8FD7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10" creationId="{52E9A77A-9187-E622-27C9-912EF76981C4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11" creationId="{987F7985-649F-E2FF-75ED-545BB38B0B6C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12" creationId="{BC535EF7-1CD4-8744-6D26-E3D0B551D0C0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15" creationId="{1EB79B28-B9D7-02FD-62F2-43D1F149EF38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16" creationId="{0FF891D9-850E-848D-9DDB-5686FE9B1054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17" creationId="{B4840C23-91FA-D635-FBA9-81977EF5C860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18" creationId="{B0320576-8807-A832-EE88-0CD2FF0DBC7C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20" creationId="{21204C1B-29B7-EF79-6846-40C8935D50D6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21" creationId="{1EEDA99E-864C-C56D-AC0B-46196128AC5D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22" creationId="{62CEBD85-6267-2864-C63D-C6839C3B8B04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23" creationId="{E1097DC9-0331-DA1D-388D-E35E2D58B6E1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24" creationId="{12D9E9A4-7B78-8A7F-C690-0D66F40D0E02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25" creationId="{B4AB4E40-7CAF-3F2B-5ACE-320A905B0844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26" creationId="{A1B4E9E0-78B4-5A84-063F-BBA83FC07328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27" creationId="{C59C1BE4-5FFC-B7C6-A1F6-B7597126F561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28" creationId="{E33A887A-3C7B-6AF1-5DD2-9BF7911DC2BB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29" creationId="{844A8977-5EB6-7746-7882-93280B4AC745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30" creationId="{DBB8E492-0ACE-0115-A855-D1DF54534BC7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31" creationId="{A2209A8F-91E9-999A-2E97-1A8F82B16D4B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32" creationId="{4B18F432-0F6A-E8D5-97BB-75B60AE8BEA4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33" creationId="{18C93864-DEFA-008D-39B5-D9707E613BB4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34" creationId="{599582AC-9FB0-91C4-6CE8-2679A53C830F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35" creationId="{0F81F90D-594B-8CF8-0CA7-38229F1BBCE5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36" creationId="{A062D30B-45C6-A6E9-AB6F-3F7683C9A98A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37" creationId="{1ACB02B3-A170-2F05-BACB-52B24EDBCFF4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38" creationId="{696A97DD-0655-03E4-502E-5D8492259559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39" creationId="{D315EDBD-AB47-4F43-37D5-422CBCDB65AC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40" creationId="{D8B71657-BE27-1923-7994-287232C91D31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41" creationId="{BFFA7985-CC2A-8054-36F2-4B1AEAB38984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42" creationId="{9A8F2CB9-AE9A-351A-4CF3-B292A59DD150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43" creationId="{D9EA7F47-6851-0555-8977-FDA090DCAF27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44" creationId="{4E563A6D-CE1E-151E-67AB-CB31A209A76F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45" creationId="{634372B2-D107-7C88-9E54-EE4A0C9AD7B0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46" creationId="{8E43FABF-F7C6-1C5E-F346-BCF79C359D83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47" creationId="{E603794C-6A96-54FE-DB0A-BA0DD1E1EFF1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48" creationId="{BFC15CA1-5C7E-1A33-12D0-9647BAB12009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49" creationId="{371F007D-5B52-8DC8-EDEA-1586997E7E0F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50" creationId="{908DBCD5-457B-0553-8A20-B2CD6AACA5F4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51" creationId="{7DFE7081-EE4B-3BB8-EA2B-66E6A05D6F8E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52" creationId="{445D70CD-4B3B-87EA-61AD-C64D998758A0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53" creationId="{6D2B4606-6805-7DA8-F98C-E38DA7F1FB8A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54" creationId="{9E5D5415-DACF-4C4E-8C37-25D39F7DE097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55" creationId="{62D2D86B-42D5-5493-3C77-BE2E1C9093A3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56" creationId="{FAE26CF9-0C4A-B5BD-BB23-0DC3E3610624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57" creationId="{6A0FEBFB-7D41-B248-2C62-DA74981E7448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58" creationId="{C811E2E8-B2A7-BE2F-64BA-2B8BA9C1B9BD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59" creationId="{F13167B1-BA89-0E4A-CD6E-F1B3EDC0B51C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60" creationId="{3CE27C6E-73F1-7716-20AF-219CE45DCBFB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61" creationId="{765E1C4D-29CF-D68D-072D-C9AA1B5EEADA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62" creationId="{C6DAD175-634A-A6AF-EF7C-300079BC110F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63" creationId="{894DDDA7-1E42-C829-C487-97672C5920D8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64" creationId="{A4E96D2C-CBB2-AAC0-DFAE-0302B86A13BA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66" creationId="{26587876-CDE1-7060-39EA-E6B6AA85127C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67" creationId="{341DEF7E-1419-B409-8BB5-8593BDFE2A53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69" creationId="{A630AA02-B558-DF6E-DB36-31A6692A9831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70" creationId="{2796C8B0-36C8-0FBB-74BC-D0739CA6B81B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72" creationId="{AEA8F698-92CD-2CC8-F8DF-6EFAC708DD10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73" creationId="{B6B38D0D-8393-129B-199D-EBE8259BD39C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74" creationId="{4C6832DF-E59F-082F-2054-A797DDBCC580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75" creationId="{96D5A940-CFD2-80CF-4C99-A2999FBA8E81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77" creationId="{43F3AAED-58E7-2829-9F81-DEC2E685BA19}"/>
          </ac:inkMkLst>
        </pc:inkChg>
        <pc:inkChg chg="mod">
          <ac:chgData name="Aron Michael" userId="a6335a5c-3af6-488f-9ef1-dea14714a451" providerId="ADAL" clId="{18DF314F-B1C7-43F2-A36B-D752E28B7034}" dt="2023-06-29T22:01:19.949" v="4894"/>
          <ac:inkMkLst>
            <pc:docMk/>
            <pc:sldMk cId="4213858643" sldId="516"/>
            <ac:inkMk id="78" creationId="{90942486-A5AA-AF49-9829-D9425FDE1D2A}"/>
          </ac:inkMkLst>
        </pc:inkChg>
        <pc:inkChg chg="add">
          <ac:chgData name="Aron Michael" userId="a6335a5c-3af6-488f-9ef1-dea14714a451" providerId="ADAL" clId="{18DF314F-B1C7-43F2-A36B-D752E28B7034}" dt="2023-06-29T22:02:10.584" v="4896" actId="9405"/>
          <ac:inkMkLst>
            <pc:docMk/>
            <pc:sldMk cId="4213858643" sldId="516"/>
            <ac:inkMk id="79" creationId="{60A86BFC-4FB7-4696-8A30-EB25C1933E80}"/>
          </ac:inkMkLst>
        </pc:inkChg>
        <pc:inkChg chg="add mod">
          <ac:chgData name="Aron Michael" userId="a6335a5c-3af6-488f-9ef1-dea14714a451" providerId="ADAL" clId="{18DF314F-B1C7-43F2-A36B-D752E28B7034}" dt="2023-06-29T22:02:20.013" v="4909"/>
          <ac:inkMkLst>
            <pc:docMk/>
            <pc:sldMk cId="4213858643" sldId="516"/>
            <ac:inkMk id="80" creationId="{9AE68895-FF55-61D0-70F2-9E2CAF72F7C3}"/>
          </ac:inkMkLst>
        </pc:inkChg>
        <pc:inkChg chg="add mod">
          <ac:chgData name="Aron Michael" userId="a6335a5c-3af6-488f-9ef1-dea14714a451" providerId="ADAL" clId="{18DF314F-B1C7-43F2-A36B-D752E28B7034}" dt="2023-06-29T22:02:20.013" v="4909"/>
          <ac:inkMkLst>
            <pc:docMk/>
            <pc:sldMk cId="4213858643" sldId="516"/>
            <ac:inkMk id="81" creationId="{148550EA-79F0-7121-44E3-95FD8263B0A3}"/>
          </ac:inkMkLst>
        </pc:inkChg>
        <pc:inkChg chg="add mod">
          <ac:chgData name="Aron Michael" userId="a6335a5c-3af6-488f-9ef1-dea14714a451" providerId="ADAL" clId="{18DF314F-B1C7-43F2-A36B-D752E28B7034}" dt="2023-06-29T22:02:20.013" v="4909"/>
          <ac:inkMkLst>
            <pc:docMk/>
            <pc:sldMk cId="4213858643" sldId="516"/>
            <ac:inkMk id="82" creationId="{D0FCD07A-C24B-87DE-32B7-BE870A2C10FB}"/>
          </ac:inkMkLst>
        </pc:inkChg>
        <pc:inkChg chg="add mod">
          <ac:chgData name="Aron Michael" userId="a6335a5c-3af6-488f-9ef1-dea14714a451" providerId="ADAL" clId="{18DF314F-B1C7-43F2-A36B-D752E28B7034}" dt="2023-06-29T22:02:20.013" v="4909"/>
          <ac:inkMkLst>
            <pc:docMk/>
            <pc:sldMk cId="4213858643" sldId="516"/>
            <ac:inkMk id="83" creationId="{A7C03B1E-3085-39BD-5E59-FE2A9B0081F2}"/>
          </ac:inkMkLst>
        </pc:inkChg>
        <pc:inkChg chg="add mod">
          <ac:chgData name="Aron Michael" userId="a6335a5c-3af6-488f-9ef1-dea14714a451" providerId="ADAL" clId="{18DF314F-B1C7-43F2-A36B-D752E28B7034}" dt="2023-06-29T22:02:20.013" v="4909"/>
          <ac:inkMkLst>
            <pc:docMk/>
            <pc:sldMk cId="4213858643" sldId="516"/>
            <ac:inkMk id="84" creationId="{2411933B-8581-871D-9A70-E3F02E119BD5}"/>
          </ac:inkMkLst>
        </pc:inkChg>
        <pc:inkChg chg="add mod">
          <ac:chgData name="Aron Michael" userId="a6335a5c-3af6-488f-9ef1-dea14714a451" providerId="ADAL" clId="{18DF314F-B1C7-43F2-A36B-D752E28B7034}" dt="2023-06-29T22:02:20.013" v="4909"/>
          <ac:inkMkLst>
            <pc:docMk/>
            <pc:sldMk cId="4213858643" sldId="516"/>
            <ac:inkMk id="85" creationId="{05F0CE73-721D-9342-A11A-17FF5AB798E1}"/>
          </ac:inkMkLst>
        </pc:inkChg>
        <pc:inkChg chg="add mod">
          <ac:chgData name="Aron Michael" userId="a6335a5c-3af6-488f-9ef1-dea14714a451" providerId="ADAL" clId="{18DF314F-B1C7-43F2-A36B-D752E28B7034}" dt="2023-06-29T22:02:20.013" v="4909"/>
          <ac:inkMkLst>
            <pc:docMk/>
            <pc:sldMk cId="4213858643" sldId="516"/>
            <ac:inkMk id="86" creationId="{35573B28-D2E6-1DF3-7D38-D27C1CF5C0F1}"/>
          </ac:inkMkLst>
        </pc:inkChg>
        <pc:inkChg chg="add mod">
          <ac:chgData name="Aron Michael" userId="a6335a5c-3af6-488f-9ef1-dea14714a451" providerId="ADAL" clId="{18DF314F-B1C7-43F2-A36B-D752E28B7034}" dt="2023-06-29T22:02:20.013" v="4909"/>
          <ac:inkMkLst>
            <pc:docMk/>
            <pc:sldMk cId="4213858643" sldId="516"/>
            <ac:inkMk id="87" creationId="{B4B385BE-2BE1-FA10-0928-A50F9C700687}"/>
          </ac:inkMkLst>
        </pc:inkChg>
        <pc:inkChg chg="add mod">
          <ac:chgData name="Aron Michael" userId="a6335a5c-3af6-488f-9ef1-dea14714a451" providerId="ADAL" clId="{18DF314F-B1C7-43F2-A36B-D752E28B7034}" dt="2023-06-29T22:02:20.013" v="4909"/>
          <ac:inkMkLst>
            <pc:docMk/>
            <pc:sldMk cId="4213858643" sldId="516"/>
            <ac:inkMk id="88" creationId="{4AE6D37E-4AF4-B489-8DDE-332872887561}"/>
          </ac:inkMkLst>
        </pc:inkChg>
        <pc:inkChg chg="add mod">
          <ac:chgData name="Aron Michael" userId="a6335a5c-3af6-488f-9ef1-dea14714a451" providerId="ADAL" clId="{18DF314F-B1C7-43F2-A36B-D752E28B7034}" dt="2023-06-29T22:02:20.013" v="4909"/>
          <ac:inkMkLst>
            <pc:docMk/>
            <pc:sldMk cId="4213858643" sldId="516"/>
            <ac:inkMk id="89" creationId="{D3D4B097-B5DF-6F9B-E462-612245772AF6}"/>
          </ac:inkMkLst>
        </pc:inkChg>
        <pc:inkChg chg="add mod">
          <ac:chgData name="Aron Michael" userId="a6335a5c-3af6-488f-9ef1-dea14714a451" providerId="ADAL" clId="{18DF314F-B1C7-43F2-A36B-D752E28B7034}" dt="2023-06-29T22:02:20.013" v="4909"/>
          <ac:inkMkLst>
            <pc:docMk/>
            <pc:sldMk cId="4213858643" sldId="516"/>
            <ac:inkMk id="90" creationId="{F44ED891-4219-5C61-DB16-4A2FF258C750}"/>
          </ac:inkMkLst>
        </pc:inkChg>
        <pc:inkChg chg="add mod">
          <ac:chgData name="Aron Michael" userId="a6335a5c-3af6-488f-9ef1-dea14714a451" providerId="ADAL" clId="{18DF314F-B1C7-43F2-A36B-D752E28B7034}" dt="2023-06-29T22:02:20.013" v="4909"/>
          <ac:inkMkLst>
            <pc:docMk/>
            <pc:sldMk cId="4213858643" sldId="516"/>
            <ac:inkMk id="91" creationId="{1A4F8092-CB9A-9CF2-44F6-53D78E2C8F71}"/>
          </ac:inkMkLst>
        </pc:inkChg>
        <pc:inkChg chg="add mod">
          <ac:chgData name="Aron Michael" userId="a6335a5c-3af6-488f-9ef1-dea14714a451" providerId="ADAL" clId="{18DF314F-B1C7-43F2-A36B-D752E28B7034}" dt="2023-06-29T22:02:26.985" v="4926"/>
          <ac:inkMkLst>
            <pc:docMk/>
            <pc:sldMk cId="4213858643" sldId="516"/>
            <ac:inkMk id="95" creationId="{7F32A027-913B-C1C3-0508-995259DF3D38}"/>
          </ac:inkMkLst>
        </pc:inkChg>
        <pc:inkChg chg="add mod">
          <ac:chgData name="Aron Michael" userId="a6335a5c-3af6-488f-9ef1-dea14714a451" providerId="ADAL" clId="{18DF314F-B1C7-43F2-A36B-D752E28B7034}" dt="2023-06-29T22:02:26.985" v="4926"/>
          <ac:inkMkLst>
            <pc:docMk/>
            <pc:sldMk cId="4213858643" sldId="516"/>
            <ac:inkMk id="96" creationId="{34736AD8-FAD6-C786-DC07-E4BF3D7E4689}"/>
          </ac:inkMkLst>
        </pc:inkChg>
        <pc:inkChg chg="add mod">
          <ac:chgData name="Aron Michael" userId="a6335a5c-3af6-488f-9ef1-dea14714a451" providerId="ADAL" clId="{18DF314F-B1C7-43F2-A36B-D752E28B7034}" dt="2023-06-29T22:02:26.985" v="4926"/>
          <ac:inkMkLst>
            <pc:docMk/>
            <pc:sldMk cId="4213858643" sldId="516"/>
            <ac:inkMk id="97" creationId="{892E5715-780C-55FC-9818-7DDEBDA87A97}"/>
          </ac:inkMkLst>
        </pc:inkChg>
        <pc:inkChg chg="add mod">
          <ac:chgData name="Aron Michael" userId="a6335a5c-3af6-488f-9ef1-dea14714a451" providerId="ADAL" clId="{18DF314F-B1C7-43F2-A36B-D752E28B7034}" dt="2023-06-29T22:02:26.985" v="4926"/>
          <ac:inkMkLst>
            <pc:docMk/>
            <pc:sldMk cId="4213858643" sldId="516"/>
            <ac:inkMk id="98" creationId="{7F1F8EE2-E890-6C6F-E1A2-20381652AF7F}"/>
          </ac:inkMkLst>
        </pc:inkChg>
        <pc:inkChg chg="add mod">
          <ac:chgData name="Aron Michael" userId="a6335a5c-3af6-488f-9ef1-dea14714a451" providerId="ADAL" clId="{18DF314F-B1C7-43F2-A36B-D752E28B7034}" dt="2023-06-29T22:02:26.985" v="4926"/>
          <ac:inkMkLst>
            <pc:docMk/>
            <pc:sldMk cId="4213858643" sldId="516"/>
            <ac:inkMk id="99" creationId="{DCE51C4F-6B75-F3F1-4BA0-787446EB19F6}"/>
          </ac:inkMkLst>
        </pc:inkChg>
        <pc:inkChg chg="add mod">
          <ac:chgData name="Aron Michael" userId="a6335a5c-3af6-488f-9ef1-dea14714a451" providerId="ADAL" clId="{18DF314F-B1C7-43F2-A36B-D752E28B7034}" dt="2023-06-29T22:02:26.985" v="4926"/>
          <ac:inkMkLst>
            <pc:docMk/>
            <pc:sldMk cId="4213858643" sldId="516"/>
            <ac:inkMk id="100" creationId="{BCE01451-6929-4FEF-7FC1-A158636DDF2A}"/>
          </ac:inkMkLst>
        </pc:inkChg>
        <pc:inkChg chg="add mod">
          <ac:chgData name="Aron Michael" userId="a6335a5c-3af6-488f-9ef1-dea14714a451" providerId="ADAL" clId="{18DF314F-B1C7-43F2-A36B-D752E28B7034}" dt="2023-06-29T22:02:26.985" v="4926"/>
          <ac:inkMkLst>
            <pc:docMk/>
            <pc:sldMk cId="4213858643" sldId="516"/>
            <ac:inkMk id="101" creationId="{97C9EA87-C7A2-E00C-D668-F0DB0042866D}"/>
          </ac:inkMkLst>
        </pc:inkChg>
        <pc:inkChg chg="add mod">
          <ac:chgData name="Aron Michael" userId="a6335a5c-3af6-488f-9ef1-dea14714a451" providerId="ADAL" clId="{18DF314F-B1C7-43F2-A36B-D752E28B7034}" dt="2023-06-29T22:02:26.985" v="4926"/>
          <ac:inkMkLst>
            <pc:docMk/>
            <pc:sldMk cId="4213858643" sldId="516"/>
            <ac:inkMk id="102" creationId="{DA5FC4EC-90A8-243F-CF41-833685DD1C68}"/>
          </ac:inkMkLst>
        </pc:inkChg>
        <pc:inkChg chg="add mod">
          <ac:chgData name="Aron Michael" userId="a6335a5c-3af6-488f-9ef1-dea14714a451" providerId="ADAL" clId="{18DF314F-B1C7-43F2-A36B-D752E28B7034}" dt="2023-06-29T22:02:26.985" v="4926"/>
          <ac:inkMkLst>
            <pc:docMk/>
            <pc:sldMk cId="4213858643" sldId="516"/>
            <ac:inkMk id="103" creationId="{FEFAE2AC-348A-B046-7C44-09F7EA65A025}"/>
          </ac:inkMkLst>
        </pc:inkChg>
        <pc:inkChg chg="add mod">
          <ac:chgData name="Aron Michael" userId="a6335a5c-3af6-488f-9ef1-dea14714a451" providerId="ADAL" clId="{18DF314F-B1C7-43F2-A36B-D752E28B7034}" dt="2023-06-29T22:02:26.985" v="4926"/>
          <ac:inkMkLst>
            <pc:docMk/>
            <pc:sldMk cId="4213858643" sldId="516"/>
            <ac:inkMk id="104" creationId="{290C3392-3CE2-EC8C-F5F4-CD3FA5F24CC1}"/>
          </ac:inkMkLst>
        </pc:inkChg>
        <pc:inkChg chg="add mod">
          <ac:chgData name="Aron Michael" userId="a6335a5c-3af6-488f-9ef1-dea14714a451" providerId="ADAL" clId="{18DF314F-B1C7-43F2-A36B-D752E28B7034}" dt="2023-06-29T22:02:26.985" v="4926"/>
          <ac:inkMkLst>
            <pc:docMk/>
            <pc:sldMk cId="4213858643" sldId="516"/>
            <ac:inkMk id="105" creationId="{D08B7A4B-2AF7-536D-7A9D-556F5514D620}"/>
          </ac:inkMkLst>
        </pc:inkChg>
        <pc:inkChg chg="add mod">
          <ac:chgData name="Aron Michael" userId="a6335a5c-3af6-488f-9ef1-dea14714a451" providerId="ADAL" clId="{18DF314F-B1C7-43F2-A36B-D752E28B7034}" dt="2023-06-29T22:02:26.985" v="4926"/>
          <ac:inkMkLst>
            <pc:docMk/>
            <pc:sldMk cId="4213858643" sldId="516"/>
            <ac:inkMk id="106" creationId="{8F9ABF44-28FC-A0A5-97FA-FB3E3806F75D}"/>
          </ac:inkMkLst>
        </pc:inkChg>
        <pc:inkChg chg="add mod">
          <ac:chgData name="Aron Michael" userId="a6335a5c-3af6-488f-9ef1-dea14714a451" providerId="ADAL" clId="{18DF314F-B1C7-43F2-A36B-D752E28B7034}" dt="2023-06-29T22:02:26.985" v="4926"/>
          <ac:inkMkLst>
            <pc:docMk/>
            <pc:sldMk cId="4213858643" sldId="516"/>
            <ac:inkMk id="107" creationId="{88711D5D-2458-56FF-05C5-C19832DF67D9}"/>
          </ac:inkMkLst>
        </pc:inkChg>
        <pc:inkChg chg="add mod">
          <ac:chgData name="Aron Michael" userId="a6335a5c-3af6-488f-9ef1-dea14714a451" providerId="ADAL" clId="{18DF314F-B1C7-43F2-A36B-D752E28B7034}" dt="2023-06-29T22:02:26.985" v="4926"/>
          <ac:inkMkLst>
            <pc:docMk/>
            <pc:sldMk cId="4213858643" sldId="516"/>
            <ac:inkMk id="108" creationId="{9C46CD8C-FE65-2A45-FD04-774CC94D8999}"/>
          </ac:inkMkLst>
        </pc:inkChg>
        <pc:inkChg chg="add mod">
          <ac:chgData name="Aron Michael" userId="a6335a5c-3af6-488f-9ef1-dea14714a451" providerId="ADAL" clId="{18DF314F-B1C7-43F2-A36B-D752E28B7034}" dt="2023-06-29T22:03:42.150" v="4980"/>
          <ac:inkMkLst>
            <pc:docMk/>
            <pc:sldMk cId="4213858643" sldId="516"/>
            <ac:inkMk id="109" creationId="{2F193BE8-8235-8DF0-983C-29B55A375E8B}"/>
          </ac:inkMkLst>
        </pc:inkChg>
        <pc:inkChg chg="add mod">
          <ac:chgData name="Aron Michael" userId="a6335a5c-3af6-488f-9ef1-dea14714a451" providerId="ADAL" clId="{18DF314F-B1C7-43F2-A36B-D752E28B7034}" dt="2023-06-29T22:03:42.150" v="4980"/>
          <ac:inkMkLst>
            <pc:docMk/>
            <pc:sldMk cId="4213858643" sldId="516"/>
            <ac:inkMk id="110" creationId="{BF07456E-965C-D741-2995-EA4BFE99ED04}"/>
          </ac:inkMkLst>
        </pc:inkChg>
        <pc:inkChg chg="add del mod">
          <ac:chgData name="Aron Michael" userId="a6335a5c-3af6-488f-9ef1-dea14714a451" providerId="ADAL" clId="{18DF314F-B1C7-43F2-A36B-D752E28B7034}" dt="2023-06-29T22:03:10.661" v="4959"/>
          <ac:inkMkLst>
            <pc:docMk/>
            <pc:sldMk cId="4213858643" sldId="516"/>
            <ac:inkMk id="115" creationId="{4A9763CB-27A0-9410-F383-4F39776020E2}"/>
          </ac:inkMkLst>
        </pc:inkChg>
        <pc:inkChg chg="add del mod">
          <ac:chgData name="Aron Michael" userId="a6335a5c-3af6-488f-9ef1-dea14714a451" providerId="ADAL" clId="{18DF314F-B1C7-43F2-A36B-D752E28B7034}" dt="2023-06-29T22:03:10.661" v="4955"/>
          <ac:inkMkLst>
            <pc:docMk/>
            <pc:sldMk cId="4213858643" sldId="516"/>
            <ac:inkMk id="116" creationId="{1B8D0C17-1A05-820C-5043-CD9486427908}"/>
          </ac:inkMkLst>
        </pc:inkChg>
        <pc:inkChg chg="add del mod">
          <ac:chgData name="Aron Michael" userId="a6335a5c-3af6-488f-9ef1-dea14714a451" providerId="ADAL" clId="{18DF314F-B1C7-43F2-A36B-D752E28B7034}" dt="2023-06-29T22:03:10.661" v="4953"/>
          <ac:inkMkLst>
            <pc:docMk/>
            <pc:sldMk cId="4213858643" sldId="516"/>
            <ac:inkMk id="117" creationId="{3AC6B918-9F90-2ABC-C47A-FE9E3B601105}"/>
          </ac:inkMkLst>
        </pc:inkChg>
        <pc:inkChg chg="add del mod">
          <ac:chgData name="Aron Michael" userId="a6335a5c-3af6-488f-9ef1-dea14714a451" providerId="ADAL" clId="{18DF314F-B1C7-43F2-A36B-D752E28B7034}" dt="2023-06-29T22:03:10.661" v="4952"/>
          <ac:inkMkLst>
            <pc:docMk/>
            <pc:sldMk cId="4213858643" sldId="516"/>
            <ac:inkMk id="118" creationId="{A765369D-B9BC-938F-46AD-EC76DA294093}"/>
          </ac:inkMkLst>
        </pc:inkChg>
        <pc:inkChg chg="add del mod">
          <ac:chgData name="Aron Michael" userId="a6335a5c-3af6-488f-9ef1-dea14714a451" providerId="ADAL" clId="{18DF314F-B1C7-43F2-A36B-D752E28B7034}" dt="2023-06-29T22:03:10.661" v="4958"/>
          <ac:inkMkLst>
            <pc:docMk/>
            <pc:sldMk cId="4213858643" sldId="516"/>
            <ac:inkMk id="119" creationId="{76639779-020F-0682-FC79-274D43B505D4}"/>
          </ac:inkMkLst>
        </pc:inkChg>
        <pc:inkChg chg="add mod">
          <ac:chgData name="Aron Michael" userId="a6335a5c-3af6-488f-9ef1-dea14714a451" providerId="ADAL" clId="{18DF314F-B1C7-43F2-A36B-D752E28B7034}" dt="2023-06-29T22:02:36.193" v="4943"/>
          <ac:inkMkLst>
            <pc:docMk/>
            <pc:sldMk cId="4213858643" sldId="516"/>
            <ac:inkMk id="121" creationId="{DC9E2A43-3275-5957-369B-B3130C90C716}"/>
          </ac:inkMkLst>
        </pc:inkChg>
        <pc:inkChg chg="add mod">
          <ac:chgData name="Aron Michael" userId="a6335a5c-3af6-488f-9ef1-dea14714a451" providerId="ADAL" clId="{18DF314F-B1C7-43F2-A36B-D752E28B7034}" dt="2023-06-29T22:02:36.193" v="4943"/>
          <ac:inkMkLst>
            <pc:docMk/>
            <pc:sldMk cId="4213858643" sldId="516"/>
            <ac:inkMk id="122" creationId="{0CD188C1-1DED-2FDC-754F-400503C68D67}"/>
          </ac:inkMkLst>
        </pc:inkChg>
        <pc:inkChg chg="add">
          <ac:chgData name="Aron Michael" userId="a6335a5c-3af6-488f-9ef1-dea14714a451" providerId="ADAL" clId="{18DF314F-B1C7-43F2-A36B-D752E28B7034}" dt="2023-06-29T22:02:32.713" v="4935" actId="9405"/>
          <ac:inkMkLst>
            <pc:docMk/>
            <pc:sldMk cId="4213858643" sldId="516"/>
            <ac:inkMk id="123" creationId="{40352416-CD51-F646-79DF-53C841CD796B}"/>
          </ac:inkMkLst>
        </pc:inkChg>
        <pc:inkChg chg="add del mod">
          <ac:chgData name="Aron Michael" userId="a6335a5c-3af6-488f-9ef1-dea14714a451" providerId="ADAL" clId="{18DF314F-B1C7-43F2-A36B-D752E28B7034}" dt="2023-06-29T22:03:10.661" v="4957"/>
          <ac:inkMkLst>
            <pc:docMk/>
            <pc:sldMk cId="4213858643" sldId="516"/>
            <ac:inkMk id="124" creationId="{75879B66-0A07-6D8D-1949-C8926239D5A2}"/>
          </ac:inkMkLst>
        </pc:inkChg>
        <pc:inkChg chg="add del mod">
          <ac:chgData name="Aron Michael" userId="a6335a5c-3af6-488f-9ef1-dea14714a451" providerId="ADAL" clId="{18DF314F-B1C7-43F2-A36B-D752E28B7034}" dt="2023-06-29T22:03:10.661" v="4951"/>
          <ac:inkMkLst>
            <pc:docMk/>
            <pc:sldMk cId="4213858643" sldId="516"/>
            <ac:inkMk id="125" creationId="{7DFB91ED-CF45-2A4E-715C-DA78E93349A5}"/>
          </ac:inkMkLst>
        </pc:inkChg>
        <pc:inkChg chg="add del mod">
          <ac:chgData name="Aron Michael" userId="a6335a5c-3af6-488f-9ef1-dea14714a451" providerId="ADAL" clId="{18DF314F-B1C7-43F2-A36B-D752E28B7034}" dt="2023-06-29T22:03:10.661" v="4954"/>
          <ac:inkMkLst>
            <pc:docMk/>
            <pc:sldMk cId="4213858643" sldId="516"/>
            <ac:inkMk id="126" creationId="{F63E78E9-448F-9F28-2199-FD1DB3071D1D}"/>
          </ac:inkMkLst>
        </pc:inkChg>
        <pc:inkChg chg="add del mod">
          <ac:chgData name="Aron Michael" userId="a6335a5c-3af6-488f-9ef1-dea14714a451" providerId="ADAL" clId="{18DF314F-B1C7-43F2-A36B-D752E28B7034}" dt="2023-06-29T22:03:10.661" v="4960"/>
          <ac:inkMkLst>
            <pc:docMk/>
            <pc:sldMk cId="4213858643" sldId="516"/>
            <ac:inkMk id="127" creationId="{89FE564F-3C06-E3C1-3DE6-CA8BC6CEA85D}"/>
          </ac:inkMkLst>
        </pc:inkChg>
        <pc:inkChg chg="add del mod">
          <ac:chgData name="Aron Michael" userId="a6335a5c-3af6-488f-9ef1-dea14714a451" providerId="ADAL" clId="{18DF314F-B1C7-43F2-A36B-D752E28B7034}" dt="2023-06-29T22:03:10.661" v="4950"/>
          <ac:inkMkLst>
            <pc:docMk/>
            <pc:sldMk cId="4213858643" sldId="516"/>
            <ac:inkMk id="128" creationId="{450D2E17-7BB8-D4F4-52C1-DC4AAD8D90D7}"/>
          </ac:inkMkLst>
        </pc:inkChg>
        <pc:inkChg chg="add del mod">
          <ac:chgData name="Aron Michael" userId="a6335a5c-3af6-488f-9ef1-dea14714a451" providerId="ADAL" clId="{18DF314F-B1C7-43F2-A36B-D752E28B7034}" dt="2023-06-29T22:03:10.661" v="4949"/>
          <ac:inkMkLst>
            <pc:docMk/>
            <pc:sldMk cId="4213858643" sldId="516"/>
            <ac:inkMk id="129" creationId="{014D26E3-AA0C-1828-8A4D-B3775E180329}"/>
          </ac:inkMkLst>
        </pc:inkChg>
        <pc:inkChg chg="add del mod">
          <ac:chgData name="Aron Michael" userId="a6335a5c-3af6-488f-9ef1-dea14714a451" providerId="ADAL" clId="{18DF314F-B1C7-43F2-A36B-D752E28B7034}" dt="2023-06-29T22:03:10.661" v="4956"/>
          <ac:inkMkLst>
            <pc:docMk/>
            <pc:sldMk cId="4213858643" sldId="516"/>
            <ac:inkMk id="130" creationId="{98E49035-DBE7-D4A8-6747-1F1549538A14}"/>
          </ac:inkMkLst>
        </pc:inkChg>
        <pc:inkChg chg="add mod">
          <ac:chgData name="Aron Michael" userId="a6335a5c-3af6-488f-9ef1-dea14714a451" providerId="ADAL" clId="{18DF314F-B1C7-43F2-A36B-D752E28B7034}" dt="2023-06-29T22:02:41.751" v="4948"/>
          <ac:inkMkLst>
            <pc:docMk/>
            <pc:sldMk cId="4213858643" sldId="516"/>
            <ac:inkMk id="133" creationId="{FD2CCA4D-C81D-56FD-F578-4365F63E03B2}"/>
          </ac:inkMkLst>
        </pc:inkChg>
        <pc:inkChg chg="add mod">
          <ac:chgData name="Aron Michael" userId="a6335a5c-3af6-488f-9ef1-dea14714a451" providerId="ADAL" clId="{18DF314F-B1C7-43F2-A36B-D752E28B7034}" dt="2023-06-29T22:02:41.751" v="4948"/>
          <ac:inkMkLst>
            <pc:docMk/>
            <pc:sldMk cId="4213858643" sldId="516"/>
            <ac:inkMk id="134" creationId="{5DB338D8-44E1-B0E2-FF35-9176375DBE94}"/>
          </ac:inkMkLst>
        </pc:inkChg>
        <pc:inkChg chg="add mod">
          <ac:chgData name="Aron Michael" userId="a6335a5c-3af6-488f-9ef1-dea14714a451" providerId="ADAL" clId="{18DF314F-B1C7-43F2-A36B-D752E28B7034}" dt="2023-06-29T22:02:41.751" v="4948"/>
          <ac:inkMkLst>
            <pc:docMk/>
            <pc:sldMk cId="4213858643" sldId="516"/>
            <ac:inkMk id="135" creationId="{DF911351-DD4F-AAF2-AF14-188E4CAC2D78}"/>
          </ac:inkMkLst>
        </pc:inkChg>
        <pc:inkChg chg="add mod">
          <ac:chgData name="Aron Michael" userId="a6335a5c-3af6-488f-9ef1-dea14714a451" providerId="ADAL" clId="{18DF314F-B1C7-43F2-A36B-D752E28B7034}" dt="2023-06-29T22:02:41.751" v="4948"/>
          <ac:inkMkLst>
            <pc:docMk/>
            <pc:sldMk cId="4213858643" sldId="516"/>
            <ac:inkMk id="136" creationId="{986212B3-5488-7FFC-A009-8FD8F0D1AED6}"/>
          </ac:inkMkLst>
        </pc:inkChg>
        <pc:inkChg chg="add del mod">
          <ac:chgData name="Aron Michael" userId="a6335a5c-3af6-488f-9ef1-dea14714a451" providerId="ADAL" clId="{18DF314F-B1C7-43F2-A36B-D752E28B7034}" dt="2023-06-29T22:03:42.150" v="4979"/>
          <ac:inkMkLst>
            <pc:docMk/>
            <pc:sldMk cId="4213858643" sldId="516"/>
            <ac:inkMk id="139" creationId="{86FC698B-CBBB-4794-01F9-C8D1133FC6F3}"/>
          </ac:inkMkLst>
        </pc:inkChg>
        <pc:inkChg chg="add del mod">
          <ac:chgData name="Aron Michael" userId="a6335a5c-3af6-488f-9ef1-dea14714a451" providerId="ADAL" clId="{18DF314F-B1C7-43F2-A36B-D752E28B7034}" dt="2023-06-29T22:03:42.150" v="4978"/>
          <ac:inkMkLst>
            <pc:docMk/>
            <pc:sldMk cId="4213858643" sldId="516"/>
            <ac:inkMk id="140" creationId="{E2D8B9E0-041F-DACE-63E1-CFDA09EB5AB5}"/>
          </ac:inkMkLst>
        </pc:inkChg>
        <pc:inkChg chg="add del mod">
          <ac:chgData name="Aron Michael" userId="a6335a5c-3af6-488f-9ef1-dea14714a451" providerId="ADAL" clId="{18DF314F-B1C7-43F2-A36B-D752E28B7034}" dt="2023-06-29T22:03:42.134" v="4977"/>
          <ac:inkMkLst>
            <pc:docMk/>
            <pc:sldMk cId="4213858643" sldId="516"/>
            <ac:inkMk id="141" creationId="{7944AE68-0482-DE4F-9FEA-EA08FBBCB376}"/>
          </ac:inkMkLst>
        </pc:inkChg>
        <pc:inkChg chg="add del mod">
          <ac:chgData name="Aron Michael" userId="a6335a5c-3af6-488f-9ef1-dea14714a451" providerId="ADAL" clId="{18DF314F-B1C7-43F2-A36B-D752E28B7034}" dt="2023-06-29T22:03:42.134" v="4975"/>
          <ac:inkMkLst>
            <pc:docMk/>
            <pc:sldMk cId="4213858643" sldId="516"/>
            <ac:inkMk id="142" creationId="{9814BEDB-9C9F-A221-197E-27B33B553504}"/>
          </ac:inkMkLst>
        </pc:inkChg>
        <pc:inkChg chg="add del mod">
          <ac:chgData name="Aron Michael" userId="a6335a5c-3af6-488f-9ef1-dea14714a451" providerId="ADAL" clId="{18DF314F-B1C7-43F2-A36B-D752E28B7034}" dt="2023-06-29T22:03:42.134" v="4976"/>
          <ac:inkMkLst>
            <pc:docMk/>
            <pc:sldMk cId="4213858643" sldId="516"/>
            <ac:inkMk id="143" creationId="{CDC2152F-B9B9-0BCB-3F96-318C831B14C8}"/>
          </ac:inkMkLst>
        </pc:inkChg>
        <pc:inkChg chg="add mod">
          <ac:chgData name="Aron Michael" userId="a6335a5c-3af6-488f-9ef1-dea14714a451" providerId="ADAL" clId="{18DF314F-B1C7-43F2-A36B-D752E28B7034}" dt="2023-06-29T22:03:21.988" v="4972"/>
          <ac:inkMkLst>
            <pc:docMk/>
            <pc:sldMk cId="4213858643" sldId="516"/>
            <ac:inkMk id="145" creationId="{9A381934-B5B9-CC87-7408-8929C359FF47}"/>
          </ac:inkMkLst>
        </pc:inkChg>
        <pc:inkChg chg="add mod">
          <ac:chgData name="Aron Michael" userId="a6335a5c-3af6-488f-9ef1-dea14714a451" providerId="ADAL" clId="{18DF314F-B1C7-43F2-A36B-D752E28B7034}" dt="2023-06-29T22:03:21.988" v="4972"/>
          <ac:inkMkLst>
            <pc:docMk/>
            <pc:sldMk cId="4213858643" sldId="516"/>
            <ac:inkMk id="146" creationId="{28886474-69AF-7305-FCBF-B06F4222858D}"/>
          </ac:inkMkLst>
        </pc:inkChg>
        <pc:inkChg chg="add mod">
          <ac:chgData name="Aron Michael" userId="a6335a5c-3af6-488f-9ef1-dea14714a451" providerId="ADAL" clId="{18DF314F-B1C7-43F2-A36B-D752E28B7034}" dt="2023-06-29T22:03:21.988" v="4972"/>
          <ac:inkMkLst>
            <pc:docMk/>
            <pc:sldMk cId="4213858643" sldId="516"/>
            <ac:inkMk id="147" creationId="{32C3DC81-AF24-94E7-3065-DCBC9C331F79}"/>
          </ac:inkMkLst>
        </pc:inkChg>
        <pc:inkChg chg="add mod">
          <ac:chgData name="Aron Michael" userId="a6335a5c-3af6-488f-9ef1-dea14714a451" providerId="ADAL" clId="{18DF314F-B1C7-43F2-A36B-D752E28B7034}" dt="2023-06-29T22:03:21.988" v="4972"/>
          <ac:inkMkLst>
            <pc:docMk/>
            <pc:sldMk cId="4213858643" sldId="516"/>
            <ac:inkMk id="148" creationId="{7A5B8C76-9917-6DAB-C7B8-0495A89A4FEF}"/>
          </ac:inkMkLst>
        </pc:inkChg>
        <pc:inkChg chg="add mod">
          <ac:chgData name="Aron Michael" userId="a6335a5c-3af6-488f-9ef1-dea14714a451" providerId="ADAL" clId="{18DF314F-B1C7-43F2-A36B-D752E28B7034}" dt="2023-06-29T22:03:21.988" v="4972"/>
          <ac:inkMkLst>
            <pc:docMk/>
            <pc:sldMk cId="4213858643" sldId="516"/>
            <ac:inkMk id="149" creationId="{B96106D8-B5B9-7A17-E71A-6A0AE57A9264}"/>
          </ac:inkMkLst>
        </pc:inkChg>
        <pc:inkChg chg="add del mod">
          <ac:chgData name="Aron Michael" userId="a6335a5c-3af6-488f-9ef1-dea14714a451" providerId="ADAL" clId="{18DF314F-B1C7-43F2-A36B-D752E28B7034}" dt="2023-06-29T22:03:42.150" v="4980"/>
          <ac:inkMkLst>
            <pc:docMk/>
            <pc:sldMk cId="4213858643" sldId="516"/>
            <ac:inkMk id="151" creationId="{9E15AEEC-3428-ECCC-658E-A0BB3E2F28FE}"/>
          </ac:inkMkLst>
        </pc:inkChg>
        <pc:inkChg chg="add mod">
          <ac:chgData name="Aron Michael" userId="a6335a5c-3af6-488f-9ef1-dea14714a451" providerId="ADAL" clId="{18DF314F-B1C7-43F2-A36B-D752E28B7034}" dt="2023-06-29T22:03:52.033" v="4984"/>
          <ac:inkMkLst>
            <pc:docMk/>
            <pc:sldMk cId="4213858643" sldId="516"/>
            <ac:inkMk id="153" creationId="{6D0FC7CA-36BA-3CA7-B9D0-1BBD16B7E0B8}"/>
          </ac:inkMkLst>
        </pc:inkChg>
        <pc:inkChg chg="add mod">
          <ac:chgData name="Aron Michael" userId="a6335a5c-3af6-488f-9ef1-dea14714a451" providerId="ADAL" clId="{18DF314F-B1C7-43F2-A36B-D752E28B7034}" dt="2023-06-29T22:03:52.033" v="4984"/>
          <ac:inkMkLst>
            <pc:docMk/>
            <pc:sldMk cId="4213858643" sldId="516"/>
            <ac:inkMk id="154" creationId="{A540FEDD-3AD2-DA42-D911-BB9746434143}"/>
          </ac:inkMkLst>
        </pc:inkChg>
        <pc:inkChg chg="add mod">
          <ac:chgData name="Aron Michael" userId="a6335a5c-3af6-488f-9ef1-dea14714a451" providerId="ADAL" clId="{18DF314F-B1C7-43F2-A36B-D752E28B7034}" dt="2023-06-29T22:03:52.033" v="4984"/>
          <ac:inkMkLst>
            <pc:docMk/>
            <pc:sldMk cId="4213858643" sldId="516"/>
            <ac:inkMk id="155" creationId="{7357BAA2-F3D6-E51A-CD10-7786521D4C2D}"/>
          </ac:inkMkLst>
        </pc:inkChg>
        <pc:inkChg chg="add mod">
          <ac:chgData name="Aron Michael" userId="a6335a5c-3af6-488f-9ef1-dea14714a451" providerId="ADAL" clId="{18DF314F-B1C7-43F2-A36B-D752E28B7034}" dt="2023-06-29T22:03:56.726" v="4991"/>
          <ac:inkMkLst>
            <pc:docMk/>
            <pc:sldMk cId="4213858643" sldId="516"/>
            <ac:inkMk id="157" creationId="{4734174F-2FB3-C0EB-5F4A-077F925344B5}"/>
          </ac:inkMkLst>
        </pc:inkChg>
        <pc:inkChg chg="add mod">
          <ac:chgData name="Aron Michael" userId="a6335a5c-3af6-488f-9ef1-dea14714a451" providerId="ADAL" clId="{18DF314F-B1C7-43F2-A36B-D752E28B7034}" dt="2023-06-29T22:03:56.726" v="4991"/>
          <ac:inkMkLst>
            <pc:docMk/>
            <pc:sldMk cId="4213858643" sldId="516"/>
            <ac:inkMk id="158" creationId="{EF655052-49F2-55BE-7C64-DC0C05DDFFC4}"/>
          </ac:inkMkLst>
        </pc:inkChg>
        <pc:inkChg chg="add mod">
          <ac:chgData name="Aron Michael" userId="a6335a5c-3af6-488f-9ef1-dea14714a451" providerId="ADAL" clId="{18DF314F-B1C7-43F2-A36B-D752E28B7034}" dt="2023-06-29T22:03:56.726" v="4991"/>
          <ac:inkMkLst>
            <pc:docMk/>
            <pc:sldMk cId="4213858643" sldId="516"/>
            <ac:inkMk id="159" creationId="{17FE50C0-F9C0-2A80-FD35-63DFACC6C9C8}"/>
          </ac:inkMkLst>
        </pc:inkChg>
        <pc:inkChg chg="add mod">
          <ac:chgData name="Aron Michael" userId="a6335a5c-3af6-488f-9ef1-dea14714a451" providerId="ADAL" clId="{18DF314F-B1C7-43F2-A36B-D752E28B7034}" dt="2023-06-29T22:03:56.726" v="4991"/>
          <ac:inkMkLst>
            <pc:docMk/>
            <pc:sldMk cId="4213858643" sldId="516"/>
            <ac:inkMk id="160" creationId="{1695898E-825A-F0FB-EEE4-0DC129D800BD}"/>
          </ac:inkMkLst>
        </pc:inkChg>
        <pc:inkChg chg="add mod">
          <ac:chgData name="Aron Michael" userId="a6335a5c-3af6-488f-9ef1-dea14714a451" providerId="ADAL" clId="{18DF314F-B1C7-43F2-A36B-D752E28B7034}" dt="2023-06-29T22:03:56.726" v="4991"/>
          <ac:inkMkLst>
            <pc:docMk/>
            <pc:sldMk cId="4213858643" sldId="516"/>
            <ac:inkMk id="161" creationId="{A65CC5A2-6F9C-F05B-82E4-B95F5555D15E}"/>
          </ac:inkMkLst>
        </pc:inkChg>
        <pc:inkChg chg="add mod">
          <ac:chgData name="Aron Michael" userId="a6335a5c-3af6-488f-9ef1-dea14714a451" providerId="ADAL" clId="{18DF314F-B1C7-43F2-A36B-D752E28B7034}" dt="2023-06-29T22:03:56.726" v="4991"/>
          <ac:inkMkLst>
            <pc:docMk/>
            <pc:sldMk cId="4213858643" sldId="516"/>
            <ac:inkMk id="162" creationId="{A894ED3A-ED5C-1F3F-F544-93AC5834D771}"/>
          </ac:inkMkLst>
        </pc:inkChg>
        <pc:inkChg chg="add mod">
          <ac:chgData name="Aron Michael" userId="a6335a5c-3af6-488f-9ef1-dea14714a451" providerId="ADAL" clId="{18DF314F-B1C7-43F2-A36B-D752E28B7034}" dt="2023-06-29T22:04:33.230" v="5003"/>
          <ac:inkMkLst>
            <pc:docMk/>
            <pc:sldMk cId="4213858643" sldId="516"/>
            <ac:inkMk id="164" creationId="{733AA0D6-1A56-8B1F-0C0D-C8A1CF2E06B6}"/>
          </ac:inkMkLst>
        </pc:inkChg>
        <pc:inkChg chg="add mod">
          <ac:chgData name="Aron Michael" userId="a6335a5c-3af6-488f-9ef1-dea14714a451" providerId="ADAL" clId="{18DF314F-B1C7-43F2-A36B-D752E28B7034}" dt="2023-06-29T22:04:33.230" v="5003"/>
          <ac:inkMkLst>
            <pc:docMk/>
            <pc:sldMk cId="4213858643" sldId="516"/>
            <ac:inkMk id="165" creationId="{C609F3CC-06A5-80D6-F687-757296FDC448}"/>
          </ac:inkMkLst>
        </pc:inkChg>
        <pc:inkChg chg="add mod">
          <ac:chgData name="Aron Michael" userId="a6335a5c-3af6-488f-9ef1-dea14714a451" providerId="ADAL" clId="{18DF314F-B1C7-43F2-A36B-D752E28B7034}" dt="2023-06-29T22:04:33.230" v="5003"/>
          <ac:inkMkLst>
            <pc:docMk/>
            <pc:sldMk cId="4213858643" sldId="516"/>
            <ac:inkMk id="166" creationId="{5B6C42F3-BA10-677E-A695-2E08751D1FFA}"/>
          </ac:inkMkLst>
        </pc:inkChg>
        <pc:inkChg chg="add mod">
          <ac:chgData name="Aron Michael" userId="a6335a5c-3af6-488f-9ef1-dea14714a451" providerId="ADAL" clId="{18DF314F-B1C7-43F2-A36B-D752E28B7034}" dt="2023-06-29T22:04:33.230" v="5003"/>
          <ac:inkMkLst>
            <pc:docMk/>
            <pc:sldMk cId="4213858643" sldId="516"/>
            <ac:inkMk id="167" creationId="{ABDE6CD4-0B19-651C-D21C-A83FCACA8C3B}"/>
          </ac:inkMkLst>
        </pc:inkChg>
        <pc:inkChg chg="add mod">
          <ac:chgData name="Aron Michael" userId="a6335a5c-3af6-488f-9ef1-dea14714a451" providerId="ADAL" clId="{18DF314F-B1C7-43F2-A36B-D752E28B7034}" dt="2023-06-29T22:04:33.230" v="5003"/>
          <ac:inkMkLst>
            <pc:docMk/>
            <pc:sldMk cId="4213858643" sldId="516"/>
            <ac:inkMk id="168" creationId="{4743199B-77EF-2718-32A6-977AA03AEB92}"/>
          </ac:inkMkLst>
        </pc:inkChg>
        <pc:inkChg chg="add mod">
          <ac:chgData name="Aron Michael" userId="a6335a5c-3af6-488f-9ef1-dea14714a451" providerId="ADAL" clId="{18DF314F-B1C7-43F2-A36B-D752E28B7034}" dt="2023-06-29T22:04:33.230" v="5003"/>
          <ac:inkMkLst>
            <pc:docMk/>
            <pc:sldMk cId="4213858643" sldId="516"/>
            <ac:inkMk id="169" creationId="{3B808B71-527E-D7F9-05C6-8A41DAE95742}"/>
          </ac:inkMkLst>
        </pc:inkChg>
        <pc:inkChg chg="add mod">
          <ac:chgData name="Aron Michael" userId="a6335a5c-3af6-488f-9ef1-dea14714a451" providerId="ADAL" clId="{18DF314F-B1C7-43F2-A36B-D752E28B7034}" dt="2023-06-29T22:04:33.230" v="5003"/>
          <ac:inkMkLst>
            <pc:docMk/>
            <pc:sldMk cId="4213858643" sldId="516"/>
            <ac:inkMk id="170" creationId="{3664F851-A40C-2574-0988-47382B3934B7}"/>
          </ac:inkMkLst>
        </pc:inkChg>
        <pc:inkChg chg="add mod">
          <ac:chgData name="Aron Michael" userId="a6335a5c-3af6-488f-9ef1-dea14714a451" providerId="ADAL" clId="{18DF314F-B1C7-43F2-A36B-D752E28B7034}" dt="2023-06-29T22:04:33.230" v="5003"/>
          <ac:inkMkLst>
            <pc:docMk/>
            <pc:sldMk cId="4213858643" sldId="516"/>
            <ac:inkMk id="171" creationId="{2A0A5BCA-E27B-9579-2BCF-F607B344340E}"/>
          </ac:inkMkLst>
        </pc:inkChg>
        <pc:inkChg chg="add mod">
          <ac:chgData name="Aron Michael" userId="a6335a5c-3af6-488f-9ef1-dea14714a451" providerId="ADAL" clId="{18DF314F-B1C7-43F2-A36B-D752E28B7034}" dt="2023-06-29T22:04:33.230" v="5003"/>
          <ac:inkMkLst>
            <pc:docMk/>
            <pc:sldMk cId="4213858643" sldId="516"/>
            <ac:inkMk id="173" creationId="{35AE2FD9-8A6F-A63E-6D68-C0CB301F7800}"/>
          </ac:inkMkLst>
        </pc:inkChg>
        <pc:inkChg chg="add mod">
          <ac:chgData name="Aron Michael" userId="a6335a5c-3af6-488f-9ef1-dea14714a451" providerId="ADAL" clId="{18DF314F-B1C7-43F2-A36B-D752E28B7034}" dt="2023-06-29T22:04:33.230" v="5003"/>
          <ac:inkMkLst>
            <pc:docMk/>
            <pc:sldMk cId="4213858643" sldId="516"/>
            <ac:inkMk id="174" creationId="{8BAF4449-BCDA-BC84-8018-7F58AB8DBCB9}"/>
          </ac:inkMkLst>
        </pc:inkChg>
        <pc:inkChg chg="add mod">
          <ac:chgData name="Aron Michael" userId="a6335a5c-3af6-488f-9ef1-dea14714a451" providerId="ADAL" clId="{18DF314F-B1C7-43F2-A36B-D752E28B7034}" dt="2023-06-29T22:05:00.547" v="5018"/>
          <ac:inkMkLst>
            <pc:docMk/>
            <pc:sldMk cId="4213858643" sldId="516"/>
            <ac:inkMk id="176" creationId="{58A4384D-88D8-CFD2-33F8-A6DAAD0FB3D2}"/>
          </ac:inkMkLst>
        </pc:inkChg>
        <pc:inkChg chg="add mod">
          <ac:chgData name="Aron Michael" userId="a6335a5c-3af6-488f-9ef1-dea14714a451" providerId="ADAL" clId="{18DF314F-B1C7-43F2-A36B-D752E28B7034}" dt="2023-06-29T22:05:00.547" v="5018"/>
          <ac:inkMkLst>
            <pc:docMk/>
            <pc:sldMk cId="4213858643" sldId="516"/>
            <ac:inkMk id="177" creationId="{F37EF77D-F096-AAD6-56EC-A8D17031C166}"/>
          </ac:inkMkLst>
        </pc:inkChg>
        <pc:inkChg chg="add mod">
          <ac:chgData name="Aron Michael" userId="a6335a5c-3af6-488f-9ef1-dea14714a451" providerId="ADAL" clId="{18DF314F-B1C7-43F2-A36B-D752E28B7034}" dt="2023-06-29T22:05:00.547" v="5018"/>
          <ac:inkMkLst>
            <pc:docMk/>
            <pc:sldMk cId="4213858643" sldId="516"/>
            <ac:inkMk id="178" creationId="{83C07C17-2290-9CF1-FA0A-4EDECC32BD35}"/>
          </ac:inkMkLst>
        </pc:inkChg>
        <pc:inkChg chg="add mod">
          <ac:chgData name="Aron Michael" userId="a6335a5c-3af6-488f-9ef1-dea14714a451" providerId="ADAL" clId="{18DF314F-B1C7-43F2-A36B-D752E28B7034}" dt="2023-06-29T22:05:00.547" v="5018"/>
          <ac:inkMkLst>
            <pc:docMk/>
            <pc:sldMk cId="4213858643" sldId="516"/>
            <ac:inkMk id="179" creationId="{843FD16A-0E75-E356-4381-E96D3B47A6E4}"/>
          </ac:inkMkLst>
        </pc:inkChg>
        <pc:inkChg chg="add del">
          <ac:chgData name="Aron Michael" userId="a6335a5c-3af6-488f-9ef1-dea14714a451" providerId="ADAL" clId="{18DF314F-B1C7-43F2-A36B-D752E28B7034}" dt="2023-06-29T22:04:54.681" v="5010"/>
          <ac:inkMkLst>
            <pc:docMk/>
            <pc:sldMk cId="4213858643" sldId="516"/>
            <ac:inkMk id="181" creationId="{23E4E85B-6A01-0C64-40D5-177544E00AA5}"/>
          </ac:inkMkLst>
        </pc:inkChg>
        <pc:inkChg chg="add mod">
          <ac:chgData name="Aron Michael" userId="a6335a5c-3af6-488f-9ef1-dea14714a451" providerId="ADAL" clId="{18DF314F-B1C7-43F2-A36B-D752E28B7034}" dt="2023-06-29T22:05:00.547" v="5018"/>
          <ac:inkMkLst>
            <pc:docMk/>
            <pc:sldMk cId="4213858643" sldId="516"/>
            <ac:inkMk id="182" creationId="{0F291C9D-8F75-4E42-F3AD-F9ADF34B2FE7}"/>
          </ac:inkMkLst>
        </pc:inkChg>
        <pc:inkChg chg="add mod">
          <ac:chgData name="Aron Michael" userId="a6335a5c-3af6-488f-9ef1-dea14714a451" providerId="ADAL" clId="{18DF314F-B1C7-43F2-A36B-D752E28B7034}" dt="2023-06-29T22:05:00.547" v="5018"/>
          <ac:inkMkLst>
            <pc:docMk/>
            <pc:sldMk cId="4213858643" sldId="516"/>
            <ac:inkMk id="183" creationId="{6290527C-9352-57B8-857F-FE78510452D8}"/>
          </ac:inkMkLst>
        </pc:inkChg>
        <pc:inkChg chg="add mod">
          <ac:chgData name="Aron Michael" userId="a6335a5c-3af6-488f-9ef1-dea14714a451" providerId="ADAL" clId="{18DF314F-B1C7-43F2-A36B-D752E28B7034}" dt="2023-06-29T22:05:00.547" v="5018"/>
          <ac:inkMkLst>
            <pc:docMk/>
            <pc:sldMk cId="4213858643" sldId="516"/>
            <ac:inkMk id="184" creationId="{DCC17468-08BD-9558-F4C4-6F7CD4DC9DCB}"/>
          </ac:inkMkLst>
        </pc:inkChg>
        <pc:inkChg chg="add mod">
          <ac:chgData name="Aron Michael" userId="a6335a5c-3af6-488f-9ef1-dea14714a451" providerId="ADAL" clId="{18DF314F-B1C7-43F2-A36B-D752E28B7034}" dt="2023-06-29T22:05:00.547" v="5018"/>
          <ac:inkMkLst>
            <pc:docMk/>
            <pc:sldMk cId="4213858643" sldId="516"/>
            <ac:inkMk id="185" creationId="{6465FDA6-7DA3-159A-E641-1CFA1C3E43BA}"/>
          </ac:inkMkLst>
        </pc:inkChg>
        <pc:inkChg chg="add mod">
          <ac:chgData name="Aron Michael" userId="a6335a5c-3af6-488f-9ef1-dea14714a451" providerId="ADAL" clId="{18DF314F-B1C7-43F2-A36B-D752E28B7034}" dt="2023-06-29T22:05:00.547" v="5018"/>
          <ac:inkMkLst>
            <pc:docMk/>
            <pc:sldMk cId="4213858643" sldId="516"/>
            <ac:inkMk id="186" creationId="{D44A133C-A66E-9E4F-09C9-82A50D15D377}"/>
          </ac:inkMkLst>
        </pc:inkChg>
        <pc:inkChg chg="add mod">
          <ac:chgData name="Aron Michael" userId="a6335a5c-3af6-488f-9ef1-dea14714a451" providerId="ADAL" clId="{18DF314F-B1C7-43F2-A36B-D752E28B7034}" dt="2023-06-29T22:05:00.547" v="5018"/>
          <ac:inkMkLst>
            <pc:docMk/>
            <pc:sldMk cId="4213858643" sldId="516"/>
            <ac:inkMk id="187" creationId="{60CF9CBC-2BAF-A0F6-02DA-D2CD02D48742}"/>
          </ac:inkMkLst>
        </pc:inkChg>
        <pc:inkChg chg="add mod">
          <ac:chgData name="Aron Michael" userId="a6335a5c-3af6-488f-9ef1-dea14714a451" providerId="ADAL" clId="{18DF314F-B1C7-43F2-A36B-D752E28B7034}" dt="2023-06-29T22:05:00.547" v="5018"/>
          <ac:inkMkLst>
            <pc:docMk/>
            <pc:sldMk cId="4213858643" sldId="516"/>
            <ac:inkMk id="188" creationId="{D1D37EFE-F328-5E0A-D302-2928E96BCCDF}"/>
          </ac:inkMkLst>
        </pc:inkChg>
        <pc:inkChg chg="add mod">
          <ac:chgData name="Aron Michael" userId="a6335a5c-3af6-488f-9ef1-dea14714a451" providerId="ADAL" clId="{18DF314F-B1C7-43F2-A36B-D752E28B7034}" dt="2023-06-29T22:05:16.451" v="5028"/>
          <ac:inkMkLst>
            <pc:docMk/>
            <pc:sldMk cId="4213858643" sldId="516"/>
            <ac:inkMk id="191" creationId="{0B1C3D1F-1A53-94D8-002B-24CD4CB7CDA1}"/>
          </ac:inkMkLst>
        </pc:inkChg>
        <pc:inkChg chg="add mod">
          <ac:chgData name="Aron Michael" userId="a6335a5c-3af6-488f-9ef1-dea14714a451" providerId="ADAL" clId="{18DF314F-B1C7-43F2-A36B-D752E28B7034}" dt="2023-06-29T22:05:16.451" v="5028"/>
          <ac:inkMkLst>
            <pc:docMk/>
            <pc:sldMk cId="4213858643" sldId="516"/>
            <ac:inkMk id="192" creationId="{092CFD80-6DAC-5B9F-3C92-500B21C4371A}"/>
          </ac:inkMkLst>
        </pc:inkChg>
        <pc:inkChg chg="add mod">
          <ac:chgData name="Aron Michael" userId="a6335a5c-3af6-488f-9ef1-dea14714a451" providerId="ADAL" clId="{18DF314F-B1C7-43F2-A36B-D752E28B7034}" dt="2023-06-29T22:05:16.451" v="5028"/>
          <ac:inkMkLst>
            <pc:docMk/>
            <pc:sldMk cId="4213858643" sldId="516"/>
            <ac:inkMk id="193" creationId="{B8403645-C662-C406-1EC8-06FDF20B7511}"/>
          </ac:inkMkLst>
        </pc:inkChg>
        <pc:inkChg chg="add mod">
          <ac:chgData name="Aron Michael" userId="a6335a5c-3af6-488f-9ef1-dea14714a451" providerId="ADAL" clId="{18DF314F-B1C7-43F2-A36B-D752E28B7034}" dt="2023-06-29T22:05:16.451" v="5028"/>
          <ac:inkMkLst>
            <pc:docMk/>
            <pc:sldMk cId="4213858643" sldId="516"/>
            <ac:inkMk id="194" creationId="{FB99DED8-F63E-0A3C-79A3-5A2316592886}"/>
          </ac:inkMkLst>
        </pc:inkChg>
        <pc:inkChg chg="add mod">
          <ac:chgData name="Aron Michael" userId="a6335a5c-3af6-488f-9ef1-dea14714a451" providerId="ADAL" clId="{18DF314F-B1C7-43F2-A36B-D752E28B7034}" dt="2023-06-29T22:05:16.451" v="5028"/>
          <ac:inkMkLst>
            <pc:docMk/>
            <pc:sldMk cId="4213858643" sldId="516"/>
            <ac:inkMk id="195" creationId="{86836FA5-E13E-58F0-5559-75A5BE52779F}"/>
          </ac:inkMkLst>
        </pc:inkChg>
        <pc:inkChg chg="add mod">
          <ac:chgData name="Aron Michael" userId="a6335a5c-3af6-488f-9ef1-dea14714a451" providerId="ADAL" clId="{18DF314F-B1C7-43F2-A36B-D752E28B7034}" dt="2023-06-29T22:05:16.451" v="5028"/>
          <ac:inkMkLst>
            <pc:docMk/>
            <pc:sldMk cId="4213858643" sldId="516"/>
            <ac:inkMk id="196" creationId="{FDC3152A-F6DB-A011-7344-930B6ABFD9F6}"/>
          </ac:inkMkLst>
        </pc:inkChg>
        <pc:inkChg chg="add mod">
          <ac:chgData name="Aron Michael" userId="a6335a5c-3af6-488f-9ef1-dea14714a451" providerId="ADAL" clId="{18DF314F-B1C7-43F2-A36B-D752E28B7034}" dt="2023-06-29T22:05:16.451" v="5028"/>
          <ac:inkMkLst>
            <pc:docMk/>
            <pc:sldMk cId="4213858643" sldId="516"/>
            <ac:inkMk id="197" creationId="{DF49AB95-EC5E-5964-6698-832422240AE3}"/>
          </ac:inkMkLst>
        </pc:inkChg>
        <pc:inkChg chg="add mod">
          <ac:chgData name="Aron Michael" userId="a6335a5c-3af6-488f-9ef1-dea14714a451" providerId="ADAL" clId="{18DF314F-B1C7-43F2-A36B-D752E28B7034}" dt="2023-06-29T22:05:16.451" v="5028"/>
          <ac:inkMkLst>
            <pc:docMk/>
            <pc:sldMk cId="4213858643" sldId="516"/>
            <ac:inkMk id="198" creationId="{EC1630B3-B8E0-9748-5DDD-28DE03AE8B03}"/>
          </ac:inkMkLst>
        </pc:inkChg>
        <pc:inkChg chg="add mod">
          <ac:chgData name="Aron Michael" userId="a6335a5c-3af6-488f-9ef1-dea14714a451" providerId="ADAL" clId="{18DF314F-B1C7-43F2-A36B-D752E28B7034}" dt="2023-06-29T22:05:16.451" v="5028"/>
          <ac:inkMkLst>
            <pc:docMk/>
            <pc:sldMk cId="4213858643" sldId="516"/>
            <ac:inkMk id="199" creationId="{FBD84CB3-1DA0-AF33-58F3-C8096FD57ED1}"/>
          </ac:inkMkLst>
        </pc:inkChg>
      </pc:sldChg>
      <pc:sldChg chg="delSp modSp add mod">
        <pc:chgData name="Aron Michael" userId="a6335a5c-3af6-488f-9ef1-dea14714a451" providerId="ADAL" clId="{18DF314F-B1C7-43F2-A36B-D752E28B7034}" dt="2023-06-29T22:06:03.609" v="5033" actId="478"/>
        <pc:sldMkLst>
          <pc:docMk/>
          <pc:sldMk cId="3805776466" sldId="517"/>
        </pc:sldMkLst>
        <pc:spChg chg="mod">
          <ac:chgData name="Aron Michael" userId="a6335a5c-3af6-488f-9ef1-dea14714a451" providerId="ADAL" clId="{18DF314F-B1C7-43F2-A36B-D752E28B7034}" dt="2023-06-29T22:05:38.989" v="5030" actId="1076"/>
          <ac:spMkLst>
            <pc:docMk/>
            <pc:sldMk cId="3805776466" sldId="517"/>
            <ac:spMk id="19" creationId="{BEC021D9-EDA7-3A58-CB97-32F406713A00}"/>
          </ac:spMkLst>
        </pc:spChg>
        <pc:grpChg chg="del">
          <ac:chgData name="Aron Michael" userId="a6335a5c-3af6-488f-9ef1-dea14714a451" providerId="ADAL" clId="{18DF314F-B1C7-43F2-A36B-D752E28B7034}" dt="2023-06-29T22:06:03.609" v="5033" actId="478"/>
          <ac:grpSpMkLst>
            <pc:docMk/>
            <pc:sldMk cId="3805776466" sldId="517"/>
            <ac:grpSpMk id="3" creationId="{3BF93972-7F35-2E2C-9ABD-127DE798A2EA}"/>
          </ac:grpSpMkLst>
        </pc:grpChg>
        <pc:grpChg chg="del">
          <ac:chgData name="Aron Michael" userId="a6335a5c-3af6-488f-9ef1-dea14714a451" providerId="ADAL" clId="{18DF314F-B1C7-43F2-A36B-D752E28B7034}" dt="2023-06-29T22:05:57.451" v="5032" actId="478"/>
          <ac:grpSpMkLst>
            <pc:docMk/>
            <pc:sldMk cId="3805776466" sldId="517"/>
            <ac:grpSpMk id="13" creationId="{A8E1E989-59D2-C533-8E00-C1A5FD3181B5}"/>
          </ac:grpSpMkLst>
        </pc:grpChg>
        <pc:grpChg chg="del">
          <ac:chgData name="Aron Michael" userId="a6335a5c-3af6-488f-9ef1-dea14714a451" providerId="ADAL" clId="{18DF314F-B1C7-43F2-A36B-D752E28B7034}" dt="2023-06-29T22:06:03.609" v="5033" actId="478"/>
          <ac:grpSpMkLst>
            <pc:docMk/>
            <pc:sldMk cId="3805776466" sldId="517"/>
            <ac:grpSpMk id="65" creationId="{95F40CE6-7A87-02A8-1C82-7315A24A2E61}"/>
          </ac:grpSpMkLst>
        </pc:grpChg>
        <pc:grpChg chg="del">
          <ac:chgData name="Aron Michael" userId="a6335a5c-3af6-488f-9ef1-dea14714a451" providerId="ADAL" clId="{18DF314F-B1C7-43F2-A36B-D752E28B7034}" dt="2023-06-29T22:06:03.609" v="5033" actId="478"/>
          <ac:grpSpMkLst>
            <pc:docMk/>
            <pc:sldMk cId="3805776466" sldId="517"/>
            <ac:grpSpMk id="68" creationId="{C3BF2352-85BF-49D1-888A-20F8CE94340A}"/>
          </ac:grpSpMkLst>
        </pc:grpChg>
        <pc:grpChg chg="del">
          <ac:chgData name="Aron Michael" userId="a6335a5c-3af6-488f-9ef1-dea14714a451" providerId="ADAL" clId="{18DF314F-B1C7-43F2-A36B-D752E28B7034}" dt="2023-06-29T22:06:03.609" v="5033" actId="478"/>
          <ac:grpSpMkLst>
            <pc:docMk/>
            <pc:sldMk cId="3805776466" sldId="517"/>
            <ac:grpSpMk id="71" creationId="{59D32532-B938-21B6-C858-CB328B1CD947}"/>
          </ac:grpSpMkLst>
        </pc:grpChg>
        <pc:grpChg chg="del">
          <ac:chgData name="Aron Michael" userId="a6335a5c-3af6-488f-9ef1-dea14714a451" providerId="ADAL" clId="{18DF314F-B1C7-43F2-A36B-D752E28B7034}" dt="2023-06-29T22:06:03.609" v="5033" actId="478"/>
          <ac:grpSpMkLst>
            <pc:docMk/>
            <pc:sldMk cId="3805776466" sldId="517"/>
            <ac:grpSpMk id="76" creationId="{6E7472E7-64C4-3998-2A83-97D4CFFD29E5}"/>
          </ac:grpSpMkLst>
        </pc:grpChg>
        <pc:grpChg chg="del">
          <ac:chgData name="Aron Michael" userId="a6335a5c-3af6-488f-9ef1-dea14714a451" providerId="ADAL" clId="{18DF314F-B1C7-43F2-A36B-D752E28B7034}" dt="2023-06-29T22:05:52.488" v="5031" actId="478"/>
          <ac:grpSpMkLst>
            <pc:docMk/>
            <pc:sldMk cId="3805776466" sldId="517"/>
            <ac:grpSpMk id="92" creationId="{64E27326-8D0A-4139-99A7-C21EC0A5BB9D}"/>
          </ac:grpSpMkLst>
        </pc:grpChg>
        <pc:grpChg chg="del">
          <ac:chgData name="Aron Michael" userId="a6335a5c-3af6-488f-9ef1-dea14714a451" providerId="ADAL" clId="{18DF314F-B1C7-43F2-A36B-D752E28B7034}" dt="2023-06-29T22:05:52.488" v="5031" actId="478"/>
          <ac:grpSpMkLst>
            <pc:docMk/>
            <pc:sldMk cId="3805776466" sldId="517"/>
            <ac:grpSpMk id="93" creationId="{DC1566F9-AB8E-C92E-7405-2582975448E7}"/>
          </ac:grpSpMkLst>
        </pc:grpChg>
        <pc:grpChg chg="del">
          <ac:chgData name="Aron Michael" userId="a6335a5c-3af6-488f-9ef1-dea14714a451" providerId="ADAL" clId="{18DF314F-B1C7-43F2-A36B-D752E28B7034}" dt="2023-06-29T22:05:52.488" v="5031" actId="478"/>
          <ac:grpSpMkLst>
            <pc:docMk/>
            <pc:sldMk cId="3805776466" sldId="517"/>
            <ac:grpSpMk id="94" creationId="{B162A686-D6E7-59DA-C7CA-D850299D23C8}"/>
          </ac:grpSpMkLst>
        </pc:grpChg>
        <pc:grpChg chg="del">
          <ac:chgData name="Aron Michael" userId="a6335a5c-3af6-488f-9ef1-dea14714a451" providerId="ADAL" clId="{18DF314F-B1C7-43F2-A36B-D752E28B7034}" dt="2023-06-29T22:05:52.488" v="5031" actId="478"/>
          <ac:grpSpMkLst>
            <pc:docMk/>
            <pc:sldMk cId="3805776466" sldId="517"/>
            <ac:grpSpMk id="112" creationId="{6BF578C8-B9E3-90DF-2794-40CC7B63C41E}"/>
          </ac:grpSpMkLst>
        </pc:grpChg>
        <pc:grpChg chg="del">
          <ac:chgData name="Aron Michael" userId="a6335a5c-3af6-488f-9ef1-dea14714a451" providerId="ADAL" clId="{18DF314F-B1C7-43F2-A36B-D752E28B7034}" dt="2023-06-29T22:05:52.488" v="5031" actId="478"/>
          <ac:grpSpMkLst>
            <pc:docMk/>
            <pc:sldMk cId="3805776466" sldId="517"/>
            <ac:grpSpMk id="113" creationId="{FCFFC47E-29C0-2416-971E-2B48728C2793}"/>
          </ac:grpSpMkLst>
        </pc:grpChg>
        <pc:grpChg chg="del">
          <ac:chgData name="Aron Michael" userId="a6335a5c-3af6-488f-9ef1-dea14714a451" providerId="ADAL" clId="{18DF314F-B1C7-43F2-A36B-D752E28B7034}" dt="2023-06-29T22:05:52.488" v="5031" actId="478"/>
          <ac:grpSpMkLst>
            <pc:docMk/>
            <pc:sldMk cId="3805776466" sldId="517"/>
            <ac:grpSpMk id="114" creationId="{A6AB59B8-C020-FC26-CD25-9E64699AD326}"/>
          </ac:grpSpMkLst>
        </pc:grpChg>
        <pc:grpChg chg="del">
          <ac:chgData name="Aron Michael" userId="a6335a5c-3af6-488f-9ef1-dea14714a451" providerId="ADAL" clId="{18DF314F-B1C7-43F2-A36B-D752E28B7034}" dt="2023-06-29T22:05:52.488" v="5031" actId="478"/>
          <ac:grpSpMkLst>
            <pc:docMk/>
            <pc:sldMk cId="3805776466" sldId="517"/>
            <ac:grpSpMk id="132" creationId="{62FF97CA-432E-F8DD-D599-8DC7778F94B2}"/>
          </ac:grpSpMkLst>
        </pc:grpChg>
        <pc:grpChg chg="del">
          <ac:chgData name="Aron Michael" userId="a6335a5c-3af6-488f-9ef1-dea14714a451" providerId="ADAL" clId="{18DF314F-B1C7-43F2-A36B-D752E28B7034}" dt="2023-06-29T22:05:52.488" v="5031" actId="478"/>
          <ac:grpSpMkLst>
            <pc:docMk/>
            <pc:sldMk cId="3805776466" sldId="517"/>
            <ac:grpSpMk id="137" creationId="{D1FD4E04-85B6-B22F-29F6-64F5071152A1}"/>
          </ac:grpSpMkLst>
        </pc:grpChg>
        <pc:grpChg chg="del">
          <ac:chgData name="Aron Michael" userId="a6335a5c-3af6-488f-9ef1-dea14714a451" providerId="ADAL" clId="{18DF314F-B1C7-43F2-A36B-D752E28B7034}" dt="2023-06-29T22:05:52.488" v="5031" actId="478"/>
          <ac:grpSpMkLst>
            <pc:docMk/>
            <pc:sldMk cId="3805776466" sldId="517"/>
            <ac:grpSpMk id="138" creationId="{2D3ED8D4-B82B-DA08-601F-DC97A21A5970}"/>
          </ac:grpSpMkLst>
        </pc:grpChg>
        <pc:grpChg chg="del">
          <ac:chgData name="Aron Michael" userId="a6335a5c-3af6-488f-9ef1-dea14714a451" providerId="ADAL" clId="{18DF314F-B1C7-43F2-A36B-D752E28B7034}" dt="2023-06-29T22:05:52.488" v="5031" actId="478"/>
          <ac:grpSpMkLst>
            <pc:docMk/>
            <pc:sldMk cId="3805776466" sldId="517"/>
            <ac:grpSpMk id="150" creationId="{578958D8-7C8F-D007-5546-B47FAD1BFE85}"/>
          </ac:grpSpMkLst>
        </pc:grpChg>
        <pc:grpChg chg="del">
          <ac:chgData name="Aron Michael" userId="a6335a5c-3af6-488f-9ef1-dea14714a451" providerId="ADAL" clId="{18DF314F-B1C7-43F2-A36B-D752E28B7034}" dt="2023-06-29T22:05:52.488" v="5031" actId="478"/>
          <ac:grpSpMkLst>
            <pc:docMk/>
            <pc:sldMk cId="3805776466" sldId="517"/>
            <ac:grpSpMk id="152" creationId="{82083643-758C-B46B-F61D-EE680EFD6538}"/>
          </ac:grpSpMkLst>
        </pc:grpChg>
        <pc:grpChg chg="del">
          <ac:chgData name="Aron Michael" userId="a6335a5c-3af6-488f-9ef1-dea14714a451" providerId="ADAL" clId="{18DF314F-B1C7-43F2-A36B-D752E28B7034}" dt="2023-06-29T22:05:52.488" v="5031" actId="478"/>
          <ac:grpSpMkLst>
            <pc:docMk/>
            <pc:sldMk cId="3805776466" sldId="517"/>
            <ac:grpSpMk id="156" creationId="{248568D7-2DB8-70C3-AA07-900D74659DE4}"/>
          </ac:grpSpMkLst>
        </pc:grpChg>
        <pc:grpChg chg="del">
          <ac:chgData name="Aron Michael" userId="a6335a5c-3af6-488f-9ef1-dea14714a451" providerId="ADAL" clId="{18DF314F-B1C7-43F2-A36B-D752E28B7034}" dt="2023-06-29T22:05:52.488" v="5031" actId="478"/>
          <ac:grpSpMkLst>
            <pc:docMk/>
            <pc:sldMk cId="3805776466" sldId="517"/>
            <ac:grpSpMk id="163" creationId="{9CDD5862-4E3A-DE4F-9809-70A63E087AB1}"/>
          </ac:grpSpMkLst>
        </pc:grpChg>
        <pc:grpChg chg="del">
          <ac:chgData name="Aron Michael" userId="a6335a5c-3af6-488f-9ef1-dea14714a451" providerId="ADAL" clId="{18DF314F-B1C7-43F2-A36B-D752E28B7034}" dt="2023-06-29T22:05:52.488" v="5031" actId="478"/>
          <ac:grpSpMkLst>
            <pc:docMk/>
            <pc:sldMk cId="3805776466" sldId="517"/>
            <ac:grpSpMk id="175" creationId="{3E4F78DB-FB86-F2FF-B69C-EE773C9A87BE}"/>
          </ac:grpSpMkLst>
        </pc:grpChg>
        <pc:grpChg chg="del">
          <ac:chgData name="Aron Michael" userId="a6335a5c-3af6-488f-9ef1-dea14714a451" providerId="ADAL" clId="{18DF314F-B1C7-43F2-A36B-D752E28B7034}" dt="2023-06-29T22:05:52.488" v="5031" actId="478"/>
          <ac:grpSpMkLst>
            <pc:docMk/>
            <pc:sldMk cId="3805776466" sldId="517"/>
            <ac:grpSpMk id="189" creationId="{644717D7-6DFE-EF85-E25D-56615DC48234}"/>
          </ac:grpSpMkLst>
        </pc:grpChg>
        <pc:grpChg chg="del">
          <ac:chgData name="Aron Michael" userId="a6335a5c-3af6-488f-9ef1-dea14714a451" providerId="ADAL" clId="{18DF314F-B1C7-43F2-A36B-D752E28B7034}" dt="2023-06-29T22:05:52.488" v="5031" actId="478"/>
          <ac:grpSpMkLst>
            <pc:docMk/>
            <pc:sldMk cId="3805776466" sldId="517"/>
            <ac:grpSpMk id="190" creationId="{B5A0A127-12B9-D203-DC57-B28B7AAD81BC}"/>
          </ac:grpSpMkLst>
        </pc:grpChg>
        <pc:grpChg chg="del">
          <ac:chgData name="Aron Michael" userId="a6335a5c-3af6-488f-9ef1-dea14714a451" providerId="ADAL" clId="{18DF314F-B1C7-43F2-A36B-D752E28B7034}" dt="2023-06-29T22:05:52.488" v="5031" actId="478"/>
          <ac:grpSpMkLst>
            <pc:docMk/>
            <pc:sldMk cId="3805776466" sldId="517"/>
            <ac:grpSpMk id="200" creationId="{774758F0-C693-CB35-3E24-FA9BD39EF805}"/>
          </ac:grpSpMkLst>
        </pc:grpChg>
        <pc:inkChg chg="del">
          <ac:chgData name="Aron Michael" userId="a6335a5c-3af6-488f-9ef1-dea14714a451" providerId="ADAL" clId="{18DF314F-B1C7-43F2-A36B-D752E28B7034}" dt="2023-06-29T22:05:52.488" v="5031" actId="478"/>
          <ac:inkMkLst>
            <pc:docMk/>
            <pc:sldMk cId="3805776466" sldId="517"/>
            <ac:inkMk id="79" creationId="{60A86BFC-4FB7-4696-8A30-EB25C1933E80}"/>
          </ac:inkMkLst>
        </pc:inkChg>
        <pc:inkChg chg="del">
          <ac:chgData name="Aron Michael" userId="a6335a5c-3af6-488f-9ef1-dea14714a451" providerId="ADAL" clId="{18DF314F-B1C7-43F2-A36B-D752E28B7034}" dt="2023-06-29T22:05:52.488" v="5031" actId="478"/>
          <ac:inkMkLst>
            <pc:docMk/>
            <pc:sldMk cId="3805776466" sldId="517"/>
            <ac:inkMk id="123" creationId="{40352416-CD51-F646-79DF-53C841CD796B}"/>
          </ac:inkMkLst>
        </pc:inkChg>
      </pc:sldChg>
      <pc:sldChg chg="add">
        <pc:chgData name="Aron Michael" userId="a6335a5c-3af6-488f-9ef1-dea14714a451" providerId="ADAL" clId="{18DF314F-B1C7-43F2-A36B-D752E28B7034}" dt="2023-06-29T22:06:14.461" v="5034"/>
        <pc:sldMkLst>
          <pc:docMk/>
          <pc:sldMk cId="765434441" sldId="518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4:04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2322 249 1360 0 0,'-6'0'2246'0'0,"5"1"-2109"0"0,-1-1 1 0 0,1 0-1 0 0,-1 0 0 0 0,1 0 1 0 0,-1 0-1 0 0,0 0 0 0 0,1-1 0 0 0,-1 1 1 0 0,1 0-1 0 0,-1-1 0 0 0,1 1 1 0 0,-1-1-1 0 0,1 1 0 0 0,0-1 1 0 0,-1 0-1 0 0,1 0 0 0 0,0 0 0 0 0,-1 0 1 0 0,1 0-1 0 0,-1-1 0 0 0,-2 1 38 0 0,0 0-1 0 0,0 0 0 0 0,0 1 0 0 0,0-1 1 0 0,0 1-1 0 0,0 0 0 0 0,0 0 1 0 0,-6 1-1 0 0,3-1 90 0 0,-39 0 635 0 0,46 0-874 0 0,0-2-10 0 0,0 2 40 0 0,0-1-1 0 0,0 1 1 0 0,0-1 0 0 0,0 1 0 0 0,0-1 0 0 0,0 0 0 0 0,0 1 0 0 0,0-1 0 0 0,0 1 0 0 0,0-1 0 0 0,0 1-1 0 0,0-1 1 0 0,-1 1 0 0 0,1-1 0 0 0,0 1 0 0 0,0-1 0 0 0,-1 1 0 0 0,1-1 0 0 0,0 1 0 0 0,-1-1 0 0 0,1 1-1 0 0,0-1 1 0 0,-1 1 0 0 0,1-1 0 0 0,-1 1 0 0 0,1 0 0 0 0,-1-1 0 0 0,1 1 0 0 0,-1 0 0 0 0,1 0 0 0 0,-1-1-1 0 0,1 1 1 0 0,-1 0 0 0 0,1 0 0 0 0,-1 0 0 0 0,1-1 0 0 0,-1 1 0 0 0,1 0 0 0 0,-1 0 0 0 0,0 0 0 0 0,0 0-1 0 0,0 0-39 0 0,-1 0-1 0 0,1 0 1 0 0,0 0-1 0 0,0-1 1 0 0,-1 1-1 0 0,1-1 1 0 0,0 1-1 0 0,0-1 1 0 0,0 1-1 0 0,0-1 1 0 0,0 1-1 0 0,-1-1 1 0 0,0-2-1 0 0,-2 0-133 0 0,4 6 322 0 0,4 13 221 0 0,-5-11-314 0 0,0 0-1 0 0,0 0 0 0 0,-1 0 1 0 0,0 0-1 0 0,1 0 1 0 0,-2 0-1 0 0,1 0 0 0 0,0-1 1 0 0,-1 1-1 0 0,0-1 1 0 0,0 0-1 0 0,-7 8 0 0 0,-14 22 180 0 0,24-33-299 0 0,0-1-1 0 0,-1 1 0 0 0,1-1 1 0 0,-1 1-1 0 0,1-1 0 0 0,0 1 1 0 0,0 0-1 0 0,-1-1 0 0 0,1 1 1 0 0,0 0-1 0 0,0-1 0 0 0,0 1 1 0 0,0 0-1 0 0,0 0 0 0 0,0-1 1 0 0,0 1-1 0 0,0 0 0 0 0,0-1 1 0 0,0 1-1 0 0,0 0 0 0 0,0-1 1 0 0,1 1-1 0 0,-1 1 0 0 0,1-2 7 0 0,-1 1 0 0 0,1-1 0 0 0,-1 0-1 0 0,1 0 1 0 0,0 1 0 0 0,-1-1-1 0 0,1 0 1 0 0,-1 0 0 0 0,1 0 0 0 0,0 1-1 0 0,-1-1 1 0 0,1 0 0 0 0,-1 0-1 0 0,1 0 1 0 0,0 0 0 0 0,-1 0 0 0 0,1 0-1 0 0,0 0 1 0 0,-1-1 0 0 0,2 1-1 0 0,2-1-100 0 0,0 0-1 0 0,1 0 1 0 0,-1-1-1 0 0,0 0 1 0 0,8-4-1 0 0,7-6-506 0 0,-12 8 572 0 0,0-1 1 0 0,0 1-1 0 0,-1-1 1 0 0,11-11 0 0 0,-14 13 67 0 0,-1 1 0 0 0,0-1 0 0 0,-1 0 0 0 0,1 0 0 0 0,0 0 0 0 0,-1 0 0 0 0,0-1 0 0 0,0 1 0 0 0,0 0 0 0 0,0-1 0 0 0,0 1 0 0 0,-1 0 0 0 0,1-1 0 0 0,-1 1 0 0 0,0-5 0 0 0,0 7-18 0 0,0 0 0 0 0,0 0 1 0 0,0 0-1 0 0,0 0 0 0 0,0 0 0 0 0,-1 1 0 0 0,1-1 0 0 0,0 0 1 0 0,-1 0-1 0 0,1 0 0 0 0,0 0 0 0 0,-1 0 0 0 0,1 1 1 0 0,-1-1-1 0 0,0 0 0 0 0,1 0 0 0 0,-1 1 0 0 0,1-1 0 0 0,-1 0 1 0 0,0 1-1 0 0,0-1 0 0 0,1 0 0 0 0,-1 1 0 0 0,0-1 0 0 0,0 1 1 0 0,0 0-1 0 0,0-1 0 0 0,1 1 0 0 0,-1 0 0 0 0,0-1 1 0 0,0 1-1 0 0,0 0 0 0 0,0 0 0 0 0,-1 0 0 0 0,-11-5 150 0 0,8 3-383 0 0,5 2 192 0 0,15 2 69 0 0,0-2 76 0 0,-31 0-112 0 0,7 1-75 0 0,11 4-29 0 0,-1-4 117 0 0,0 0 1 0 0,0 0-1 0 0,-1 0 0 0 0,1-1 1 0 0,0 1-1 0 0,-1 1 1 0 0,1-1-1 0 0,-1 0 1 0 0,1 0-1 0 0,-1 0 1 0 0,0 0-1 0 0,1 0 1 0 0,-1 0-1 0 0,0 0 1 0 0,0 2-1 0 0,0-2-4 0 0,0 0 1 0 0,0 0-1 0 0,0 0 1 0 0,0 0-1 0 0,0 0 0 0 0,-1 0 1 0 0,1 0-1 0 0,0 0 0 0 0,-1 0 1 0 0,1 0-1 0 0,-1 0 0 0 0,1 0 1 0 0,-1 0-1 0 0,1-1 0 0 0,-1 1 1 0 0,0 0-1 0 0,0 0 1 0 0,1 0-1 0 0,-1-1 0 0 0,0 1 1 0 0,0 0-1 0 0,0-1 0 0 0,1 1 1 0 0,-1-1-1 0 0,0 1 0 0 0,0-1 1 0 0,0 1-1 0 0,0-1 0 0 0,0 0 1 0 0,0 0-1 0 0,0 1 0 0 0,0-1 1 0 0,-2 0-1 0 0,-4 1 36 0 0,0-1 1 0 0,-1 1-1 0 0,-14-3 0 0 0,5 1-108 0 0,17 1 121 0 0,0 0-64 0 0,-1-2 6 0 0,1 1 0 0 0,0-1 1 0 0,-1 0-1 0 0,1 1 1 0 0,-1-1-1 0 0,0 1 1 0 0,1-1-1 0 0,-1 1 0 0 0,0-1 1 0 0,0 1-1 0 0,0-1 1 0 0,0 1-1 0 0,0 0 0 0 0,0-1 1 0 0,0 1-1 0 0,-1 0 1 0 0,1 0-1 0 0,0 0 1 0 0,-3-2-1 0 0,-13-14-61 0 0,17 17 48 0 0,-1-1 0 0 0,1 0 0 0 0,0 1 1 0 0,0-1-1 0 0,0 1 0 0 0,0-1 0 0 0,0 1 0 0 0,0-1 0 0 0,0 1 0 0 0,0-1 1 0 0,0 1-1 0 0,0-1 0 0 0,0 1 0 0 0,1-1 0 0 0,-1 1 0 0 0,0-1 1 0 0,0 1-1 0 0,0-1 0 0 0,1 1 0 0 0,-1-1 0 0 0,0 1 0 0 0,1-1 0 0 0,-1 1 1 0 0,0 0-1 0 0,1-1 0 0 0,-1 1 0 0 0,0-1 0 0 0,1 1 0 0 0,-1 0 1 0 0,1-1-1 0 0,-1 1 0 0 0,1 0 0 0 0,-1 0 0 0 0,1 0 0 0 0,-1-1 0 0 0,1 1 1 0 0,-1 0-1 0 0,1 0 0 0 0,-1 0 0 0 0,1 0 0 0 0,-1 0 0 0 0,1 0 1 0 0,-1 0-1 0 0,1 0 0 0 0,0 0 0 0 0,26-3-140 0 0,-26 3 153 0 0,12 1 9 0 0,1 0 0 0 0,18 5 0 0 0,2 0 81 0 0,13-6 998 0 0,-78 0-345 0 0,29 0-742 0 0,0 0 0 0 0,0 1 0 0 0,0-1 0 0 0,0 0 0 0 0,0-1 0 0 0,0 1 0 0 0,0 0 0 0 0,0 0 0 0 0,0-1 0 0 0,0 0 0 0 0,0 1 0 0 0,1-1 0 0 0,-1 0 0 0 0,0 0 0 0 0,0 0 0 0 0,0 0 0 0 0,1 0 0 0 0,-1 0 1 0 0,1 0-1 0 0,-1-1 0 0 0,1 1 0 0 0,-3-3 0 0 0,1 3 3 0 0,0 0 0 0 0,0 1 0 0 0,0-1 0 0 0,-1 1 1 0 0,1 0-1 0 0,0 0 0 0 0,0 0 0 0 0,0 0 0 0 0,-5 1 1 0 0,-1-1-21 0 0,-38 0-174 0 0,29 0 68 0 0,25 0 66 0 0,61 0 172 0 0,-68 0-116 0 0,0 0 0 0 0,0 0 0 0 0,0 0 0 0 0,0 0 0 0 0,0 0 0 0 0,0 0 0 0 0,1 0 0 0 0,-1 0 0 0 0,0 0 0 0 0,0 0 0 0 0,0 0 0 0 0,0 0 0 0 0,0 0 1 0 0,0 0-1 0 0,1 0 0 0 0,-1 0 0 0 0,0 0 0 0 0,0 0 0 0 0,0 0 0 0 0,0 0 0 0 0,0 0 0 0 0,0 0 0 0 0,1 0 0 0 0,-1 0 0 0 0,0 0 0 0 0,0 1 1 0 0,0-1-1 0 0,0 0 0 0 0,0 0 0 0 0,0 0 0 0 0,0 0 0 0 0,0 0 0 0 0,1 0 0 0 0,-1 0 0 0 0,0 0 0 0 0,0 1 0 0 0,0-1 0 0 0,0 0 0 0 0,0 0 0 0 0,0 0 1 0 0,0 0-1 0 0,0 0 0 0 0,0 0 0 0 0,0 1 0 0 0,0-1 0 0 0,0 0 0 0 0,0 0 0 0 0,0 0 0 0 0,0 0 0 0 0,0 0 0 0 0,0 1 0 0 0,-8 2 273 0 0,-18-4-124 0 0,-50-10-1 0 0,23 3-147 0 0,36 7 32 0 0,1-2-1 0 0,0 0 1 0 0,-1 0-1 0 0,1-2 1 0 0,0 0-1 0 0,-22-11 1 0 0,26 12-48 0 0,-1 0-1 0 0,1 1 1 0 0,-1 0 0 0 0,1 1 0 0 0,-1 1-1 0 0,0 0 1 0 0,0 1 0 0 0,0 0 0 0 0,-23 3 0 0 0,26-1 18 0 0,0 0 1 0 0,0 1 0 0 0,1 0-1 0 0,-13 5 1 0 0,14-4-1 0 0,1-1 0 0 0,-1 0 0 0 0,0-1 0 0 0,-1 0 0 0 0,1 0-1 0 0,-17 1 1 0 0,0 0-172 0 0,25-3 165 0 0,0 0 0 0 0,0 0 0 0 0,0 0 1 0 0,0 0-1 0 0,0 0 0 0 0,0 0 0 0 0,0 0 0 0 0,-1 0 0 0 0,1 0 0 0 0,0 0 0 0 0,0 1 0 0 0,0-1 0 0 0,0 0 0 0 0,0 0 0 0 0,0 0 0 0 0,0 0 0 0 0,0 0 0 0 0,0 0 0 0 0,0 0 0 0 0,0 0 1 0 0,0 0-1 0 0,0 0 0 0 0,0 0 0 0 0,0 1 0 0 0,0-1 0 0 0,0 0 0 0 0,0 0 0 0 0,0 0 0 0 0,0 0 0 0 0,0 0 0 0 0,0 0 0 0 0,0 0 0 0 0,0 0 0 0 0,0 0 0 0 0,0 0 0 0 0,0 1 0 0 0,0-1 1 0 0,0 0-1 0 0,0 0 0 0 0,0 0 0 0 0,0 0 0 0 0,0 0 0 0 0,0 0 0 0 0,0 0 0 0 0,0 0 0 0 0,1 0 0 0 0,-1 0 0 0 0,0 0 0 0 0,0 0 0 0 0,0 0 0 0 0,0 0 0 0 0,0 1 0 0 0,0-1 0 0 0,0 0 0 0 0,0 0 1 0 0,0 0-1 0 0,0 0 0 0 0,0 0 0 0 0,1 0 0 0 0,13 5-55 0 0,0-1 37 0 0,-1-1 0 0 0,1-1 0 0 0,-1 0 0 0 0,1-1 0 0 0,0 0 0 0 0,0-1 0 0 0,0-1 0 0 0,-1 0 0 0 0,15-3 0 0 0,8-5-21 0 0,0-1 0 0 0,38-17-1 0 0,-34 12-53 0 0,-11 2 114 0 0,0 2-1 0 0,1 2 1 0 0,58-12 0 0 0,-85 21 55 0 0,-1 0-1 0 0,1-1 1 0 0,0 1-1 0 0,-1-1 0 0 0,1 1 1 0 0,-1-1-1 0 0,1 0 1 0 0,-1 0-1 0 0,4-2 0 0 0,-6 3-60 0 0,0 0 0 0 0,0 0-1 0 0,0 0 1 0 0,1-1-1 0 0,-1 1 1 0 0,0 0-1 0 0,0 0 1 0 0,0-1-1 0 0,0 1 1 0 0,1 0-1 0 0,-1 0 1 0 0,0-1-1 0 0,0 1 1 0 0,0 0-1 0 0,0-1 1 0 0,0 1 0 0 0,0 0-1 0 0,0 0 1 0 0,0-1-1 0 0,0 1 1 0 0,0 0-1 0 0,0-1 1 0 0,0 1-1 0 0,0 0 1 0 0,0-1-1 0 0,0 1 1 0 0,0 0-1 0 0,0 0 1 0 0,-1-1-1 0 0,-11-12-86 0 0,6 9 76 0 0,0 0 0 0 0,0 1 0 0 0,0-1 0 0 0,0 1-1 0 0,0 1 1 0 0,-1-1 0 0 0,0 1 0 0 0,1 1 0 0 0,-1-1-1 0 0,0 1 1 0 0,0 0 0 0 0,-13 0 0 0 0,-3 2 6 0 0,0 1 0 0 0,-36 8-1 0 0,36-5-3 0 0,0-1 0 0 0,-28 0 0 0 0,-112 5 404 0 0,0 0 396 0 0,159-9-819 0 0,0 0-1 0 0,0 0 0 0 0,0-1 0 0 0,0 0 0 0 0,0 0 0 0 0,0 0 0 0 0,0 0 0 0 0,0-1 1 0 0,-6-2-1 0 0,60 38-730 0 0,-34-27 732 0 0,0-1-1 0 0,1 0 1 0 0,0-1-1 0 0,0-1 1 0 0,30 3-1 0 0,87-1-13 0 0,-91-7 21 0 0,81 11 0 0 0,11 14 154 0 0,-133-24-118 0 0,-1 0 1 0 0,0 0 0 0 0,0 0-1 0 0,1 0 1 0 0,-1 0-1 0 0,0 1 1 0 0,1-1 0 0 0,-1 1-1 0 0,0-1 1 0 0,0 1 0 0 0,0-1-1 0 0,0 1 1 0 0,1-1 0 0 0,-1 1-1 0 0,0 0 1 0 0,0 0 0 0 0,0 0-1 0 0,0 0 1 0 0,0-1 0 0 0,-1 1-1 0 0,1 0 1 0 0,0 1 0 0 0,0-1-1 0 0,0 2 1 0 0,-1-2-15 0 0,0 0-1 0 0,0 0 0 0 0,-1 0 1 0 0,1 1-1 0 0,0-1 1 0 0,-1 0-1 0 0,1 0 1 0 0,-1 0-1 0 0,1 0 1 0 0,-1 0-1 0 0,0 0 1 0 0,1 0-1 0 0,-1 0 1 0 0,0 0-1 0 0,0 0 1 0 0,0-1-1 0 0,0 1 1 0 0,0 0-1 0 0,0 0 0 0 0,0-1 1 0 0,0 1-1 0 0,0 0 1 0 0,0-1-1 0 0,0 1 1 0 0,0-1-1 0 0,-1 1 1 0 0,-9 2 13 0 0,0 0 1 0 0,0 0-1 0 0,0-1 0 0 0,0-1 1 0 0,0 0-1 0 0,-1 0 1 0 0,1-1-1 0 0,-21-3 1 0 0,-7 2 65 0 0,-72 2 362 0 0,-139-4-186 0 0,222 2-292 0 0,-1 1 1 0 0,1 1-1 0 0,-1 1 1 0 0,1 2-1 0 0,0 1 1 0 0,-33 10-1 0 0,32-9 29 0 0,1-1-1 0 0,-52 3 0 0 0,44-6-2 0 0,-11 0 44 0 0,0-3-1 0 0,-59-8 1 0 0,-45-1 14 0 0,89 11-33 0 0,15 0-26 0 0,0-2 1 0 0,-88-12-1 0 0,123 11-72 0 0,0 1 1 0 0,-22 1-1 0 0,21 0-14 0 0,-21 15 284 0 0,10-9-118 0 0,1 0-1 0 0,0 2 1 0 0,-42 20 0 0 0,36-15 137 0 0,-49 16 0 0 0,66-26-217 0 0,0 0 1 0 0,1 1-1 0 0,-1 1 0 0 0,1 0 1 0 0,-12 7-1 0 0,20-8-4 0 0,0-1 1 0 0,0 0-1 0 0,0 1 1 0 0,1 0-1 0 0,-1 0 0 0 0,1 0 1 0 0,-3 8-1 0 0,-4 5-8 0 0,6-11 1 0 0,0 0 0 0 0,1 0 0 0 0,-1 1 0 0 0,1-1 0 0 0,0 1 0 0 0,1 0 0 0 0,0 0-1 0 0,0-1 1 0 0,0 1 0 0 0,1 0 0 0 0,0 0 0 0 0,0 0 0 0 0,1 0 0 0 0,1 7-1 0 0,4 11 3 0 0,0 0 0 0 0,15 37-1 0 0,-11-36 42 0 0,8 35 1 0 0,19 184 751 0 0,-33-201-670 0 0,-3-1 0 0 0,-2 1 0 0 0,-10 72 0 0 0,8-91-123 0 0,1 0 1 0 0,1 0-1 0 0,1 0 1 0 0,5 42-1 0 0,27 98-39 0 0,-2-13 24 0 0,-27-129 23 0 0,9 52 25 0 0,0 98 0 0 0,-6-34 55 0 0,-1 49 66 0 0,-7-155-154 0 0,2-14 52 0 0,-1 0 1 0 0,0 0-1 0 0,-2 0 1 0 0,0-1-1 0 0,-1 1 0 0 0,-1-1 1 0 0,-9 24-1 0 0,10-33-69 0 0,0 1 0 0 0,0 0 0 0 0,1 0 0 0 0,1 0 0 0 0,0 0 0 0 0,0 1 0 0 0,1-1 0 0 0,0 0-1 0 0,1 1 1 0 0,0-1 0 0 0,2 15 0 0 0,1-9-22 0 0,0 0-1 0 0,2-1 1 0 0,0 1 0 0 0,0-1-1 0 0,1-1 1 0 0,15 26-1 0 0,26 37 45 0 0,28 53 12 0 0,-68-113-18 0 0,0 0 1 0 0,-2 1-1 0 0,0-1 0 0 0,-1 1 1 0 0,3 29-1 0 0,-4-13 100 0 0,-2 1 0 0 0,-3 34-1 0 0,1-61-23 0 0,0 1 0 0 0,-1-1-1 0 0,0 0 1 0 0,-1 1 0 0 0,0-1-1 0 0,0 0 1 0 0,-1-1 0 0 0,-6 11-1 0 0,-11 26-185 0 0,19-38 90 0 0,0 0 1 0 0,1-1 0 0 0,-1 1 0 0 0,1 0 0 0 0,1 0 0 0 0,-1 0 0 0 0,1 0 0 0 0,0-1 0 0 0,0 1 0 0 0,1 0-1 0 0,1 7 1 0 0,1 2-51 0 0,2 0 0 0 0,12 26 0 0 0,-16-38 87 0 0,1 3 38 0 0,0 1 1 0 0,-1 0 0 0 0,1-1 0 0 0,-1 1-1 0 0,-1 0 1 0 0,1 0 0 0 0,-1 10-1 0 0,0-13-57 0 0,0-4-46 0 0,0-1 0 0 0,0 1 0 0 0,0 0 0 0 0,0 0 0 0 0,0-1 0 0 0,0 1 0 0 0,0 0 0 0 0,0 0 0 0 0,0-1 0 0 0,0 1 0 0 0,0 0 0 0 0,0 0 0 0 0,0-1 0 0 0,0 1 0 0 0,0 0 0 0 0,0 0 0 0 0,-1 0 0 0 0,1-1 0 0 0,0 1 0 0 0,0 0 0 0 0,0 0 0 0 0,0-1 0 0 0,0 1 0 0 0,0 0 0 0 0,-1 0 0 0 0,1 0 0 0 0,0 0 0 0 0,0-1 0 0 0,0 1 0 0 0,-1 0 0 0 0,1 0 0 0 0,0 0 0 0 0,0 0 0 0 0,0 0 0 0 0,-1 0 0 0 0,1-1 0 0 0,0 1 0 0 0,0 0 0 0 0,-1 0 0 0 0,1 0 0 0 0,0 0 0 0 0,0 0 0 0 0,-1 0 0 0 0,1 0 0 0 0,0 0 0 0 0,0 0 0 0 0,-1 0 1 0 0,1 0-1 0 0,0 0 0 0 0,0 0 0 0 0,-1 0 0 0 0,1 1 0 0 0,0-1 0 0 0,0 0 0 0 0,0 0 0 0 0,-1 0 0 0 0,1 0 0 0 0,0 0 0 0 0,0 0 0 0 0,0 1 0 0 0,-1-1 0 0 0,1 0 0 0 0,0 0 0 0 0,0 1 0 0 0,11-25-7441 0 0,-4 16 3585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4:05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 1584 0 0,'0'0'168'0'0,"-2"0"-48"0"0,0 0-32 0 0,0 0-152 0 0,1-2-280 0 0,-1 0 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4:05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50 800 0 0,'-2'-20'7156'0'0,"-7"7"-3886"0"0,7 11-3090 0 0,-1 0 0 0 0,0 1 0 0 0,0 0 0 0 0,0-1 0 0 0,0 1 0 0 0,0 0 0 0 0,0 0 0 0 0,0 1 0 0 0,-6-2-1 0 0,-14 0 267 0 0,0 1-1 0 0,0 0 1 0 0,0 2-1 0 0,-40 6 0 0 0,-37 1 48 0 0,-32-13-537 0 0,158 15 201 0 0,27-1-147 0 0,1-2 0 0 0,84 0 1 0 0,-79-6-19 0 0,111 18 0 0 0,-41 8 38 0 0,89 17 165 0 0,-158-35 19 0 0,103 2 0 0 0,54-11 817 0 0,-215 0-1122 0 0,0 1 1 0 0,0 0-1 0 0,0 0 0 0 0,1 0 1 0 0,-1 0-1 0 0,0 0 0 0 0,0 1 1 0 0,0-1-1 0 0,-1 0 0 0 0,1 1 1 0 0,0 0-1 0 0,0-1 0 0 0,-1 1 1 0 0,3 3-1 0 0,2 2-4866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4:06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 9650 0 0,'-120'0'4212'0'0,"144"8"-4020"0"0,-8-1-132 0 0,16 2 212 0 0,1-2-1 0 0,1-2 1 0 0,35 2 0 0 0,103-3-254 0 0,-154-4-226 0 0,-18 0 9 0 0,1 0 1 0 0,-1 0-1 0 0,1 0 0 0 0,-1-1 0 0 0,1 1 1 0 0,-1 0-1 0 0,1-1 0 0 0,-1 1 0 0 0,1 0 1 0 0,-1 0-1 0 0,0-1 0 0 0,1 1 0 0 0,-1-1 0 0 0,0 1 1 0 0,1 0-1 0 0,-1-1 0 0 0,0 1 0 0 0,1-1 1 0 0,-1 1-1 0 0,0-1 0 0 0,0 1 0 0 0,1-1 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4:06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7170 0 0,'-7'8'3611'0'0,"-14"73"-113"0"0,16-69-3025 0 0,3-9-308 0 0,1 1 1 0 0,-1 0 0 0 0,1-1 0 0 0,0 1 0 0 0,0 0-1 0 0,0 0 1 0 0,-1 6 0 0 0,3-9-277 0 0,-1 1 1 0 0,0-1-1 0 0,0 0 1 0 0,1 1 0 0 0,-1-1-1 0 0,0 0 1 0 0,1 1-1 0 0,0-1 1 0 0,-1 0-1 0 0,1 0 1 0 0,0 1-1 0 0,0-1 1 0 0,-1 0-1 0 0,1 0 1 0 0,0 0-1 0 0,0 0 1 0 0,0 0-1 0 0,0 0 1 0 0,0 0-1 0 0,1 0 1 0 0,-1-1-1 0 0,0 1 1 0 0,0 0-1 0 0,1-1 1 0 0,-1 1-1 0 0,2 0 1 0 0,5 2-1519 0 0,2 1-2051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4:13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529 914 2048 0 0,'-14'0'1255'0'0,"1"-1"-1108"0"0,-1 2 0 0 0,0-1 0 0 0,1 2-1 0 0,-1 0 1 0 0,1 0 0 0 0,-1 1 0 0 0,1 1-1 0 0,-17 7 1 0 0,-8 6-1 0 0,-50 31 0 0 0,61-32-62 0 0,0 0 0 0 0,0-3 0 0 0,-2 0 0 0 0,-41 12 0 0 0,58-22 199 0 0,0-1-1 0 0,0-1 1 0 0,-22 1 0 0 0,34-4-240 0 0,0 0 1 0 0,0 0-1 0 0,0 0 1 0 0,1 0-1 0 0,-1 1 1 0 0,1-1-1 0 0,-1 0 1 0 0,1 0 0 0 0,0 1-1 0 0,0-1 1 0 0,-1 0-1 0 0,1 1 1 0 0,2-3-1 0 0,8-5 35 0 0,1 0-1 0 0,0 0 0 0 0,0 1 1 0 0,1 1-1 0 0,0 0 1 0 0,0 1-1 0 0,20-7 0 0 0,16-8 79 0 0,233-102 411 0 0,61 8 498 0 0,-76 19-411 0 0,-230 79-508 0 0,0-1 0 0 0,-1-2 0 0 0,-2-2 1 0 0,62-49-1 0 0,-88 63-52 0 0,-1 0-1 0 0,1 0 1 0 0,8-12 0 0 0,-14 17-51 0 0,-1 1-1 0 0,1-1 1 0 0,0 0 0 0 0,-1 1-1 0 0,1-1 1 0 0,-1 0 0 0 0,0 0-1 0 0,0 0 1 0 0,0 0-1 0 0,0 0 1 0 0,0 0 0 0 0,-1-1-1 0 0,0 1 1 0 0,1 0 0 0 0,-1 0-1 0 0,-1-4 1 0 0,1 6-49 0 0,-1 0-1 0 0,1 0 1 0 0,-1 0 0 0 0,0 0 0 0 0,1 0-1 0 0,-1 0 1 0 0,0 0 0 0 0,0 1-1 0 0,0-1 1 0 0,0 0 0 0 0,1 1 0 0 0,-1-1-1 0 0,0 0 1 0 0,0 1 0 0 0,0-1-1 0 0,0 1 1 0 0,-1 0 0 0 0,1-1 0 0 0,0 1-1 0 0,0 0 1 0 0,-1-1 0 0 0,-25-2-139 0 0,18 3 110 0 0,1 1 0 0 0,-1 0 0 0 0,1 1 0 0 0,0 0 0 0 0,-1 0 0 0 0,1 0 0 0 0,0 1 0 0 0,-12 7 0 0 0,-22 6-9 0 0,25-10 49 0 0,1 0 0 0 0,0 1-1 0 0,1 1 1 0 0,0 0 0 0 0,-21 15-1 0 0,30-19 10 0 0,-89 65 39 0 0,81-58-28 0 0,2 0 1 0 0,-1 1-1 0 0,1 1 0 0 0,-17 25 1 0 0,-4 24 7 0 0,32-59-37 0 0,-1-1-1 0 0,1 0 1 0 0,0 1-1 0 0,0 0 1 0 0,1-1 0 0 0,-1 1-1 0 0,1 0 1 0 0,-1-1-1 0 0,1 1 1 0 0,0 0 0 0 0,0-1-1 0 0,0 1 1 0 0,0 0-1 0 0,1 4 1 0 0,-1-5 0 0 0,1-1-1 0 0,-1 1 1 0 0,1 0-1 0 0,0-1 1 0 0,0 1 0 0 0,-1-1-1 0 0,1 1 1 0 0,0-1 0 0 0,0 0-1 0 0,1 1 1 0 0,-1-1 0 0 0,0 0-1 0 0,0 0 1 0 0,1 1 0 0 0,-1-1-1 0 0,0 0 1 0 0,1 0 0 0 0,-1-1-1 0 0,1 1 1 0 0,-1 0-1 0 0,1 0 1 0 0,0-1 0 0 0,2 2-1 0 0,43 17-44 0 0,-38-15 54 0 0,-1 0 0 0 0,1 0 0 0 0,0-1 0 0 0,0 0 0 0 0,14 2-1 0 0,-6-3 1 0 0,0-1 0 0 0,0-1-1 0 0,1-1 1 0 0,-1 0 0 0 0,0-1-1 0 0,0-1 1 0 0,-1-1-1 0 0,26-8 1 0 0,9-8 59 0 0,65-34-1 0 0,-34 14 35 0 0,-20 11-4 0 0,100-40 331 0 0,-146 62-82 0 0,-12 2-191 0 0,-11 3-211 0 0,-4 3 39 0 0,0 1 0 0 0,1 0 0 0 0,-1 1-1 0 0,1 0 1 0 0,-1 0 0 0 0,1 1 0 0 0,-13 7 0 0 0,-1 0 2 0 0,9-4 14 0 0,1 0-1 0 0,0 2 0 0 0,1 0 1 0 0,0 0-1 0 0,0 1 0 0 0,1 1 1 0 0,0 0-1 0 0,-12 15 0 0 0,-77 110-4 0 0,78-104-8 0 0,-183 247 89 0 0,189-256-43 0 0,-17 27 0 0 0,28-40-22 0 0,1-1-1 0 0,1 1 1 0 0,-1 0 0 0 0,1 1-1 0 0,1-1 1 0 0,-2 12-1 0 0,3-15-2 0 0,0-1 1 0 0,0 0-1 0 0,0 0 0 0 0,-4 7 0 0 0,3-8-1 0 0,1 0 1 0 0,0 0-1 0 0,0 0 1 0 0,0 0-1 0 0,1 0 0 0 0,0 0 1 0 0,-1 7-1 0 0,2-6-7 0 0,0-1-1 0 0,0 0 0 0 0,0 1 0 0 0,1-1 1 0 0,0 0-1 0 0,1 8 0 0 0,-1-12 3 0 0,-1 1 1 0 0,1-1-1 0 0,0 1 0 0 0,-1-1 0 0 0,1 1 1 0 0,0-1-1 0 0,0 1 0 0 0,0-1 1 0 0,0 0-1 0 0,0 1 0 0 0,0-1 0 0 0,0 0 1 0 0,0 0-1 0 0,1 0 0 0 0,-1 0 0 0 0,0 0 1 0 0,1 0-1 0 0,-1 0 0 0 0,1 0 1 0 0,-1-1-1 0 0,1 1 0 0 0,-1-1 0 0 0,4 2 1 0 0,4-1 9 0 0,-1 1 1 0 0,1 0-1 0 0,-1 0 0 0 0,1 1 1 0 0,8 5-1 0 0,-12-6 0 0 0,-1 0 0 0 0,1 0 0 0 0,0-1 0 0 0,-1 1 0 0 0,1-1 0 0 0,0 0-1 0 0,0 0 1 0 0,0-1 0 0 0,0 1 0 0 0,6-1 0 0 0,1-1 43 0 0,0-1 0 0 0,22-6 0 0 0,-29 6-37 0 0,0 0 0 0 0,0 0-1 0 0,0 0 1 0 0,0-1 0 0 0,0 0-1 0 0,-1 0 1 0 0,1 0 0 0 0,-1-1-1 0 0,0 1 1 0 0,6-8 0 0 0,6-7 39 0 0,15-24 0 0 0,-8 10-10 0 0,25-29 31 0 0,64-109 0 0 0,-97 144-72 0 0,-2-1 1 0 0,0 0 0 0 0,-2-1-1 0 0,-1 0 1 0 0,-1-1-1 0 0,-2 0 1 0 0,6-40 0 0 0,-12 64-9 0 0,0 0 1 0 0,0 0 0 0 0,1 1 0 0 0,-1-1 0 0 0,1 0 0 0 0,5-8 0 0 0,-5 9-5 0 0,1 0 0 0 0,-2 0 0 0 0,1 0 0 0 0,0 0 0 0 0,-1 0 0 0 0,0 0 0 0 0,0-1 1 0 0,0 1-1 0 0,1-7 0 0 0,-3 11 8 0 0,1-1 0 0 0,0 1 0 0 0,0-1 1 0 0,0 1-1 0 0,-1-1 0 0 0,1 1 0 0 0,0-1 0 0 0,0 1 1 0 0,-1-1-1 0 0,1 1 0 0 0,0-1 0 0 0,-1 1 0 0 0,1-1 1 0 0,-1 1-1 0 0,1 0 0 0 0,0-1 0 0 0,-1 1 1 0 0,1 0-1 0 0,-1-1 0 0 0,1 1 0 0 0,-1 0 0 0 0,1 0 1 0 0,-1-1-1 0 0,0 1 0 0 0,1 0 0 0 0,-1 0 0 0 0,1 0 1 0 0,-1 0-1 0 0,1 0 0 0 0,-1 0 0 0 0,1 0 0 0 0,-1 0 1 0 0,0 0-1 0 0,1 0 0 0 0,-1 0 0 0 0,1 0 0 0 0,-1 0 1 0 0,1 0-1 0 0,-1 0 0 0 0,1 1 0 0 0,-2-1 0 0 0,0 1-3 0 0,0-1-1 0 0,-1 1 0 0 0,1 0 0 0 0,0 0 1 0 0,0 0-1 0 0,-1 0 0 0 0,1 0 0 0 0,0 0 1 0 0,0 0-1 0 0,-3 3 0 0 0,-2 5 4 0 0,1 0 0 0 0,0 0 0 0 0,0 1-1 0 0,1-1 1 0 0,-7 19 0 0 0,-18 58-13 0 0,19-48 19 0 0,2 1 0 0 0,1 0 0 0 0,-4 76 0 0 0,10-96-13 0 0,-1 0 0 0 0,-1-1-1 0 0,-5 19 1 0 0,4-21 10 0 0,1 1-1 0 0,0-1 1 0 0,1 1-1 0 0,0 28 0 0 0,4-15 10 0 0,1-1-1 0 0,2 0 0 0 0,0 0 1 0 0,2-1-1 0 0,1 0 0 0 0,21 51 1 0 0,-19-55 41 0 0,-8-20-39 0 0,0-1-1 0 0,0 0 0 0 0,0 1 0 0 0,1-1 1 0 0,-1 0-1 0 0,1 0 0 0 0,0 0 1 0 0,0 0-1 0 0,0 0 0 0 0,0-1 0 0 0,0 1 1 0 0,0-1-1 0 0,1 1 0 0 0,-1-1 0 0 0,1 0 1 0 0,0 0-1 0 0,0 0 0 0 0,0 0 0 0 0,0 0 1 0 0,4 1-1 0 0,5 2 31 0 0,1-1 0 0 0,-1 0 0 0 0,16 2 1 0 0,26 8 99 0 0,-48-12-125 0 0,0 0 0 0 0,0-1 0 0 0,0 0 0 0 0,1 0 1 0 0,-1-1-1 0 0,0 1 0 0 0,0-2 0 0 0,1 1 0 0 0,-1-1 0 0 0,0 1 1 0 0,0-2-1 0 0,0 1 0 0 0,0-1 0 0 0,7-2 0 0 0,12-3 74 0 0,-21 6-76 0 0,0 0 0 0 0,1 0 0 0 0,-1-1 0 0 0,0 0 0 0 0,0 0 0 0 0,0 0 0 0 0,0 0 0 0 0,0 0 0 0 0,-1-1 0 0 0,7-5 0 0 0,-2-1 11 0 0,-1 0-1 0 0,0 0 1 0 0,6-10-1 0 0,-9 13-16 0 0,15-26 73 0 0,-1 0 1 0 0,-1-1 0 0 0,-2-1-1 0 0,-1 0 1 0 0,-2-1 0 0 0,-1 0 0 0 0,-2-1-1 0 0,-1-1 1 0 0,4-69 0 0 0,-9 88-74 0 0,0 0 0 0 0,1 0 0 0 0,7-21 0 0 0,-6 22-20 0 0,0-1 0 0 0,-1 1 0 0 0,-1 0 0 0 0,1-20 0 0 0,-3 7-6 0 0,-2 0-1 0 0,-1 0 1 0 0,-6-31 0 0 0,5 46 5 0 0,0 1-1 0 0,-1 0 1 0 0,0 0 0 0 0,-2 0-1 0 0,1 1 1 0 0,-2-1 0 0 0,0 1-1 0 0,-11-16 1 0 0,16 27 11 0 0,0 0 1 0 0,1 1 0 0 0,-1-1-1 0 0,-1 0 1 0 0,1 0 0 0 0,0 1-1 0 0,0-1 1 0 0,-1 1 0 0 0,1 0-1 0 0,-1 0 1 0 0,1 0 0 0 0,-1 0-1 0 0,1 0 1 0 0,-1 1 0 0 0,1-1-1 0 0,-1 1 1 0 0,0-1 0 0 0,-3 1-1 0 0,-21-6-46 0 0,13 1 17 0 0,9 3 16 0 0,0 0 1 0 0,1 1 0 0 0,-1-1-1 0 0,0 1 1 0 0,0 0-1 0 0,0 0 1 0 0,0 0-1 0 0,0 1 1 0 0,0 0-1 0 0,0 0 1 0 0,-1 0 0 0 0,-8 2-1 0 0,11-2 7 0 0,1 1-1 0 0,-1-1 1 0 0,1 1-1 0 0,0-1 1 0 0,-1 1 0 0 0,1 0-1 0 0,0 0 1 0 0,0 0-1 0 0,0 0 1 0 0,-1 0-1 0 0,1 1 1 0 0,0-1 0 0 0,0 0-1 0 0,1 1 1 0 0,-1 0-1 0 0,0-1 1 0 0,0 1-1 0 0,1 0 1 0 0,-1 0 0 0 0,1 0-1 0 0,0 0 1 0 0,0 0-1 0 0,-1 0 1 0 0,1 1-1 0 0,0-1 1 0 0,1 0 0 0 0,-2 3-1 0 0,-15 49-49 0 0,2-1 0 0 0,2 2 0 0 0,-7 65 0 0 0,12-66 70 0 0,4-34-24 0 0,-11 32-1 0 0,10-39 1 0 0,1 0 0 0 0,0 0 1 0 0,1 0-1 0 0,1 1 0 0 0,-2 27 0 0 0,5-20 5 0 0,1 0-1 0 0,1 1 0 0 0,5 21 1 0 0,-6-33 26 0 0,1-1 0 0 0,0 0 0 0 0,0 0 0 0 0,1 0 0 0 0,0-1 0 0 0,1 1 0 0 0,0-1 0 0 0,0 0 0 0 0,8 9 0 0 0,-5-10-4 0 0,1-2-1 0 0,0 1 1 0 0,-1-1 0 0 0,2 0 0 0 0,-1-1 0 0 0,11 4-1 0 0,-14-6-8 0 0,0 0 0 0 0,0 0 0 0 0,0-1 0 0 0,0 0 0 0 0,0 0 0 0 0,0 0 0 0 0,1-1 0 0 0,-1 0 0 0 0,0 0 0 0 0,0-1-1 0 0,0 0 1 0 0,1 0 0 0 0,-1 0 0 0 0,0-1 0 0 0,10-3 0 0 0,-8 1 0 0 0,-1 0 1 0 0,0 0-1 0 0,0 0 0 0 0,0-1 0 0 0,0 0 0 0 0,-1 0 1 0 0,0-1-1 0 0,0 1 0 0 0,-1-1 0 0 0,1-1 1 0 0,4-8-1 0 0,13-20 50 0 0,-3-1 0 0 0,-1-2 0 0 0,-2 0 0 0 0,-1 0 0 0 0,-2-2 0 0 0,-2 0 0 0 0,-1 0 0 0 0,-2-1 0 0 0,3-42 1 0 0,-8 56-20 0 0,1 1 0 0 0,10-28 0 0 0,-8 31-16 0 0,-1-1 0 0 0,0 1 0 0 0,1-26 0 0 0,-5 19 8 0 0,-4-56-1 0 0,1 76-14 0 0,0 0-1 0 0,-1 0 1 0 0,0 0-1 0 0,-1 1 1 0 0,0-1-1 0 0,0 1 1 0 0,-1-1-1 0 0,0 1 1 0 0,-7-12-1 0 0,8 19-11 0 0,1-1-1 0 0,-1 1 0 0 0,1 0 0 0 0,-1 0 0 0 0,0 0 1 0 0,0 0-1 0 0,0 1 0 0 0,0-1 0 0 0,0 1 1 0 0,0-1-1 0 0,-6-1 0 0 0,-11-5-38 0 0,14 6 24 0 0,1-1 1 0 0,-1 2-1 0 0,1-1 1 0 0,-1 1-1 0 0,0-1 1 0 0,1 2-1 0 0,-1-1 1 0 0,0 1-1 0 0,0-1 1 0 0,0 2-1 0 0,0-1 1 0 0,1 1-1 0 0,-1 0 1 0 0,0 0-1 0 0,1 0 1 0 0,-9 4-1 0 0,-6-1-53 0 0,14-2 55 0 0,0 0 0 0 0,1 1 1 0 0,-1-1-1 0 0,1 1 0 0 0,0 0 1 0 0,0 0-1 0 0,0 1 0 0 0,0 0 1 0 0,0 0-1 0 0,1 0 0 0 0,-1 0 1 0 0,1 1-1 0 0,-3 4 0 0 0,-9 13-3 0 0,-22 37 0 0 0,30-46 5 0 0,-1 4 5 0 0,0 1-1 0 0,1 0 1 0 0,0 0-1 0 0,2 1 0 0 0,-7 28 1 0 0,6-9-22 0 0,-3 71 1 0 0,9-99 14 0 0,-1-1 1 0 0,0 1 0 0 0,0 0 0 0 0,-8 17 0 0 0,7-17 4 0 0,-1-1 0 0 0,1 1 0 0 0,1 0 0 0 0,0 0 0 0 0,-1 10 0 0 0,3-14-4 0 0,-1 0 1 0 0,1 1 0 0 0,1-1 0 0 0,-1 0 0 0 0,1 0 0 0 0,3 11 0 0 0,-4-15 8 0 0,1 0 1 0 0,0 0-1 0 0,0 0 1 0 0,1 0-1 0 0,-1-1 0 0 0,0 1 1 0 0,0 0-1 0 0,1-1 0 0 0,-1 1 1 0 0,1-1-1 0 0,-1 0 0 0 0,1 1 1 0 0,0-1-1 0 0,0 0 0 0 0,-1 0 1 0 0,1 0-1 0 0,0 0 0 0 0,0-1 1 0 0,0 1-1 0 0,0 0 0 0 0,0-1 1 0 0,0 1-1 0 0,3-1 1 0 0,-1 1 11 0 0,-1 0 0 0 0,0-1 0 0 0,1 0 1 0 0,-1 0-1 0 0,1 0 0 0 0,-1 0 1 0 0,1 0-1 0 0,-1-1 0 0 0,1 1 1 0 0,-1-1-1 0 0,0 0 0 0 0,1 0 1 0 0,-1-1-1 0 0,0 1 0 0 0,6-4 1 0 0,-5 3-5 0 0,0-2 1 0 0,-1 1-1 0 0,1 0 1 0 0,0-1 0 0 0,-1 0-1 0 0,0 0 1 0 0,0 0-1 0 0,0 0 1 0 0,4-9 0 0 0,1-6 9 0 0,0 0 0 0 0,-2-1 0 0 0,0 1 0 0 0,3-28 0 0 0,-6 35 3 0 0,5-36-25 0 0,3-54 0 0 0,-9 84-5 0 0,1 0-1 0 0,1 1 0 0 0,9-28 1 0 0,-7 26 2 0 0,0 0-1 0 0,4-35 1 0 0,-8 32 12 0 0,-1 1 0 0 0,-1 0 0 0 0,-5-42-1 0 0,4 53-1 0 0,-1 1 0 0 0,0-1 0 0 0,-1 1-1 0 0,0 0 1 0 0,0 0 0 0 0,-1 0 0 0 0,0 1-1 0 0,-1-1 1 0 0,0 1 0 0 0,0 0 0 0 0,-7-8-1 0 0,9 13-1 0 0,0 0 1 0 0,-1 0-1 0 0,1 0 0 0 0,-1 1 0 0 0,1-1 0 0 0,-1 1 1 0 0,0 0-1 0 0,0 0 0 0 0,0 0 0 0 0,0 0 0 0 0,0 1 1 0 0,0 0-1 0 0,-1 0 0 0 0,1 0 0 0 0,0 0 0 0 0,-1 1 1 0 0,1-1-1 0 0,-1 1 0 0 0,1 0 0 0 0,0 1 0 0 0,-8 0 1 0 0,-3 2-42 0 0,1 1 1 0 0,0 1-1 0 0,0 0 1 0 0,-25 13 0 0 0,29-13 18 0 0,0 1 0 0 0,1 0 0 0 0,-1 1 0 0 0,2 0 0 0 0,-1 1 0 0 0,1 0 0 0 0,-11 13 0 0 0,-45 69-84 0 0,48-66 87 0 0,-17 30 22 0 0,1 0 1 0 0,3 2-1 0 0,3 1 1 0 0,2 2-1 0 0,-27 102 1 0 0,46-139-12 0 0,3-14 1 0 0,1 1 1 0 0,-2-1-1 0 0,1 0 1 0 0,-1 0-1 0 0,-5 10 0 0 0,5-13-6 0 0,1 0 0 0 0,-1 0 0 0 0,1 0-1 0 0,1 0 1 0 0,-1 1 0 0 0,1-1-1 0 0,-2 9 1 0 0,3-12 6 0 0,0 1 1 0 0,0-1-1 0 0,-1 1 0 0 0,2-1 0 0 0,-1 0 1 0 0,0 1-1 0 0,0-1 0 0 0,1 1 0 0 0,0-1 0 0 0,-1 1 1 0 0,1-1-1 0 0,0 0 0 0 0,0 1 0 0 0,0-1 1 0 0,0 0-1 0 0,1 0 0 0 0,-1 0 0 0 0,3 3 0 0 0,-2-3 12 0 0,1-1 0 0 0,-1 1-1 0 0,1-1 1 0 0,0 0-1 0 0,-1 0 1 0 0,1 0-1 0 0,5 1 1 0 0,6 4 3 0 0,-9-4 6 0 0,0 0 1 0 0,-1-1 0 0 0,1 1-1 0 0,0-1 1 0 0,0 0 0 0 0,0 0-1 0 0,0 0 1 0 0,0-1 0 0 0,0 0-1 0 0,1 0 1 0 0,-1 0 0 0 0,0 0-1 0 0,0-1 1 0 0,0 0 0 0 0,0 0-1 0 0,0 0 1 0 0,-1-1 0 0 0,1 0-1 0 0,0 0 1 0 0,-1 0 0 0 0,9-5-1 0 0,-4 1 16 0 0,-1 1-1 0 0,0-2 1 0 0,0 1-1 0 0,0-1 1 0 0,-1-1-1 0 0,0 1 1 0 0,0-1-1 0 0,0 0 1 0 0,8-16-1 0 0,-3 2 6 0 0,0-2-1 0 0,-2 1 0 0 0,0-1 0 0 0,-2-1 1 0 0,-1 1-1 0 0,0-1 0 0 0,-2-1 0 0 0,2-26 1 0 0,-4 31-2 0 0,1-1 1 0 0,12-36-1 0 0,-9 36-11 0 0,-1 0 1 0 0,5-36-1 0 0,-10 44-13 0 0,0 1-1 0 0,-1-1 1 0 0,0 0 0 0 0,-1 1 0 0 0,0-1-1 0 0,-1 1 1 0 0,-1-1 0 0 0,0 1-1 0 0,-1 0 1 0 0,-11-24 0 0 0,9 23 10 0 0,4 10-19 0 0,1 0 0 0 0,-1 1 0 0 0,0-1-1 0 0,0 0 1 0 0,0 1 0 0 0,-1-1 0 0 0,1 1 0 0 0,-1 0 0 0 0,0 0 0 0 0,0 0 0 0 0,0 0 0 0 0,-4-3 0 0 0,-3 0 3 0 0,-1 1-1 0 0,0 0 1 0 0,0 0 0 0 0,-1 1 0 0 0,1 0 0 0 0,-1 1 0 0 0,0 1 0 0 0,-22-3-1 0 0,25 4-18 0 0,-1-1-1 0 0,1 0 0 0 0,-18-6 1 0 0,20 5 2 0 0,1 1 0 0 0,-1 0 1 0 0,0 0-1 0 0,0 0 0 0 0,0 1 1 0 0,0 0-1 0 0,0 1 0 0 0,0 0 1 0 0,-7 0-1 0 0,-28 11-114 0 0,13-2 69 0 0,23-8 51 0 0,0 1 0 0 0,0-1 0 0 0,1 1 0 0 0,-1 0 0 0 0,0 0 0 0 0,1 1 0 0 0,0-1 0 0 0,0 1 0 0 0,0 1 0 0 0,0-1 0 0 0,0 1 0 0 0,-6 6 0 0 0,-14 13-7 0 0,2 2 1 0 0,0 0-1 0 0,2 2 1 0 0,1 0-1 0 0,1 1 1 0 0,1 1-1 0 0,2 1 0 0 0,1 0 1 0 0,1 1-1 0 0,-13 46 1 0 0,20-52 8 0 0,-4 10-11 0 0,2 0 0 0 0,-7 57 1 0 0,14-72-5 0 0,-1 0 1 0 0,-2 0 0 0 0,-11 33-1 0 0,13-42 12 0 0,0 0-1 0 0,1 0 1 0 0,0 0 0 0 0,0 1-1 0 0,2-1 1 0 0,-1 1-1 0 0,1-1 1 0 0,1 0-1 0 0,0 1 1 0 0,1-1 0 0 0,5 20-1 0 0,4 2-5 0 0,1-1 0 0 0,26 47 0 0 0,-37-76 16 0 0,2 2-6 0 0,0-1 0 0 0,-1 0-1 0 0,1 1 1 0 0,1-1 0 0 0,-1 0 0 0 0,1-1 0 0 0,-1 1 0 0 0,1-1 0 0 0,0 1-1 0 0,7 3 1 0 0,3 1 8 0 0,31 13-1 0 0,-6-3 35 0 0,-34-16-38 0 0,1 1 1 0 0,-1-1-1 0 0,0 0 1 0 0,1-1 0 0 0,-1 1-1 0 0,1-1 1 0 0,-1 0 0 0 0,1 0-1 0 0,0-1 1 0 0,-1 0-1 0 0,10 0 1 0 0,-1-3 11 0 0,0 1 1 0 0,0-2-1 0 0,16-5 0 0 0,-21 6 2 0 0,-3 0-1 0 0,0 1-1 0 0,0-1 1 0 0,-1 0-1 0 0,1-1 0 0 0,0 1 1 0 0,-1-1-1 0 0,0 0 1 0 0,0-1-1 0 0,0 1 1 0 0,-1-1-1 0 0,6-6 1 0 0,4-9 43 0 0,21-37 1 0 0,-19 30-8 0 0,3-7-4 0 0,-1 0-1 0 0,-1-2 1 0 0,-2 0-1 0 0,-2-1 0 0 0,-1 0 1 0 0,-2-1-1 0 0,-2-1 1 0 0,-1 1-1 0 0,2-58 0 0 0,-7 77-38 0 0,0 0 0 0 0,10-36 0 0 0,-8 42-3 0 0,-1-2-1 0 0,0 1 1 0 0,-1 0 0 0 0,-1-1-1 0 0,0 1 1 0 0,-1-20-1 0 0,-4 11-3 0 0,0 1-1 0 0,-1 0 1 0 0,-1 0-1 0 0,-2 0 1 0 0,-13-30-1 0 0,9 23 38 0 0,10 24-30 0 0,1 0-1 0 0,-1 0 1 0 0,-1 0-1 0 0,1 0 1 0 0,-1 0-1 0 0,0 0 0 0 0,0 1 1 0 0,0-1-1 0 0,-6-4 1 0 0,-1 0 11 0 0,-1 0 1 0 0,0 1 0 0 0,0 0-1 0 0,-1 0 1 0 0,0 2-1 0 0,0-1 1 0 0,-1 2 0 0 0,0 0-1 0 0,-24-7 1 0 0,-18-6-4 0 0,45 13-10 0 0,-1 1-1 0 0,0 0 0 0 0,1 1 1 0 0,-1 1-1 0 0,-21-3 0 0 0,14 5-23 0 0,0 2 0 0 0,0 0-1 0 0,0 1 1 0 0,1 1-1 0 0,-1 1 1 0 0,1 0 0 0 0,0 1-1 0 0,-21 11 1 0 0,17-8 6 0 0,9-3 9 0 0,0 0 0 0 0,0 1 0 0 0,0 1 1 0 0,1 0-1 0 0,0 0 0 0 0,1 1 0 0 0,0 1 0 0 0,1 0 0 0 0,-16 20 0 0 0,6-4-16 0 0,1 1 1 0 0,2 0-1 0 0,-15 35 0 0 0,20-33 4 0 0,0 0 1 0 0,2 0-1 0 0,2 1 0 0 0,1 0 1 0 0,1 1-1 0 0,1-1 0 0 0,1 39 1 0 0,1-49-3 0 0,-1 0 1 0 0,-8 33-1 0 0,7-36 5 0 0,1 0-1 0 0,0-1 1 0 0,1 1-1 0 0,0 30 1 0 0,4-27 10 0 0,0 0-1 0 0,2-1 1 0 0,0 1 0 0 0,11 29 0 0 0,37 70-5 0 0,-50-115 16 0 0,1-1-1 0 0,0 1 0 0 0,-1 0 0 0 0,1-1 0 0 0,1 0 0 0 0,-1 1 1 0 0,0-1-1 0 0,1 0 0 0 0,-1-1 0 0 0,1 1 0 0 0,0-1 1 0 0,0 1-1 0 0,0-1 0 0 0,0 0 0 0 0,1-1 0 0 0,-1 1 0 0 0,8 1 1 0 0,27 13 43 0 0,-36-14-40 0 0,-1 0 1 0 0,1-1-1 0 0,0 1 0 0 0,0-1 1 0 0,0 0-1 0 0,0 0 1 0 0,0 0-1 0 0,0 0 0 0 0,0-1 1 0 0,0 1-1 0 0,0-1 1 0 0,0 0-1 0 0,1 0 0 0 0,-1 0 1 0 0,0 0-1 0 0,0 0 1 0 0,0-1-1 0 0,0 0 0 0 0,0 1 1 0 0,0-1-1 0 0,0 0 1 0 0,0 0-1 0 0,0-1 1 0 0,0 1-1 0 0,0-1 0 0 0,-1 1 1 0 0,1-1-1 0 0,0 0 1 0 0,-1 0-1 0 0,0 0 0 0 0,1 0 1 0 0,-1-1-1 0 0,0 1 1 0 0,0 0-1 0 0,2-4 0 0 0,4-8-13 0 0,-1 0 0 0 0,0 0 0 0 0,5-17 0 0 0,-1 3-6 0 0,-5 10 5 0 0,0-1 0 0 0,-1 1 0 0 0,3-26 0 0 0,8-30-12 0 0,-5 41-4 0 0,-3 12-2 0 0,-2 0 1 0 0,-1-1 0 0 0,5-34 0 0 0,-7 16-17 0 0,-2 1 0 0 0,-7-65 0 0 0,3 81 6 0 0,-1 0-1 0 0,-1 1 1 0 0,-1 0-1 0 0,-1 0 0 0 0,-1 1 1 0 0,-10-22-1 0 0,8 20 8 0 0,9 19 22 0 0,0 0 1 0 0,-1 1-1 0 0,1-1 0 0 0,-1 0 1 0 0,0 1-1 0 0,0-1 0 0 0,0 1 1 0 0,-1-1-1 0 0,1 1 0 0 0,-1 0 1 0 0,-5-5-1 0 0,0 3-15 0 0,-1 0 1 0 0,0 0-1 0 0,0 1 0 0 0,0 1 0 0 0,-1-1 1 0 0,1 1-1 0 0,-1 1 0 0 0,0 0 0 0 0,-15-1 1 0 0,18 2 10 0 0,-1-1 0 0 0,1 0 0 0 0,0 0 0 0 0,-11-5 1 0 0,14 5-3 0 0,-1 0 1 0 0,1 1 0 0 0,0-1-1 0 0,-1 1 1 0 0,1 0 0 0 0,-1 0-1 0 0,1 0 1 0 0,-1 0 0 0 0,0 1-1 0 0,1 0 1 0 0,-1 0 0 0 0,1 0 0 0 0,-1 1-1 0 0,-6 1 1 0 0,8-2 2 0 0,0 1 0 0 0,0 0 0 0 0,0 0-1 0 0,1 0 1 0 0,-1 0 0 0 0,0 0 0 0 0,0 1 0 0 0,1-1 0 0 0,-1 1 0 0 0,1 0 0 0 0,-1 0 0 0 0,1 0-1 0 0,0 0 1 0 0,-1 0 0 0 0,1 0 0 0 0,0 0 0 0 0,1 1 0 0 0,-1-1 0 0 0,0 1 0 0 0,1 0 0 0 0,-1-1-1 0 0,1 1 1 0 0,-1 3 0 0 0,-16 41-1 0 0,1 1 0 0 0,3 0-1 0 0,3 1 1 0 0,1 1 0 0 0,-6 99-1 0 0,14-130 5 0 0,-1 0 1 0 0,-10 34-1 0 0,8-38-2 0 0,1 0 1 0 0,1 0-1 0 0,1 1 0 0 0,0-1 1 0 0,0 20-1 0 0,4-15-1 0 0,1 0-1 0 0,1-1 1 0 0,0 1-1 0 0,2-1 1 0 0,0 0-1 0 0,14 28 1 0 0,-7-13 2 0 0,-9-27 10 0 0,0-1 0 0 0,0 1 0 0 0,0 0 0 0 0,1-1 0 0 0,0 0 0 0 0,0 0 0 0 0,0 0 0 0 0,1-1 0 0 0,0 0 0 0 0,0 0 0 0 0,0 0 0 0 0,0-1 0 0 0,1 0 0 0 0,10 5 0 0 0,-2-2 18 0 0,1 0 1 0 0,-1-2-1 0 0,1 0 1 0 0,0 0 0 0 0,32 3-1 0 0,-34-6 16 0 0,0 1 0 0 0,19 7 1 0 0,-24-7-23 0 0,0 0 1 0 0,-1-1 0 0 0,1 1-1 0 0,1-2 1 0 0,-1 0-1 0 0,0 0 1 0 0,0 0 0 0 0,17-2-1 0 0,-19 0-1 0 0,1 0 0 0 0,-1-1-1 0 0,1 0 1 0 0,-1 0 0 0 0,0-1-1 0 0,0 0 1 0 0,0 0 0 0 0,0-1-1 0 0,0 1 1 0 0,-1-1 0 0 0,1-1-1 0 0,-1 0 1 0 0,0 1 0 0 0,-1-2-1 0 0,1 1 1 0 0,-1-1 0 0 0,0 0-1 0 0,0 0 1 0 0,-1 0 0 0 0,0 0-1 0 0,5-10 1 0 0,3-9 6 0 0,-1-1 1 0 0,-1 1-1 0 0,-2-2 0 0 0,0 1 1 0 0,-2-1-1 0 0,-1 0 0 0 0,3-41 1 0 0,-6 50-23 0 0,1 1-1 0 0,0 0 1 0 0,7-18 0 0 0,-5 16-1 0 0,0 1 0 0 0,3-28-1 0 0,-6 10-16 0 0,-1-1 0 0 0,-2 1 0 0 0,-2-1 0 0 0,-8-43 0 0 0,-1 24-11 0 0,-2 1-1 0 0,-21-53 1 0 0,21 66 17 0 0,11 32 2 0 0,0 0-1 0 0,0-1 1 0 0,-1 1 0 0 0,-1 1-1 0 0,0-1 1 0 0,0 1 0 0 0,0 0-1 0 0,-10-12 1 0 0,-4 0-32 0 0,-1 1-1 0 0,-1 1 1 0 0,-26-19 0 0 0,36 31 36 0 0,1 0 0 0 0,-2 0 0 0 0,1 1 1 0 0,-1 1-1 0 0,0 0 0 0 0,0 0 0 0 0,0 1 0 0 0,-1 1 0 0 0,-13-3 1 0 0,-27-5-27 0 0,45 8 16 0 0,-1 0 0 0 0,1 1 1 0 0,-1 1-1 0 0,1-1 0 0 0,-1 1 0 0 0,0 1 0 0 0,1-1 0 0 0,-1 1 0 0 0,0 1 0 0 0,1 0 0 0 0,-14 3 0 0 0,13-1 5 0 0,0 1 0 0 0,1 0 0 0 0,0 0 0 0 0,0 1-1 0 0,0 0 1 0 0,0 0 0 0 0,1 1 0 0 0,-1 0 0 0 0,2 0 0 0 0,-1 1-1 0 0,-9 13 1 0 0,-3 5-2 0 0,2 1 1 0 0,-16 33-1 0 0,25-44 9 0 0,-18 34 3 0 0,2 1-1 0 0,2 2 1 0 0,2 0-1 0 0,-20 85 1 0 0,18-53-69 0 0,13-53 42 0 0,1-1 0 0 0,-6 54 0 0 0,11-48 13 0 0,2 0-1 0 0,2-1 1 0 0,1 1-1 0 0,1-1 1 0 0,3 1-1 0 0,0-1 0 0 0,3 0 1 0 0,1-1-1 0 0,23 56 1 0 0,-20-56-4 0 0,-11-27 14 0 0,0-1 1 0 0,0 0 0 0 0,1 1 0 0 0,0-1 0 0 0,0 0-1 0 0,0-1 1 0 0,9 11 0 0 0,-4-7 20 0 0,0-1 1 0 0,1 0-1 0 0,0 0 0 0 0,0-1 1 0 0,1-1-1 0 0,0 1 0 0 0,0-1 1 0 0,0-1-1 0 0,1 0 0 0 0,0-1 1 0 0,20 6-1 0 0,-17-6-2 0 0,0 0 1 0 0,14 6-1 0 0,-18-6-9 0 0,0 0 0 0 0,0-1 0 0 0,1 0 0 0 0,13 1 0 0 0,-10-3 0 0 0,0-1 0 0 0,0-1 0 0 0,0 0 0 0 0,0-1 0 0 0,0 0 0 0 0,0-2 0 0 0,-1 1 0 0 0,18-8 0 0 0,22-5 24 0 0,-44 14-21 0 0,0 0-1 0 0,-1-1 1 0 0,1 0 0 0 0,0-1-1 0 0,-1 1 1 0 0,0-2 0 0 0,0 1-1 0 0,0-1 1 0 0,10-8 0 0 0,20-20 40 0 0,-2-1 1 0 0,57-67 0 0 0,-74 76-25 0 0,-1-1 0 0 0,-1-1 0 0 0,-1 0 0 0 0,-1-1 1 0 0,17-45-1 0 0,-28 60-1 0 0,-1 0 1 0 0,0 0 0 0 0,0-18-1 0 0,8-30 86 0 0,-4 37-67 0 0,-2 10-32 0 0,-1 0 0 0 0,-1 1 1 0 0,0-1-1 0 0,-1-1 0 0 0,-1 1 0 0 0,0-24 0 0 0,-3 15-9 0 0,-2 0 0 0 0,-1 0 0 0 0,-1 0 0 0 0,-1 0 0 0 0,0 1 0 0 0,-16-30-1 0 0,7 16 13 0 0,13 27-11 0 0,0 0-1 0 0,-1 1 0 0 0,0-1 1 0 0,-1 1-1 0 0,0 0 1 0 0,0 0-1 0 0,-10-11 1 0 0,-3 3-7 0 0,0 0 1 0 0,-2 1-1 0 0,1 1 0 0 0,-2 0 1 0 0,0 2-1 0 0,0 0 0 0 0,-1 2 1 0 0,-1 0-1 0 0,0 2 1 0 0,0 0-1 0 0,0 1 0 0 0,-1 2 1 0 0,-45-5-1 0 0,50 7 1 0 0,0 0 0 0 0,-27-9-1 0 0,29 7-11 0 0,-1 0 0 0 0,-26-2 0 0 0,37 6-2 0 0,-1 1-1 0 0,1 0 1 0 0,-1 0 0 0 0,1 1-1 0 0,0 0 1 0 0,-1 1 0 0 0,1-1 0 0 0,0 1-1 0 0,-12 5 1 0 0,11-4-3 0 0,0 1 0 0 0,0 0 0 0 0,0 0 0 0 0,1 1 1 0 0,-1 0-1 0 0,1 0 0 0 0,0 1 0 0 0,0-1 0 0 0,1 2 0 0 0,0-1 0 0 0,-8 11 0 0 0,-15 26-11 0 0,1 0-1 0 0,3 2 0 0 0,2 1 1 0 0,2 1-1 0 0,2 0 0 0 0,1 2 1 0 0,4 0-1 0 0,1 1 0 0 0,2 0 1 0 0,3 1-1 0 0,-2 53 0 0 0,6-73 8 0 0,-11 52-1 0 0,9-62 9 0 0,2 1 0 0 0,0 0 0 0 0,1 1 0 0 0,2-1 0 0 0,1 26 0 0 0,2-22-15 0 0,2 1 1 0 0,2-1-1 0 0,0 0 1 0 0,1-1-1 0 0,2 0 1 0 0,11 25-1 0 0,-10-28-8 0 0,-9-18 33 0 0,0 0 0 0 0,1 0 0 0 0,-1 0 1 0 0,1 0-1 0 0,0-1 0 0 0,1 1 0 0 0,-1-1 0 0 0,0 1 1 0 0,1-1-1 0 0,0 0 0 0 0,0 0 0 0 0,0 0 0 0 0,0 0 1 0 0,4 2-1 0 0,4 1-27 0 0,0-1 0 0 0,0-1 0 0 0,1 0 1 0 0,15 3-1 0 0,18 7-42 0 0,-33-9 66 0 0,1-1 0 0 0,0 0-1 0 0,26 3 1 0 0,-31-6 12 0 0,-1-1 1 0 0,1 0-1 0 0,0 0 1 0 0,0-1-1 0 0,-1 0 0 0 0,1 0 1 0 0,-1-1-1 0 0,12-4 0 0 0,-4 1 8 0 0,0 0-7 0 0,0 0-1 0 0,-1-1 1 0 0,0 0-1 0 0,0-1 1 0 0,-1 0-1 0 0,0-1 1 0 0,18-15-1 0 0,30-33 82 0 0,70-84-1 0 0,-105 108-21 0 0,-1-1 0 0 0,-2 0 0 0 0,-1-2 0 0 0,28-64 0 0 0,-31 53 20 0 0,-2-1-1 0 0,-3 0 1 0 0,-1-1-1 0 0,-3-1 1 0 0,9-89-1 0 0,-18 121-67 0 0,2 1 0 0 0,0-1 0 0 0,7-18 0 0 0,-6 22-3 0 0,-1 1 0 0 0,0 0-1 0 0,-1-1 1 0 0,0 1 0 0 0,-1-1 0 0 0,0-15 0 0 0,-2 12 9 0 0,-1 0 0 0 0,-1 1 1 0 0,0-1-1 0 0,-2 1 0 0 0,1 0 1 0 0,-2 0-1 0 0,-9-18 0 0 0,4 5 2 0 0,9 23-20 0 0,0 0 0 0 0,0 0 0 0 0,0 0 0 0 0,0 1 0 0 0,-1-1 0 0 0,0 1 0 0 0,0-1 0 0 0,0 1 0 0 0,0 0 0 0 0,-6-5 0 0 0,-3-1-42 0 0,-1 1 0 0 0,0 0-1 0 0,0 1 1 0 0,-1 0-1 0 0,0 1 1 0 0,-1 0 0 0 0,1 2-1 0 0,-1-1 1 0 0,0 2-1 0 0,-1 0 1 0 0,1 1 0 0 0,-22-2-1 0 0,22 3-50 0 0,0 0 0 0 0,-25-9 0 0 0,31 8 54 0 0,0 0 0 0 0,-1 1 0 0 0,1 0-1 0 0,-1 0 1 0 0,1 1 0 0 0,-1 1 0 0 0,1-1 0 0 0,-1 1-1 0 0,0 1 1 0 0,-10 2 0 0 0,9-1 30 0 0,0 1-1 0 0,1 0 1 0 0,-1 1-1 0 0,1 0 1 0 0,0 1-1 0 0,0 0 1 0 0,1 1-1 0 0,-1 0 1 0 0,1 0 0 0 0,1 1-1 0 0,-1 0 1 0 0,1 0-1 0 0,0 1 1 0 0,1 0-1 0 0,0 1 1 0 0,0 0-1 0 0,0 0 1 0 0,-8 17-1 0 0,-3 10 12 0 0,1-1-1 0 0,2 2 0 0 0,2 0 1 0 0,1 1-1 0 0,1 0 0 0 0,3 1 1 0 0,1-1-1 0 0,-2 45 0 0 0,6-48-30 0 0,-11 38 0 0 0,9-50 7 0 0,0-1-1 0 0,2 1 1 0 0,1-1-1 0 0,0 1 0 0 0,3 33 1 0 0,2-33-8 0 0,1-1 0 0 0,2 1 0 0 0,0-1 0 0 0,1 0 0 0 0,13 28 0 0 0,-5-13-11 0 0,-12-29 30 0 0,0 0 0 0 0,0-1 0 0 0,0 1-1 0 0,1-1 1 0 0,0 0 0 0 0,0 0 0 0 0,1 0 0 0 0,0 0 0 0 0,10 10-1 0 0,0-6 10 0 0,0 0-1 0 0,0-1 0 0 0,1-1 0 0 0,0 0 0 0 0,1-1 1 0 0,0-1-1 0 0,0-1 0 0 0,1 0 0 0 0,0-1 1 0 0,0-1-1 0 0,21 2 0 0 0,-13-2 28 0 0,33 11 0 0 0,-43-10-8 0 0,0-1-1 0 0,0-1 1 0 0,1 0-1 0 0,-1-1 0 0 0,1 0 1 0 0,17-2-1 0 0,-17-2 14 0 0,0-1 0 0 0,0-1 0 0 0,-1 0 0 0 0,1-1-1 0 0,-1-1 1 0 0,22-11 0 0 0,-4 2 49 0 0,-20 8-51 0 0,-1 0 1 0 0,0 0-1 0 0,0-1 0 0 0,-1-1 1 0 0,0 0-1 0 0,20-20 0 0 0,57-74 122 0 0,-85 98-145 0 0,21-27 43 0 0,-2-1-1 0 0,0-1 0 0 0,-3-1 0 0 0,0-1 1 0 0,-3 0-1 0 0,-1-2 0 0 0,-2 0 1 0 0,-1-1-1 0 0,-2 0 0 0 0,7-50 1 0 0,4-119 9 0 0,-19 184-61 0 0,0 0 1 0 0,9-31-1 0 0,-7 37-3 0 0,-1 1-1 0 0,-1 0 1 0 0,0-1 0 0 0,-1 0-1 0 0,-2-32 1 0 0,-5 19 16 0 0,-1 0 0 0 0,-1 1 1 0 0,-2 0-1 0 0,-1 0 1 0 0,-2 1-1 0 0,-16-31 0 0 0,26 56-11 0 0,0-1-1 0 0,0 1 1 0 0,-1-1 0 0 0,0 1-1 0 0,0 0 1 0 0,0 0-1 0 0,0 1 1 0 0,-1-1-1 0 0,1 1 1 0 0,-1-1 0 0 0,-5-3-1 0 0,-1 2-98 0 0,1 0 1 0 0,0 1-1 0 0,-20-6 0 0 0,9 4-119 0 0,17 4 172 0 0,-9-2-231 0 0,-1 0 1 0 0,-23-5 0 0 0,30 9 138 0 0,0 0 1 0 0,0 0 0 0 0,0 0 0 0 0,0 0-1 0 0,0 1 1 0 0,0 0 0 0 0,0 1 0 0 0,0-1-1 0 0,-6 3 1 0 0,6-1-50 0 0,0-1 0 0 0,0 1-1 0 0,0 0 1 0 0,0 1 0 0 0,1-1 0 0 0,-1 1-1 0 0,1 1 1 0 0,-8 7 0 0 0,1 2-423 0 0,-19 28 1 0 0,22-29 371 0 0,-61 87-1601 0 0,-7 10-321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152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0" timeString="2023-06-29T10:18:47.242"/>
    </inkml:context>
    <inkml:brush xml:id="br0">
      <inkml:brushProperty name="width" value="0.05292" units="cm"/>
      <inkml:brushProperty name="height" value="0.05292" units="cm"/>
    </inkml:brush>
    <inkml:context xml:id="ctx1">
      <inkml:inkSource xml:id="inkSrc1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3-06-29T10:18:47.243"/>
    </inkml:context>
  </inkml:definitions>
  <inkml:trace contextRef="#ctx0" brushRef="#br0">11247 15528 0,'0'0'0,"0"0"15,0 0-15,0 0 16,0 0-16</inkml:trace>
  <inkml:trace contextRef="#ctx1" brushRef="#br0">7420 6049 1068 0,'0'0'17'16,"0"0"-2"-16,-2-2 50 0,1 1 0 0,-1-1 13 16,-1 0 8-16,1 2-7 0,-8-1 2 0,0-1-3 0,0 0-12 15,4 2-12-15,-1 0-9 0,1 0 1 0,1 0-16 16,1 0-11-16,3 0 3 0,-3 0-7 0,1 0-7 15,0 0 0-15,0 0-6 0,1 0 4 0,0 2-6 0,1 0 4 16,-1-2 1-16,2 0 2 0,0 0-5 0,2 0 4 16,4 0 1-16,32 0 0 0,12-5 2 0,12-2 3 15,14-3-6-15,5 0 3 0,2-1-9 0,-2-3-2 16,-2 1 2-16,5 0 0 0,5 1 10 0,8 1-10 16,3-1 5-16,-5 2-5 0,-4 0 11 0,-10 2-9 15,-5-2 3-15,-5 4-3 0,-2-1 6 0,0 0 1 16,-4 3 0-16,-6 0 1 0,-11 3 0 0,-5-1 8 15,-12 0-4-15,-6 2 6 0,-7 0 3 0,-10 0 8 0,-3 0 3 16,-1 0 1-16,-1 0 11 0,-1 0-5 0,-1 2-3 16,-1 0-2-16,0-1-17 0,-1 1-4 0,-1 0-5 15,-1-2 0-15,-14 6-10 0,7-3 2 0,2 1 1 16,3-3-2-16,0 1 0 0,-1 0-158 0,-3-1-35 0,3 1-95 16,2-2-618-16</inkml:trace>
  <inkml:trace contextRef="#ctx1" brushRef="#br0" timeOffset="1">7912 4898 985 0,'0'-2'95'0,"-2"0"176"16,1 1-169-16,-1-3 21 0,0 1 1 0,-1 0 2 15,0 0-35-15,-1 1-26 0,-4-3-8 0,-2 2-5 16,-1 3-37-16,1 0 3 0,0 3-5 0,0 4 5 15,-2 9 1-15,-2 12-4 0,-3 0 0 0,7 2-2 0,-5-2-8 16,9 2-3-16,-1-2 1 0,1 0-1 0,-11-2 2 16,7-1 1-16,4 2-4 0,2-6 5 0,4-1 0 15,0-2-5-15,4 2 4 0,0-4-13 0,3 2-81 0,-2-1-217 16,0-4-121-16</inkml:trace>
  <inkml:trace contextRef="#ctx1" brushRef="#br0" timeOffset="2">4482 4990 580 0,'0'-1'87'0,"0"-1"30"0,-1-6 25 16,-6-20-78-16,2 3 40 0,2-3-24 0,1 5-4 15,1-1 3-15,-1 3-3 0,2 1-5 0,0 4-17 16,0 1 3-16,0 2-8 0,0 1-13 0,0 5-10 16,0 1-11-16,0 3 5 0,0-1-16 0,0 3 2 15,2-1 1-15,-1 2-1 0,1 2 0 0,-1 3-7 16,8 29 4-16,-4 6-3 0,-2 1 3 0,-3 2 7 15,0 0-8-15,-3-2 6 0,-2-1-11 0,-2 3 6 16,1-7 1-16,-1 1 3 0,0-6-2 0,1-3-2 0,1-3 4 16,0-2-3-16,0-2 4 0,0-6 4 0,2-2 0 15,1-3 3-15,0 0 3 0,1-3 31 0,-1-1-4 16,2-2 12-16,-2-1-9 0,1-1-22 0,-1-1 1 16,0-1-7-16,1-1 1 0,-1-1-13 0,-3-11 3 0,-3-15-4 15,1-2 3-15,2-3-4 0,2 0-1 0,0-3-3 16,1-1-3-16,2-1 5 0,0 0-4 0,2-3 4 15,1-2 0-15,4 3-8 0,-1 1 7 0,1 4-8 16,4-1 8-16,1 3-4 0,1 1 0 0,4 3-3 16,-2 6 7-16,-12 4-2 0,20 1-1 0,-2 5 0 15,-1 1-5-15,0 6-2 0,0 1 6 0,1-10-3 0,1 5 7 16,-2 7-1-16,-1 3-2 0,0 1 0 0,-3 4-2 16,-1 2 2-16,-2 3-2 0,-5-2 2 0,-3 15 5 15,-1 0 1-15,10 2-1 0,-5 0-1 0,-6-2 1 0,-3 2-2 16,-3-2 7-16,-4 2-6 0,-1-5 1 0,-2-1 2 15,-2 0-5-15,9-5 4 0,-17 1-6 0,0-3 8 16,4-4-3-16,-2 0 4 0,3 1-5 0,0-3-4 16,2-1 2-16,0 0-2 0,1-2 11 0,1-1-11 15,-1 1 4-15,4 1-6 0,0 1 2 0,-1 0 2 16,1 0-2-16,0 1 1 0,0 1-2 0,1 3-4 16,-1 0 2-16,-1 1-2 0,3 1 5 0,1-1 3 15,3-1-5-15,1 2 3 0,-8-1-9 0,4-1 4 0,0 2 0 16,4-2 0-16,-1 0 0 0,2-2 3 0,0 0-2 15,2-1 1-15,1-1 2 0,0-1-2 0,6 0 6 16,10-1-5-16,1 1 7 0,2-2 1 0,1 0-7 16,2 0 6-16,1 1-3 0,0-3-5 0,2 3 8 0,-1-1-7 15,-2 0 6-15,1 1 0 0,0-1-3 0,-4-1 2 16,-1-1 1-16,-4 1-7 0,-4 1 7 0,-1-1-6 16,-3 6 8-16,0-3 5 0,-1 0-9 0,-3-3 9 15,-2-1-3-15,-1-1-1 0,1 2 3 0,0 0-2 16,1-1 6-16,-1 1-15 0,-1 0 5 0,-1-1-13 15,1 1-58-15,0-2-123 0,-1 0-31 0,1 0-45 16,1 0-279-16</inkml:trace>
  <inkml:trace contextRef="#ctx1" brushRef="#br0" timeOffset="3">5319 5195 760 0,'0'-2'0'15,"0"1"6"-15,0-3 100 0,0 3 31 0,0-11 14 0,0 4-9 16,0 0-29-16,0 1-39 0,0 2 3 0,-2-2-6 15,1 4-5-15,1 2-29 0,-3-3-1 0,-7-2-10 16,-5-1-15-16,0 4-5 0,-2 3 4 0,3 1-4 16,-3 4 3-16,4 2-2 0,1 0-4 0,4-3 2 15,0 13 0-15,4-2-8 0,3 0 5 0,-9-2-4 16,2 2 9-16,4-4-3 0,3 1 7 0,1-1-3 16,0-1 14-16,3 2-5 0,2-2-4 0,2 1 2 15,1 1 0-15,-3 0-3 0,11-1 8 0,-1 1-6 0,0-2 10 16,-3 4 1-16,-1 1 2 0,-4-3 0 0,-2 1 6 15,-4-3-1-15,6-2 1 0,-2 0 0 0,-2 1 14 16,-3-3-20-16,0-2 1 0,0-1-10 0,0-1-6 0,-15 3-3 16,-9-4 0-16,-3 16-2 0,1-7-5 0,-1-5-41 15,4-4-41-15,2-1-7 0,3 0-174 0,1 0-362 16</inkml:trace>
  <inkml:trace contextRef="#ctx1" brushRef="#br0" timeOffset="4">3776 6414 476 0,'0'0'36'0,"0"-2"-10"0,0 0 120 16,0-1-14-16,-2-5 30 0,-1-10-51 0,0 1 1 15,-2-1-9-15,0 3 5 0,0 0-17 0,0 4-22 16,0-2 3-16,-2-4-11 0,4 7-17 0,-2-1-9 16,0-1 0-16,4 5-3 0,-3 1 5 0,1-2-12 15,3 4 6-15,-2 1-7 0,2 1 2 0,0 1-14 16,0-1-2-16,-1-1-4 0,-1-1-3 0,0 3-3 0,1-1 2 15,-1 0-2-15,0 2 0 0,1 0-1 0,-1 2 3 16,0 3-1-16,-4 25-1 0,2 3 4 0,3 5-4 16,-1-2 5-16,2 5-3 0,0-1-2 0,0 1-1 0,3 2-1 15,1 4 5-15,-1 0-3 0,-1 5 0 0,-1 2-1 16,1 1-4-16,1 2 6 0,1 3-1 0,-3-4 2 16,3 3-1-16,-1-4-1 0,-1-5 3 0,-1-6-3 15,-1-6 0-15,0-2 0 0,0-1 2 0,0-2 0 16,0 0-3-16,0-3 4 0,0-2-4 0,0-3 5 15,0-4-2-15,0-1-2 0,0-5 7 0,0-2-7 0,0-1 12 16,0-6 11-16,2 3 0 0,-2-6 5 0,0 0 0 16,0-1-10-16,0-1 1 0,2 3-4 0,-1-1-3 15,1 0-5-15,-1-1-7 0,1 0 2 0,0-1-6 16,-1 1-9-16,1 0-12 0,0-2-9 0,1 0-125 0,0 0-213 16,1 0-160-16</inkml:trace>
  <inkml:trace contextRef="#ctx1" brushRef="#br0" timeOffset="5">3631 10374 1527 0,'0'0'24'0,"-2"0"-3"0,0 0 39 0,-1 0-12 0,-3 0 10 15,1 0-34-15,1 0 13 0,1 0-1 0,0 0 2 16,1 2-19-16,0-1 1 0,1-1-2 0,1 0 4 15,1 0 4-15,3 0 6 0,20 2-3 0,3-2 3 16,-2-2-16-16,-4 1 2 0,4-3-10 0,-5 3 5 16,-2-1-18-16,-2 2 12 0,-1 0-5 0,-2 0 8 0,-3 0-10 15,-3 0-4-15,-2 0-4 0,-2 0-4 0,0 0-31 16,1 0 3-16,-3 2-2 0,1-1 6 0,0 1 24 16,-1 0 8-16,1 1 5 0,-2 0-1 0,0 1 0 0,0 4-5 15,0-2-2-15,0 1 2 0,0 1 1 0,0 1-4 16,0-1-2-16,0 0 0 0,2-1 5 0,-1-1 0 15,1-2 0-15,-2-3 0 0,5 3-6 0,8 4-4 16,2-3-70-16,0-4 8 0,1-2-347 0</inkml:trace>
  <inkml:trace contextRef="#ctx1" brushRef="#br0" timeOffset="6">8902 5887 256 0,'0'0'12'15,"0"0"21"-15,0 0 33 0,0 0 12 0,0 0 5 16,0 0-15-16,0-2-11 0,0 1-4 0,0-1 3 15,0 0-2-15,0 1 2 0,0-1 0 0,0 0-1 0,0 1-14 16,0-1 4-16,0 0-6 0,0 1 5 0,0-3-14 16,0 1 0-16,0 0-7 0,0 0 5 0,0-1 4 0,0 1 28 15,0 0-2-15,0-2 9 0,0 1-18 0,0-2-10 16,0 1 5-16,0 0-7 0,2 0-4 0,-2 3-12 16,0-1 0-16,0 1-5 0,0 1-10 0,1-3 1 15,1 1-5-15,0 0 5 0,-1-1-1 0,1 1-6 16,-2 2 3-16,0-1-4 0,0 0 4 0,0 1-2 15,0-1-2-15,0 0 0 0,0 1 4 0,0 1-2 16,0 0 3-16,0 0-4 0,0 0 1 0,0 0 1 16,0 0-2-16,0 0 1 0,0 0 5 0,0 0-3 15,0 0 0-15,0 1-3 0,0 1-5 0,0 0 9 0,0-1 2 16,0 1 1-16,0 0-6 0,0-1 0 0,0 1 0 16,0-1-1-16,0 1-2 0,0 0 3 0,0-1-3 15,0 1 3-15,0 0 1 0,0-1-2 0,0 1 0 16,0 0-1-16,-2-1 2 0,2 1-1 0,0 0 6 0,-1-1-4 15,-1 1 2-15,2 0 0 0,0-1-3 0,0-1 2 16,0 0-1-16,0 0-5 0,0 0 3 0,0 0-4 16,0 0 11-16,0 0-7 0,0 0 2 0,0 0-3 15,0 0 6-15,0 0-4 0,0 0 2 0,0 0-2 16,0 0 4-16,0 0-3 0,0 0 1 0,0 0-1 16,0 0 5-16,0 0 4 0,0 0 0 0,0-1 1 15,0-1 2-15,0 0 9 0,0 1-3 0,2-1 4 0,-1 0-10 16,1 1 1-16,0-1-2 0,-1 0 1 0,1 1-10 15,0-1-5-15,-1 0 2 0,1 1-1 0,0-1 7 0,-1 0-5 16,1 1-1-16,-2-1-1 0,0 1 5 0,0 1-6 16,0 0 3-16,0 0-3 0,0 1 4 0,0 1-6 15,0 1 0-15,-3 7-3 0,-2 8 6 0,0 2 0 16,0 1-2-16,1 3 0 0,0 0-6 0,0 4 10 16,3 2-1-16,-1 2 5 0,0-1-4 0,1 7-3 15,-3-3 2-15,3 3-2 0,1 0-3 0,0-7 1 16,0 5-1-16,-2-4 1 0,0-3 3 0,2 4 1 15,0-5 3-15,0 2-1 0,0 0-3 0,0-2 0 16,-1 0 0-16,1-1 1 0,0 1 6 0,-2-2-7 0,0 0 0 16,-1-1-1-16,0-2 4 0,0-3 1 0,-1 0 1 15,1-4 0-15,0 1 1 0,-1-4 2 0,-1 2 22 16,2-3-5-16,-2-2 76 0,0-1-64 0,0 1 10 16,0-1-28-16,0-1 3 0,4-2-11 0,-14-2 2 15,0 1-4-15,0 0 3 0,-1 0 3 0,-1 1-4 0,1-1 2 16,-3-3-9-16,3 1 4 0,-1 0 0 0,3-1 1 15,0 3 2-15,3-2-6 0,-1 6 0 0,1-1-2 16,1-3-2-16,0 0 4 0,2-2-4 0,1-1 4 16,0-1-3-16,2 1-6 0,1 0 6 0,0-1-6 15,1 1 4-15,1 0-2 0,1-1-2 0,-1 1 0 16,0 0 4-16,2 1-4 0,0 0 2 0,0 4-4 0,4 4-1 16,-1-4 6-16,4 3 1 0,-4-2 0 0,15 2 4 15,2 0-5-15,1 2 0 0,4-3-2 0,0 1 3 16,1-1 1-16,4-3-1 0,-2-2 2 0,3-1 1 0,-1-2-1 15,0 4 3-15,-1-1-4 0,-4 1-3 0,-3-4 2 16,-4 3-1-16,-2-1 1 0,-4 2 0 0,-1 2 0 16,-4-3 0-16,-2 3 0 0,2-2 0 0,-6 2 0 15,4-1 0-15,0 3-1 0,-2-1 0 0,-1 3 2 16,-2 3 2-16,-3-3 1 0,-5 4 0 0,3-2 2 16,-23 0-5-16,-4 2 5 0,2-3 0 0,-3 1 2 15,5 0 1-15,-1 0-2 0,2 2-3 0,2-1 6 0,2-3-5 16,0 1 5-16,5-1-5 0,2-1-6 0,1-2 4 15,3-1-4-15,2 0 8 0,4-2-3 0,-1-1-1 16,5 0-1-16,1-1-2 0,-2 2-3 0,-1 0 3 16,1 0-2-16,1 2 5 0,1-1-1 0,1-1-2 15,0 0 0-15,3 2-3 0,0-2 4 0,7 0-1 16,12 0 2-16,2-1 0 0,1-2-1 0,1 3 2 0,1-2-2 16,-1 2-4-16,2 0 3 0,2 0-1 0,-5 0 1 15,-4 0-4-15,-3 3 5 0,-1 1-1 0,-4-1 2 16,5 5-3-16,-9 2 1 0,-4-2 0 0,-1 7 0 15,11 2-3-15,-5 2 3 0,-6 1 4 0,-8-2-1 16,-7 7-5-16,-4-5 4 0,8 3-4 0,-19 1 5 0,-4-9-2 16,-1 5 2-16,-2-8 0 0,1-3 0 0,3 3-1 15,2-1 1-15,1-1-1 0,3 2 1 0,1-2-3 16,4-4-1-16,2-1 2 0,2-2-1 0,5-1 7 0,0 0-4 16,3-2-1-16,2 0 0 0,3 0-4 0,-1-2 0 15,0 0 3-15,1 0-1 0,-1 1 6 0,0-1-6 16,2 0 0-16,0 2-1 0,0-1 1 0,0 1-2 15,0-2 0-15,2 2 0 0,1 0 0 0,-1 1 2 16,8 3 0-16,-2 1 2 0,0-1-1 0,1 3 2 16,-3 1-3-16,1 0 3 0,0 4-15 0,-4 3 12 15,2 0-6-15,-2 3 8 0,2 1-2 0,-2 5-2 16,1 0 2-16,-1 4-1 0,-1 2 3 0,17 1-2 0,-5 2-3 16,-6 4 0-16,-5-4 0 0,0 3 0 0,-1 0 6 15,-2-4-3-15,0 0-1 0,0-2 3 0,0 1-2 16,0-1 4-16,0 2 0 0,0-1-3 0,-2-1-4 15,1-2 2-15,-3 0 1 0,1 0 0 0,0-5 5 16,1-2-5-16,-1 4-2 0,0 0 5 0,-1-2-3 16,3 1 3-16,-1 1-5 0,0-3 3 0,1-1-1 0,-1 0 1 15,2-6-1-15,-2 2 0 0,2 1 0 0,0-3 2 16,0 4-2-16,0-1 0 0,0-1 2 0,0-2-2 16,0 0 2-16,0-4 1 0,0 1-1 0,0-4-1 15,0 2-3-15,0-4 1 0,0 1 3 0,0-2-1 16,0 0 6-16,0-2-3 0,0 0-3 0,0 0 0 15,0-1-8-15,0-2 10 0,0 0-1 0,0 0 6 0,0-3-6 16,0 2 3-16,0-2-5 0,0 1 5 0,0 1-1 16,0-1-1-16,0-1-2 0,0-1-5 0,0 1-54 15,0 0-205-15,0-1-32 0</inkml:trace>
  <inkml:trace contextRef="#ctx1" brushRef="#br0" timeOffset="7">9396 7215 800 0,'0'-2'80'0,"0"-3"104"0,-2-13-86 0,0-2-17 0,1 7-12 15,1 6 2-15,0 2-21 0,0 4-15 0,-2-3-5 16,0 1-5-16,1 1-25 0,-1 1-6 0,0 1 5 0,1 0-4 16,-1 1 4-16,-8 18 6 0,-3 15-6 0,0 8 7 15,3 1-3-15,0 4 6 0,2 1 4 0,0 4 1 16,1-5 15-16,0 1 25 0,1 0 1 0,-1-8 6 15,2-1-9-15,2-5-16 0,0-3-4 0,-1-3-1 16,1-3-4-16,0-5 10 0,1-7 2 0,0-3 3 16,1-4-3-16,1-1-9 0,0-3 2 0,0 0-3 15,-2 1 3-15,0 0-3 0,1-1-3 0,1-1 0 0,0-1-12 16,0-1 0-16,0-2-3 0,-4-17 2 0,3-10 0 16,-1-6-8-16,2 3 5 0,0-5-6 0,2-4-4 15,-1 4 2-15,3-1-2 0,-1 2 2 0,0 3-1 0,2 1 2 16,2 3-3-16,0 2 1 0,-1 3 2 0,1 4-5 15,1 2 5-15,0 3-6 0,0 3-3 0,-6-2 4 16,15 3-1-16,1 4 3 0,2 0-4 0,-1 4 2 16,1-9-4-16,-2 5 3 0,-1 1-3 0,-2 6 4 15,0 1-1-15,-4 0 1 0,-3 1-10 0,1 3 12 16,-6-3-7-16,2 8 9 0,8 9-3 0,-5 2-3 16,-4-1 7-16,-4 3-4 0,-5-1 3 0,-4 2-2 15,0-3 2-15,-5 0-1 0,9 0 6 0,-16-2-4 16,1 0-1-16,2-1 1 0,0-1 3 0,3 1-3 0,0-2-2 15,2-4 0-15,0 2-7 0,3-3 7 0,2 2-1 16,1 3 3-16,2 0-3 0,2 0-5 0,-11 3 5 16,6-2-5-16,2 2 6 0,2-1 4 0,4-2-4 0,0-4 4 15,2-1-4-15,0 2-2 0,3-1 1 0,1 3-1 16,1-3 2-16,1-1 2 0,-1-5-2 0,9 7 2 16,1-3-5-16,1 0 10 0,-2-3-6 0,1-1 8 15,-2-1-10-15,-2-1 3 0,2-1 2 0,-4-1-1 16,2-1 2-16,-3 0 0 0,-1 0-2 0,-3 0 0 15,2 0-9-15,1 0-1 0,-1 0-17 0,4 0-3 0,-6 0-153 16,1 0-86-16,-2 0-53 0,1 2-18 0,-2-1-297 16</inkml:trace>
  <inkml:trace contextRef="#ctx1" brushRef="#br0" timeOffset="8">9902 7682 1114 0,'-1'0'35'0,"-1"-2"69"0,-1 1-71 0,-1-1 41 16,-1 1 2-16,-6-4 13 0,1 1 5 0,2 3-28 15,-2-1-1-15,7 2-11 0,-4 0-19 0,5 0-23 0,-1 0-1 16,-4 3-6-16,4 1-5 0,-5 9 0 0,-2 7 1 16,2 3-1-16,1-2 6 0,1 4-1 0,1 0-4 15,1 1 2-15,1-1-2 0,0-2-3 0,-1 0 1 16,1-1-2-16,0-3 10 0,-1 1-3 0,3-3-1 15,-2-1-1-15,1-2-2 0,0-1 3 0,1-2-2 0,-1-1-1 16,0-2-22-16,2 1-150 0,0-3-7 0,0-1-67 16,0-3-200-16</inkml:trace>
  <inkml:trace contextRef="#ctx1" brushRef="#br0" timeOffset="9">10090 7373 1047 0,'0'-1'50'0,"0"-3"106"0,0 1-118 0,-3-10 23 15,0 1 7-15,0 2 4 0,1 2 7 0,0-3-16 16,1 4-6-16,1 2-2 0,0 2-13 0,0 1-25 16,0 0 6-16,-2-1-14 0,2 0-15 0,0 1 7 15,0 0-4-15,0 1 5 0,0 1-9 0,0 1 7 16,0 1-5-16,0 3 5 0,0 22-3 0,0 4 5 15,0-1-3-15,0 6 2 0,0 0-5 0,-2 4 2 16,-1 3 3-16,-2 3-1 0,-2-1 0 0,3-4 7 16,-1 7-7-16,0-13 7 0,0 4-4 0,1-4-2 0,1-9 6 15,1 1-5-15,1-6 7 0,1-1-6 0,0-3 2 16,0-1-3-16,0-3 0 0,0-1-2 0,0-2-6 16,0-2-8-16,0-1-105 0,0-2-157 0,0-2-43 15</inkml:trace>
  <inkml:trace contextRef="#ctx1" brushRef="#br0" timeOffset="10">10467 7246 656 0,'-2'-2'118'0,"-1"1"248"0,1 1-298 16,-13-3 15-16,9-4-4 0,-4 0 4 0,3 2-12 15,-3 4 27-15,-8-1-17 0,8-6 15 0,-3 0-52 16,3 3-28-16,7 5 4 0,-7-2-13 0,3 2-7 0,4 0 1 15,0 0-1-15,-1 2 4 0,-1 4 2 0,-8 17-3 16,5 4-2-16,3 2-1 0,2 5-8 0,3 5 14 16,0 2-5-16,0 6 9 0,3 2-8 0,-1 2 4 15,-2-1 0-15,0 1 1 0,-4-3 21 0,3 0-2 16,-1-7-2-16,2-4-3 0,-2-4-20 0,1-5 5 16,-2 0-2-16,-1-3 3 0,3-2-1 0,1-2 7 15,0-1-6-15,0-4 4 0,0 1-8 0,0-5-5 16,0 1-3-16,0-5-11 0,0-1-113 0,0-6-127 15,0 1-54-15</inkml:trace>
  <inkml:trace contextRef="#ctx1" brushRef="#br0" timeOffset="11">10749 7314 1236 0,'-2'0'54'0,"1"0"-57"0,-1 0 61 0,0 0-28 15,-11 0-10-15,2 2 61 0,1 1-24 0,-2 5 32 16,1 0-48-16,-1 15-21 0,1 7-1 0,1 0-7 16,0 5-3-16,5 3-4 0,-3 0 2 0,-4 4-4 15,9 0-3-15,-1-1 3 0,1-3 0 0,-15-5 2 0,5 3 3 16,6-8 4-16,2-1-3 0,4-4 4 0,-1-6 5 16,0-1-3-16,2-3 8 0,0-3-7 0,0-2 2 0,0-3-2 15,0 0-3-15,0-1 4 0,0-1 18 0,0 0 4 16,0-1 1-16,0 0-2 0,0-1-18 0,-1-1 1 15,-1 0-5-15,0-1 3 0,2-1-11 0,-6-23 2 16,1-3-2-16,0-10 1 0,1 3-3 0,1-9 3 16,0-1 0-16,1 1 0 0,2-4-4 0,0 3 0 15,4 4 0-15,-1 5 0 0,3 2-1 0,1 5-4 16,0 4-1-16,1 4-1 0,0 2 2 0,0 4 0 16,-1 4-2-16,0 1 1 0,-2 3 1 0,8 2-5 15,0 2 5-15,0-7-4 0,0 4 4 0,-1 1-3 0,-1 3 3 16,-1 2-3-16,-1 2 6 0,-4-1-6 0,-2 1 1 15,12 19-3-15,-5 3 6 0,-5 2 0 0,-4 2-1 16,-2 2 0-16,-4 0 0 0,-2-1 2 0,-1-1 0 16,-2-1 0-16,-2-1 4 0,1-1-3 0,-1 0 0 0,4-4-1 15,0 1 7-15,1-4-8 0,0-2 6 0,1 1-7 16,-1 3 4-16,2-5-1 0,4-4 0 0,-1 4 1 16,0-5 0-16,2 1-1 0,0 1-1 0,2-2 1 15,0 0 6-15,-1-2-9 0,3 2 2 0,1-2-4 16,-2-3 11-16,0 0-6 0,4-2 2 0,3 1-4 15,0-1 12-15,-1 0-13 0,5-1 7 0,-3 0-10 0,4 8-3 16,0-2-155-16,1-2-21 0,4-1-62 0,2-1-221 16</inkml:trace>
  <inkml:trace contextRef="#ctx1" brushRef="#br0" timeOffset="12">10997 7712 997 0,'0'-2'21'0,"-2"1"30"0,0-1-13 0,1 0 42 15,-1 1-9-15,0-3 17 0,2 1-31 0,0-4-12 0,0-3-2 16,2-1-1-16,1 3-2 0,4-2 5 0,-5 3 0 16,9 2 0-16,9 0-11 0,-7 2-1 0,-1-4-11 15,4 6 5-15,-3-9-17 0,2 3-7 0,-2 4 4 16,-1 3-6-16,0 2 10 0,-8-1 2 0,5 2 7 15,-6 26-1-15,14-3 29 0,-4 10-19 0,-8-1 3 0,-7 0-10 16,-5 4-3-16,-4-7 0 0,-4 1 3 0,0-7 3 16,2-3 31-16,0-1-25 0,3-4 9 0,2-3-17 15,1 0-7-15,4-5-6 0,-1-1 1 0,3 0-3 16,1-3 0-16,0-1 4 0,0-1-2 0,0-3 4 16,1 3-2-16,1-4 0 0,18 11 2 0,-2-4-2 15,3-6-7-15,1-1 1 0,-1-3-4 0,1-4 2 0,-1-1-7 16,1-2-80-16,-2 0-18 0,-1-1-30 0,-1 3-140 15</inkml:trace>
  <inkml:trace contextRef="#ctx1" brushRef="#br0" timeOffset="13">8060 9677 1209 0,'0'0'4'0,"0"0"3"16,0 0 18-16,0 0 7 0,2 0 8 0,0 0 55 0,1 0-7 15,14 0 7-15,4 0-9 0,7 0-13 0,10 0-4 16,0 0-13-16,3 0 6 0,1 0-18 0,2-2-17 16,-1-1 1-16,0 0-9 0,1 0-15 0,-4-1 4 15,0 1 1-15,-2 0 1 0,-2-1-9 0,-3 1 7 16,0 1-7-16,-2 1 8 0,-4-1-3 0,-6 2-6 16,-1-2 1-16,-5 2-2 0,1 0-8 0,-2 0-58 15,-5 0-16-15,0 0-22 0,-6 0-122 0,0 0-175 0</inkml:trace>
  <inkml:trace contextRef="#ctx1" brushRef="#br0" timeOffset="14">8584 9836 1278 0,'0'0'34'0,"0"0"-36"0,0 0 35 0,0 0-16 16,0 0-3-16,0 0 51 0,0 0 0 0,1 0 17 15,1 0 3-15,1 0-22 0,4 0-9 0,8-4-5 16,3 1-37-16,-2 0-6 0,1-1-3 0,-1 1 0 15,-1 2 4-15,0-1-24 0,-3 0-34 0,-1 2-19 0,1-1-295 16</inkml:trace>
  <inkml:trace contextRef="#ctx1" brushRef="#br0" timeOffset="15">8778 5806 97 0,'0'0'38'0,"0"0"-2"0,-1 0 43 0,-1 0-6 15,-1 0 5-15,-5-2-15 0,-2 1-3 0,1-1 1 0,1 2-1 16,0 0-6-16,3 0-15 0,0 0-7 0,3 0 1 15,-1 0 3-15,1 0-1 0,1 0 2 0,-1 0-4 16,-1-2-4-16,-1 2-16 0,1 0 5 0,2 0-10 16,-1 0 2-16,0 0-1 0,1 0 8 0,-1 0-4 15,0 0 21-15,1 0 16 0,-1 0-6 0,0 0 9 16,1 2-11-16,-1 0-8 0,0-1 0 0,1 1-2 16,-1 0 1-16,0-1 2 0,1 3-2 0,-1-1 0 0,0 0-17 15,1 1 6-15,-1-1-6 0,1 0 5 0,-1 0-15 16,0 1 6-16,2-1-4 0,0 0 4 0,0 1-4 15,0-3 2-15,2 1-1 0,0 0 0 0,-1 1-11 0,2-1 10 16,7 4-7-16,5 2 9 0,0-1-12 0,3 0 2 16,2-1 0-16,5 1 3 0,1-1 4 0,9 1-7 15,-4-4 4-15,10 1-5 0,1-1 1 0,1-1 0 16,3-1 1-16,0-1 2 0,2 0 12 0,-2-1-9 16,2-4 3-16,-2-2-4 0,4-1 6 0,4 0-6 15,-1-1-1-15,8 3-1 0,-8-1 0 0,1 2-3 16,-2 0 2-16,-8 2-2 0,2 0 0 0,-4 1 0 15,-1 0 1-15,-2-1 1 0,-1 1 7 0,4 1-9 0,1-1 0 16,1-1-1-16,4-1 5 0,3-1-5 0,4 2 1 16,1-2-2-16,3 0 8 0,1 0-6 0,-6-1 1 15,-1-1-1-15,-5 0 8 0,-5-1-6 0,-4 0 3 16,1 0-4-16,-1 1 1 0,1-1 4 0,1 1-1 0,1 2 2 16,0 0-4-16,3 0 2 0,-2 2-6 0,3 0 3 15,-8-1-5-15,5 3 7 0,-8 1 1 0,-1 0 2 16,1 0-8-16,-5 0 2 0,1 0-3 0,-5 0 3 15,1 0 0-15,-1 0-3 0,-1 0 8 0,1 0-6 16,-2 0 1-16,0-2 2 0,1 1-5 0,3-1 3 16,0 0 4-16,2 1-4 0,0-1 1 0,-4 0-2 15,5 1 4-15,-3-1-9 0,0 0 5 0,2 1-5 0,-7 1 11 16,2-2-1-16,1 2-2 0,-2 0-1 0,-1 0-10 16,-5 0 8-16,-3 0 0 0,-2-2 4 0,0 2-3 15,-1 0 3-15,-1 0-4 0,-1 0 4 0,-2 0-4 16,1 0 4-16,-4 0 1 0,0 0 1 0,3-1 2 0,2-1-3 15,-2 0 4-15,0 1-2 0,-1-1 13 0,1-1-1 16,2-2-5-16,-2 2 2 0,4-2-9 0,-4 1 2 16,2-1 3-16,-2 0-1 0,0 0 1 0,-1 2-12 15,0 0 2-15,-4 1-2 0,0 0 7 0,-1 2 1 16,-1 0-6-16,3-1 4 0,-1-1-11 0,0 1 12 16,1-1 2-16,-1 0 2 0,-1 1 1 0,-1-1-5 15,1 0 2-15,0 2-3 0,-1 0 7 0,1 0-4 0,0 0-3 16,-1 0-1-16,1 0-7 0,0 0 6 0,-1 0 1 15,1 0 1-15,-1 0-9 0,1 0 7 0,0 0-3 16,-1 0 5-16,1 0-13 0,0 0 11 0,-1 0-6 16,1 0 8-16,0 0-8 0,-1 0 1 0,1 0 3 15,0 0-1-15,-1 0 3 0,1 2 7 0,0 0-2 0,-1-1 5 16,1 1 5-16,0 0-6 0,-2-1-1 0,0 2-2 16,0 1-2-16,0-1-1 0,0 0-1 0,0 1-1 15,0-3-5-15,0 4 1 0,0 0-1 0,0 2 1 16,0 3 1-16,0 1-4 0,0 1 2 0,-2 3-3 15,0-2 2-15,-1 3 5 0,0 1 0 0,-1 0 0 16,1-1-9-16,0 2 5 0,-1 0 0 0,1 1 1 0,0-1 1 16,1-2-4-16,1 2-1 0,-1 1 1 0,0-1 3 15,1 3 2-15,1-1 0 0,0 5-1 0,0-4-5 16,0 1 3-16,0 4-3 0,0-1 3 0,0 5 0 0,0-6 1 16,-2 4-2-16,0-3 1 0,1-2-1 0,-1 0 4 15,0-4-1-15,1-4 2 0,-3-1-3 0,3-2 2 16,-1-4 1-16,0 2 0 0,1-3 0 0,-1-1-4 15,2-2 6-15,0-1-5 0,0-1 1 0,0 1 0 16,-2 2-1-16,1-2 2 0,1-1 3 0,0 1-3 16,-2 2-2-16,0 0 1 0,2-2-2 0,-1 2 0 15,-1 0 0-15,1 0 0 0,-3 2 8 0,1-1-5 16,-2 1 1-16,2-2-2 0,-4 2 2 0,-4-2-4 16,-6 1 5-16,4-1-5 0,-2 0 6 0,0 2-2 0,2-2 1 15,-4-2 0-15,3 0 9 0,-5-1 0 0,3 1 2 16,4-1-1-16,-1 3-3 0,5-4 0 0,-2 8-7 15,5-6 4-15,0 0-10 0,0 1 6 0,3-4-5 16,-6 5 5-16,7-5-8 0,-1 0 3 0,0 0 3 16,-1 1 0-16,0 1-1 0,1-1-3 0,0 1 1 0,1 0 0 15,1-1 3-15,0 1-2 0,0 0-3 0,1-1 1 16,1 1-3-16,1 0 8 0,15 6-2 0,6-1 3 16,-3-2-6-16,-1-4 1 0,1 1 2 0,-1-1-2 15,2-1 3-15,-3 0-7 0,1 2 4 0,-3 0-5 16,-2-1 4-16,-1 1 3 0,-2 0-2 0,1-1 1 0,-1 3-1 15,-4-3 0-15,0 3 0 0,0-1 1 0,-1 0 1 16,-2 1-4-16,-2-3 5 0,1 1-5 0,1 4 7 16,1 4-6-16,-3-1-2 0,1 2-1 0,-3 1 4 0,-1 1 2 15,0 0 3-15,-1 0-2 0,-4 1 0 0,-2 0 0 16,-1 0-1-16,5 1 3 0,-15-2 11 0,-1 2 0 16,1-2 0-16,-2 0 0 0,-1 0-3 0,-1-1-2 15,1-4-2-15,3 4 1 0,1-2-15 0,-1-1 5 16,3 1 1-16,-4-3 2 0,4 5 4 0,1-4-7 15,1 3 0-15,3-1-3 0,2-3 1 0,2 6 2 16,1 0 2-16,1-1 0 0,1-1-2 0,0-4-1 16,-2 0 1-16,0 1 0 0,1-2 1 0,3 3 0 15,1-4-1-15,0-2 1 0,1 0 8 0,1 1-8 0,1-1 3 16,-1-3-3-16,16 10 6 0,2-4-5 0,-2-2-1 16,0-1 0-16,0-3 1 0,-1 0-5 0,0-2 8 15,1 1-7-15,-3-1 4 0,-2 0-2 0,2 1-2 16,-1-1 0-16,1 0 4 0,0 1-1 0,-2 1 0 0,1 0 0 15,-3 0-5-15,-1 0 6 0,-2 0-6 0,1 0 7 16,-6 0-2-16,0 0-1 0,0 0 2 0,1 1-2 16,-1 1 0-16,-1 0 0 0,-1 1-2 0,1 5 0 15,-2 12-2-15,-3-2 2 0,-4 4 2 0,-3 1-2 16,0-2 0-16,0-2 4 0,-1-1-3 0,-1-2 2 16,1 2-7-16,1-1 6 0,0 3-2 0,2 0 2 15,1 3-2-15,2 1 1 0,2 1-1 0,1 3 2 0,2 4-3 16,0 4-1-16,3 2-1 0,4 7 0 0,3-1 5 15,0 1-3-15,1-2 6 0,1-4-4 0,-1-1 5 16,-1 0-1-16,0-5-4 0,-1-5 1 0,-1 0-3 0,0-3 4 16,-1-2 5-16,-2-4-1 0,-2-1-2 0,0-3 0 15,-1-2-2-15,0-5 2 0,-2 0 8 0,0-3 1 16,0-3-1-16,0 1 0 0,0 0-7 0,0-1-19 16,-2 0-28-16,0-1-6 0,-1-1-159 0,0 0-163 15,-4-3-65-15</inkml:trace>
  <inkml:trace contextRef="#ctx1" brushRef="#br0" timeOffset="16">9757 5930 242 0,'0'0'37'15,"0"0"-1"-15,-2 0 18 0,1 0-11 0,-2 0-2 16,-4 0-17-16,-5-2 0 0,1 1 6 0,1-1-5 16,-2 0 0-16,2 2 14 0,2 0 3 0,-5-1 4 0,3 1 9 15,-1 0 8-15,-4 0-3 0,5 0 6 0,-2 0 6 16,1 0-14-16,-1 0 9 0,2 0-10 0,-1-2 14 15,2 2 3-15,0-2-8 0,4 2 5 0,-2-1-26 16,2 1 13-16,2 0-10 0,-4-2 11 0,5 2-19 0,-1 0-7 16,0-2 3-16,0 1-6 0,-1-1-1 0,1 0-16 15,1 1 0-15,1-1-4 0,-1 0-7 0,0 1-2 16,1-1 0-16,-1 1-1 0,2-1 1 0,0 0 0 16,0 1-2-16,2-1 0 0,-1 2 6 0,9 0-10 15,18 0 8-15,2 0-9 0,5 2 7 0,3 1 2 16,0 2-2-16,3-2 1 0,-3 2-4 0,1-2 6 15,-2-1-2-15,-3-2 5 0,-1 0-8 0,-1 0 4 0,-3 0-2 16,0-2 3-16,-1-1 5 0,-4 0-8 0,-1-1 3 16,-1 0-3-16,-6 0 10 0,-2 1-6 0,-6 1 8 15,-3 1-8-15,0-1 17 0,-2 0 37 0,0 1-7 16,1-3 14-16,-3 1-25 0,1 0-12 0,-2 1-3 16,0-5-3-16,0 1-6 0,-2-1-1 0,-1 1-4 0,0-1 3 15,-2 0-4-15,0 1-1 0,1-1 1 0,-2-1-2 16,-1 0 1-16,4-2-3 0,0-2 1 0,-7-3-1 15,2 1 5-15,1-3-7 0,4-1 2 0,1-2-5 16,2-1-3-16,0-6 4 0,2 1-3 0,1 3 3 16,0 1-2-16,1 6 0 0,-1 1 3 0,-2 6-3 15,3-4 0-15,-4 10-2 0,1-2 0 0,-1 3-2 0,2-1-5 16,0 1-3-16,-1 1 3 0,1 1-3 0,0 0 5 16,-1 1-3-16,1 3 0 0,6 17 0 0,0 2 10 15,-1 4-3-15,0-4 1 0,-1 0-1 0,1 2 1 16,-2-5 2-16,1 1 0 0,1-1 0 0,0 0 0 0,-1-2 0 15,1-2 0-15,-1 1 1 0,1-1-1 0,-2-2 3 16,2 0-3-16,-1-2 2 0,1 0-2 0,-2-4 4 16,0 0-2-16,-2-3 2 0,0 0-4 0,-1-2 4 15,0 1-1-15,-1-1 2 0,-1-1-1 0,4 1 5 16,-1 0-1-16,0 0 0 0,2-1-4 0,0 0 6 16,-2-2-3-16,2 0 2 0,-1 0-4 0,1 0-1 15,3-4 1-15,-2 1-1 0,3-3-2 0,-1 1 2 16,0-12 3-16,-1 1-1 0,1-3 2 0,-1 3-8 0,1-2 4 15,0 1-4-15,0 2 3 0,2-1-3 0,-3 1 0 16,0 0 0-16,-1 2-2 0,2 5 1 0,1 3-5 16,1 1 4-16,-4-1-4 0,1 0-6 0,1 1 1 15,-3 2-2-15,0 2 8 0,1 0-6 0,1 3 8 0,1 0-7 16,-1 21 5-16,-2-1 5 0,-2-2-5 0,2 1 6 16,-2-1 3-16,1-3-2 0,-1 0 2 0,-1-3-3 15,3 0-3-15,-4-5 5 0,6-2-3 0,-2-1 5 16,-2-2-5-16,-3-3 8 0,2-2 2 0,8 6 3 15,-5-4-2-15,3 1 1 0,0-3-6 0,0 0 6 16,2-3 0-16,0-4-8 0,0 6 7 0,-2-18-7 0,4 0-3 16,1 0 4-16,2 1-6 0,3 2 4 0,2 3-3 15,1-1-5-15,1-1 3 0,1 7-3 0,2 0 12 16,1 3-11-16,2-12 4 0,-1 6-6 0,-3 4 5 16,-2 4 2-16,-2 1-1 0,-1 2 1 0,-4 0-1 0,3 2 5 15,-3 0-2-15,-5-1 2 0,0 1-1 0,-5-2-7 16,-2 0 2-16,4 2-4 0,-4-1 4 0,-1-1-92 15,1 2-11-15,0 0-40 0,-1-1-146 0,0-1-318 16</inkml:trace>
  <inkml:trace contextRef="#ctx1" brushRef="#br0" timeOffset="17">10331 4399 1164 0,'0'0'3'15,"0"-2"-2"-15,-1 1 13 0,-1-1-5 0,0 0 7 16,1 1 6-16,-1-1 52 0,1 0-10 0,-1 1 19 15,2-1-34-15,0 2-28 0,0 0 4 0,2 0-13 0,-1 2-4 16,1 1-5-16,8 14 3 0,5 17-2 0,-1 8 11 16,0 4-9-16,-4 5 3 0,-1 5-4 0,0-1 5 15,-4-3 23-15,-2-2-2 0,0-9 8 0,1-1-5 0,-1-7-9 16,0-5-1-16,-1-3-2 0,-1-2 3 0,1-3-1 16,0-4 1-16,-2-3-1 0,0-1 0 0,0-4 7 15,0-1-5-15,0-2 5 0,0-3-6 0,0-1 12 16,0 2 1-16,0 1 1 0,0-3-7 0,-2 1-9 15,0 0-3-15,1-2-2 0,-1-2-4 0,1 0 5 16,-1-1-5-16,-10-20 3 0,2-2-3 0,2-3-11 16,2-5 10-16,1-2-11 0,0-1 8 0,0-2-4 0,3 0-1 15,2-3 0-15,0 0 3 0,0 1-5 0,0 4-2 16,2 1-1-16,4 2-3 0,1 3 4 0,4 0 1 16,3 4 0-16,-1 1-3 0,-8 4-4 0,20 3 2 15,1-1-2-15,5 1 1 0,-4 2 6 0,-1 3-4 0,-1-1 3 16,-5 4-7-16,-2 5 3 0,-3-1 1 0,-4 1 0 15,2 3 2-15,-6 1-6 0,3-8 6 0,-2 4-5 16,-3 4 8-16,0-1-7 0,-2 2 1 0,-1 0-6 16,1 0-21-16,1 2-196 0,-1-1 5 0,-1 3-96 15,1 9-276-15</inkml:trace>
  <inkml:trace contextRef="#ctx1" brushRef="#br0" timeOffset="18">10737 4856 707 0,'0'-1'26'0,"0"-3"36"15,-1-4-38-15,-2-15 15 0,1 5 3 0,0-2 9 16,1 0 48-16,-1 4 2 0,0-1-7 0,1 6 0 15,-1-1-28-15,0 1-2 0,1-1 1 0,1 5-4 16,-2 1-12-16,2 1-22 0,-2 2-1 0,1-1-8 16,-1 3-13-16,0-1-3 0,1 0 0 0,1 2-1 0,-2 2 5 15,2 1-6-15,-2 9 2 0,-1 13-3 0,1 3 2 16,2 1 0-16,0 3-1 0,0-1 1 0,2-1 3 16,1-2 0-16,1-3 2 0,-3-1-2 0,1 0-4 15,0-3 11-15,1-1 0 0,-1 0 8 0,-1-2 23 0,1-2-6 16,-2-1 1-16,0-2-5 0,0-1-9 0,0 0 7 15,0-4-4-15,0-2 6 0,0-1-8 0,0 0 2 16,0-1 4-16,0-1-2 0,-2 0 2 0,1 1-1 16,-1-1 0-16,0-1-1 0,1-1-12 0,-1-1-3 15,2 0-5-15,0-1 2 0,0-1-6 0,2-1 3 16,-2-1 0-16,10-12 1 0,0-1-8 0,-9 2 1 16,17 1-1-16,0 0 1 0,6 3-3 0,-3-1 2 0,2 2-2 15,2 2 1-15,0 0-5 0,-1-1 1 0,4 6 0 16,-4-12 2-16,-6 7 1 0,0 5-2 0,-3 3 0 15,-5 0-1-15,3 3-3 0,-3 2 3 0,-4-2 0 16,4 6 1-16,-6 10 3 0,-3 1-1 0,12 2 2 16,-8-2-1-16,-5-1 1 0,-5 4 11 0,-3-3-4 0,-3 2 7 15,1-4-3-15,-18-3 15 0,-4 0-4 0,6-2 7 16,1-2-4-16,0-4 12 0,2 0 1 0,0-6 4 16,2 14 1-16,3-7-12 0,-1-1-2 0,3-4-3 15,1-3-3-15,3 0-4 0,1-1-1 0,1-3-1 16,0 1-10-16,4 0-1 0,-1-1-6 0,4 3 3 15,-1-1-6-15,3 0 2 0,-3-2-1 0,1-1 0 0,1 1-15 16,2 3-173-16,-1-3-20 0,-1 1-85 0,0 1-381 16</inkml:trace>
  <inkml:trace contextRef="#ctx1" brushRef="#br0" timeOffset="19">12409 6590 60 0,'0'0'2'0,"0"0"10"16,-1-1 12-16,-1-1 1 0,0 1 11 0,1-3-5 15,-1 1-6-15,-1-4 7 0,-1-3-8 0,1-1 3 0,2 3 9 16,1-4 10-16,0-1 0 0,0 1 25 0,1 2 26 16,1-1-2-16,-1-2 11 0,1 3 5 0,0-2-4 15,1 1 2-15,-1 1 0 0,-1 0-1 0,-1 3-38 16,2-3 4-16,-2 4-14 0,0-1 7 0,0 4-38 15,2-1 3-15,-1 3-17 0,1-1-11 0,0 0 1 16,-2 2-3-16,1 0 3 0,1 2-9 0,0 1 3 16,1 16-5-16,2 7 5 0,-2 2 1 0,-1 2-2 15,-1 3 2-15,-1 2-1 0,0 2 1 0,0 5 0 0,0 2 1 16,-1 6-1-16,1 1-4 0,3 0 11 0,0 1-8 16,-1-6 9-16,0-3-11 0,1-4 6 0,0-2-2 15,-1-6 4-15,1-5-3 0,-1-2 23 0,0-5 22 16,-1-5-2-16,-1-4 56 0,0-4-41 0,0-1 3 0,0-3-12 15,0 1 27-15,0 0-15 0,0-1-1 0,0 0-7 16,0-2-23-16,0 0-5 0,0-2-1 0,0-1-2 16,-1-12-10-16,1-12-3 0,0-6 2 0,0 0-2 15,1-5 3-15,2-3-10 0,2 3 5 0,0-3-6 16,4 1 9-16,1 7-11 0,1-2 5 0,2 7-6 16,1 4 4-16,-3 4-5 0,1 2-2 0,-7 4 0 0,13 1 3 15,2 3 0-15,-4 0-1 0,1 2 1 0,-3 3 0 16,-2 2-1-16,-2 1 1 0,-2-4-2 0,2-1-5 15,-2 4-13-15,2-1-28 0,0 4-2 0,-3 0-158 0,-2 2 4 16,-2 0-52-16,12 21 8 0,-4 11-312 0</inkml:trace>
  <inkml:trace contextRef="#ctx1" brushRef="#br0" timeOffset="20">12800 7131 1034 0,'0'0'75'0,"0"0"-94"15,0 0 96-15,-1 0-49 0,-1 0 19 0,1 0-16 16,-1 1 4-16,0 1-7 0,1-1 14 0,-1 3 29 0,-6 11-8 16,-2 3 14-16,2-2-27 0,1-1 9 0,0 0-5 15,1 2 5-15,-1-3-15 0,2 1-11 0,0 0-2 16,2-2-4-16,1-1-10 0,1-4-7 0,-1 0 2 0,2-1-4 16,0-2 0-16,0 0 3 0,0-3-3 0,0-1 4 15,0 3 3-15,0-1-5 0,0-1 1 0,0-1-3 16,0 1-2-16,2-2 0 0,-1 0-5 0,1-2 3 15,0 1-7-15,1-3 7 0,-3 3-3 0,2-11 4 16,6-1-5-16,-2 1 2 0,3 1 1 0,-3 1 0 16,1 3-4-16,-2 1 5 0,1 2-4 0,-1 3 5 15,-1-1-12-15,1-1 3 0,0-1-3 0,-1 3 3 16,3-1-3-16,0 2 4 0,-1 0 3 0,3 0-1 0,-3 2 6 16,1-1-3-16,-1 3 2 0,1 1-3 0,-2-2 3 15,-2 10-2-15,0 0-1 0,-1-1 1 0,0-1 0 16,1-2 0-16,-1 1 0 0,-1-2 1 0,3 0 6 0,-1-3-5 15,0 0-2-15,-3-3-2 0,0-1-20 0,0 1-63 16,4 1 0-16,-3 1-25 0,1-3-43 0,0 1-26 16,-1 0-27-16,1-2-11 0,0 0-203 0</inkml:trace>
  <inkml:trace contextRef="#ctx1" brushRef="#br0" timeOffset="21">12697 7142 940 0,'-2'0'109'0,"0"-2"25"0,1 1-43 0,-1-3-51 15,0 1-7-15,1 0 12 0,-3-4 22 0,3 2 1 16,1 4 5-16,0-4-6 0,0 1-21 0,1 1-5 16,-1 1-6-16,2-1-23 0,23-3-2 0,3-3-3 0,3 3 1 15,2 1-1-15,2-4-7 0,-1 8-3 0,3-19-13 16,-1 7-103-16,-1 6-323 0</inkml:trace>
  <inkml:trace contextRef="#ctx1" brushRef="#br0" timeOffset="22">12092 7958 406 0,'0'0'36'15,"0"0"-4"-15,-1-2 33 0,-1 1-10 0,1-1 1 16,-1 0-38-16,0 1 25 0,1-3-9 0,-1 1 14 16,2 0-16-16,-2-4 37 0,1-4 3 0,1 6 11 15,0 0-3-15,0-2 3 0,0 2-12 0,0 0 7 16,0 2-35-16,0 0-23 0,0-1 3 0,1 1-8 0,1 1 7 15,0 1-5-15,-1-1-5 0,1 2 1 0,0 2-6 16,-1 1-5-16,2 7 3 0,4 20-5 0,-2 1 0 0,-2 4 8 16,1 1-1-16,1 5 2 0,-2 2-3 15,2 0 2-15,0 3-1 0,1 1 0 0,1-1-6 0,0-3 1 16,-1 0 0-16,2-2 2 0,-1-3 6 0,0-2-6 16,-1-1 2-16,-1-7-2 0,0-1 2 0,0-3 13 15,-2-2 4-15,-1-2 6 0,0-1 26 0,-2 0-11 16,0-3 2-16,0-1-7 0,-2-2-13 0,0-1 14 15,1-2-2-15,-1-2 6 0,0 0-1 0,1-1-19 16,-1-1 2-16,-1 3-8 0,1-3-4 0,1 1-7 16,-3 3-4-16,1-2 1 0,-2 4-7 0,2-3 2 0,-1 3 1 15,1 0 1-15,0-1 3 0,1-1-4 0,0 0 3 16,1 0-3-16,-1-2 6 0,1 0-2 0,1-1 2 16,0-2-1-16,0 0 3 0,0-2-3 0,0 1-3 15,0-1 2-15,-2 0 14 0,2 0-4 0,-2 1 9 0,2-1-8 16,-1 0 8-16,-1-1-3 0,0 0 0 0,1-1-1 15,-1 1-10-15,0 0-2 0,1-1 0 0,-1 1 0 16,0-2 0-16,1 0-3 0,-1 0 1 0,0 0-3 16,1 0-2-16,-1 0 1 0,0 0-3 0,1 0 2 15,-1 0-4-15,2 0 2 0,0 0 0 0,0 0 2 16,0 0 5-16,0 0-8 0,0 0 3 0,0 0-3 0,0 0 4 16,0 0-1-16,0 0-1 0,2 0-1 0,-1 0-2 15,1 2 5-15,0-1-1 0,-1 1 2 0,3 0-4 16,-1-1 1-16,4 2 0 0,1 2 1 0,0 0 0 15,-1 0 0-15,1 2-2 0,0 0 1 0,2-1-1 0,-2-1 7 16,-1 0-4-16,3 2 5 0,1 1-7 0,1-1 1 16,-2-3 2-16,0 1-1 0,-7-5-4 0,4 2 4 15,1 1-1-15,-1-1 3 0,-1 0-1 0,-1-1-2 16,0-1 1-16,-2 2-1 0,1-2 3 0,-1 2-3 16,0-1 0-16,1-1-1 0,-1 2 1 0,0 0-3 15,0-2 3-15,1 0-1 0,-1 0 3 0,-1 0-2 16,1 0 0-16,0 0 0 0,1 0 5 0,-1 0-4 0,0 0 1 15,-1 0-2-15,0 0 5 0,-1 0-5 0,1 0 3 16,-1 0-3-16,1 0 3 0,0 0 1 0,-1 0-3 16,1 0 2-16,-2 0-3 0,0-2-5 0,0 0-6 15,0 1-6-15,-2-1-60 0,1 0-14 0,-1 1-6 16,0-1-1-16,1 0-15 0,-1 1-18 0,1-1-7 0,-1 0-4 16,0 1-28-16,1-1-31 0,-1 2-20 0,0 0-13 15,1 0-153-15</inkml:trace>
  <inkml:trace contextRef="#ctx1" brushRef="#br0" timeOffset="23">11922 9282 686 0,'-1'0'240'0,"-2"0"-277"15,-27-1 276-15,0-1-136 0,-6-1-16 0,9 1 7 16,4 1-4-16,-1-3 3 0,5 3-20 0,5-1-5 16,2 0-4-16,7 2-1 0,3 0-27 0,-1-1-19 15,1-1 1-15,1 0-6 0,1 2-7 0,1 0 4 16,19-3-2-16,23-4 3 0,7 1 0 0,4 1-7 16,6-2 2-16,6 1-3 0,1 2-2 0,7-2 7 0,9 2-1 15,-4 1 7-15,0 0-3 0,-8 1-10 0,-11 1 3 16,-4 1-4-16,-13 0 9 0,-5 0-3 0,-7 1-2 15,-8 1 2-15,-1-1 1 0,-6 1 1 0,-1-2 0 16,-5 0 1-16,-2 0-5 0,-4 0-4 0,-3 0-17 0,2 0 0 16,1 0-95-16,-3 0-79 0,1 0-19 0,-2 0-35 15,0 0-214-15</inkml:trace>
  <inkml:trace contextRef="#ctx1" brushRef="#br0" timeOffset="24">12109 9477 1044 0,'-2'0'139'0,"1"0"292"0,-1 0-402 16,0 0-14-16,1 0 2 0,-1 0-1 0,0 0 23 15,1 0 1-15,1 0 1 0,0 0-3 0,1 0-19 0,3 0-8 16,4-1-4-16,12-3 0 0,1 1-6 0,1 1-4 16,-6 1 3-16,2-1-4 0,-1 0 7 0,-4 2-3 15,-1 0 3-15,-4 0-3 0,0 0 3 0,-3 0-3 16,0 0-3-16,-2 0 1 0,1 0-7 0,1 0 0 15,-4 0-38-15,7 0 7 0,-6 0-192 0</inkml:trace>
  <inkml:trace contextRef="#ctx1" brushRef="#br0" timeOffset="25">14801 5778 336 0,'0'-2'14'16,"0"1"-5"-16,0-3 24 0,-2-6 2 0,-3-16 1 16,2 1 10-16,-2-6 37 0,2 3-5 0,-1 0 14 15,-2-10-7-15,1 5 9 0,-2-4-7 0,1 4 6 16,2 9-23-16,1 0-11 0,-2 1-3 0,2 4-4 15,-2 2-17-15,1 2-17 0,1 4 6 0,2 2-11 16,-1 3-10-16,2 2-2 0,0 3-4 0,0-1 2 0,-2-1-9 16,1-1 4-16,-1 1-9 0,0 2 8 0,1-1-11 15,-1 0 11-15,2 2 7 0,0 0-1 0,0 0 6 16,0 0-5-16,0 2 0 0,0 0 1 0,2-1 11 0,-1 1-3 16,1-1-1-16,0 1 0 0,-1 0-1 0,1-1 0 15,0 1 1-15,-1 0-2 0,1-1-3 0,-2 1 5 16,0 0-2-16,0 1 3 0,0 0-2 0,0 1-1 15,0-3 0-15,0 1-1 0,0 0-1 0,0-1 0 16,0 1 2-16,0 0-2 0,0-1-4 0,0 1 0 16,-2-1 0-16,1 1 2 0,-1 0 10 0,0-2-6 15,1 0 8-15,-1 0-7 0,0 0 7 0,1 0-1 16,-1 0-5-16,0 0 4 0,1 0-1 0,-1 0-7 0,0 0-2 16,1 0-1-16,-1 0 3 0,0 0-7 0,1 0 5 15,-1 0-5-15,0 0 5 0,1 0-2 0,-1 0 0 16,1 0-1-16,-1 0 2 0,2 0-1 0,0 0 3 15,0 0-3-15,0 0-1 0,0 0 9 0,0 0-2 0,0 0 8 16,0 0 11-16,0 0 8 0,0-2-1 0,0 0 1 16,0 1-17-16,0-1-5 0,0 1-1 0,0-1-1 15,0 0-8-15,-2 1 6 0,1-1-4 0,-1-1 3 16,0-1-9-16,1 3 5 0,-1-1-1 0,0 0 3 16,1 1-7-16,-1-1 2 0,0 0 1 0,1 1 1 15,-1-1 3-15,0 0-4 0,1 1 2 0,-1-1-1 0,0 0 13 16,2 1-1-16,0-1-1 0,0 1 0 0,0-1-3 15,0 0 7-15,0 1-8 0,0-1 7 0,0 0-8 16,-1 1-2-16,-1-1 4 0,1 0-3 0,1 1 2 0,-2-1-8 16,2 0 2-16,0 1-2 0,0-1 3 0,0 0-3 15,0 1 0-15,0-1-2 0,0 0-2 0,0 1 7 16,0 1 0-16,0 0 3 0,-2 0-9 0,2 0 2 16,-1 0 1-16,-1 0 0 0,0 0 0 0,1 0 2 15,1 0-5-15,-2 0 4 0,2 0-4 0,-2 0 2 16,1 0 3-16,1 0-1 0,0 0-3 0,0 1 2 15,0 1 1-15,-2 0 1 0,2-1-5 0,-2 3-93 0,1-1-30 16,-3 14-43-16,1 6-327 0</inkml:trace>
  <inkml:trace contextRef="#ctx1" brushRef="#br0" timeOffset="26">11913 9221 1002 0,'-2'0'27'0,"0"0"14"0,-1 0 17 0,-4-1-21 0,-6-3 5 16,-7-2-7-16,5 1 22 0,1 2 0 0,-5-2 3 16,5 1-2-16,-3 1-8 0,-1-2-8 0,1 2-2 15,-1 1 0-15,0-1 1 0,2 1-4 0,-1 0 3 0,4 1-2 16,0-1 15-16,1 0-13 0,6 2 2 0,2 0-6 16,1 0 4-16,0 0-21 0,1 0 3 0,0 0-10 15,1 0-4-15,1 0-7 0,0 0 2 0,1 0-3 16,3 0 7-16,12 4-5 0,20 4 0 0,2-3-2 15,7 0-8-15,1 2 10 0,-1-1-4 0,4 2 5 16,-2 1-6-16,2 1 2 0,4 1 2 0,3 1 0 0,7-1 3 16,9 1-4-16,1-4 0 0,6-1 0 0,0-2 5 15,-4-4-6-15,4 1 6 0,2-2-5 0,5-2 13 16,11-4-11-16,10-1 3 0,2-6-5 0,-5-4 1 0,-3-2 4 16,-1-1-1-16,13 0 2 0,1 2-4 0,4 3-1 15,-4 0 1-15,-11 0-1 0,-3-1 0 0,1 2-1 16,5 0 3-16,-1 4-1 0,-2 5 5 0,-14 1-6 15,-12 3-2-15,-11-1-2 0,-1 2 2 0,-4 0 3 16,0 0 3-16,0 2 1 0,-5-1 1 0,-2-1-7 16,-9 0 0-16,-4 0-1 0,0-1 4 0,-6-1-1 15,1-1 3-15,-6 1-3 0,-3-1 5 0,-4 0-4 0,-4-1 2 16,-2 1-2-16,-2 1-1 0,-4 1 6 0,-1-1-6 16,-3 0 6-16,-1 1-4 0,-1 1-1 0,-1 0-1 15,-3 0-2-15,1 0-14 0,1-2-161 0,1 0-56 16</inkml:trace>
  <inkml:trace contextRef="#ctx1" brushRef="#br0" timeOffset="27">14969 5418 214 0,'0'-2'71'15,"-2"1"-7"-15,1-3 54 0,-12-19 4 0,-1 2-12 16,1 3-20-16,-2-4-7 0,2 2-8 0,2 2 3 16,-1 0-12-16,2 0-8 0,0 0-2 0,2-1-4 15,0 3-20-15,1 1-2 0,1 2 3 0,1 3 0 0,0 2 8 16,0-1-14-16,1 4-1 0,3 2-5 0,-1 0-8 16,-3 1 21-16,0-1 4 0,0 0 5 0,0 1-1 0,2 2-22 15,0 0-2-15,1 0-6 0,-1 7-7 0,-15 22 2 16,4 8-2-16,8-1 2 0,4 7-7 0,2 0 2 15,3 3 1-15,2 2 1 0,4-3-4 0,1 7 0 16,-1 3-3-16,3-1 3 0,0 3 5 0,-3-6-5 16,1 2 5-16,2 4-5 0,-4 1 4 0,2 8 6 15,-3-6-8-15,1 4 9 0,-3-6 4 0,0-5 15 16,-2 0-5-16,-1-9 6 0,-1-1-10 0,-1-7-9 16,0-2 7-16,0-8-7 0,-1-1 2 0,-1-5 3 15,0-4-4-15,1-3 4 0,-1-3 1 0,1 0-4 0,1-5 1 16,0 0-2-16,-2-2 10 0,0 1-7 0,1-1 0 15,-1-1-5-15,0-1-10 0,1 1-4 0,-1-2 1 16,0 0-3-16,1 0-2 0,1-2 3 0,0 1-3 16,0-3 4-16,0-1 2 0,0-6-1 0,0 2 1 15,0 3-2-15,0 1-3 0,0 3 6 0,0-1-5 0,0 0 5 16,0-1-8-16,0 3 4 0,-2-1-2 0,0 2 1 16,-1 2-4-16,-2-1-4 0,-16 4 6 0,-2 25-5 15,-2 1 12-15,-2 4 4 0,-1 5-1 0,-3 4 1 16,3 3-5-16,-7 0 1 0,1 1 7 0,4 0-2 15,-5 0 4-15,2-2 2 0,2-3-6 0,-4-3 5 16,7-5 0-16,2-2-4 0,1-5 4 0,7-2-2 0,-2-4 2 16,4-3-6-16,2-2 2 0,4-4-3 0,4 0-2 15,4-4 6-15,-6 1-1 0,5-5 4 0,1-2 9 16,0 0 1-16,1 0-1 0,1 1 0 0,0-3-8 0,1 1 3 16,3-2 1-16,17-3-2 0,9-7-10 0,3-7 7 15,3 12-5-15,-5-29 6 0,4-4-7 0,1-2-4 16,-3-8 2-16,7-3-2 0,-9-4 8 0,-3-1-7 15,-1 0 3-15,-6 2-3 0,1 6 1 0,-6 5-1 16,1 5-2-16,-1 6 1 0,-1 6 4 0,-3 5-5 16,-1 4 1-16,-4 2-3 0,1 2 3 0,0 5 0 15,-3-1-1-15,0 3 0 0,-1 3 0 0,-1-1 0 16,-2 3-1-16,3-3-1 0,-1 1-7 0,0 1 7 16,1 1-4-16,-1-1 4 0,0 0 0 0,1 2 0 0,-1 0 3 15,2 0-3-15,6 4 0 0,4 4-3 0,2 4-4 16,4-4 2-16,1 18-2 0,1 6 4 0,3 4 6 15,-1 2-4-15,5 5-5 0,-1 0 9 0,3 3-2 16,-8-5 4-16,3 1-4 0,-4-6 9 0,0-1-7 0,3 1 6 16,-7-8-8-16,0 0 3 0,-4-3 0 0,0-5 2 15,2-2 1-15,-6-5-3 0,-1-3 7 0,0-2-6 16,-3-1 6-16,-1-4 3 0,1 0-3 0,-2 1 3 16,-4-3 0-16,3 1-10 0,-3 0 1 0,1-1-3 15,0 1-5-15,-2 0-70 0,0-1-5 0,0 1-30 16,1 1-76-16,1 6-164 0,-2-1-115 0</inkml:trace>
  <inkml:trace contextRef="#ctx1" brushRef="#br0" timeOffset="28">14245 7385 1411 0,'-4'-2'11'0,"-7"-1"24"0,-6-2-10 0,7 2-16 15,5 1 3-15,2 2-9 0,0-2-2 0,-1 1 40 16,3 1-9-16,-1 0 19 0,1 0-9 0,1 0-10 16,1 1-3-16,1 1-4 0,6 3-24 0,17 7 5 0,0 11-1 15,9 6 1-15,-4 3-6 0,5 2 0 0,3 8 0 16,-9 1 0-16,6 1 1 0,-4 7 5 0,2-4-6 16,-6-1 4-16,2-3 7 0,-1-4 24 0,-6-2-6 15,6-4 9-15,-3-3-17 0,-2-2-9 0,2-2 1 16,-2-3-5-16,-2-1-1 0,1-3 9 0,-3-2-8 0,0-4 9 15,-1-1-2-15,-2-7 2 0,2 0-2 0,-1-4-3 16,-2 9-20-16,1-1-97 0,-1-5-2 0,0-4-42 16,0-1-95-16,1-4-295 0</inkml:trace>
  <inkml:trace contextRef="#ctx1" brushRef="#br0" timeOffset="29">15408 7254 1124 0,'0'0'62'0,"0"0"-2"0,-2-1-7 16,1 1-2-16,-1 0-25 0,1 0-23 0,-3 0 22 16,-2 1 9-16,-8 8 8 0,0-4 58 0,-1 21-26 15,-2 4 2-15,1 3-14 0,-2 0-23 0,-2 5-8 16,-2 3-3-16,-2 5-2 0,-3 6-9 0,2-1-8 16,-4 2 2-16,2-4-5 0,-1 1-1 0,3-4-2 15,1-3 1-15,-1-4-1 0,7-4-2 0,0-2 11 16,4-3-9-16,3-4 8 0,-1-1-12 0,4-7-86 0,1-1-1 15,3-7-46-15,0-2-163 0</inkml:trace>
  <inkml:trace contextRef="#ctx1" brushRef="#br0" timeOffset="30">14769 7243 1007 0,'-1'0'17'0,"-1"-2"35"0,0 1 9 0,-1-3 15 0,-2-2-12 15,-3-6-7-15,3 4 11 0,0 0-10 0,0-1 9 16,3 4-4-16,-1-1-4 0,3 4 1 0,-1-1-13 16,-1-1-19-16,0 1 0 0,2 2-5 0,0-1-1 0,0 0-7 15,0 1 0-15,0 1-4 0,2 1 0 0,0 1-10 16,-1 1 4-16,9 17-5 0,0 8 10 0,-2 3-10 15,-1 1 3-15,-1 3-5 0,-1-1 8 0,-1-1-3 16,-1 2 0-16,0-2-1 0,-1-2 4 0,0-3 4 16,-1 0 5-16,-1-9-4 0,0 2-2 0,0-1-2 15,0-4-10-15,0 3 0 0,0-8-80 0,0-4-90 16,0 3-34-16,0-7-30 0,0 0-243 0</inkml:trace>
  <inkml:trace contextRef="#ctx1" brushRef="#br0" timeOffset="31">14677 7420 976 0,'-2'0'45'0,"1"-2"60"15,-3 0-44-15,1 2-23 0,-7-3 0 0,0 0-7 16,0-1-2-16,2 3-10 0,0-1 5 0,1 2-7 16,-4 0-8-16,9 0 28 0,-1 2-2 0,1-2 14 15,-11 18-1-15,3 3-22 0,2 2 0 0,3-1-5 16,5 3-4-16,1-1 0 0,4 1-5 0,2-2 5 15,1-4 0-15,1-3 23 0,-1-3 6 0,-2-5 4 0,-1 2 4 16,10-5-17-16,-2 5-1 0,-1-3-3 0,0-2 3 16,1-2 0-16,2 0 3 0,-1-3-3 0,3-1-4 15,-1-6-5-15,1-3-3 0,-1 7-1 0,-1-22-16 0,0 7 2 16,0 0-5-16,-2-2 4 0,0 4-3 0,1 1 2 16,-4-2-3-16,-1 2 2 0,3 2-11 0,0 0-90 15,-3 0-46-15,3 1-35 0,4 1-315 0</inkml:trace>
  <inkml:trace contextRef="#ctx1" brushRef="#br0" timeOffset="32">16035 7025 1233 0,'0'-2'0'16,"0"-1"1"-16,-3-28 8 0,3-3-8 0,2 0 8 0,-1 2 7 15,-1 3 79-15,0 1-17 0,0 3 38 0,-1 3 7 16,-4 3-23-16,0 2 1 0,-2 4-18 0,1 1-57 15,1 6-8-15,-15 1-1 0,-3 3-2 0,-4-14-7 16,-2 6 0-16,1 8-1 0,-9 7 0 0,1 8-6 0,-4-10 4 16,4 30-3-16,1 5 4 0,6 2-2 0,6 0 1 15,4-2-1-15,8 0 1 0,3-9-6 0,4 1 2 16,-12-3 1-16,7-8 1 0,6 5 1 0,3-6 10 16,3-2-1-16,2-3 3 0,2-1-4 0,-2-9 7 15,21 14-4-15,2-6 5 0,5-4-8 0,0-7 6 16,-1-3-3-16,-1-4 4 0,-8-1-6 0,2-5-7 15,-2-1 2-15,-3 11-4 0,-2-18-2 0,0 4 6 0,-6 1-2 16,-4-6 3-16,0 7-5 0,-4 0 1 0,1 2-1 16,-4 7 2-16,1-1 0 0,1 2-5 0,0 0-1 15,1 2 0-15,-3 1-6 0,1 0-4 0,0 2 4 16,-1 2-5-16,1 0 1 0,1 6 7 0,7 22-3 16,-5-2 6-16,-2 0-3 0,-1 0-2 0,0 2 5 0,-1 1-4 15,1-1 7-15,0 1-2 0,1 1-1 0,-1 1 0 16,-2 3 0-16,1 2-1 0,-1 2-2 0,0 2 1 15,0 0-2-15,0 4 8 0,-1 0-2 0,-3-1 5 16,-1 1-11-16,-3-5 8 0,0-1-6 0,0-10 6 16,-2-2-4-16,0-7 8 0,0-4 7 0,2-6-3 15,1-4-7-15,-1-2 14 0,-4-2-10 0,2-1 14 0,4 3 3 16,-11 3 8-16,6-5 6 0,-4-3-3 0,0-3 5 16,7-2-18-16,1 0 3 0,4-20-7 0,1-4-4 15,-1-1-7-15,0-5 0 0,-17-1-1 0,8-4-2 16,11 6-3-16,1 2-2 0,3 2 1 0,2 6 1 0,1-3-2 15,6 3-1-15,0 0 0 0,1 5 0 0,-8 0-3 16,13 3 3-16,3 1-2 0,-2 2 1 0,0 1-4 16,-2 2 4-16,3 2-3 0,-4 1 4 0,1 1-9 15,1 3-4-15,-3-1-7 0,4 3-64 0,0-1-90 16,-3-10-7-16,2 4-26 0,-1 3-40 0,-2 4-182 16</inkml:trace>
  <inkml:trace contextRef="#ctx1" brushRef="#br0" timeOffset="33">16375 7373 929 0,'0'0'49'0,"0"0"2"0,0 0 42 0,0-1-5 0,0-1 2 15,-1 0 5-15,-1 1-30 0,0 1-9 0,1 0-6 16,-1 0-39-16,0 0 12 0,1 0-6 0,-1 1 10 16,-1 1 12-16,-1 1-11 0,-4 11 4 0,-3 5-9 15,1 3-3-15,2 1 5 0,1-2-2 0,0 4 3 16,1-2-2-16,1-1-3 0,0 1 5 0,0-3-5 15,0 1 10-15,0 2-15 0,2-3 5 0,-1-2-9 16,1-3 2-16,1-2 6 0,1-1-4 0,-1-5 3 0,0 2-9 16,2-4 12-16,0-3-4 0,0 1 8 0,-1 1 1 15,-1-1 11-15,2 0-2 0,0-1 4 0,0 0-9 16,0-1-10-16,0 1-3 0,0-2-2 0,0-2-10 0,0 1 3 16,0-3-2-16,2-7 3 0,1-7-6 0,0-1-2 15,2 0 3-15,2-3-3 0,0 1 4 0,-1-1-6 16,1 1 3-16,-2 2-3 0,1 3-1 0,-1 3 1 15,0 3 0-15,0 2-1 0,-2 3-5 0,-1 1 5 16,0 4-9-16,4-5 8 0,3 0-13 0,-1 2 7 16,2 1 0-16,1 2 3 0,-2 2 1 0,-3 1 0 15,-3 9 0-15,11 6 1 0,-4 4 7 0,0 4-3 16,-6-4 0-16,0-1-1 0,-3-5 2 0,-1-7-2 16,2-1 1-16,0 4-1 0,-1-3-3 0,-1-4 10 0,0 2-1 15,0-4 5-15,2 1-7 0,0-1 11 0,-1-1-4 16,1-1 6-16,0-1-4 0,1-1-6 0,7-4-1 15,0-5-2-15,3-17-2 0,2 1 1 0,-4-1 0 16,3 3-1-16,0-1-1 0,0 2 3 0,-1 0-4 16,3 5 2-16,-1 3-6 0,-3 3 6 0,-1 4-3 0,-1 6 1 15,-2-4-15-15,-1 2 5 0,-2 3 2 0,0 1 1 16,0 0 1-16,0 0 6 0,0 1-4 0,0 3 4 16,0 19 0-16,-4 0-4 0,3 2 2 0,-3-6-2 15,16 6 2-15,-9-7 2 0,-1-1 0 0,-2-2 1 16,-2-5-11-16,0-2-161 0,0 2 13 0,-3-7-69 0,2 0-53 15,0 1-236-15</inkml:trace>
  <inkml:trace contextRef="#ctx1" brushRef="#br0" timeOffset="34">16892 6919 794 0,'0'-2'94'0,"0"1"20"0,-2-7 9 15,-4-12-53-15,2 5 14 0,1-2-6 0,1 11-4 16,1-2-3-16,-1 1 0 0,2 4-14 0,0 1-23 16,0-1 1-16,0-1-10 0,0 3-16 0,0-1-6 15,0 2-3-15,0 2 0 0,0-1 3 0,3 34 3 0,1 1-2 16,-1 4 2-16,2 0-1 0,-2 1-4 0,1 4 4 16,-3-3-5-16,1 1-2 0,-1-5 2 0,1-1-1 15,0-1 1-15,1-1 5 0,0-1-3 0,1-1 0 0,-1-3-2 16,2-3 8-16,0-3 2 0,-2-5 5 0,0-3-4 15,1-3 9-15,-1-3 25 0,0 0 3 0,-1-7 9 16,-2-1 18-16,3 1-10 0,1-1-5 0,-1-2-3 16,8 0-19-16,1-5-19 0,5 3 4 0,1-29-8 15,-3-5 17-15,8-1-17 0,-4-1 7 0,5-3-11 16,2 1 10-16,-8-3-9 0,0 1 2 0,-6-5-4 16,1 6 4-16,-1 3-2 0,1 2 1 0,-5 3 0 0,0 3 8 15,-3 10-10-15,8 2 1 0,-9 11-6 0,-3 2-14 16,1 2-10-16,0 0-7 0,-1 1-3 0,1 0-47 15,0 1-90-15,-1 1-1 0,1 1-37 0,1 19-76 0</inkml:trace>
  <inkml:trace contextRef="#ctx1" brushRef="#br0" timeOffset="35">17532 7322 1120 0,'0'0'4'0,"0"0"2"0,-1 2 22 16,-1-1 15-16,0 1 4 0,2 0 77 0,-8 18-5 15,-2 3-13-15,0 1 1 0,0 3-39 0,0 1-11 0,2 0 0 16,-2 3-6-16,2-1-5 0,0 0-14 0,0 1 7 16,1-6-11-16,2-4-7 0,2-1-6 0,1-2-2 15,0-6 0-15,1 1-2 0,1-5-3 0,0-1 3 16,0-2-1-16,0-2 16 0,0-1-6 0,0 1 2 0,0-1-4 16,0 0-2-16,1-1-5 0,1-1 2 0,0-1-3 15,-1-1 3-15,1-1-13 0,5-7 5 0,4-12-6 16,1-1 7-16,-1-3 2 0,-1-1-8 0,0 3 6 15,0-1-11-15,-2 5 5 0,0 2 0 0,-1 5 1 16,0 1-2-16,-4 5-2 0,-1 4-1 0,1 0 0 16,0 1-7-16,4-1 11 0,1 0-5 0,0 1 5 15,1 2-9-15,-3 2 9 0,2 1-3 0,-1 2 4 0,-2 1-1 16,-2 13-5-16,1 2 5 0,5-6-3 0,3 5 8 16,-5-4 0-16,-2 1-2 0,-2 1 0 0,-3-7 0 15,0 3-3-15,0-4 4 0,0-4-3 0,0 2-1 0,0-6-45 16,0 1-14-16,-2 1-13 0,1-1-74 0,-1-1-49 15,0-1-19-15,1 1-21 0,-3-2-180 0</inkml:trace>
  <inkml:trace contextRef="#ctx1" brushRef="#br0" timeOffset="36">17465 7420 1117 0,'0'-2'44'0,"0"0"49"0,0-1-7 0,0 0 1 15,0-6 8-15,1-1-4 0,3-3 8 0,0 2-29 0,3-1-3 16,-5 2-6-16,18 0-8 0,1-1-29 0,5 3 2 15,-1-2-12-15,0 1-6 0,0 3-5 0,-4 1 0 16,-1 1-2-16,1 1-4 0,-4-8-116 0,-4 4-45 16,-5 4-59-16,-1 1-463 0</inkml:trace>
  <inkml:trace contextRef="#ctx1" brushRef="#br0" timeOffset="37">11365 6528 759 0,'0'0'78'15,"0"0"-3"-15,0-2 26 0,0 0 3 0,0 1-18 16,-2-1 6-16,2 0-31 0,-2 1 2 0,2-1-8 15,0 2 27-15,0 0 4 0,0 0 7 0,0 0-8 16,0 0-25-16,2 0-18 0,0 0-15 0,1 0 4 0,0 0-16 16,7 0-5-16,2 0 2 0,3 0-7 0,-2 0-5 15,0 0 8-15,0 2-3 0,-1-2 6 0,-1 1-8 16,1 1-3-16,-4-2-2 0,0 0-7 0,-3 0-71 0,0 0-47 16,0 0-24-16,-2 0-8 0,-1 0-105 0</inkml:trace>
  <inkml:trace contextRef="#ctx1" brushRef="#br0" timeOffset="38">11465 6448 978 0,'0'0'40'0,"0"0"-7"0,0-1 14 16,0-1 10-16,0 1-16 0,0-1 3 0,0 0 3 16,0 1-2-16,0-1 3 0,0 2-12 0,0 0-2 0,0 2-7 15,0 1 3-15,2 7-10 0,0 16-13 0,-1 2 9 16,1 5-11-16,-2 2 0 0,0 1-1 0,0 2 0 15,0 2 0-15,0 5 8 0,3-3-7 0,2 10-2 16,0-3-6-16,0 4-62 0,-2 7-166 0,1-4-88 0</inkml:trace>
  <inkml:trace contextRef="#ctx1" brushRef="#br0" timeOffset="39">11424 8397 900 0,'0'0'20'0,"0"0"-28"15,0 2 26-15,0 0-12 0,0-1 23 0,0 1 87 16,0-1-11-16,2 1 33 0,-1 0-39 0,1-1-25 15,1 1-6-15,6 1-5 0,5 2-23 0,5-1-21 16,-3-4-5-16,6 0-4 0,2-2-8 0,-2-1 2 16,-4-1 2-16,-3 1 1 0,-5 0 7 0,4-4-52 0,-2 1-39 15,1-4-24-15,4 8-298 0</inkml:trace>
  <inkml:trace contextRef="#ctx1" brushRef="#br0" timeOffset="40">11299 7202 644 0,'0'0'276'0,"0"0"-357"16,-2-2 326-16,0 0-174 0,1 1 0 0,-1-1-18 15,0 0 4-15,1 1-13 0,-1-1-22 0,0 0-22 16,1 2 7-16,-1 0-10 0,0 0 2 0,1 2 7 16,-1 0 1-16,2-1 4 0,0 4 1 0,0 10 0 15,2 2-7-15,1 2 6 0,2 5 6 0,0-1-11 0,0-2 8 16,0 2-9-16,0 0 14 0,0 1-5 0,0-1 12 15,0-2-6-15,-2-1 38 0,0-2-29 0,1-3 8 16,-3-2-17-16,1-3 2 0,0-2 2 0,-1 4-3 16,-1-9 2-16,2 2-5 0,-2-2 24 0,2 1 3 15,-1-1 7-15,1 0 4 0,-1-1-9 0,1-2-9 0,0 0 2 16,-1-2-20-16,1-1-6 0,3-13-1 0,2-11-1 16,-1 1-2-16,1-2 3 0,-1-2-3 0,-1 2 2 15,0 1-5-15,0 1-4 0,-1 3 3 0,-1 3-4 16,0 2 2-16,-1 5 0 0,-1 3-2 0,1 1 0 15,-2 5-10-15,0 0 0 0,2 1 3 0,-2 0-3 16,0-1-7-16,1 3-58 0,-1-1-15 0,2 0-17 16,0 1-64-16,-1 1-131 0,1 0-110 0</inkml:trace>
  <inkml:trace contextRef="#ctx1" brushRef="#br0" timeOffset="41">11609 7431 893 0,'-2'0'13'0,"1"0"32"0,-3 2-30 0,-1-1 38 16,-3 4 9-16,0 2 11 0,5 6 40 0,-4 12-6 15,2 1-6-15,0-1-2 0,2 3-41 0,-1-6-26 16,3 1-3-16,-14-2-7 0,5-1-8 0,3 2-1 16,4-9 1-16,1 0-3 0,2-8-1 0,0 0 3 0,0 0-5 15,0-3 4-15,0 1-1 0,0 0 5 0,0 0 0 16,0-1 1-16,2 0-4 0,0-1-6 0,-1-1 3 15,1 0-4-15,0-1 2 0,1-1-6 0,5-8 3 16,-6-8-5-16,8 0 0 0,0 3 0 0,-5 2-1 16,1 3 1-16,-1 3 1 0,-3 2-2 0,4 0 1 0,-2 4-4 15,-3 1 2-15,6-4-4 0,-4 3 2 0,2-1-1 16,2 2-1-16,-4 0 8 0,4 0-1 0,-4 0 5 16,0 2-2-16,-1-2-6 0,0 13 1 0,6-2-2 15,-5 3 6-15,1-4-3 0,-1 1 2 0,3-3-2 16,-1 1 10-16,0 2-10 0,-1-4 2 0,-3-2-7 0,-1-2-32 15,0 0-116-15,0 1-21 0,0-1-55 0,-1 0-302 16</inkml:trace>
  <inkml:trace contextRef="#ctx1" brushRef="#br0" timeOffset="42">11541 7466 954 0,'0'0'189'0,"-1"0"-225"15,-1-2 228-15,0 0-114 0,1 1 13 0,-1-1 1 16,0 1-1-16,1-1 2 0,1 0 1 0,0 1-38 15,0-1 5-15,0 0-17 0,1 1-18 0,1-1-23 16,1 0 3-16,9-1-7 0,8-2 8 0,3 0-1 16,0 2-3-16,2-1-4 0,3 1-65 0,3 0-375 15</inkml:trace>
  <inkml:trace contextRef="#ctx0" brushRef="#br0" timeOffset="44">24839 16465 0,'0'0'16</inkml:trace>
  <inkml:trace contextRef="#ctx1" brushRef="#br0" timeOffset="44">14766 8333 971 0,'0'0'9'0,"0"-2"-3"16,0 1 2-16,0-1 7 0,0-18-6 0,0 2 7 15,2-2 14-15,1 0 0 0,2 2 10 0,0 0 41 0,-2 6-2 16,1 2 5-16,-3 5-7 0,-1 2-9 0,2 0-36 16,0 0 5-16,-1 1-17 0,1 0-8 0,-1 2-9 15,3 0 1-15,-1 2-2 0,2 5 8 0,13 24 5 16,-5 2 7-16,-3 5-2 0,-1 2 16 0,-3 4 3 16,-1 4-8-16,-2 0 6 0,1 0-12 0,-1-4-6 15,0-2 0-15,1-3-3 0,1-2-1 0,0-3-9 16,1-1 4-16,2-1-7 0,1-3 0 0,-1-4 5 15,0 0-3-15,-1-3 5 0,-1-3 0 0,-1-2-2 0,0-2-9 16,-1-4-9-16,-3-2-128 0,-1-6-250 0</inkml:trace>
  <inkml:trace contextRef="#ctx1" brushRef="#br0" timeOffset="45">14760 5337 849 0,'-2'-2'36'16,"0"-1"-4"-16,-4-7 52 0,-4-5-51 0,3 5-3 0,2 2-11 15,2 2 3-15,1 2-9 0,2 3 5 0,-3-3-6 16,0 1-1-16,-1 0-3 0,3 1-6 0,-1 0 3 16,0 1-6-16,1-1 27 0,-1 0-4 0,2 2 15 15,2 0 15-15,-1 0-13 0,8 0 5 0,20 0-9 16,11 0-3-16,8 0 8 0,13-1-7 0,15-6 5 15,5-1-22-15,14-4 3 0,-1-3-4 0,2 1 2 16,3-3-4-16,7 1-1 0,9-3 6 0,11 3-6 0,4-1 0 16,-6 4-6-16,10 0-1 0,1 5 0 0,9-1 7 15,-1 3-13-15,-8 3 3 0,-6 1-7 0,0 2 5 0,3 0 7 16,-3 2 0-16,-12 1 1 0,-8 0-7 0,-8 0-2 16,1 1 1-16,3-1 0 0,-4-1 0 0,-10-1 3 15,-10-1-5-15,-15 0 5 0,-3 2-2 0,-7-2 0 16,-5 0 5-16,-5 0-3 0,-1 2 7 0,-6-1-3 15,-6 1 3-15,-8 0-1 0,-7-2 7 0,-6 0-31 16,-4 1-25-16,-5-1-10 0,0 2-134 0</inkml:trace>
  <inkml:trace contextRef="#ctx1" brushRef="#br0" timeOffset="46">18300 5273 458 0,'0'0'31'15,"0"0"2"-15,0-2 13 0,0 0-15 0,0 1 4 16,0-1-17-16,0 0-1 0,0-1 4 0,0 0 1 16,0-1 49-16,0 1 6 0,0-5 1 0,1 0-4 15,1-1-17-15,0 1-5 0,-1-2 6 0,1 4-4 0,0-3 14 16,-1 3-10-16,-1-1 0 0,0 1-2 0,0 1 18 15,0 1 4-15,0-1 3 0,0 4-3 0,0-3-10 0,0 3-23 16,-1-3-1-16,-1 1-9 0,0 1-13 0,1 1-12 16,-1-1 1-16,0 2-6 0,1 0-5 0,-1 2 7 15,0 1-4-15,-3 10 5 0,-1 12-8 0,1 5 0 16,3 1-1-16,2 7 1 0,4 2 1 0,0 4-2 16,3 4 0-16,1 2-1 0,1-1 2 0,-1 3 4 15,0-5-3-15,2-2 2 0,0 0-7 0,0-7 3 16,0 1 2-16,0 1-1 0,0 0 0 0,-1-1 1 15,1 2 2-15,0-1 1 0,0 0 1 0,-3-4 1 16,-2 0-1-16,-2 1 2 0,0-6 8 0,1-1-6 0,-1-7 4 16,0 0-4-16,0-1 1 0,1-3-5 0,-1-2-1 15,0-2-1-15,1 0 2 0,-1-4 1 0,0 4-1 16,-1-2 1-16,0-3-2 0,-2-2 0 0,0 1-1 16,0-3 0-16,-2 3 4 0,-1-1 1 0,-1-2 2 0,3 3 0 15,-17-4 8-15,-1 0-6 0,1 0 3 0,0-1-5 16,0 0 2-16,0-3-3 0,1 3-2 0,-1 9 0 15,3-5-3-15,2-1 5 0,0-2-4 0,3-2 3 16,2-1-6-16,1-1 0 0,0 1-1 0,1 0-1 16,3-2 3-16,-1 0-6 0,3 0 6 0,-3 1-6 15,1 1 6-15,1 0-4 0,1-1 4 0,-1 1-4 16,0 0 3-16,2-1 2 0,0 1-4 0,2 0 4 0,0-1 4 16,1 1-8-16,15 3 6 0,4 0-6 0,2 0 7 15,1-2-4-15,5 0 2 0,0 1-2 0,1-1-3 16,2 0 1-16,-2 1-1 0,-1-1 1 0,-2 2-1 0,-6 0-2 15,-4-2-3-15,-5 2 1 0,3 2 4 0,-1-1-3 16,-2 1 2-16,1 1-2 0,-9-6 3 0,-2 13-3 16,-1 1 3-16,9 1-4 0,-3 1 2 0,-4 0 2 15,-4 3-2-15,-7-1 2 0,-5 2 6 0,3 2-6 16,-19 0 1-16,-7-3-2 0,-3 2 0 0,0 0 5 16,0 0-1-16,3 1 1 0,2-1-7 0,2-4 7 15,3-2-3-15,1 4 6 0,6-4-3 0,5-1-3 16,4-1 4-16,5-3-5 0,6-2-3 0,-8 0 3 0,3 0 0 15,3-2 3-15,1 2 2 0,2-4 4 0,2 1-4 16,1-2 4-16,10-2 2 0,13-1-5 0,4 0 1 16,2 16-3-16,1-7-2 0,-2-4-1 0,-1-2-1 15,-4-2 0-15,-3-1-2 0,-3 1 2 0,-7-1-1 0,4 1 1 16,-9-1 3-16,2 1-13 0,-2 0 11 0,-5 1-11 16,-3-3 5-16,12 16 4 0,-2 3-7 0,-5 3 6 15,-4 3-4-15,-2 4 5 0,-4 1-3 0,0 4 4 16,-2 0 1-16,-1 3-1 0,1 3 0 0,-1 2-3 15,2 3 0-15,-1-3 5 0,-3 0-1 0,2 2 2 16,0-4-5-16,1 2-2 0,4 1 4 0,1-2-1 16,2-1 1-16,0-1 0 0,0-1 1 0,0-1-1 0,2 2 3 15,-1 1-3-15,3-1 0 0,1 1 1 0,-2 0 6 16,0-1-8-16,0 0 3 0,-1-1-2 0,3-1 5 0,-2-3-1 16,2-2-1-16,-1-8 0 0,-1 1-2 0,0-4 4 15,1-3 2-15,-1 1 0 0,0-3-6 0,-1-6 3 16,-1 1-1-16,1-2 3 0,0 0 5 0,-2-2-5 15,0 0 5-15,0 0-4 0,0 1 3 0,0 1-3 16,0-4-1-16,0 1 0 0,0-2 2 0,0 0-5 16,0 0-2-16,0 0 0 0,0 1-1 0,0-4 4 15,0 3 0-15,0-3 4 0,0-1 1 0,0 1-4 16,0 1 0-16,0 0-1 0,0 1 4 0,0-1-1 16,-2 0-1-16,0-1 0 0,1 0-4 0,-3-1 0 0,-4 4 0 15,-12 4-1-15,6-5 2 0,-6 0-5 0,0-1 4 16,-2 0-3-16,-1-1 4 0,-1 0-5 0,1-1 3 15,-2 3-1-15,-3-1 7 0,-4 0-7 0,-2 1-3 16,2-1-1-16,-2 0 5 0,-3 2-3 0,-1 0 6 0,-5 2-6 16,-4-1 8-16,-5 1-6 0,-4-1 1 0,-6 3-1 15,-1-3 0-15,-1 3-2 0,1-1 0 0,3-2 0 16,-1 1 5-16,2 0-2 0,-5 1 1 0,-2 0-2 16,-5 0 4-16,-5-1-3 0,0 0-1 0,0-1 0 15,5-1 2-15,3-1 0 0,2-1-1 0,2 0 0 16,-1 0-1-16,-4 1-2 0,1-3 6 0,-3 1-5 0,-3 0 2 15,10-2 5-15,-1 0-9 0,6 1 6 0,8 1-7 16,1 0-1-16,1 1 5 0,-1 2-3 0,-1 2 9 16,-3 1-5-16,-4-2 4 0,0 3-5 0,-1-1 0 15,1 0 2-15,5 2-2 0,5-3 1 0,4 1-4 0,3 0 3 16,4-3-2-16,4 2 3 0,2-2 1 0,3-2 2 16,0-1 0-16,3-1 0 0,-3 1 0 0,3 0 2 15,2-2-4-15,2 0 2 0,1 0-2 0,0 0 3 16,2 0 0-16,0 0-1 0,0 0-3 0,-4-2-2 15,4 0 1-15,1 1-2 0,-1-1 2 0,3 2 3 16,-1-2 0-16,1 2 1 0,4 0-1 0,-3-1-3 16,3 1-1-16,-1-2-1 0,1 2 3 0,2 0-5 15,-2-2 6-15,3 2-7 0,-1 0 8 0,1 0-4 0,1 0-2 16,3 0-1-16,-1 0-2 0,0 0-15 0,3 0-32 16,-1 0 0-16,-1 0-154 0,3 0-91 0,-1 0-68 15</inkml:trace>
  <inkml:trace contextRef="#ctx1" brushRef="#br0" timeOffset="47">19399 6604 1057 0,'0'-2'33'0,"-2"0"10"0,1 1-18 16,1-3-16-16,-5-14-3 0,1 0-2 0,4 3 5 15,0 0 2-15,0 2 7 0,0 0 62 0,0 1-1 16,0 1 12-16,0 3-13 0,0 1-23 0,0 4-28 15,0-1-2-15,-1 1-8 0,-1 1-5 0,0 1 1 16,2-1-6-16,0 2 3 0,0 2-7 0,0 16 0 16,0 18 0-16,0 4 1 0,0 4 2 0,0 4-7 15,0 7 7-15,0 3-7 0,-1-1 0 0,-3-2 8 16,-1-5-5-16,-1-9 10 0,1-2 29 0,0-7 6 16,0-9 3-16,0 0-3 0,2-8-15 0,-1 0-14 15,3-4 3-15,1-7-4 0,-2 1 16 0,1-2 13 0,-1 0 7 16,0-1 0-16,1 0-1 0,-1-2-24 0,0 0 2 15,1-2-6-15,-1-3 2 0,-8-23 0 0,2-7-5 16,3-1 4-16,0-4 0 0,3-6-8 0,2 0-1 16,2-4-3-16,3 1-2 0,0 2-8 0,3 3 4 0,-1 4-7 15,3 2-1-15,-1 5 7 0,3 3-3 0,1 4 4 16,4 0-9-16,-16 6-1 0,19-2 3 0,0 6-1 16,-2-1-2-16,-1 6-2 0,1 6-1 0,-5 1 1 15,0-5-2-15,-1 4-2 0,1 0-3 0,-3 3 1 16,1 2-1-16,-1 2-81 0,0 1-16 0,0 2-32 15,0-2-135-15,2 19-329 0</inkml:trace>
  <inkml:trace contextRef="#ctx1" brushRef="#br0" timeOffset="48">19772 6888 959 0,'-2'1'44'0,"1"1"9"0,-3 1-30 15,-11 16-19-15,-1 9-4 0,-2 3 35 0,1 4 58 16,2-2-2-16,2-2 16 0,2-3-22 0,4-8 2 16,4-2-12-16,1-6 5 0,-6-1-37 0,3-1-11 15,3-5-1-15,1 2-1 0,1-2 9 0,0-4 26 0,1 3 5 16,3-1 6-16,15 7-1 0,6-5-15 0,2-7-3 16,-3-4 0-16,3-4 2 0,-1-5-10 0,-3 0-1 15,-5 12-2-15,0-14-7 0,-8-4 4 0,-1-1 2 16,-6 2-1-16,12-1 1 0,-9 3-21 0,-2 1-3 0,-4 1-7 15,-4-2-14-15,-4-1-6 0,3 4-1 0,-25 1-1 16,1 4-6-16,-4 1-26 0,-2 3-33 0,2-14-4 16,2 10-161-16,1 8-113 0,-1 4-97 0</inkml:trace>
  <inkml:trace contextRef="#ctx1" brushRef="#br0" timeOffset="49">18552 5063 256 0,'0'0'-42'0,"0"0"36"15,0 0 6-15,0 0 12 0,0 0 46 0,0 0-5 0,0 0 6 16,-1 0-8-16,-1 0 7 0,0 0-21 0,1 0-7 16,-1-2-1-16,0 1-2 0,1-1 7 0,-3 0 0 15,-4 1 6-15,-2-1-5 0,-1 0 8 0,-3 1 1 16,3-1-1-16,-4 0 1 0,0 1-6 0,0-1 11 16,2 2 1-16,-3 0 3 0,1 0-2 0,-2 0-9 0,2 0-2 15,1 0-1-15,-1 2 3 0,1-1 4 0,1 1-2 16,2-2 0-16,2 2-13 0,3-2-9 0,1 0-3 15,3 0-2-15,1 0-15 0,-3 1 4 0,1 1 6 16,1 0-2-16,1-1 5 0,1 1-3 0,1 0-6 16,3-1 3-16,14 4-8 0,21 2 7 0,9-2 0 0,8-2 2 15,5-3 1-15,10-2 1 0,0-1 3 0,0-2-1 16,0-1 1-16,0-1 11 0,5 2-10 0,17 0 9 16,-3 2-11-16,11-2-6 0,-2 1 1 0,-10-1-3 15,9 2 4-15,-9 2-7 0,6-1 6 0,0 0-7 16,-3 2-2-16,-1 0 11 0,-15 0-10 0,-9 0 11 15,-6 0-12-15,-11-1 3 0,-4-1-1 0,-6 0 3 0,-6 2-1 16,-4 0-3-16,0 0 4 0,-5 0-3 0,-2 0 15 16,-4 0 11-16,0-1 5 0,-6-1 0 0,-3 0-3 15,3 1 1-15,-3-1-3 0,0 0 4 0,-2 1-3 0,-5 1-3 16,-1 0-7-16,1-2 3 0,6-1-14 0,-5 1-7 16,5-1 5-16,-4 1-6 0,-2 0 6 0,4-1-5 15,-4 2 1-15,2-1-1 0,-2 0-1 0,0 1 1 16,1-1-1-16,-1 0 2 0,0 1-2 0,1-1 6 15,-3 0-6-15,1 1 6 0,0-1-11 0,-1 0 8 16,1 1-3-16,0-1 7 0,-1 2-2 0,1-2-3 16,-1 2 4-16,1 0-4 0,0-1 0 0,-2 1-1 15,0-2 2-15,0 0-2 0,0 1 10 0,0-1-7 16,0 1 0-16,0-1-2 0,0 0-4 0,0 1 3 0,0-1-1 16,0 0 1-16,0 1-3 0,0-1 5 0,0 0-2 15,0 1 3-15,0-1-9 0,0 2 1 0,0 0 4 16,0 0 0-16,0-2 3 0,0 2-3 0,0 0-1 15,0 0 0-15,0 0 1 0,0 0-4 0,0 0 4 0,0 0-4 16,0 0 3-16,0 0 5 0,0 0-6 0,0 0 6 16,0 0-7-16,0 0 3 0,0 2 0 0,0 0 0 15,1-1-4-15,-1-1 5 0,2 0-3 0,0 0 4 16,-1 0-2-16,1 0 7 0,0 0-1 0,-1 0 0 16,1 0-14-16,0 0 7 0,-1 0-3 0,1 0 5 15,0 0 4-15,-1 0-6 0,3 0 3 0,-1 0-4 0,0 0 1 16,0 0 5-16,1 0-4 0,-3 0 5 0,1 0-9 15,0 0 3-15,-1 0-1 0,1 0 2 0,0 0 0 16,-1 0 0-16,1 0 2 0,0 0 0 0,-1 0-4 0,3 0 4 16,-1 0-5-16,5 0 6 0,0 0-2 0,9-1-1 15,-1-1 0-15,1-1-1 0,4-1-2 0,-1 1 1 16,-5 1 1-16,1-1-1 0,1 0 4 0,-2 0-6 16,0 1 5-16,-4 0-3 0,2 1 4 0,-1-1-1 15,0 0-2-15,-3 2 1 0,1 0 0 0,-1 0 0 16,-1 0 0-16,0 0 0 0,2-1 2 0,-3 1 2 15,1-2-4-15,2-1 3 0,-2-1-9 0,0 1 8 16,1 0-2-16,-3 1 3 0,2-1-8 0,-1 1 7 16,1 0-2-16,-3 1 3 0,0-1-7 0,-2 2 4 0,-1 0 1 15,1 0 1-15,-1 0-3 0,0 0 4 0,1-1-3 16,0-1 5-16,1 0-5 0,-1 1 1 0,-1-1-1 16,-1 0 1-16,1 2-6 0,0 0 3 0,-1 0 2 0,1 0 2 15,-2 0 3-15,0 0-1 0,0 0-5 0,0 0 3 16,0 0-2-16,-2-1 0 0,1-1 3 0,-1 2-3 15,0 0-6-15,1 0 7 0,-1 0-1 0,-1-2 3 16,-1 1 0-16,1-1-1 0,0 2-2 0,-1 0 0 16,1 0-1-16,-2 0 1 0,2 0 0 0,-2 0 0 15,2 0-1-15,1 0-5 0,-1 2 6 0,-1-1-5 16,1 4 2-16,1 10 4 0,-1 3-5 0,1 0 5 0,-1 2-5 16,1 0 2-16,-11 0 1 0,3 1-1 0,2 3-4 15,2 0 3-15,2 1-4 0,1 5 4 0,1 0 2 0,2 1 3 16,0 4-1-16,0-1 0 0,2 4-8 0,0 0 8 15,-1 2-2-15,3 0 3 0,-1-3-3 0,2 3 0 16,-2-7 1-16,0 2 0 0,1-4 4 0,-1-3-2 16,-1 0 0-16,1-3-1 0,-1-2-4 0,-1 0 3 15,1-1 1-15,0-2 1 0,-2-4-3 0,0-1 4 16,0 2-1-16,0-4 3 0,-2 0-7 0,0-1 10 16,-1-1-8-16,-2 1 10 0,0-2-3 0,0-2-3 15,0 0 6-15,2-3-5 0,-5 0 1 0,-4-2 9 0,-1 1-5 16,0 6 7-16,-2-2-2 0,0-2 5 0,0-1-6 15,4-1 5-15,-1-1-8 0,2-1-4 0,-2-1 3 16,1 1-4-16,-2 0-6 0,1-1 0 0,4 1 0 16,0 0 0-16,3-2 3 0,-2 1-6 0,2 1 3 15,2-2-4-15,0 1 4 0,-1 1-3 0,1 1-2 16,1 1 1-16,1-1 1 0,-1 0 3 0,2 1 1 0,0 1-1 16,2 0 0-16,-1-2-4 0,16 2 5 0,4 0-3 15,1-4 2-15,-1 1 0 0,-1 0 0 0,1-1 1 16,1 1-1-16,-1 0 5 0,2 13-11 0,2-4 9 15,-2-3-11-15,-1-1 8 0,-1 0 0 0,-1-1 2 16,0-1 0-16,-2 2 0 0,-1-1-2 0,-6-1 0 16,2 4 2-16,-4-3-2 0,-5-1 1 0,0 8-2 0,7 4-2 15,-4-2 3-15,-2 4 2 0,-3 1-1 0,-2-3 6 16,-4-1-2-16,-6 4-4 0,-3 0 2 0,3 1 3 16,-13 1-3-16,-3 1 1 0,-2-1-4 0,0-3 0 0,1 4-2 15,1-3 3-15,1-2-1 0,-1 1 6 0,4-1-3 16,1-2 1-16,3-1-2 0,3 0 0 0,3-2-2 15,4-3-1-15,1 0 0 0,6-2-2 0,-6 2 7 16,2 0-3-16,2-2 4 0,1 1-6 0,2-4 3 16,0 0 1-16,2-1 0 0,-1 0 1 0,9-3-8 15,8 13 4-15,2-4-4 0,3-2 9 0,1-3-2 16,-1-4 2-16,0-1-3 0,0 0 2 0,-5 0-7 16,0 0 3-16,-5 0-3 0,-1 0 4 0,-2 0 1 15,-4 0 0-15,-2 0 0 0,1 0-2 0,-4 0 0 0,1 0-4 16,1 4 4-16,-1-1 1 0,8 14-1 0,-2 2 1 15,-3 3-2-15,-5 1-1 0,0 3 2 0,-3 6-3 16,-2 2 3-16,0 3-3 0,0 1 3 0,0-2 1 0,0 2 0 16,2 0-3-16,-1 0-4 0,1 3 2 0,1-3 0 15,1 0 7-15,-1 0-5 0,2 0 6 0,0 0-5 16,0 4 4-16,0 2-2 0,0 2-4 0,0 4 2 16,0-1-1-16,0 4 2 0,0 2 0 0,0-6 1 15,0 1-1-15,0-4 0 0,0-5 4 0,0-1-4 16,0-7 4-16,0-2-5 0,0-4 1 0,0-4-2 15,2 0 5-15,-1-1 0 0,1-4 0 0,0 0 0 16,-1-3 2-16,-1-2 2 0,0-1-3 0,0-3 3 0,0-2-1 16,0 0 2-16,0-4-2 0,0-1 2 0,0-1 5 15,0 3-10-15,0-1-1 0,0 0-11 0,0-1-78 0,0 0-77 16,0-1-11-16,0-1-24 0,0 0-95 0</inkml:trace>
  <inkml:trace contextRef="#ctx1" brushRef="#br0" timeOffset="50">21695 6192 1442 0,'-2'-1'5'0,"0"-2"-1"0,-8-19 38 0,1 1 1 16,2 6 10-16,2 3-3 0,3 7-11 0,1 2-12 0,-1 0 3 15,0-1-21-15,1 3-5 0,-1-1 5 0,0 2-5 16,1 2 0-16,-3 9-4 0,-2 30-1 0,4 7 0 16,1 4 2-16,1-3 1 0,0 1 4 0,0-1-4 15,0-6 0-15,0-2-1 0,0-4-1 0,0-3 4 16,0-1 23-16,0-3 1 0,0 0 4 0,0-5-3 16,0-2-5-16,0-5 8 0,0-5-4 0,0-1 3 15,0-4-17-15,0-1 10 0,0-4 1 0,0 0 5 0,-2-1 14 16,0 0-9-16,1-1 3 0,-1-1-4 0,0-1-1 15,1-3-18-15,-8-11 1 0,-2-14-6 0,3-1 0 16,1-3-8-16,4 0 3 0,1-5-4 0,2 0 0 16,2-7 3-16,3-4-4 0,1-4 4 0,2-3-2 0,2 0-5 15,0 1 2-15,3 4-6 0,2 3 0 0,0 8-2 16,2 7 2-16,-2 9 0 0,-10 4 7 0,18 3-4 16,-2 4 3-16,4 5-5 0,-4 3 9 0,4-12-3 15,-2 7-1-15,-5 7-2 0,5 3-2 0,-9 2 6 16,-6 1 0-16,0 4 2 0,4 11-3 0,-2 7 2 15,-5 1 1-15,-5 4 0 0,-4-2 7 0,-6 3-10 16,-5 1 1-16,14-4-3 0,-22 0 8 0,0-3-3 0,1-1 0 16,2 4-2-16,2-3-6 0,3-2 5 0,2 2-3 15,2-5 3-15,2 3 0 0,4-3 3 0,4 0 0 16,-12-2 3-16,4 0 1 0,4-2-5 0,4 1 2 16,1-2-1-16,1 0 3 0,3-2-6 0,2 0 3 15,2 0-3-15,-6-3 9 0,20-2-1 0,4 1 2 0,-3-4-3 16,7-2 1-16,0-1 0 0,-2 14-3 0,0-4 1 15,0-6-11-15,5-2-69 0,-2-4-9 0,5 0-25 16,-3-4-71-16,0 1 11 0,4-4-26 0,-8 1 8 16,3-2-131-16</inkml:trace>
  <inkml:trace contextRef="#ctx1" brushRef="#br0" timeOffset="51">22616 6445 363 0,'0'0'109'0,"0"-1"-7"15,0-1 62-15,-2 0 1 0,0 1-20 0,1-3-27 0,-1 1-12 16,-15-4 4-16,-2 2-4 0,0 0 12 0,1 2-24 15,-1-10-8-15,-3 3-7 0,-3 3-43 0,2 6-14 16,-3 2-3-16,-1 6-3 0,1 6-7 0,1-9 10 16,-1 24 0-16,3 1 2 0,0 1-9 0,0 1-7 15,3 2-2-15,2 2 1 0,4-2 5 0,9 0-7 16,-13 0 5-16,10-5-4 0,6 0 14 0,6-1-8 16,1-6 0-16,4-3 0 0,-4-3 8 0,22-6-4 15,3-4 3-15,4-2-5 0,6 18-2 0,3-11-3 16,5-8-2-16,6-7-4 0,2-7-48 0,2-3-104 15,1-4-26-15,-7-1-58 0,-1 18-406 0</inkml:trace>
  <inkml:trace contextRef="#ctx1" brushRef="#br0" timeOffset="52">21120 4972 102 0,'-1'0'43'0,"-1"0"-4"16,-1 0 45-16,-1 0-6 0,-10-5-4 0,-1 0 10 15,1 0-4-15,1 0 5 0,0 0 0 0,3 2-2 16,0-2-4-16,0 0 0 0,4 2-19 0,-3-2-30 16,3 1 13-16,1 1-19 0,-2-2 3 0,2 2-2 15,-3-4-3-15,2 2 2 0,1 2-9 0,0 0 4 16,0 1-3-16,0-1 5 0,0-1 5 0,1 3-6 15,1-1 2-15,0 1-3 0,0-1 8 0,-2-3-5 16,-2-2 0-16,-1 2-2 0,0 0 2 0,1-1 5 16,2 4-3-16,-2-1 3 0,1 0-3 0,-1-2-3 0,2 1 2 15,-1-1-6-15,4 5-8 0,0 0-4 0,1 0 0 16,-3-1-3-16,1-3-7 0,1 3 1 0,1-1 2 16,1 0 0-16,1 1 4 0,3 1-1 0,11 0 1 15,14 3 1-15,8 2 9 0,4 2-5 0,8 1 0 0,14-1-1 16,8-1 0-16,12-4 4 0,1-4-6 0,-3-1 4 15,-4-4-4-15,1 1 0 0,1-4 2 0,2 0-2 16,5-2 0-16,1 1-2 0,-1-1 9 0,0-1-5 16,-7 0 17-16,-3-1 4 0,-3 0-2 0,-4-1 3 15,0 2-5-15,2 1-14 0,-3 4 8 0,-1-1-10 16,-1 0 8-16,-6-1-7 0,-2 0-4 0,-9 0 1 16,-3 3-1-16,-3 1 4 0,-3-1-6 0,-2 2 4 0,-3 0-6 15,-6 0 5-15,1 2 1 0,-7 0-1 0,0-1-5 16,-3 1 4-16,-9 1-1 0,8 1 3 0,-3-1 0 15,1 2-5-15,-2 0 6 0,-6 0-6 0,1 0-1 0,2 0 1 16,6 0 0-16,-1 0 1 0,1 0-2 0,0 0 4 16,2 0-7-16,-1 0 5 0,0 2-6 0,0-2 6 15,1 1-1-15,-2 1 4 0,2 0-6 0,-2-2 1 16,-4 0 2-16,-1 0-1 0,-2 0-6 0,-2 0 11 16,-1 1-6-16,-3-1 9 0,0 0-7 0,-2 0 17 15,-1 0 1-15,1 2 6 0,0 0 11 0,1-2-10 16,-3 0-2-16,1 0-3 0,-1 0-7 0,1 0-5 0,0 0 4 15,-1 0-4-15,1 0 5 0,-2 0 1 0,0 0-2 16,0 0 1-16,0 0 0 0,0 0-8 0,0 0 0 16,0 0-3-16,0 0 6 0,0 0-10 0,0 0 4 15,-2 0-6-15,1 0 3 0,-1 0-1 0,0 0 0 16,1 0-1-16,-1 1 3 0,1 1-6 0,-1-1 3 0,0 3-5 16,-3 7 0-16,-5 17 3 0,2 2 1 0,0 10 1 15,-2 3 2-15,0 3-5 0,0-1 4 0,0-3-5 16,0 3 6-16,2-4 1 0,0 2-2 0,-4-1 0 15,2 1-5-15,-1 1 4 0,-1 1-3 0,2 1 3 16,1-1 0-16,2-1 2 0,0-1 2 0,2-3 1 0,4-6-4 16,-1-6 3-16,2 1-3 0,0-10 4 0,0 1-7 15,0-5 4-15,2-2 0 0,-1-3 2 0,3 2 3 16,-4-11 2-16,1 4 0 0,1-1 1 0,0-1 8 16,-1 0-6-16,1 1 7 0,0-3-7 0,-1 1 7 0,1 0 0 15,0-1-4-15,-1 1 3 0,1-2-3 0,-2 0-6 16,0 0 4-16,-2 0-6 0,1 0-3 0,-6 0 0 15,-16 1-3-15,-7 4 3 0,0 2-3 0,-1 3 0 16,-5 1 0-16,4-1 0 0,3 2-2 0,1 0 2 16,3-1 0-16,3-1 0 0,3 0-1 0,5-2 1 15,4-1-3-15,2-1 3 0,5 1-2 0,-5 5 2 16,1-1 0-16,4-1-1 0,1 2-5 0,2-3 6 16,2 1-2-16,3 0 3 0,1-1-1 0,24-4-1 0,5 1 3 15,4-1-3-15,1-2-1 0,3 19 1 0,-4-9 1 16,6-6 0-16,-4-4 0 0,1 0 2 0,-1-1-4 15,-5 1 4-15,0 1-1 0,-8-1-1 0,-3 2 0 16,-3 0-1-16,-3 1-6 0,-4-1 5 0,-1 2 1 16,-6-2 1-16,-2 0 2 0,-4 10 2 0,10 3 1 0,-6-2 0 15,-3 3 2-15,-3 4-3 0,-4-2-2 0,-8 2 0 16,10 0 1-16,-29 4 6 0,-5-2-1 0,-1-2 1 16,-2 1-10-16,-3-5 1 0,6 0 2 0,-2 0 1 15,4-5 1-15,2 3 5 0,4-7-9 0,5 0 7 16,7 1-7-16,2-4-2 0,6 1 0 0,3-3-2 15,2 0 1-15,-2 2 3 0,2-1 3 0,1-1-1 0,2 0-3 16,0 2 1-16,2-4 0 0,-2-1 1 0,21 1 0 16,-1 10-4-16,3-1 3 0,2-4-5 0,1-1 6 15,0-1-3-15,1 1 0 0,-1 1-2 0,-4 0 4 0,-4 1-2 16,2 4 2-16,-10-8-4 0,1 18 0 0,-1 5 4 16,-7 2-3-16,1 8 3 0,17 3 0 0,-8 7 0 15,-6 3 0-15,-4 0 2 0,-3 1 3 0,0-5-5 16,-1 3 3-16,-1-4-3 0,-1-1-8 0,-1-2 11 15,-1-4-6-15,2-4 8 0,0 0-8 0,1-4 3 16,0-1 0-16,1 1 0 0,1 1 3 0,0-1-8 16,0-1 2-16,0-1-3 0,0 0 9 0,1-3-2 15,3 0 4-15,-3-2-5 0,3-1 0 0,-1-4 2 0,-1-7-2 16,-1 3 2-16,1-4 9 0,0-1-4 0,-1 5 1 16,-1-10-2-16,0 2 0 0,0-6 5 0,0 3-6 15,0-1 0-15,0 0-34 0,0-1-67 0,0 0-3 16,0-2-25-16,0 0-54 0,-1-2-46 0,-3-16-46 15,1-20-25-15,5-7-395 0</inkml:trace>
  <inkml:trace contextRef="#ctx1" brushRef="#br0" timeOffset="53">23956 5841 1341 0,'-2'-2'18'0,"0"0"-3"16,1 1 33-16,-1-1-1 0,0 0 4 0,1 1-13 0,-1-1-27 16,2 1 2-16,0-1-8 0,0 2 14 0,0 0-3 15,0 2 7-15,2 1-6 0,4 20-2 0,4 8 0 16,0 2-4-16,-2 4 4 0,-1-1-7 0,-4 0-5 16,-3 4 5-16,2-2-4 0,-2-2 15 0,2-6-4 15,-1-5 4-15,-1-5-3 0,0-2 10 0,0-5 8 16,-1-1-7-16,-1-4 5 0,2-5-14 0,0 0 10 15,0 1-5-15,-2-1 5 0,1-1-2 0,-1-1-1 16,0 1-3-16,-1-2 0 0,0-2-6 0,-1-1 4 0,1-12 2 16,2-15-1-16,-19-3 6 0,8-1-13 0,2-4 3 15,5 0-8-15,4 3 0 0,1-1-5 0,3 1-1 16,4 0-1-16,1 2-2 0,3 4 0 0,4-1-2 16,0 3 0-16,2 1-8 0,-11 3 7 0,17 1 3 0,0 4 1 15,4 0 2-15,-4 5-3 0,0 1-1 0,2 6-1 16,-4 4 2-16,-1-11-4 0,-5 6 2 0,-4 4-3 15,-1 3 0-15,-3 0 4 0,0 2 1 0,-6-2 0 16,9 13 4-16,0 8-3 0,-5 1 0 0,-5 1 0 16,-3 0 10-16,-6-2-9 0,-2 3 4 0,-4-1-6 15,12-2 6-15,-19 2-7 0,2-3 0 0,6 0-1 16,-1 0 7-16,3-4-1 0,2 2 4 0,4-3-4 0,-3-1 0 16,4 0 0-16,1 1-4 0,2 0 2 0,-8 0-2 15,2-2 4-15,4-1-3 0,3-4 2 0,1 7 0 0,1-2-3 16,3 0 9-16,4 0-7 0,-1-4 6 0,2-3-4 15,16 1 1-15,-5-2-1 0,5 0-2 0,-2 1 2 16,-5-4-4-16,4 1 0 0,-3 1-32 0,-1 9-48 16,4-3 0-16,-6-4-13 0,1-2 9 0,-4-3 26 15,0 1-2-15,-3-2 12 0,0 0 15 0,0-2 15 16,0-3 3-16,2-3 3 0,-3 2 6 0,1-14 2 16,-1-2 2-16,-3 4 2 0,1-3 9 0,-1 6-9 15,1 0 1-15,-4 2-3 0,2 4-2 0,0 1 6 16,-2 3 0-16,1 4 4 0,-3-3 4 0,1 4 23 0,0-1 1 15,-1 1 6-15,1 0-7 0,0 0-10 0,1-2-3 16,0 0-1-16,1 2-5 0,-3 2 2 0,1 1 3 16,1 14-2-16,-3 16 3 0,-3 0 12 0,-4-2-8 15,-3-1 9-15,0-2-17 0,1-2-3 0,-1 3 4 0,1-3-3 16,3-1 9-16,1-5 8 0,2-1-2 0,1-2 5 16,2-2-7-16,2-4-2 0,-1-2-1 0,4 1 0 15,0-4 3-15,3-1-8 0,14 0-1 0,4 12-3 16,4-6-1-16,6-3-1 0,4-6 0 0,-1-2-2 15,3-7-11-15,-1-1 7 0,2-2-3 0,1 0 5 16,1 0-7-16,-5 1-71 0,-1-1-34 0,-6 1-22 16,-1 1-181-16</inkml:trace>
  <inkml:trace contextRef="#ctx1" brushRef="#br0" timeOffset="54">23591 4629 16 0,'0'0'0'0,"0"-2"9"16,0 0 113-16,-2 1 21 0,1-1 28 0,-1-1-29 15,0-1-7-15,1 1-54 0,1 0-9 0,-4-6-1 0,3 4-23 16,-1 1-16-16,0 0 0 0,1 1-6 0,1 1 3 16,0 1 8-16,-4-3 0 0,1 1 3 0,0 0 10 15,1 1-16-15,-1 0 6 0,0 1-9 0,1-1 10 16,0 0-11-16,1 1 1 0,-1-1-7 0,0 1-10 0,1-1 5 16,-1 0-2-16,2 1 3 0,0-1 4 0,2 0 7 15,-1 1 6-15,8-1-1 0,17-5 1 0,5 2-14 16,2 2-6-16,7-2 0 0,3 2-1 0,5 1-1 15,3-1-1-15,8 1 0 0,-1 1-5 0,-3-1-4 16,1 0 2-16,-10 2-4 0,-2 0 0 0,-7 0 3 16,-4-1-2-16,-7 1 2 0,-3 0 1 0,-3-2 0 15,-3 0 2-15,-3 2-2 0,0-1 4 0,-4-1-5 0,-2 0 6 16,0 1-6-16,-1-1 13 0,-1 0-4 0,-1 1-1 16,-1 1-1-16,0-2-3 0,-2 2-3 0,1-2-3 15,1 1 0-15,-1-1-3 0,0-3-1 0,1 0 1 16,1 2-1-16,0-4-6 0,-2 4 1 0,2-2 0 15,-4 0 1-15,4 2 0 0,-1-2 3 0,-1 2-2 0,2-2 3 16,-3 1 0-16,3 1 5 0,-4-2-4 0,1 3 4 16,0-1-5-16,-1 0 3 0,1-1 2 0,-2 3-2 15,1-2-1-15,-1 1 0 0,0 0-1 0,0 1 1 16,2-3 7-16,-2 1-9 0,0 0 3 0,0 1-5 16,-2 0 5-16,1 1 1 0,-1-1-4 0,-1 0 1 15,0 2 0-15,-2 0-1 0,-5 0 7 0,3 0-7 16,1 2 0-16,-1 0 1 0,4-1 0 0,1-1 1 15,-1 4-3-15,-1 1 2 0,-2 6 0 0,1-1 4 0,1 2-1 16,4-2 3-16,0-1-7 0,2 1 5 0,1 0 3 16,2-1 1-16,0-3 7 0,4-1-5 0,9-2 5 15,3-1 3-15,2 13-4 0,-1-7 3 0,6-1-4 0,-7-7 4 16,2 0 2-16,2-4-1 0,-7 0-5 0,0-3 14 16,-6 2-13-16,-4 0 13 0,-1 0-9 0,-2-2 7 15,-4-6 2-15,11-3-1 0,-5 1-15 0,-4-2 5 16,-3 1-7-16,-2-1 4 0,-4 1-14 0,-3-1-27 15,1 4-16-15,7-2-9 0,-18 2-98 0,-4 0-50 16,-3 1-10-16,-4 1-16 0,0 1-71 0</inkml:trace>
  <inkml:trace contextRef="#ctx1" brushRef="#br0" timeOffset="55">24381 3573 1057 0,'0'-1'21'0,"0"-3"1"16,-4-17 77-16,-1 3-1 0,0 3 0 0,0 0-2 16,-2 2-5-16,0-1-10 0,1 3-1 0,1 3-6 15,2 1-19-15,-1 4-34 0,1-1 1 0,0 3-14 16,-1-1-9-16,1 2-1 0,1 0 1 0,1 2 0 16,-4 6 1-16,-3 18-1 0,3-1-2 0,5-2-1 0,0 0 4 15,3 1 1-15,4-3-1 0,1-1 0 0,2 0-6 16,0-5 7-16,-9-1 6 0,16-4 1 0,-2-3 18 0,-1-4 21 15,3 9-1-15,-2-4 9 0,0-3 7 0,1-3-7 16,1-4 3-16,-1-3-5 0,4-5-11 0,-3-1-2 16,-1 4-8-16,1-16 6 0,-4-2-7 0,-2 0-10 15,1 1 9-15,-1-3-10 0,1 2 2 0,-5-3-13 16,-1 0 0-16,-4 0-2 0,14 0 6 0,-6 8-9 16,-6 9 2-16,-1-3-4 0,-3 10 6 0,0 0-35 15,0 1-22-15,0 0-12 0,0-1-112 0,0 3-15 16,0-1 0-16,0 2-5 0,0 2-11 0,0 1-12 15,1 13-2-15,3 9-2 0,2-3-11 0</inkml:trace>
  <inkml:trace contextRef="#ctx1" brushRef="#br0" timeOffset="56">24908 3542 300 0,'0'0'117'0,"2"0"-9"0,-1 0 119 0,1 0-14 16,0 0-30-16,-1 0-67 0,1 0 1 0,0 0-24 16,-1 0-16-16,1 0-14 0,1 1-1 0,0 1-2 15,1 0 13-15,1-1 7 0,5 3-3 0,3-1 0 16,0 0-20-16,2 1 1 0,1-1-3 0,1-1 1 15,-2-2-10-15,-2 0-16 0,0 0 4 0,-1-2-8 16,-4 0-1-16,-1 1 3 0,-4-1-5 0,0 0 5 16,0-1-10-16,-1 0-29 0,0-1-23 0,-2 1-11 0,0 0-132 15,-2 1-82-15,-3 2-62 0</inkml:trace>
  <inkml:trace contextRef="#ctx1" brushRef="#br0" timeOffset="57">20597 8209 1515 0,'-2'0'-3'0,"1"0"3"16,-1 0-11-16,0 0-9 0,1 0 4 0,1 0 0 16,0 0 30-16,0 0 10 0,0 0 9 0,0 0 41 15,0 0 19-15,0 0-5 0,0 0 7 0,0 0-15 0,1 0-16 16,1 0-4-16,1 0-4 0,9 0-19 0,14 3-16 16,4 1 0-16,5-1-7 0,-1 0-11 0,6 0 3 15,0 1-3-15,-4-1 2 0,5 0-1 0,-3 1 9 16,2-3-5-16,-2 1 4 0,-2-2-9 0,-1 0-3 15,-2 0-13-15,-2 0-3 0,2-2-78 0,-8-1-94 16,-4 0-6-16,1-2-42 0,-9 1-156 0</inkml:trace>
  <inkml:trace contextRef="#ctx1" brushRef="#br0" timeOffset="58">20817 8401 883 0,'-2'0'531'0,"0"0"-772"0,-1 0 634 0,1 0-373 16,-1 1-60-16,1 1 20 0,1-1-3 0,1 1 11 15,1 1 5-15,1 1 20 0,13 6 10 0,16 3 5 16,6-7 41-16,5-2-36 0,6-6 1 0,5-3-15 16,8-5-10-16,7-3 0 0,-2-3-6 0,3-4-12 15,-3-3-173-15</inkml:trace>
  <inkml:trace contextRef="#ctx1" brushRef="#br0" timeOffset="59">23035 7803 1568 0,'-2'0'24'0,"0"0"1"0,1 0 19 0,-3-2-4 0,1 0 3 16,2 2-1-16,-1 0-18 0,-1-1 1 0,-1-1-9 15,3 0-17-15,-1 1 7 0,2 1-4 0,0 0 8 16,2 0 11-16,1 0 14 0,30-4-2 0,3 1 5 15,9-2-10-15,6-1-20 0,5 1 6 0,4 0-10 16,-3 0 0-16,3 0 1 0,-6 0 0 0,-9 2 1 16,-2 1 4-16,-10 0-3 0,-7 2-4 0,-4 0-3 15,-6 2-54-15,-3 0-135 0,-3-1-27 0,-5 1-57 0,-2-1-324 16</inkml:trace>
  <inkml:trace contextRef="#ctx1" brushRef="#br0" timeOffset="60">23281 8083 1090 0,'0'0'16'0,"0"0"2"0,0 0-25 16,1 0 2-16,1 0-13 0,0 0 19 0,1 0 31 15,4 0-1-15,9-1 10 0,10-3-6 0,-2 0-18 16,2-1-3-16,4-2-4 0,-6 0-6 0,3 2 8 16,-4 0-1-16,-8 2 0 0,0 0-21 0,-7 1-278 0</inkml:trace>
  <inkml:trace contextRef="#ctx1" brushRef="#br0" timeOffset="61">23447 8105 318 0,'0'0'42'0,"-1"0"93"16,-1 0-166-16</inkml:trace>
  <inkml:trace contextRef="#ctx1" brushRef="#br0" timeOffset="62">14550 9018 309 0,'0'0'37'0,"0"0"-2"0,0 0 31 0,-2 0 1 16,1 0 1-16,-1 0 26 0,2 0-12 0,0 0 0 16,0 0-11-16,0 0-41 0,0 0 17 0,0-1-3 15,0-1 10-15,0 0 9 0,0-1 7 0,0 0-7 16,0-9 7-16,0-1-1 0,0 3-1 0,0-2-3 0,0 1-1 15,0 1-10-15,0 2-13 0,0 1 10 0,0 2-10 16,0 2 5-16,0-1-19 0,0 1 0 0,0 0-6 16,0 1-7-16,0 1 3 0,2 1-3 0,-1 0 4 15,1 1 9-15,-2 4 2 0,5 22-1 0,0 7-1 16,-4 1-15-16,1 3 2 0,0 2 2 0,-2-2-1 16,0 3 4-16,0-1-11 0,0-3 5 0,-2-2-5 15,0-5 13-15,1-2 10 0,1-5-8 0,-2 2 8 0,2-4-11 16,0 1-3-16,0 1 6 0,0-2-5 0,0 3 6 15,0-1-3-15,2 1 0 0,-1 0-2 0,1 0 0 0,0 3-2 16,-2-4-4-16,1 2 2 0,1-2 0 0,0-2-11 16,-1 1 6-16,1-7-8 0,-2-2 7 0,0-2-1 15,0-4-1-15,0-2 0 0,0-2 4 0,0 0 1 16,0 1 4-16,0-1-2 0,-2-1-1 0,1-1-2 16,1-1-6-16,0 0 4 0,-2-1-3 0,2-4-4 15,-5-27 5-15,0 1-6 0,4 0 2 0,1-2-4 16,0-2 2-16,3 0-2 0,0 2 2 0,2 0 2 15,0 0-5-15,-2 0 3 0,1 3-3 0,-3 2-1 16,1 4-1-16,1-1 1 0,-1 8 0 0,-2 2-6 0,0 4 5 16,0 4-6-16,0 1 3 0,0 4-17 0,0-1 5 15,0-1-9-15,0 3-2 0,0-1 0 0,0 2-4 16,0 0 2-16,0 2-7 0,0-1-11 0,0 3-9 16,-2 20-2-16,2 3-52 0,-1-2-12 0,-1 3-7 0,0-2-2 15,1 4-30-15,-3 3-5 0,3 2-19 0,-3 1 1 16,-1 4-88-16</inkml:trace>
  <inkml:trace contextRef="#ctx1" brushRef="#br0" timeOffset="63">14208 10060 253 0,'-1'0'4'0,"-1"-1"8"0,-1-1-6 0,-2 0 43 16,-8-4 9-16,-2-1 12 0,1 2 40 0,0 0 7 15,-1 0-4-15,2 2 5 0,-4 0-7 0,1-1-13 16,-3 4 0-16,-4 0-3 0,2 0-5 0,-4 0-16 0,4 2-4 15,-1 1-5-15,-3 1-11 0,7-1-4 0,-2 0 5 16,4 1-5-16,4-3 10 0,2 1-10 0,4-2 0 16,1 0-4-16,2 0-3 0,-1 0-24 0,1 0 1 15,1 0-11-15,1 0-9 0,-1 0 1 0,2 0 0 0,2 0 2 16,16-2 0-16,22-3-2 0,-1-1 3 0,9-3-3 16,0-1 1-16,1 1 1 0,6 0-2 0,4 3 1 15,1-1 3-15,-1 4-7 0,2-1 5 0,-1 1-6 16,-1-2 10-16,-5 0-7 0,-1 0 3 0,-7 0-3 15,-1 0 1-15,-4-3 11 0,-1 0-2 0,-2-2 6 0,-3 0-2 16,-1 2-5-16,-2-2 0 0,-4 0 0 0,-4 0 1 16,-4 2-2-16,0 0 0 0,-7 3-2 0,-1 1-2 15,-6 3 9-15,-2-1-6 0,-1 0 4 0,-1 1-24 16,-1-1-45-16,1 0 1 0,0 1-18 0,-2-1-27 0,0 0-16 16,-2 1-20-16,0-1-1 0,1 2-101 0,-19-2-187 15</inkml:trace>
  <inkml:trace contextRef="#ctx1" brushRef="#br0" timeOffset="64">14334 10430 1196 0,'-2'0'270'0,"0"0"-306"0,-1-1 301 16,-7-4-148-16,-1 0-62 0,1 0-6 0,6 3-6 15,1 0-3-15,0-1-41 0,1 1-10 0,1-1 6 0,1 0-4 16,0 0 8-16,3-1 6 0,13-7-5 0,21-9 7 16,1 5 6-16,1 2-10 0,-1 3 5 0,-3 2-8 15,0-1 2-15,-2 3-2 0,-4-1-2 0,-2 2 1 16,-4 2 4-16,-3 0 1 0,-1 1 5 0,-4 0-5 16,-2 1-4-16,-3-1-2 0,-3 2-8 0,-2 0 2 15,-2 0-26-15,0 0-35 0,-1 0 4 0,0 0-12 0,1 0 17 16,0 0 11-16,-1 0 5 0,0 0 1 0,-2 0 21 15,0 0 4-15,-2 2 7 0,-1-1-3 0,-15 9 16 16,-6 2 6-16,-2 1-3 0,5-3 7 0,2-2 25 0,0 2-4 16,7-5 5-16,4 0-8 0,0 0-8 0,6-5 16 15,-1 5 3-15,-4 5 2 0,0 0 0 0,4-2-10 16,1-1-5-16,2-6-1 0,0 2-15 0,4 1-9 16,17 9 1-16,9-1-5 0,3-7-30 0,3-5-185 15,1-2-100-15</inkml:trace>
  <inkml:trace contextRef="#ctx1" brushRef="#br0" timeOffset="65">4558 12377 256 0,'0'0'256'0,"-1"-1"-121"0,-1-1 74 16,0 0-3-16,1 1-191 0,-1-1-9 0,0 0-5 16,1 1-2-16,-1-1 1 0,0 0 1 0,1 1-4 0,-1-1 5 15,2 1-3-15,0-1 17 0,0 0 11 0,-2 2-1 16,1 0 5-16,-1 0 18 0,1 0-14 0,-1 0 2 15,0 0-9-15,1 2-18 0,-1 0 5 0,0-1 4 16,1 1-1-16,-1 1 0 0,0 2 1 0,-3 8 1 16,0 2 2-16,0 2 4 0,1-1 1 0,-3 1-3 0,0 1 4 15,2-2 0-15,-1 3 10 0,-1-3 0 0,2-1 3 16,-1 0-2-16,-1-2 2 0,0 0-9 0,1-3 6 16,-1 0-15-16,2-2-2 0,0 1 3 0,0-1-4 15,4-3-5-15,-3 0-2 0,4-4-1 0,-1 3 2 16,-1-1 6-16,0-1-7 0,1-1 5 0,-1 1-7 15,0-2-6-15,1 0 6 0,-1-2-5 0,1-1 7 0,-1-7 2 16,-1-13-9-16,3 0 1 0,0 1-3 0,1-1 0 16,3 3 0-16,0 1 0 0,1 2-1 0,2 1-9 0,-2 2 6 15,2 1-2-15,-1 2 4 0,-1 1-7 16,2 0 0-16,-1 2-1 0,-1 1 2 0,-1 2-5 0,9 3 4 16,-2-1 0-16,3 1 3 0,0 1-3 0,1-9 4 15,3 0-3-15,4 2 4 0,1 1-4 0,3 2 5 16,4 2-5-16,-2 1 4 0,4 0-7 0,2 2 3 15,7 0 4-15,-3 0 0 0,-3 0 0 0,0 0 5 16,-11 0-5-16,8 0 5 0,2 0-4 0,-7 0-4 16,-1-1 5-16,-6 1-4 0,-2 0 2 0,0 0 6 15,-3 0-5-15,-3 0 4 0,-2 0-5 0,-2 0 1 0,0 0 5 16,-4 0-2-16,-1 0 6 0,0 0-3 0,0 0 0 16,1 0-2-16,-3 0-5 0,1 0-55 0,0 0-7 15,-1 0-21-15,1 0-62 0,-2 1-75 0,0 1-14 16,0 0-30-16,0-1-136 0</inkml:trace>
  <inkml:trace contextRef="#ctx1" brushRef="#br0" timeOffset="66">4902 12493 318 0,'0'0'40'15,"-2"0"-4"-15,0 0 49 0,-1 0-2 0,0 0 5 0,1 0 8 16,-6-2 0-16,1 1-5 0,2-1 0 0,0 0-17 15,2 1-5-15,0-3 4 0,-1 1-6 0,4 1-6 16,-5-6-13-16,2 2-10 0,0-3 0 0,1 4-16 0,0-1-4 16,2 1 4-16,0 0-5 0,0 0-10 0,0 3 0 15,0-1-6-15,0 1 4 0,0 1 6 0,0-1-4 16,0 0 3-16,0 1-5 0,0-1-2 0,0 0-3 16,0 1 6-16,0-1-4 0,0 0 5 0,0 1 3 15,-1-3-3-15,-1 1 2 0,2 2 2 0,-1-3-6 16,-4 1 5-16,-5 0-4 0,1 1 15 0,4 0-3 15,2-1 4-15,0 0-5 0,-4-1-7 0,2-1 8 16,0 2-13-16,0 0 10 0,2 1-18 0,1 1 8 0,-1-1-5 16,3 0 4-16,0 1-8 0,0-1 3 0,-1 0 1 15,-3-1 0-15,1 0-3 0,0-1 7 0,1 1-4 16,-1 1 2-16,1 1-5 0,0-1 3 0,1 0 7 16,-1 1-4-16,0-1 6 0,1 0-2 0,-1 1-1 0,0-1 1 15,1 1 1-15,-2 1-5 0,-1 0 4 0,1 0-4 16,0 0-2-16,-1 1 1 0,-1 1-5 0,-5 3 4 15,1 3 4-15,-1 2-6 0,0 11 4 0,0 6-5 16,2 1 0-16,-2 7-1 0,1 1 0 0,1 4 0 16,-2 3 8-16,0 3-5 0,2 2 2 0,0 3-2 15,1-2 1-15,2 3-4 0,2-6 4 0,0 0-4 0,1 0 8 16,-19-6-4-16,7 0-1 0,8 1 0 0,4 0-4 16,2 2 5-16,3 3-3 0,2-1 4 0,2 1-5 15,1-1 3-15,1 1 3 0,0-3-1 0,1-3 2 0,0-6 6 16,0-1-1-16,2-3 4 0,1 0 9 15,0-4 5-15,0-4 2 0,-3-7-1 0,-6-1-6 0,7-4 0 16,4 0-2-16,0-2 1 0,1-1-2 0,-1 0-3 16,-2-2-2-16,-1-4 1 0,-4 3-9 0,4-3-3 15,1 1 0-15,-3 6-1 0,1-1 2 0,4-1 0 16,0-1 1-16,0 0-3 0,0-1-23 0,-5-3-178 16,0 1-39-16</inkml:trace>
  <inkml:trace contextRef="#ctx1" brushRef="#br0" timeOffset="67">5309 13672 177 0,'0'0'27'0,"0"0"11"0,0 0 44 15,0 0 12-15,0 0 2 0,0 0-10 0,0-2-13 16,0 1 2-16,0-1-2 0,0 1-12 0,0-1-12 16,0-1-2-16,0 1 0 0,2 0 9 0,0-1-18 15,-1 0 1-15,1-1-8 0,-1 1-6 0,1 0 14 16,-2-1 1-16,2-1 4 0,-1 2 8 0,1-2-8 0,-2 2 7 15,0 1-7-15,2-4 4 0,-2 4-7 0,0-1-4 16,0 1 1-16,1-1-2 0,1-1-9 0,-2 1-1 16,0 0-3-16,0 0-11 0,0-1 1 0,-2 3 2 15,1-1-1-15,-1 0 3 0,0 1-12 0,-1 1 2 16,-2 0-4-16,-6 0 10 0,1 1-9 0,-2 3 5 0,2-1-7 16,-1 2-4-16,1 1 11 0,-2 3-6 0,6-4 10 15,-1-4-7-15,0 8-3 0,4-1 3 0,1 3-3 16,-1-2-2-16,-5 1 0 0,1-1-2 0,2 1 1 15,2 0 0-15,0 0 1 0,1 2-1 0,2-2 1 16,0 1-3-16,0 2 4 0,2 1-3 0,3 0 3 16,0 1-5-16,0 0 2 0,1 0 4 0,1 2-1 0,-1-1 2 15,3 2-3-15,-3 0-1 0,1 2 0 0,-1-2 0 16,-1 2 2-16,-1 0-2 0,-3-2 2 0,-1 0 4 16,0 1-1-16,0-5 1 0,-3 1-1 0,0-1 5 15,-2-3 9-15,0-1 4 0,-2 0 2 0,4 0 16 0,-9-5 9 16,1 1-4-16,1-2 4 0,-2-3-15 0,1 8-3 15,-1-3-4-15,2-3 0 0,-1-1-10 0,3-2-3 16,-4 0-2-16,4 0-2 0,1 0-9 0,1-2 2 16,4 2-1-16,-5-1 0 0,4 1-7 0,0-2 5 15,-1 1-2-15,3-1 3 0,-1 0-9 0,1 1-5 16,-1-1-3-16,0 0-5 0,1 2-58 0,-1 0-64 16,0 0-5-16,2 0-21 0,0 0-51 0,0 0-162 15</inkml:trace>
  <inkml:trace contextRef="#ctx1" brushRef="#br0" timeOffset="68">5908 13674 687 0,'0'0'54'0,"0"0"-3"0,0-2 2 16,0 0 4-16,-1 1-21 0,-1-1-13 0,2 1-10 15,0-1 1-15,0 0-1 0,0 1 17 0,0-1 16 16,0 0 0-16,0 1 5 0,0-1 2 0,0 0-6 16,0 1-5-16,0-1 1 0,0-1-5 0,0-1-2 15,0 1 4-15,0 0-3 0,0-1 10 0,0 1-8 0,0 0-1 16,0-4-3-16,0 2-7 0,0 0-3 0,0 2 4 16,0 0-4-16,0-2 11 0,0 0-10 0,0 0-1 15,0 3-4-15,0-3-11 0,0 4-1 0,-2-3-2 16,1 1 0-16,-1 0-1 0,-1 1-2 0,-2-1 4 0,-5-2-3 15,-2 1-2-15,-1 3 1 0,2 1-5 0,-3 3 1 16,0 2-7-16,-1 3 2 0,-3 6 5 0,3-9-2 16,-2 11 4-16,-6 2 1 0,5 2-5 0,-2 2 3 15,4-3 3-15,-3 1 0 0,-2 0 4 0,1-2-4 16,0 0-3-16,4 4 2 0,4-1 0 0,1 2 0 16,3 0-1-16,-1 2-1 0,1 0-2 0,-8 0 1 15,6 0 0-15,3 1 6 0,5-1-6 0,2 1 5 0,2 1-5 16,3-8 6-16,3 1 2 0,2-3 2 0,0-2-2 15,5-2 4-15,3-2-1 0,3-4 1 0,-2-2-6 16,4 10 2-16,-2-5 1 0,2-5 0 0,4-4 5 0,-7-1-11 16,1-3 3-16,-3 0-10 0,-1-2-51 0,-4 0-145 15,2-2-41-15,-2-1-66 0,3 3-462 0</inkml:trace>
  <inkml:trace contextRef="#ctx1" brushRef="#br0" timeOffset="69">6186 14016 252 0,'0'0'116'16,"0"0"1"-16,-2 0 17 0,0-2-16 0,2 0-22 16,-1 1-30-16,-1-1 7 0,0 0-8 0,1 1 9 15,-1-1-4-15,0 0-5 0,1-1-4 0,-1 0-2 16,0-1-15-16,1 1-1 0,1 2 2 0,-2-4-4 15,0-2-12-15,1 2 8 0,-1-2 0 0,1 2 3 0,-1 1-4 16,0-1-6-16,1 1-8 0,-1 1 5 0,0 0-7 16,2 1-6-16,-1 0 3 0,-4 1-5 0,-5-8-1 15,2 4 5-15,-1 1-8 0,-1-1 6 0,2 3-9 0,0 0-6 16,-2 1 7-16,-2 1-6 0,-1 0 9 0,0 0-3 16,1 1-4-16,3 1 2 0,-3 1-4 0,4 1 0 15,-1 0 0-15,1 1-1 0,0-1-2 0,1 16 2 16,-1-2 1-16,-2 3 1 0,5 2 5 0,0 0-9 15,0 2 7-15,4-2-7 0,-3 0 9 0,3-1-7 16,-1 3-3-16,-13-2 0 0,5-2 4 0,4-3 12 16,4-6-4-16,0-2 6 0,2-2 3 0,0 0-3 15,0-4 5-15,0 1-5 0,2 0 0 0,-2-4 0 0,3 4-1 16,2-3 0-16,10 8-1 0,5 0-4 0,3-2 3 16,-1-5-4-16,1-3 4 0,-2 0-10 0,-1-1 2 15,0-1-2-15,0-1 5 0,-2-1 1 0,-2-1-2 16,-6 2 1-16,-2 0-3 0,-3 1-22 0,-3 2-12 0,0 0-10 15,3-3-83-15,-2-2-75 0,7 2-21 0,0 1-34 16,-2-3-246-16</inkml:trace>
  <inkml:trace contextRef="#ctx1" brushRef="#br0" timeOffset="70">6438 14263 1279 0,'0'-1'16'0,"0"-1"1"0,-2 0 1 15,1-1-5-15,-1 0-2 0,-1-5-1 0,-2-4 5 16,0 0 0-16,0 1 1 0,2 1-4 0,1 2-8 16,0 1 4-16,1-1-4 0,1 1 13 0,-2-1 7 15,2 1 0-15,0 4 2 0,0-2 2 0,0 3 13 16,0-1-4-16,0 0 8 0,0-2-6 0,-2-2-4 15,1 2 0-15,1 2-2 0,0 1-4 0,0-1-4 16,0 1 3-16,0 1-4 0,-2-3 2 0,0 1-11 0,1 0 1 16,-1 0-5-16,1-1-3 0,-1 3-7 0,0-1-1 15,1 0-1-15,-1 1-2 0,0 1-2 0,1 0 5 16,-1 0-2-16,0 0 1 0,1 1 3 0,-1 1-2 16,0 1 2-16,2-1-3 0,-3 11 0 0,0 5 1 0,-1 2 0 15,3 3 0-15,-1 0 3 0,2-1-3 0,0-2 3 16,0 3-9-16,0 0 7 0,0 2-5 0,0-2 5 15,0 0 5-15,0 2-9 0,0-2 6 0,0 0-6 16,0-3 9-16,0-4-1 0,0 1-1 0,0-4 2 16,0 0 4-16,0-3 2 0,0-2 3 0,0 1-4 15,0-3-10-15,0 1 10 0,0-4-7 0,0-1 9 0,0 1-11 16,0 0 2-16,0 1-15 0,0-1-5 0,0 0-152 16</inkml:trace>
  <inkml:trace contextRef="#ctx1" brushRef="#br0" timeOffset="71">6804 13168 179 0,'0'0'59'0,"0"0"-42"16,0-1 63-16,0-1-23 0,0 0-33 0,0 1-16 16,0-1 2-16,0 0-3 0,0 1 14 0,2-1 20 15,-2 1 6-15,0-1 8 0,0 0 41 0,0 1-12 16,0-1 5-16,0 0-11 0,0 1-9 0,-2-1 2 16,1 0-4-16,-1 1 4 0,1-1-10 0,-1 0-6 15,-1 1-7-15,-1-1 2 0,-1 0-20 0,-3-1 8 16,0 0-7-16,-2 0 6 0,2 1-8 0,-1 0-17 15,3 1 15-15,-1-1-15 0,1 2 11 0,1 0 1 16,-2 0-7-16,0 0 7 0,3 0-3 0,-1 0 0 0,0 0 3 16,0 0-3-16,1 0-7 0,3 0 0 0,-3 0-9 15,1 0 6-15,0 0-16 0,1 0-4 0,1 0 6 16,-1 0-5-16,2 0 5 0,0-2 3 0,2 1 0 0,1-1 2 16,20-3 0-16,8 0-5 0,6 0 3 0,2 0-4 15,6 0 9-15,1 2 2 0,-3-2-2 0,0 0 1 16,-5 0-6-16,1 2 6 0,-1-1-1 0,-8 1 1 15,1 0-12-15,-3-1 6 0,-4 1 1 0,-1-2 4 16,-4 2 17-16,-2 0-3 0,-2-1-2 0,-4 3 0 16,1-1 5-16,-4 0-9 0,-1 1 7 0,-2 1-9 15,-2 0 7-15,0 0-2 0,1-2-4 0,-1 0 3 0,0 1-3 16,-1-1-6-16,0 0 4 0,-1 2-6 0,1 0 1 16,-1 0-28-16,1 0-23 0,0 0-5 0,-2 0-99 15,0 0-92-15,0 0-37 0</inkml:trace>
  <inkml:trace contextRef="#ctx1" brushRef="#br0" timeOffset="72">6879 13329 689 0,'0'0'7'0,"0"0"6"0,0 0 0 0,-2 0-14 0,0-2 7 15,1 2-7-15,-1 0-7 0,-1 0 9 0,0 0-7 16,-2 0 5-16,-7 0 6 0,1 0-5 0,-3 0 11 16,-1 0 36-16,1 0 53 0,-1 2 0 0,0-1 14 15,3 1-15-15,-1 0-3 0,2-1-6 0,-1 1 0 16,-1 0-25-16,3-2-14 0,0 0 1 0,2 0-5 15,1 0-5-15,4 0-13 0,0 0-4 0,-1 0-2 0,1 0-22 16,0 0-3-16,1 0 2 0,0 0-2 0,2 0 13 16,0 0 11-16,2 0-3 0,1 0 5 0,17 0 1 15,13-4 8-15,8-4 1 0,6-2 1 0,5-3-9 16,3-2-11-16,-2 0 1 0,-2 0-4 0,-3 2-4 0,-5 1-1 16,0 3-6-16,-10 0 3 0,0 1-7 0,-7 3 9 15,-1 0-4-15,-4 0 6 0,-1 2-10 0,-5 0 12 16,-2-1-5-16,-3 3 8 0,-2-1-10 0,-5 2 7 15,-1 0-3-15,1-2 6 0,1 1-2 0,-1-1-114 16,-1 0-36-16,-1 1-59 0,1-1-411 0</inkml:trace>
  <inkml:trace contextRef="#ctx1" brushRef="#br0" timeOffset="73">9863 12822 831 0,'-2'0'29'0,"0"0"59"15,1 0-56-15,-3 0-12 0,3 0 5 0,-9 1-5 16,3 1 20-16,-4 3 21 0,3 0 9 0,-7 3 0 15,6-3 5-15,4-2-5 0,-1 1-7 0,3-1 1 16,-1 0-29-16,3 1-9 0,-1-1-7 0,0-2 2 16,1 1-5-16,-1 0 7 0,2-1 1 0,0 1 2 0,2 0 3 15,-1-1-6-15,1 1 3 0,1-2-4 0,1 0-4 16,-1 0 18-16,0 0-3 0,0 0 9 0,1 0 2 0,-1 0-10 16,0 0-3-16,-1 0-3 0,0 0-21 0,-1 0-4 15,1 0-12-15,-2 0-12 0,0 0-181 0</inkml:trace>
  <inkml:trace contextRef="#ctx1" brushRef="#br0" timeOffset="74">8633 12382 25 0,'0'0'7'0,"0"0"17"0,0 0 47 16,0-1 19-16,0-1 25 0,0 0-1 0,0 1-13 15,0-1-2-15,0 0-2 0,0-1-19 0,0 0-8 16,0-1-6-16,0-2 0 0,0-2-21 0,0 4-8 15,0-2 3-15,0-1-6 0,0 0-12 0,0 1 8 0,0 1-10 16,0-2 10-16,0-1-18 0,0 3 10 0,0 0-2 16,-1 0 5-16,1 4-4 0,-4-6-6 0,-1 0 6 15,4 2-4-15,-13 0 5 0,-2 4-4 0,-1-11-3 16,3 6 2-16,-10-1-8 0,1 5 1 0,-3 2 0 16,-4 4 0-16,4 4 0 0,-10 5 4 0,2 0-4 0,0 2 4 15,-4 3-2-15,3 1 0 0,2-1 2 0,4-2 0 16,2-12 6-16,2 17 0 0,2 4-5 0,2 0 2 15,-2 3-6-15,6 1 0 0,1 1 3 0,1 1-4 16,2 2-9-16,-1 4 8 0,3 1-4 0,1 5 6 16,3 0-9-16,1-2-1 0,2 0 2 0,3-4 1 15,-19-1 2-15,8-1 6 0,7-4-7 0,4-5 8 0,1-2-5 16,1-1 1-16,3-4 6 0,1 0-3 0,3-1 5 16,2 0 2-16,0-3-2 0,1 0 2 0,14-2-1 15,2-2 0-15,-1-2-2 0,2-3 2 0,3-2 2 0,2-1 0 16,-1 15-2-16,4-6 1 0,2-7 0 0,-5-5-10 15,-2 0 9-15,-3-4-9 0,-1-1 13 0,1-3-17 16,0-2 5-16,-5 2-11 0,-3-2-38 0,-2 0-78 16,0 0-6-16,-3 0-23 0,0 0-35 0,0 0-103 15,-4 4-50-15</inkml:trace>
  <inkml:trace contextRef="#ctx1" brushRef="#br0" timeOffset="75">9031 13112 1150 0,'0'0'16'16,"-2"-1"-2"-16,1-1-2 0,-1 0 3 0,0 1-9 15,-1-3 5-15,1 4-10 0,-11-10 8 0,5 4-8 16,1 1 7-16,-9-7 10 0,1 4-7 0,2 1 8 15,-7-2-9-15,2 2 12 0,1 4-2 0,-4-1 5 16,1 1 2-16,-3 3 8 0,0 0-2 0,0 2 4 16,-2 3-6-16,3 0 8 0,-1 3-2 0,0 3 3 0,2 1-1 15,1 1-16-15,0-6-1 0,4 14-7 0,1 2-15 16,2 0 1-16,1 1-1 0,2-1 0 0,4 2 1 16,2 1 2-16,3 0-1 0,-16 2 0 0,9-1-3 0,5 1 6 15,3-3 0-15,3 1 3 0,2-4-4 0,3-4 4 16,4 2 2-16,-4-9 1 0,-2 1 2 0,16-1 5 15,-1-1-5-15,3-2 5 0,0-3-10 0,-1 10 8 16,4-5-5-16,-2-5 6 0,-1-3-12 0,4-2 4 16,-1-4-2-16,4-1 2 0,-3-3-7 0,-1-3-63 15,2-4-9-15,-6 0-26 0,5 12-84 0,-3-16-149 16,-7-2-78-16</inkml:trace>
  <inkml:trace contextRef="#ctx1" brushRef="#br0" timeOffset="76">9255 13320 513 0,'0'0'134'0,"0"-1"-141"0,-1-1 152 0,-1-1-69 16,0-6-10-16,-3-7-19 0,2 1 5 0,0-1-9 16,1 1 14-16,1 0 18 0,-1 2-8 0,2-1 8 15,0 5-26-15,0 0-13 0,0 4 2 0,0 0-6 16,0 4 3-16,0-1-7 0,0-1-5 0,0-1-1 0,0 3-18 15,0-1-8-15,0 2 5 0,0 0-5 0,0 2 9 16,0 1 4-16,-2 17 3 0,1 6 2 0,-1 2 16 16,0-1-11-16,2-1 1 0,0 1-5 0,0-1-4 0,0 1-6 15,0-4 3-15,0 1-4 0,0-4-2 0,0 0 8 16,0 0-1-16,2-5 5 0,0 3-4 0,-1-3-125 16,3 0-58-16</inkml:trace>
  <inkml:trace contextRef="#ctx1" brushRef="#br0" timeOffset="77">10239 12230 242 0,'0'-1'64'0,"0"-3"-55"16,-5-20 77-16,0-8-32 0,2 1-14 0,1-1-17 0,1-1-5 15,1 0 0-15,0 4-2 0,0 2 35 0,0 3-13 16,0 4 21-16,0 2 4 0,-2 4 17 0,0 3 0 16,-1-1 1-16,1 6-20 0,-1-1-30 0,0 0 4 15,1 4-13-15,-1-2-6 0,1 2 11 0,-8-5-6 0,0 1 7 16,2 2-8-16,0 2-11 0,0 1 5 0,1 0-7 15,-1 2-6-15,1 0 4 0,0 2-4 0,1 1 5 16,-1 2 10-16,-1 2 3 0,3 16 1 0,-2 3 1 16,2 3-4-16,2 7-1 0,-2-5 2 0,4 7-2 15,-3-3 0-15,-16 1-9 0,7 4 0 0,7-4-2 16,2 4 6-16,3-4-10 0,1 2 3 0,0 0-5 16,0 3 4-16,0 4 3 0,-2 3 0 0,0 5 0 0,-1 1-5 15,0 2 8-15,-2 4 3 0,0-2 1 0,0 3 3 16,0-12 15-16,2-4 1 0,-1-9 6 0,1-8-1 0,1-5-16 15,1-3-3-15,-1-3-2 0,1-1-4 0,1-3-2 16,-2-1-1-16,0-2-1 0,1 0-9 0,1-2 10 16,-2 2-1-16,0-3 7 0,1 1-1 0,-1-3-10 15,0 1 3-15,2-1-4 0,0-3 1 0,0 0-26 16,-1 1-11-16,-1 0-9 0,0-1-61 0,2 0-32 16,0-2-15-16,0 0-19 0,0-2-179 0</inkml:trace>
  <inkml:trace contextRef="#ctx1" brushRef="#br0" timeOffset="78">10128 12215 1059 0,'-1'-1'20'0,"-1"-1"-4"0,-8-13 22 0,-5-8-2 0,14 3-1 15,-11 2-16-15,2 0-10 0,0 5 4 0,5 1-7 16,-1-4-4-16,3 4-2 0,1 1-2 0,-6 1 2 15,3 1 0-15,0 1 2 0,1 0 2 0,3-2 1 16,1 2 9-16,0-2 26 0,1-2-1 0,4 2 9 16,2-1 1-16,-2-1-9 0,18-1 5 0,3 3-7 0,2-1-6 15,2 1-14-15,3 3-4 0,5 2-2 0,-2 2-10 16,2 1 5-16,-5 1-6 0,-3-1 5 0,2-16-7 16,-3 8 3-16,-4 5-2 0,0 3 3 0,-4 2 0 0,-3 2-4 15,2 1 6-15,-5 2-5 0,0 2 7 0,-4-2-6 16,1 1 0-16,-4-1-1 0,0-3 3 0,1 13-3 15,-3-2 6-15,1 0-4 0,-2 0-1 0,0 1 0 16,-2 2-3-16,-1 1 3 0,-1-1 12 0,11 1-6 16,-4 1 5-16,-1 0-6 0,-4 2 10 0,-1 1-9 15,-2 1 6-15,-4-1-6 0,0 2 1 0,-3 0-5 16,-1-1 1-16,-2 3-1 0,-2-4 7 0,-3 1-2 16,12-1 1-16,-22-3-3 0,1 2-5 0,-1-2 4 0,-3 0-3 15,1 1 4-15,1-1-3 0,-4 0 9 0,1 0-7 16,0 0 7-16,0 0-8 0,1 1-4 0,1-1 8 15,-1-2-8-15,2-1 1 0,-1-2 5 0,4 1-5 0,2-3 8 16,1 1 1-16,2-1-3 0,1 1 1 0,-1-4-3 16,3-1 2-16,2-2 2 0,0-4 0 0,1 8 0 15,1-3 0-15,4-3 3 0,1-1-1 0,1 0 1 16,1-2-8-16,3 0 0 0,-1 0 1 0,-1 0 0 16,0 0 1-16,1 0-5 0,0-2 1 0,1 0-2 15,-1 1-4-15,2-1 6 0,0 0-3 0,0 1 3 16,0-1-6-16,2 1 6 0,-1-1 0 0,1 0 3 15,0 1-5-15,-1-1-1 0,1 0 1 0,-1 1-1 0,1-1 4 16,1 0-2-16,-1 1 0 0,0-1-1 0,-1 0 0 16,1 1-4-16,0-1 3 0,-1 0-4 0,1 2 0 15,0 0 8-15,-1 0-3 0,1 0 3 0,0 0-8 0,-1 2 6 16,1 0-7-16,1-1 6 0,0 1-4 0,1 1 6 16,-1 1-2-16,0 4 2 0,6 2-10 0,-1 3 8 15,3 5 1-15,3-3 1 0,0 2-5 0,3 1 3 16,1-2-4-16,0 2 4 0,2 2 0 0,5-3-3 15,1 6 1-15,1-5-2 0,2 0 3 0,-1-1 3 16,0-4 2-16,2 0-1 0,-3 2-6 0,4-2 3 16,-5-1-4-16,2-1 4 0,-3-1-3 0,-2 0 4 15,-1-2 3-15,-4-1-1 0,0 0-7 0,-3-2 7 0,0 0-3 16,-4-2 5-16,3-2-1 0,-5 1 3 0,0 5-6 16,-3-2 5-16,1-2-5 0,-2-1 5 0,0-1 0 15,-4-1 1-15,1 0-1 0,0 0 0 0,-1 0 3 16,3 2-4-16,-1 0-6 0,0-2-63 0,1 0-24 0,-1 0-25 15,0 0-191-15</inkml:trace>
  <inkml:trace contextRef="#ctx1" brushRef="#br0" timeOffset="79">11239 13053 8 0,'0'0'0'0,"0"0"12"16,0 0 132-16,0 0-9 0,0 0 14 0,0-2-43 15,0 0-12-15,0 1-31 0,0-1 4 0,0 1-7 16,0-1-13-16,0 0-24 0,0 1-3 0,0-1-6 15,0 0-1-15,0-1 10 0,0 0 2 0,2 1 1 0,-1 0 5 16,1-1-4-16,0 0 7 0,-1-1-4 0,-1 1 17 16,0 0-1-16,0-2-8 0,2-3 4 0,-2 1-11 0,0 0 7 15,0-1 0-15,0 3-1 0,0 0-20 0,0-3 7 16,0 3-7-16,0 0 6 0,-2-3-12 0,2 3 4 16,-1-2-5-16,-1 4 5 0,0-2-10 0,2 3 3 15,-3-1 1-15,0 1-1 0,-5-4-3 0,-4-1 4 16,-1 2-4-16,0 0 3 0,-1 2-14 0,0 1 13 15,4 2-8-15,-3 0 10 0,3 2-9 0,0 1 3 16,-4 1 3-16,1 1-3 0,-5 1-8 0,7-1 5 16,-3 2-4-16,9-4 5 0,-3 2-1 0,-3 2 7 15,-1 1-7-15,-3-7 6 0,0 13-7 0,4-3-1 0,1 2 7 16,0 1-4-16,0 2 1 0,0 1-2 0,0-1-1 16,2 2 0-16,-2 1 1 0,2 0 0 0,0 3 0 15,1-2 2-15,2 1-6 0,3-1 5 0,-11-2-1 16,5-1 3-16,1-1-9 0,4-3 11 0,3 1-3 0,0-3 10 15,2 1 10-15,1-4 3 0,2 0 0 0,0-1-1 16,10-2-7-16,6-4-2 0,6 3-4 0,1 12 1 16,0-4-4-16,0-6 6 0,-2-4-2 0,-3-2 1 15,5 0-8-15,2-3 0 0,-2-1 3 0,-5 0-2 16,-1-1 0-16,-4 1 2 0,-2-1-3 0,-2 2 3 16,-5 0 3-16,0-1-10 0,-1 1 7 0,-5 3-9 15,2-2-10-15,-1 1-107 0,-1-1-19 0,0 0-45 0,0 1-219 16</inkml:trace>
  <inkml:trace contextRef="#ctx1" brushRef="#br0" timeOffset="80">11487 13297 909 0,'0'0'1'0,"0"0"2"0,0-1-4 0,0-1 0 15,0 0-3-15,0 1-2 0,0-1 6 0,0 0-5 16,0 1 7-16,0-3-2 0,1 1-2 0,1 0 3 16,0-1-2-16,-1 1 17 0,3 0 23 0,-1 0 3 0,-3 1 7 15,5-5 20-15,-3 4-1 0,1-2 3 0,2-2-4 16,-2 1-5-16,0 1-8 0,2-3-2 0,-3 3 0 15,1-2 3-15,-1 2-25 0,0 0 6 0,-1 0-13 16,-1 2-1-16,0 0-6 0,0 1-4 0,0 0-1 16,0-1-8-16,0 0 0 0,-1-1 1 0,-1 3-1 15,0-1 0-15,1 0-3 0,-3 1 0 0,-2-1-1 0,-6 2-3 16,-1 0 5-16,0 2 3 0,0 1-1 0,-1 2-6 16,1 0 7-16,0 2-5 0,0-1 8 0,0 2-6 15,-1 2-1-15,3-5 0 0,-1 10 0 0,1 2 2 0,2-1 1 16,1 2-5-16,3 1 2 0,-1 0 0 0,4 0-1 15,-3-3 3-15,-8 2-2 0,5-1 4 0,3 1-4 16,1-2 3-16,4 3-3 0,0-6 10 0,0 0-9 16,2-1 7-16,0-6-7 0,1 2 13 0,2-1-1 15,-2 0 1-15,12-4-1 0,2 2-1 0,-3-3 0 16,3 9-2-16,3-1 2 0,-2-3 0 0,3-2 4 16,1-4-5-16,-1-1 4 0,1-1-8 0,-4-3 1 15,-2-1-4-15,3 2 1 0,-6 0-3 0,2-2-1 0,-2 0 5 16,-3 0-7-16,3-2-34 0,-3 1-62 0,5-4-3 15,-5 3-23-15,1-1-54 0,-1 1-76 0,-5 4-28 16</inkml:trace>
  <inkml:trace contextRef="#ctx1" brushRef="#br0" timeOffset="81">11970 13424 921 0,'-1'0'97'0,"-1"-1"203"0,0 1-263 15,-8-4-10-15,1 1-2 0,5 1-5 0,1 1-13 16,0-2-2-16,-1-1 0 0,3 1 0 0,-3-2-5 0,1-3 2 16,0-4 0-16,1-1 1 0,2 0 1 0,0 0 0 15,0 1-3-15,0 0 4 0,0 1 14 0,2 1 25 16,-1-2 0-16,1 4 6 0,0-2-8 0,-1 0-9 15,-1 0 0-15,0 2-2 0,0 2-4 0,0-1 2 16,0 0-8-16,0 4 5 0,0-2-22 0,0 2 8 16,0 1-1-16,0 0 3 0,0 1-6 0,-1-3-10 15,-1 1 2-15,0 0-3 0,1 1 7 0,1 1-7 16,0-1-4-16,-2 0 1 0,2 1 9 0,-1 1-13 0,-1 0 10 16,0 1-14-16,1 1 14 0,-1 3 4 0,-5 13 1 15,2 0 0-15,2 0-3 0,0 2-2 0,-1-2-3 16,1 2 2-16,0-2-3 0,1 5 3 0,1-1 1 15,-3 4 0-15,1 2-4 0,1-3 5 0,1 3-1 0,-1-1 2 16,0-1 3-16,2 5-6 0,0 1 1 0,4-4-2 16,-3 0 2-16,-1-5 5 0,0-1-1 0,0-3 3 15,2 1-8-15,-2 0 7 0,0-5-4 0,0 0 8 16,0-2 4-16,0-3 14 0,0 0-1 0,0-2 2 16,0-1-24-16,0-1 2 0,0-1 0 0,0-1 1 15,0-3-2-15,0 3-4 0,0-3-37 0,0 1-8 16,2 1-306-16</inkml:trace>
  <inkml:trace contextRef="#ctx1" brushRef="#br0" timeOffset="82">7869 5017 31 0,'0'0'55'0,"0"0"7"16,0 0 58-16,0 0 11 0,0-2-16 0,0 0-20 15,-2 1-11-15,1-1 2 0,-1 0-1 0,0 1-9 16,1-1-25-16,-1-1-6 0,0-1-5 0,2 1-11 0,-1-5-6 16,-1 1 14-16,1 2-10 0,1 0 31 0,0 0-8 15,0 0 2-15,-2-3-5 0,2 5 2 0,-2-4-2 16,1 1-3-16,-1 2-1 0,0 1-12 0,1 0-18 15,-1-1-3-15,0 1-5 0,1 2-6 0,-1-1 5 16,0 0-1-16,-1 2 1 0,0 0-10 0,1 0 10 16,-8 0 1-16,4 0 3 0,-3 2 0 0,3 0-8 15,-3 1 0-15,-4 3-2 0,2 1 3 0,2-2 4 16,1 2-5-16,-2 9 5 0,-1-1-2 0,-6 5 5 0,1-2-1 16,-1 3 1-16,-4 1-3 0,3-1 2 0,1 2-3 15,2-1 1-15,4 1-6 0,-2-3 4 0,3-2 1 16,1-1 1-16,-1-1-1 0,7-3 5 0,0 1-1 15,1-1 2-15,-8 0-4 0,5-3 3 0,2-2-1 0,1-1 1 16,2-4-3-16,0 2-6 0,0 2 6 0,0-4-4 16,0 0 12-16,0 0-14 0,0 1 4 0,0-3-5 15,2 3 6-15,-2-3 3 0,5 3-2 0,7-3 1 16,1 1-4-16,-5 5 0 0,2-1-3 0,-7-4 1 16,-1-2-4-16,3 2 9 0,0-1-2 0,0 1 4 15,1-1-6-15,-1 1 10 0,-1-2-7 0,1 0 2 0,-2 0-37 16,2 0-43-16,0 0-12 0,1 0-12 0,-1 0-68 15,0 0-107-15,4-2-46 0</inkml:trace>
  <inkml:trace contextRef="#ctx1" brushRef="#br0" timeOffset="83">7853 5010 293 0,'0'0'13'0,"0"0"59"0,0 0 23 0,-2-2 18 0,0 1 53 16,1-1-76-16,-1-1 10 0,0-1-33 0,-1-4 6 16,0 2-14-16,-2-6-3 0,3 5-3 0,-1-1-8 15,-1 2 8-15,3 1-4 0,-1 0 4 0,1 0-17 0,-1 1-7 16,0 1-1-16,1 0-4 0,-1-1-17 0,-1 3 4 15,-1-1-4-15,1 1 4 0,0-1-15 0,-2 2 5 16,-4 2 1-16,3 1 4 0,1 0 3 0,-2 12-3 16,1 11-2-16,-3-2 0 0,3 0-3 0,-2 3 6 15,-1-1-3-15,6 4 2 0,-4-2-6 0,6 0 1 16,-4 0 3-16,-12-1-1 0,7-4-1 0,2-2 3 16,3 1-5-16,2-3 5 0,1 3 2 0,2-6-3 15,0-1 3-15,0-5-3 0,0-2 8 0,0-3 7 0,0-1 5 16,0-1-1-16,2 0 10 0,0 1 17 0,-1-3-7 15,1 1 11-15,0 0-7 0,-1-2-26 0,1 0 4 16,0-2-12-16,-1-1-4 0,7-14-1 0,1-6 1 16,-1-3-1-16,-1 1-2 0,-3-3-3 0,1 0-3 0,-1 0 1 15,1-2 6-15,0 2-3 0,0 1 5 0,-2-2-5 16,-1 1 1-16,-1-1-6 0,-1 3-1 0,0 3-2 16,0 5 9-16,0 1-3 0,0 7-1 0,0 2 0 15,0 0-4-15,0 6-3 0,0-1 0 0,-1 0 0 16,-1 1 3-16,0 2 0 0,1 0-1 0,-1 2 1 15,-1 9 1-15,-6 25-2 0,3-3 3 0,1 4-5 16,2-1 5-16,-2 2 3 0,-2 2-2 0,2-1 3 0,0 1-3 16,2-2 1-16,-1-2 0 0,3 1 1 0,-1-6-2 15,1-3-2-15,-1-1 3 0,0-6-3 0,1 0 3 16,-1-6 5-16,0 4-2 0,1-5 5 0,1-5-2 0,0-3 2 16,0-4 3-16,0 1 0 0,0 0 19 0,0-1-5 15,0 0 3-15,0-1-4 0,0-1-9 0,0 0-9 16,0-1-1-16,0-3-2 0,0-14 9 0,0-6-7 15,0-6-1-15,-2-2-2 0,2 1-4 0,0 0 2 16,0-1 2-16,2 1 0 0,-1 0-3 0,-1-1 6 16,0 2-7-16,0 2 7 0,0 0-5 0,0 4-4 15,0 0 3-15,0 5-4 0,0 0 8 0,0 6-8 0,0 2 4 16,0 1-5-16,0 5 6 0,0 3-4 16,0-1 0-16,0 0-3 0,0 1-7 0,0 2 13 0,0 0-5 15,0 2 8-15,0 1 1 0,-1 18-4 0,-3 12-3 16,-1 4 0-16,-1 2-1 0,-2 1 4 0,1 1 5 15,-1 2-3-15,-1-3-2 0,1-2 0 0,0-4-2 0,1-5 2 16,1 0 3-16,2-9-5 0,1-2 2 0,1-5-4 16,1-3 5-16,1-3 1 0,0-2 3 0,0-2-2 15,0 1 3-15,0-1 1 0,0-2-2 0,0 1 4 16,0 0 8-16,0-2-3 0,0-2-4 0,0 0-1 16,1-9-7-16,3-19 3 0,-1-3 2 0,0-3-1 15,1-2-4-15,-3-3 3 0,-1-1-5 0,2 3 3 0,0-1-6 16,-1 5 1-16,1 2 4 0,0 5-2 0,-1 2 5 15,1 3-5-15,1 3 0 0,-1 5-2 0,-1 2 0 16,-1 6 2-16,0 2-4 0,0 2 4 0,0 0-6 0,0 1 3 16,0 0-1-16,0 2 1 0,0 0-4 0,0 2 8 15,0 1-1-15,0 15 5 0,0 6-7 0,0 0-1 16,-1-1 3-16,-4 2 0 0,0-2 9 0,-2-1-8 16,-1-1 1-16,1-1-3 0,1 0 0 0,1-4 5 15,0 1-4-15,2-1-3 0,-1-2-80 0,3-1-158 16,1 0-63-16</inkml:trace>
  <inkml:trace contextRef="#ctx1" brushRef="#br0" timeOffset="84">3769 6303 256 0,'0'0'-16'16,"0"0"32"-16,0 0 59 0,0 0 23 0,0 0 37 0,0 0-2 16,-1 0-57-16,-1 0 4 0,0-2-9 0,1 1 1 15,-1-1-13-15,0 1 1 0,1-1-5 0,-2 0-1 16,-1 1-8-16,1-1-3 0,-14-5-1 0,4 2-5 15,2 2-5-15,-1 0-1 0,5 1-3 0,-2 0-11 0,-3 1 12 16,0-1-1-16,6 0 5 0,-2 1-7 0,-1-1-1 16,1 2-1-16,-3 0 1 0,2 0 0 0,3 0 4 15,-1 0-3-15,4 0 4 0,0 0 3 0,-1 0-14 16,-2 0 0-16,1 0-7 0,3 0-3 0,-1 0-3 16,-1 0 11-16,3 0-8 0,-1 0 9 0,0 0-9 15,1 0 0-15,-1 0-1 0,1 0-1 0,1 0-2 16,0 0 0-16,0 0 1 0,0 0 3 0,1 0-11 15,2 0 0-15,4 0-4 0,16-1 9 0,-1-1-4 0,1 2 0 16,3 0-2-16,-3 0 5 0,0 2-4 0,-1-1 2 16,-1 1-3-16,2-1 4 0,2 1-1 0,2 0 0 15,1-1-1-15,1 1 1 0,1 0-1 0,1-1-2 16,7-1-1-16,-5 0-2 0,7 0 10 0,5-1-2 16,-6-3 5-16,4 3-8 0,-2-3 4 0,-6 1-3 0,0 0 5 15,-4 1-6-15,-3 1 4 0,-5-1-3 0,2-1 2 16,-2-1-10-16,-2 3 7 0,1-1 2 0,-2 2 2 15,0 0 0-15,-2 0 3 0,0 2-6 0,-2-1 3 16,2 1-9-16,-1 0 9 0,1-2-2 0,-1 0 5 16,-3 0-9-16,-2 0 6 0,1 0-2 0,-1 0 4 15,-4 0-3-15,4 0 4 0,-6 0 0 0,7 0 1 0,-1 0-6 16,-4 0 1-16,0 0 1 0,-3 0 2 0,-3 0 7 16,1 0-3-16,1 0 4 0,-3 0-4 0,4 0 3 0,-3 0-1 15,3 0-5-15,-3 0 3 0,-1 0-6 0,2 0 2 16,1 0 3-16,-1 0-1 0,-1 0 1 0,-1 0 4 15,1 0-8-15,0 0 7 0,-1-2-7 0,1 0 3 16,0 1 4-16,-1-1-4 0,-1 0-6 0,0 1 8 16,0-1-7-16,0-1 6 0,0-1-5 0,0 0 2 15,-3-10-1-15,0 1 2 0,1 0-2 0,-1-4 1 16,-1 1-3-16,3 1 2 0,-1-3-5 0,0 0 6 16,1 3 0-16,-1 2 2 0,1-2-7 0,1 3 9 0,-2-1-5 15,0 1 5-15,1 4-7 0,-1 0 0 0,0 0 4 16,2 3-4-16,-1-2 3 0,-1 0 0 0,2 4-4 15,0-2 2-15,0 2-7 0,0 0 6 0,0-2 1 16,0 1 1-16,0 1-10 0,0 0 6 0,0 1-3 16,0 0 4-16,0 1-1 0,0-1-2 0,0-1 1 0,0 0-1 15,0 1-2-15,0 0 5 0,2 1-1 0,-1-1 2 16,1 2-2-16,0 0-5 0,-1 2 7 0,1-1-6 16,1 1 6-16,-1 1 0 0,11 15-2 0,0 4 2 15,-1-1-2-15,-1 1-2 0,3 4 0 0,-3-3 0 16,-1 2 7-16,0 0-6 0,-2-7 2 0,0 3-3 15,1 3 0-15,-1-5 4 0,-1 1-2 0,2 3 2 16,-2-6-2-16,0-2 0 0,1 3-1 0,-3-7 1 0,0-1-3 16,0-1 4-16,0-1 1 0,-4-5 0 0,1 0-2 15,0 1 1-15,1-1-1 0,0 0 1 0,1 1 3 16,-1-1-3-16,0-1 6 0,0-1-6 0,1 1 6 0,-1 0-2 16,-1-2 0-16,1 0 1 0,-1 0-4 0,-1-2 4 15,3 0 1-15,-1-1 1 0,5-10-4 0,0-7 5 16,-1 0-9-16,-2 0 8 0,-2-1-7 0,2-6 1 15,-2-1 4-15,2 0-4 0,-1-3-2 0,-1 3 0 16,-1 3 1-16,-1 0 1 0,1 2-2 0,0 3-2 16,-1 4 2-16,1 4 1 0,0 2 1 0,-2 5-4 15,0 0-4-15,0 4 2 0,1-3 0 0,1 1 1 16,0 2-1-16,-1-1 2 0,1 2 3 0,1 2-1 0,0-1 3 16,2 7-3-16,9 21 5 0,-4 2-5 0,-2 0 0 15,-3 2-1-15,-2-1 1 0,0-3 2 0,2 3-2 16,-1-6 2-16,1-1-3 0,-2-7-4 0,0 0 2 15,0 0-1-15,-1-4 4 0,1-1 3 0,-1-5-1 0,0-1 2 16,-1-1-6-16,-1-2 1 0,4 2 1 0,-3-2 0 16,1-1 10-16,0 0-6 0,-1-1 3 0,1-1-2 15,1 1 16-15,0-2-7 0,1 0 1 0,-1 0-4 16,0-2-6-16,-1 1-4 0,0-2 5 0,1-4-5 16,4-6 3-16,-2 1-1 0,-2 1-2 0,0-1 3 15,0-3-3-15,-1 2-1 0,0 1 0 0,-1 2 0 0,-1 4-2 16,2-2 5-16,-2 1-6 0,2 0 6 0,-2 2-8 15,0 4 3-15,0-2 3 0,0 1-1 0,0 0-1 16,1-3 0-16,-1 4-3 0,2-3 3 0,1 1 1 0,1 0 0 16,-1 1 0-16,7-5-1 0,3 1-7 0,2 1 4 15,0 0 0-15,0 2 3 0,1-1 7 0,4 3-6 16,0-1 4-16,1 2-5 0,2 0-3 0,2-2 4 16,1 1-3-16,-1 1 3 0,3 0 0 0,0 0-4 15,5 0 3-15,0 0-5 0,4 0 4 0,-1 0-1 16,-5-2 1-16,1 0 0 0,-3-1 3 0,1-2-1 15,-2 2 0-15,3-2 0 0,-1 0 0 0,0 0 0 16,1 0 2-16,-1-2-2 0,0 1-4 0,-1 1 9 16,1-2-3-16,-4 2 6 0,-4 0-9 0,-1 0 2 15,-1 0 0-15,0 0 2 0,-4 1-3 0,-2 0-2 0,-4 1 1 16,-2 0-2-16,2-2 8 0,-5 3-5 0,0 0 4 16,3-3-5-16,-6 5 1 0,4-3 0 0,-3 1 2 0,1 1 0 15,1-2 1-15,-4 3-3 0,3-4 2 0,-3 1 0 16,1 0 4-16,-2 1-1 0,2-1-4 0,-2 1 3 15,0 0-1-15,1-1-2 0,1 0 0 0,0-1-1 16,-1 1 2-16,1 0-2 0,0 0 3 0,-1-1-4 16,-1 1 0-16,0 1 0 0,0-1 1 0,0 0 0 15,0-1 4-15,0 1-4 0,0 0-3 0,0-1 1 16,0 1 6-16,0 0-3 0,0 1 1 0,0-3-2 16,0-3 0-16,2 0 1 0,-1-4 2 0,-1 1 0 0,0-1 1 15,0-3 8-15,0 0 0 0,0 0 2 0,0-3 6 16,0 0-2-16,-1-3-3 0,-1-2 0 0,1-1-11 0,-3-2 1 15,1-5 1-15,0-6 0 0,-2-4 0 0,1-2-5 16,4-2 1-16,-1-1-2 0,-4 0 4 0,0-4-4 16,0 3 5-16,2 0-5 0,3 4 0 0,0 2 0 15,-2 3-2-15,0 3 2 0,1 4-1 0,-1 1 0 16,2 2 1-16,0 3 0 0,2-1 2 0,-2 0-1 16,-2 1-1-16,-3-3 0 0,0 5 0 0,0 1 3 15,0-3-3-15,2 6 3 0,-2-5-4 0,0 1 1 16,0 5 1-16,0-3 0 0,2 3-6 0,-1-1 5 15,1 1-4-15,0 3 4 0,1 2 1 0,1 3-2 0,1 4 1 16,0-1 0-16,0 0 4 0,0 2-4 0,0 0-1 16,0 4-2-16,0-1-2 0,-2-1 5 0,0 0-1 15,2 1 1-15,0 0 1 0,0 1-4 0,-1 1 4 0,-1 0-4 16,0 1 6-16,2 1-3 0,0 1 0 0,-3 19-1 16,1 1 2-16,2-2-6 0,0 4 3 0,2 0-3 15,0-2 10-15,1 0-7 0,0 0 1 0,2-1-4 16,2-3 9-16,-1-2-3 0,-1-4 2 0,0-1-3 15,2-1 0-15,-1-1-3 0,-2-3 3 0,9-4-3 16,-1 5 3-16,-1-1-3 0,4 0 3 0,0-4-3 16,3-3 3-16,-2-2 3 0,-1-1-2 0,-3-2 4 0,-6 2-5 15,1-19 6-15,-2-1-5 0,2 3 5 0,-1 0-6 16,-4-3 0-16,0 2 2 0,12-4 0 0,-5 2 4 16,-6 3 0-16,-3 0-3 0,-2 4 2 0,-1 4-4 15,0 4 0-15,-1 1 5 0,1 4-3 0,-8-5-2 0,-1 3-6 16,0 3-1-16,-2 2-6 0,2 5-57 0,-1 5-104 15,5 12-18-15,4 16-35 0,-2 6-146 0</inkml:trace>
  <inkml:trace contextRef="#ctx1" brushRef="#br0" timeOffset="85">7524 5961 191 0,'-2'0'10'0,"1"0"26"0,-1 0-11 0,0 0 61 0,1 2-5 16,-1 0 22-16,1-1-1 0,-1 1 11 0,0 0 0 16,1-1 1-16,-1 1-18 0,0-1 9 0,1 1 0 15,-1 0 5-15,0-1 1 0,1 1-30 0,-1-2 4 0,0 0-12 16,1 0-4-16,-1 0-26 0,0 0 1 0,2 0-10 15,0 0-9-15,0 0-2 0,0 0-3 0,0 0 3 16,0 0 0-16,0 0-1 0,0 0 5 0,-1 0-6 16,1 0-2-16,0-2 7 0,-2 1-4 0,0-1 7 15,2 0-2-15,0 1-1 0,0-1 5 0,0 1-3 16,0-1 4-16,0-1-1 0,0-2-2 0,0-10 1 0,0-3-2 16,0-2-5-16,4-3 0 0,1-2-1 0,0 0-1 15,0-3-6-15,-2-5 1 0,0 0-3 0,-3-10-3 16,0 0 0-16,0-5-2 0,2-5 1 0,0 2-6 15,-1-2-2-15,1 2 3 0,-2 3-2 0,0 5 6 0,0 2-10 16,0 3 2-16,0 5-5 0,0 2 5 0,0 3 2 16,0 1 0-16,0 2 1 0,0-1-4 0,-2-1 1 15,-3 1 0-15,0 0 1 0,0 1 8 0,2 2-7 16,0 0 0-16,-1-1-2 0,3 6 0 0,-1 2-1 16,0 1 3-16,1 2-2 0,1-2-3 0,0 0-1 15,0 5 1-15,0 0 0 0,0 2 10 0,0 1-9 16,0 2 3-16,0 4-4 0,0-3 4 0,0 1-3 15,0 1-1-15,0 1 0 0,0-1 3 0,0 1-2 0,0-1 1 16,0 2 0-16,0 0-2 0,0 2 3 0,0 1-1 16,1 8 1-16,1 9 0 0,1 8-2 0,1-3 3 15,-3 0-4-15,4 6-2 0,-1-8 9 0,1 4-6 16,0-4 6-16,-1 0-4 0,3-3 2 0,0 0-2 0,-1-4 1 16,1 1-6-16,-1-4 5 0,1 0-1 0,1-1 1 15,-1-2-1-15,-4-2 2 0,12-2-3 0,-7-2 2 16,6-3-4-16,-3 8 4 0,-4-6 2 0,4 2 1 15,-4-3 3-15,6-1-2 0,0-1 0 0,-1-1-2 16,-1-4 3-16,-2 0-2 0,1 1 3 0,-2-16-2 16,-3 1 3-16,-2-4 3 0,-1 1-4 0,3-4 3 0,-4 1-9 15,16 0 5-15,-6-5 0 0,-6 4 2 0,-3-2-11 16,0-2 7-16,-2 2-3 0,-2 3 5 0,0 1-5 16,-1 4 0-16,0 3 0 0,-1 4 0 0,1 0 10 0,0 5-4 15,-1-1 2-15,3 4-4 0,-1 2-9 0,2 1 7 16,-8-4-2-16,-5-1 4 0,0 4-6 0,-4 3 0 15,1 2-1-15,-1 4 3 0,5 1 5 0,-4 1-6 16,6 12 1-16,0 1-3 0,-5-3-1 0,7 4 2 16,-2 1-2-16,5 0 2 0,0-5-2 0,4 0 4 15,-3-1 0-15,3-2 2 0,-13 3-3 0,6-1-3 16,3-1 0-16,4-1 0 0,1-4 4 0,0-1-3 16,1 0-2-16,1-1 0 0,0-3-3 0,1 1 6 0,-2-4 0 15,3 0 2-15,16-1-4 0,-7 8 3 0,5 0-1 16,0-4 1-16,-1-4 0 0,-1-2 0 0,1-2 3 15,1-3-1-15,0-3 5 0,-2-2 0 0,3 5-3 16,-6-19 3-16,-3 0-2 0,1-4 0 0,-1 0 1 16,-2-1 0-16,2-3 1 0,-6 4 1 0,-3-2-4 0,16 2 3 15,-9 2-6-15,-5 3 9 0,-3 5-4 0,0 4 5 16,-1 3-10-16,-1 6 8 0,0 2-2 0,-1-1 2 16,-2 1-5-16,-15-4-3 0,-4 7 0 0,-1 9-1 15,0 6-3-15,-3 6 3 0,-2 17 1 0,4 5-1 16,-1-5 0-16,6-5-1 0,8-5 0 0,5-5 0 15,4-1-9-15,-6-8 10 0,2 3-6 0,5-7 7 16,3-2-14-16,0-1 8 0,0-2-6 0,0-4 7 0,3 1-3 16,20 11 9-16,-1-6-2 0,-3-6 3 0,5-2 0 15,0-4 5-15,-1-3 1 0,2-6 0 0,-5 3-5 0,-4 6 3 16,-1-17 1-16,-1-1 1 0,-3-2 4 0,-3 4-4 16,-3-4-1-16,-1 5 1 0,10-1 2 0,-4 0 0 15,-6 2 0-15,-4 3 0 0,0 3 1 0,-4 3 1 16,1 1 0-16,3 8-1 0,-16-11-13 0,-9 2 5 15,-2 7-3-15,4 3 5 0,-1 7-9 0,-1 4-124 16,2 4-11-16,-2-2-53 0,5 22-161 0</inkml:trace>
  <inkml:trace contextRef="#ctx1" brushRef="#br0" timeOffset="86">5879 4217 138 0,'0'0'70'16,"0"0"-14"-16,0-1 51 0,-2-1 9 0,0-1-20 0,1-1-35 15,-8-14 16-15,1 0-1 0,2-2 5 0,-1 0-8 16,0 1 2-16,1-3-9 0,-1 1 6 0,4 1-14 16,0 2-12-16,-1 0 3 0,1 3-6 0,0 0 4 15,1 5-5-15,0 0 6 0,1 2-7 0,1 3-1 0,0-2-5 16,0 4 2-16,0 1-2 0,-2-1 2 0,0 0-18 16,1 1-7-16,-1 0-1 0,0 1-9 0,1-1 6 15,-1 2-3-15,0 0 2 0,1 2-10 0,-1-1 6 16,1 1-2-16,1 0 3 0,-5 12-5 0,-2 8 1 15,2-4 0-15,2 2 1 0,-1 0 7 0,1 0-8 16,0-1 4-16,1 4-5 0,1 1 4 0,-1 0 3 16,0 3-6-16,1-1 4 0,1-1-7 0,0 0 3 15,0 0-1-15,0 1 1 0,0 0-7 0,0 2 7 0,0 2 1 16,0 0 3-16,0 3 3 0,0 2-8 0,0-1 1 16,0 1-5-16,0-2 4 0,0-2 68 0,-2-3-18 15,2 1 33-15,-2-3-46 0,2-5-19 0,-3 1 2 16,1-7-5-16,1-4 9 0,-1-1 2 0,0 2 0 0,2-6 2 15,0-1 5-15,0-3-4 0,-1 1-5 0,-1 1 0 16,2-1-5-16,0-1-10 0,0-1 5 0,-2 1-7 16,1-2 0-16,-1 0-3 0,0-2-1 0,1 1-2 15,-1-1-14-15,2-1-75 0,-8-19-9 0,3 1-30 16,2-7-101-16,3 1-179 0,0 1-59 0</inkml:trace>
  <inkml:trace contextRef="#ctx1" brushRef="#br0" timeOffset="87">5732 4001 799 0,'0'-2'164'0,"-2"1"-244"16,0-1 196-16,2 0-116 0,-3-6 1 0,1 1 22 16,1 1 8-16,-1 1 6 0,1-3 46 0,1 1-5 15,0 0 4-15,-2-1-8 0,2 3-15 0,0 0-15 16,0-1 4-16,0-1-8 0,0 4 1 0,0-5-4 0,0 4 1 15,0-1-3-15,0 0-8 0,0 4-10 0,0-4 5 16,0 3-5-16,0-1 8 0,0-1-13 0,0 1 1 16,0 0-3-16,2-2 4 0,-1 2-10 0,1-2 0 15,-1 1-1-15,16-1 6 0,6 2-5 0,5-2-2 0,0 2-1 16,2-1-1-16,3 0 1 0,3 2 0 0,4-20 1 16,4 13-3-16,4 7-3 0,3 2 4 0,4 5-2 15,-2 1 3-15,8 3 1 0,-8-1-2 0,-2 2 2 16,0-2-6-16,-7-1 7 0,4-1-8 0,2-1 7 15,1-1-13-15,5-3 11 0,2-1 0 0,10-3 3 16,3-2-4-16,-2-3 1 0,0-1 0 0,-9 0 0 16,-4-3 2-16,-4-1 10 0,3-2-3 0,1 0 4 15,2 0-13-15,3 2 8 0,5 1-7 0,0 2 6 0,0 1-10 16,-3 0 6-16,-7 3 1 0,-3 1 0 0,-6 1-3 16,-5 3 3-16,-4-1-4 0,-2 2 4 0,0 0-2 0,-1 0-2 15,-4 0 4-15,1 0-4 0,-4 0 5 0,5 0-7 16,-9 2 5-16,5-2-5 0,0 0 12 0,-11 0-10 15,10 0 3-15,-6 0-4 0,-9 0 6 0,7 0 0 16,-9 0-3-16,1 0 2 0,3-2 2 0,-7 2-2 16,4-1 1-16,1-1 0 0,-5 0 8 0,0 1-6 15,-6 1 9-15,0 0-8 0,1 0 5 0,0 0 1 16,1 0-4-16,-1 0 4 0,-1 0 3 0,-1 0-10 16,1 0 1-16,0 0-5 0,-1 0 4 0,-1 0-3 15,0 0 3-15,0 0-3 0,0 0 9 0,0 0-7 0,-1 0 3 16,-1 1-6-16,0 1 4 0,1 0-6 0,-1-1 5 15,0 1-5-15,-1-1 3 0,1 1-6 0,1 1 0 16,-1 1-2-16,0-1 8 0,-4 10-4 0,-1 2 2 16,2 2-3-16,2 2-1 0,3 3 2 0,0 1-2 0,2 3 1 15,1-1-7-15,0 2 5 0,2 1-1 0,0-2 3 16,0 2 4-16,2 2 3 0,-1 0-6 0,1 4 3 16,-1 1-8-16,-1 0 6 0,-1 1-1 0,-3-3 2 15,-1 0 1-15,-1 0-7 0,-3 0 5 0,-2 2-5 16,1 1 6-16,-2 1 2 0,1-3-1 0,-1-1 0 15,2-1-4-15,0-4 4 0,0-5-4 0,2 0 5 0,1-5-1 16,2-5 1-16,0-1-1 0,0-6 1 0,0 1 7 16,0-4 23-16,0-1-3 0,0 1 6 0,0-1-21 15,0 0-3-15,0-1-2 0,0 3 1 0,0-1-6 0,0-1 0 16,0-1 3-16,0 1-2 0,0-2 1 0,0 0-2 16,0 0 0-16,0 0 1 0,-1 0-1 0,-1-2 1 15,-1 1-7-15,-1-1 6 0,-12-1-9 0,3-7 5 16,-6-2 2-16,1-1 1 0,7 0-7 0,-6-1 4 15,7 3-1-15,-3-1 2 0,0 1-2 0,0 1 0 16,-2 0-4-16,0 0 3 0,2 0-2 0,3 2-1 16,0 0 3-16,3 1-2 0,1 2 6 0,-1 0-6 15,4 2 1-15,0-2-3 0,3 3 3 0,-2-1 0 16,0 0-2-16,2 1 1 0,0 0 1 0,0 1-1 0,0-1 1 16,0 0-2-16,-1-1 3 0,-1 0-4 0,2-1 4 15,0 3-6-15,0-1 1 0,2 1 8 0,-1-1-6 16,1 2 6-16,0 0-3 0,1 0-5 0,-1 0 5 0,9 5-3 15,-1 1 2-15,-2 1-1 0,1 13-1 0,-1 1 0 16,0 1 1-16,5 3 2 0,-3-4-3 0,-3 0 3 16,1 4 7-16,-3-2-7 0,3 2 4 0,2 2-6 15,3-1 2-15,-4-5-1 0,-1 3-2 0,-2-5 1 16,1-2 2-16,1 1 1 0,-3-1 2 0,-2-4-1 16,4 2-2-16,-2-2 3 0,2-2-4 0,-1 1 2 15,-2-2 2-15,-1-2-4 0,0-1 5 0,2-2-6 0,0 0 4 16,-2-4 4-16,1 1-1 0,1 1 8 0,-4-3 64 15,4 4-27-15,-3-4 17 0,1 1-27 0,0 1-19 16,1-2-5-16,-1-2-3 0,0 1 1 0,1-3-2 0,1-19-7 16,0-8 1-16,1 1-3 0,4 0-3 0,-2-4 2 15,4 6-3-15,1-2 2 0,-3 0-4 0,0 7 4 16,-2 3-1-16,0 4 3 0,2 2-3 0,-1 3 0 16,-1-1 1-16,-2 2-1 0,-1 2 3 0,-1 2 1 15,1-1-1-15,-4 4 0 0,1 1-7 0,0 0 9 16,1-1-2-16,0 0 6 0,0-1 0 0,1 1-9 15,-3 2 0-15,1-1-10 0,0 0-67 0,-1 1-114 0,-1-1-15 16,0 2-39-16,-1 0-139 0</inkml:trace>
  <inkml:trace contextRef="#ctx1" brushRef="#br0" timeOffset="88">5486 4742 222 0,'0'0'42'0,"1"-1"69"0,1-1-38 0,0-1-2 0,-1 0 18 16,4-11-8-16,-1 4 48 0,1-3-19 0,-2 0 0 15,-1 0-7-15,-1 0-6 0,-1 1-15 0,0 0-1 16,0 3-8-16,0 0-19 0,0 3-12 0,0 1 4 16,0 1-6-16,0 1 3 0,0 1-16 0,0-1-2 15,0 0-5-15,0 0-14 0,0 1-3 0,0 0-3 0,0 1 0 16,2 1 0-16,0 0 6 0,1 1-4 0,2 3 5 16,6 1-9-16,3 16 2 0,0 4 1 0,-2 0 0 15,-2-6-7-15,3 6 6 0,0-2-3 0,2-3 5 16,0 5 4-16,3-5-7 0,-5 3 2 0,2 2-3 15,0-2 2-15,-2-4 5 0,0 3-2 0,-1-6 5 0,0 3-5 16,1-1 5-16,0-3-1 0,0 0 5 0,-1-4 32 16,-2-3 19-16,-2-1 1 0,0-2 3 0,0-3-9 15,-1 3 10-15,0-1 2 0,-1 0 2 0,1-3 2 16,-1-1-18-16,1-1 1 0,0-3-8 0,-1-5-8 0,-1-26-15 16,2-1 0-16,-1-4-6 0,1-1-3 0,-2 1 1 15,1 2 2-15,-2 0-1 0,1 2-5 0,-4 3-8 16,19 0-5-16,-10 5 2 0,-3 3-1 0,-4 3 0 15,0 3 1-15,-1 0-2 0,0 6 4 0,-2 0-11 16,0 1-8-16,0 4-16 0,0 0-153 0,0 5-230 16,0-1-195-16</inkml:trace>
  <inkml:trace contextRef="#ctx1" brushRef="#br0" timeOffset="89">6738 2886 425 0,'0'-1'86'0,"0"-1"-92"16,0 0 107-16,-4-23-49 0,0 1 24 0,3 1-7 15,-4-7 5-15,0 0-4 0,0-1 7 0,0-2-8 16,0 8 2-16,-2-10-4 0,2 7-2 0,0 0-5 16,-3-3 0-16,3 11-2 0,0-2-1 0,0 4-6 0,0 0-5 15,2 3 0-15,0 4-9 0,1-1-7 0,0 4 2 16,2 3-4-16,0 0-9 0,-1 2-12 0,-1-1 2 16,0 3-4-16,2-1-4 0,0 2 4 0,0 0-6 0,0 2 5 15,-1 8 1-15,-3 23-8 0,3 6 3 0,-1 4-4 16,1 2 7-16,-1 3 1 0,-1 3-1 0,-1-2 0 15,1 3-8-15,-2-1 1 0,0 0 4 0,0 4 0 16,0 1 4-16,0 5-3 0,0-3-3 0,2-1 1 16,-2 1-3-16,2-7 13 0,-1-3 0 0,1-6 5 15,0-9-6-15,-1-4 10 0,3-6-4 0,-1-3 6 16,1-3-4-16,-1-6 1 0,0 1-3 0,2-7 1 0,0 0-11 16,0 0 9-16,0-4-4 0,-1 3 5 0,-1-1-9 15,0-1 3-15,1-1-8 0,-1 1 4 0,0 0-13 16,1-2-15-16,-1-2-1 0,0 0-8 0,-3-14-22 0,0-17-18 15,2-5-4-15,0-13-4 0,3-6-28 0,0-4-20 16,2-1 1-16,2 4-6 0,3-2 13 0,1 7 66 16,1 4 4-16,-1 1 23 0,-2 3 33 0,1 1-7 15,-2-2 5-15,0 3-3 0,-2-4 33 0,-1 9 30 16,-2 0 4-16,0 4 8 0,-2 2 6 0,-1-2-23 16,0 4 6-16,-2 0-8 0,0 4 15 0,1 1-18 15,1 4-2-15,1-1-5 0,2 2-5 0,0 0-9 16,0 2-2-16,2 0-3 0,1 0-5 0,4 0-3 15,1 1-1-15,2 2-2 0,-5 2-7 0,15 3 0 0,0 2 1 16,-2 5-1-16,2-10-7 0,-4 4 5 0,2 4-3 16,-1 5 2-16,-2 2-6 0,0 1 6 0,-1 4-2 15,0 1 2-15,-3-3-6 0,-1 13 2 0,-2 4 0 0,2-4 0 16,-1 0 7-16,-3 0-9 0,2-1 5 0,-4 1-6 16,4 2 3-16,-5 3 9 0,-1-2-11 0,14 4 10 15,-7 2-11-15,-6-1 3 0,-3 2 3 0,-5 3 0 16,-2 1 5-16,-4-1-6 0,-4 4 2 0,-2-4-4 15,-1 1 4-15,13-4-5 0,-18 0 4 0,-2-3-4 16,2-6 8-16,2 3-9 0,-2-1 4 0,3-4-4 0,0 1-1 16,0-3 3-16,4-2 2 0,1-1 1 0,3-1 1 15,4-3 5-15,-3 1-2 0,4-4 3 0,0 0 5 16,6-4-9-16,1 1 2 0,0 0-5 0,0-1-8 16,0 1 5-16,-2 1-7 0,2-1 8 0,0 1 0 0,0 0 5 15,2 1 3-15,1-1-2 0,12 5-3 0,10 4-3 16,1-2 0-16,4 0-2 0,0 0-2 0,-2-1 1 15,0 1-2-15,0 2 2 0,-4 0 4 0,1-1-4 16,2 2 5-16,-8-3-5 0,-2 0 7 0,-2-2-2 16,-2 1-1-16,-1-3 0 0,-3 1 0 0,1-1 1 15,-3-1 6-15,-4-3-4 0,4 3 9 0,-2-2-6 16,1 1-2-16,-1-1 0 0,0-1-4 0,-3-2-29 0,1 1-32 16,-1-1-4-16,1 0-141 0,-1 0-146 0,3 0-138 15</inkml:trace>
  <inkml:trace contextRef="#ctx1" brushRef="#br0" timeOffset="90">7385 2909 1063 0,'0'0'15'0,"-1"-1"12"0,-1-1 54 15,0 0 9-15,1 1 9 0,-1-3-6 0,1 1-1 16,1 1-19-16,-4-6-8 0,1-2-4 0,0 4-35 16,-1-1-7-16,3 2-6 0,-1 2 0 0,2 1-9 15,0 1 9-15,-2 1-3 0,-8-7 4 0,-1 2-10 0,-1 2-1 16,-1 3 2-16,-2 1-2 0,0 4 3 0,-1 4-6 16,-1 2 0-16,3-1-2 0,-3 16 4 0,1 1-1 15,-1 3 3-15,4 3-4 0,0-2 2 0,4 0 1 16,3 4 2-16,4-5-1 0,1-1 2 0,-14-5 16 15,6-5-4-15,3 0 9 0,4-3 7 0,2 1-3 16,0-7 2-16,2-1-3 0,-1 1 4 0,3-1-3 16,1-1-4-16,-4-8 0 0,13 10-16 0,-3-5-4 0,2-2 3 15,-1-1-4-15,1-2-4 0,2 0 3 0,0 0-6 16,1-2 4-16,1-1-4 0,-4-2-18 0,0 0-17 16,-1 0-7-16,-1-2-106 0,1 2-74 0,-1-1-13 15,1-1-34-15,-2 2-188 0</inkml:trace>
  <inkml:trace contextRef="#ctx1" brushRef="#br0" timeOffset="91">7626 3040 349 0,'0'0'34'0,"2"0"-3"15,0-2 92-15,-1 0-14 0,1 1 29 0,0-2-13 16,-2 1-28-16,1-6 7 0,1-1-16 0,-2 4-6 15,0 0-16-15,0 0 0 0,0 2-6 0,0-2-15 0,0 4-4 16,0-3-8-16,0 1 4 0,0 0-9 0,0 1-4 16,0 0 5-16,-3-1-6 0,-1 0 0 0,3 3-13 15,-4-4 3-15,0 1-7 0,0 2-5 0,0-1 1 16,-5-1-4-16,7 3 3 0,-1 0 4 0,-1 0-7 16,2 0 7-16,-2 0-6 0,-1 0 4 0,1 0 1 15,1 0 0-15,-1 0 1 0,4 0 1 0,-3 0-6 16,1 1 0-16,0 1-2 0,0 0 2 0,-1-1 1 15,3 1 1-15,-1-1 2 0,0 1-1 0,1 0-3 0,-1-1 0 16,0 1-1-16,1 0 0 0,-1-1 2 0,0 1 2 16,1 0 2-16,-1-1 7 0,2 1-4 0,0 0 2 15,0-1-2-15,0 1-4 0,0 0 2 0,0-1-6 16,0 1 6-16,0-2-3 0,0 0-7 0,0 0 5 0,0 0-5 16,0 0 11-16,0 0 1 0,0 0-8 0,0 0 4 15,0 0-7-15,0 0 3 0,0 0 9 0,0 0-3 16,0 0 7-16,0 0 8 0,0 0-10 0,0 0 7 15,0 0-19-15,0 0 9 0,0 0-2 0,0 0 5 16,0 0-4-16,0 0-9 0,-2 0 5 0,2 0-6 16,0 0 2-16,0 0 6 0,0 0-8 0,0 0 9 15,-1-2-4-15,-1 1 0 0,0-1 8 0,1 0-5 0,-1 1 15 16,1 1-15-16,1 0 3 0,-2-2-7 0,0 2 8 16,1 0-6-16,-1 0-3 0,0 0 0 0,1 0-1 0,-1 0 4 15,0 0 0-15,1 2 1 0,-1-1-7 0,0 3 1 16,1-1 2-16,-11 15-1 0,2 0 1 0,2 4 0 15,1-1-3-15,2-1 1 0,2 0-2 0,2-2 4 16,1-2 1-16,0 1 1 0,0-2-3 0,1-2-3 16,2 2 4-16,1-4-3 0,1 6 8 0,-2-9-5 15,2 2 2-15,2 0-2 0,-4-5 10 0,7 3 0 16,5 1 2-16,-2-3-1 0,0 4 6 0,2-3-6 16,0-4 2-16,-4 5-4 0,4 0-1 0,-3-3-1 15,-6-3-4-15,11 3 3 0,-9-5-4 0,4 0 6 16,1 0-1-16,-5-2 2 0,4-1-11 0,-1 0-10 0,-1-2-6 15,3-3-7-15,-3 1-78 0,2-1-59 0,-2-5-11 16,1-1-14-16,2 3-48 0,-3-1-132 0</inkml:trace>
  <inkml:trace contextRef="#ctx1" brushRef="#br0" timeOffset="92">7930 3101 188 0,'0'0'116'16,"0"0"-12"-16,0 0 94 0,0-2-8 0,0 1-7 15,0-1-38-15,0-1-30 0,0 1 2 0,-2-13-14 16,1 2-14-16,1-2-7 0,-2 0-5 0,0 2 0 15,1 0-7-15,-1 3-13 0,1 0 3 0,-1 2-10 0,0 1-12 16,2 2-3-16,0 2-3 0,0 1-1 0,-1-1-21 16,-1 0-8-16,0 1-1 0,1 0-1 0,-1 2 8 15,0 2-9-15,1 0 3 0,-8 12-6 0,-4 21 2 0,3 1 1 16,2 2 0-16,1 2 1 0,3 0 6 0,0-1-3 16,1-4-3-16,1 1 0 0,1-3-5 0,1-6 10 15,0 3 2-15,0-6 2 0,0-1-3 0,1 1-4 16,1-8-2-16,0 2-4 0,-1 0-48 0,1-3-384 15</inkml:trace>
  <inkml:trace contextRef="#ctx1" brushRef="#br0" timeOffset="93">3794 7320 79 0,'0'-1'0'0,"0"-1"17"0,-2-1 179 0,2 1-27 16,-3-9 13-16,-2-1-70 0,0 1-19 0,0-1-32 16,0-1-4-16,2 3-3 0,0 0-24 0,1 0-4 15,0-2 2-15,1 1-2 0,-1-1-4 0,1 1 3 16,1 4-2-16,0-4 3 0,0 2-3 0,0 1-9 16,0-2-3-16,0 7-1 0,0-2-2 0,0 2 8 0,0-1-3 15,0 1 4-15,0 1-4 0,0 1-7 0,0 1 5 16,0 0-5-16,0 1 1 0,0 3-7 0,1 12 1 15,2 12-1-15,1-1 12 0,-3 1-12 0,1 1 6 16,0 1-9-16,1 3 3 0,0 2 2 0,1 0-1 0,-1 3 1 16,0 3-3-16,2 3 4 0,0 3-3 0,0 6 4 15,0-1-5-15,2 5 2 0,-1-1 4 0,1-2-1 16,-1-1-2-16,-1-2-1 0,0-1 0 0,0-1 0 16,2 4 4-16,-2 2-8 0,1 2 4 0,-1 5-4 15,0-1 8-15,0 1-5 0,0 1 1 0,0-2-1 16,0-5 9-16,-2 1-6 0,1-6 0 0,-3-2-2 15,1 3 2-15,0 0-4 0,-1 3 6 0,1 1-4 0,0 4 2 16,-1-3-2-16,1-1-3 0,0-6 2 0,-2-4 11 16,1-4-2-16,1-3 11 0,0-6-1 0,-1-1 76 15,1-8-48-15,0-2 14 0,-1-2-30 0,1-4-13 0,-1 2-3 16,1-3-8-16,0 0 4 0,-1 0-9 0,1 1-2 16,0-1 7-16,-1 2-5 0,-1-2 11 0,0 0-11 15,0-1 3-15,0 1-6 0,0 0 1 0,0-2 5 16,0 1-3-16,0-3 4 0,0 1-9 0,0-2 3 15,0-2 2-15,0-2 1 0,0 1 0 0,0-4 1 16,0 4-3-16,0-5 2 0,0-1-4 0,0 3 3 16,0-1 0-16,0-1 2 0,0-1-5 0,0 1-28 15,0-1-23-15,0 1-6 0,0-2-119 0,0 0-83 0,0-2-62 16</inkml:trace>
  <inkml:trace contextRef="#ctx1" brushRef="#br0" timeOffset="94">3560 10014 105 0,'-2'0'52'0,"-3"0"-12"16,-34-2 80-16,-1 2 10 0,9-1 1 0,1-1 0 15,2-1-33-15,3-1 7 0,-1 1-16 0,4 2-1 16,2-3-10-16,2 3 1 0,0-1-4 0,2 2-8 0,1 0-13 16,0 0 4-16,5 0-8 0,-3 0-3 0,1 0-1 15,4 0-6-15,-2 0 4 0,5 0-6 0,-1 2-17 16,-3-1 1-16,6-1-6 0,-2 2 3 0,2 0-10 16,-1-1 1-16,1 1-5 0,0-1-5 0,1 1 0 15,1 0-1-15,-1-1 1 0,0 3-2 0,1-1 5 16,1 0-4-16,0 1 2 0,3 4-12 0,3 2 11 15,6-2 0-15,18 0 2 0,4-3-3 0,8-3 3 0,7 0-1 16,9 24 5-16,6-14 11 0,7-11-9 0,0-4 7 16,-5-5-8-16,-3-4 2 0,-2-3-1 0,0 0-5 15,5-4 2-15,8-3-5 0,6 2 6 0,0 5-6 16,1 2 5-16,-11 2 1 0,-11 1-5 0,-6 1 8 0,-14 3-8 16,1-1 1-16,-5 2 1 0,-2 0-5 0,0 0 2 15,-4 2 3-15,-2 1 6 0,-4 1 1 0,-5-1 1 16,-3 2-3-16,-5 0 5 0,0 0 3 0,-5 0 0 15,-2 0 4-15,-1 0-4 0,-1 0 0 0,3 0-1 16,-1 0-7-16,-1 0-3 0,-1 0 2 0,1 2-4 16,-2-1-9-16,0 1-122 0,0 0-21 0,0 1-54 15,-3 10-264-15</inkml:trace>
  <inkml:trace contextRef="#ctx1" brushRef="#br0" timeOffset="95">3766 10448 1484 0,'0'0'23'0,"-2"0"-3"0,1 0 10 0,-1 0 5 16,0 0-10-16,1 0-16 0,-1 0 14 0,2 0-3 15,0 0 10-15,0 0 11 0,2 0-12 0,-1 0 5 16,3 0-7-16,12 0-1 0,11 0-6 0,4 0-8 0,2 0 4 16,2 0-14-16,3 0 6 0,5 0-4 0,-2 0 4 15,3 0-6-15,-1 0 2 0,0 0-2 0,-6 0 1 16,-4 0 1-16,-2 0 2 0,-8 0 5 0,-2 0-4 16,1 0 1-16,-6-1 1 0,-1-1-4 0,-3 0-3 15,-4 1-61-15,-3 1-112 0,0 0-21 0,-3 0-43 16,1-2-205-16</inkml:trace>
  <inkml:trace contextRef="#ctx1" brushRef="#br0" timeOffset="96">3948 10941 953 0,'-2'0'149'0,"0"0"350"0,1 1-507 0,-1 1 17 16,2-1 0-16,0 1 10 0,2 0 27 0,4-1 17 15,21 6-11-15,7-2 8 0,3-2-41 0,6-3-8 16,6-1 1-16,1-3-6 0,4-1-4 0,-4-3-61 15,-3 0-60-15,3-4-53 0,1-1-688 0</inkml:trace>
  <inkml:trace contextRef="#ctx1" brushRef="#br0" timeOffset="97">6336 4482 256 0,'0'0'-8'0,"0"0"25"16,-2 0 44-16,0 0 23 0,1 0 36 0,-1 0 1 15,1 0-32-15,-1 0-3 0,0 0-7 0,1 0-24 16,-1-2-30-16,0 0 3 0,1 1-9 0,-1-1 16 0,0 0 1 16,1 1 5-16,-3-1-3 0,1 0 2 0,0 1-9 15,-1-1-2-15,3 2 1 0,-9-5 14 0,2 0-13 16,-2 0 5-16,5 4-9 0,2 1 1 0,-9-4 1 16,5 3-6-16,-4-3 2 0,-1 1-10 0,6 1-11 15,-4 1 4-15,8 1-6 0,-3 0 7 0,-3 0-5 16,3 0-1-16,-3 0-1 0,1 0-3 0,2 0 2 15,2 0-1-15,0 0 0 0,1 0-9 0,-1 1 6 16,-1 1 3-16,1 0 1 0,0-1-1 0,1 1-3 0,0 1 4 16,1 2-1-16,-6 8 4 0,1 4-3 0,1-1-4 15,0 3 1-15,0 0-1 0,0 0 3 0,0-1 3 16,1 2-1-16,1-1-1 0,0 3-2 0,1-1-2 16,2-6 1-16,0 2 7 0,2-1-7 0,1 4 5 0,2 0-6 15,2-2 8-15,1 2-8 0,-3-9 3 0,5 6-4 16,0-1 8-16,-2-1-2 0,2 2-1 0,0-4-1 15,-4-5-2-15,1 2 5 0,9 0-3 0,-4-3 7 16,1-2 8-16,-3-2 4 0,-3 2 5 0,1 1-3 16,7 4 1-16,-5-5-5 0,3 2-4 0,0-2 1 15,-8-3-3-15,5 1 0 0,-2-1 2 0,-1-2-2 0,3 0 0 16,-2 0-6-16,2-2 4 0,1 0-4 0,-4 1 10 16,-2-1-1-16,2 0 2 0,-1-1-2 0,1-2 0 15,-2 3 0-15,0-14-5 0,0-4 2 0,3 3-5 0,-3-2-1 16,2 1 3-16,-3 3-2 0,-2-5 7 0,1 0-12 15,-1 0 8-15,11 0-9 0,-4 2 11 0,-3 0-4 16,-1 0 0-16,-2 0 1 0,-1-2 10 0,-2 2 0 16,-2 0-4-16,-1-1 1 0,0 1-8 0,-2 3 2 15,-2-1 4-15,2 3-2 0,0 1 6 0,0 2-2 16,0 2 0-16,0 0-1 0,4 3-12 0,-9 1 6 16,0 1-6-16,-3 1 6 0,3-6-8 0,0 2-3 15,-2 1-1-15,6 3-1 0,-1 2 9 0,-4 0-8 0,4 0 4 16,-1 2-7-16,0-1 7 0,4 1-2 0,-6 5 4 15,0-1-2-15,1 2 6 0,0-1-6 0,4 8-1 16,-1 1-1-16,-1 1-2 0,-1 3 4 0,-2 0 0 16,2 1 1-16,-1 2-2 0,3-3 0 0,1 3-2 15,3 0 3-15,-11-3-4 0,2 5 2 0,6-4 0 0,1-1 1 16,4 0 2-16,0-4-2 0,2 1 1 0,1 1-2 16,1-5-3-16,2-1 4 0,1-4-2 0,-1-1 3 15,8-2-3-15,-3-2 3 0,1 0 1 0,4-1 1 16,-4 6 7-16,-1-1-5 0,-1-4 3 0,-7-3-4 15,4 0 6-15,1 0-5 0,2 0 2 0,0-2-8 16,-2-1-54-16,1-2-139 0,-4-1-42 0</inkml:trace>
  <inkml:trace contextRef="#ctx1" brushRef="#br0" timeOffset="98">7689 4571 613 0,'0'0'2'15,"-2"-2"24"-15,1 0 13 0,-1 1 6 0,1-1 50 16,-3-1-4-16,3 1-5 0,-11-8 2 0,2 0-16 0,-5 0 5 16,-1 1-3-16,3 2 3 0,-4 0-4 0,2 1-14 15,2 1-2-15,-4 1-6 0,-2 1-16 0,2-8-10 16,1 2 1-16,2 4-7 0,5 2-15 0,0 1 0 16,1 1-2-16,3 1 1 0,0 0-4 0,-1 0 1 15,1 1 0-15,0 1 0 0,0 1 2 0,0 7-4 16,1 8 2-16,1 1-4 0,2 2 4 0,-1 4 7 15,0 1-5-15,1-3 6 0,-3 1-5 0,1-5 11 16,1 3-1-16,1-1 4 0,-14 2-2 0,5-1-4 16,3-4-1-16,2 2-2 0,4 0-6 0,1-2 7 0,0 2-2 15,0-1 2-15,1 0-9 0,3 0 1 0,1 0 0 16,0-5 1-16,-1 1-3 0,3-1 0 0,-2-5 4 0,2 3-2 16,-2-5-1-16,3 1 5 0,7-3-4 0,1-4 5 15,1 1 1-15,4 0 1 0,-6 8-2 0,6 0 2 16,4-4 3-16,-2-4-10 0,5-4 6 0,-4-1-6 15,-6-4 15-15,5-3-1 0,-3 0-1 0,-2-1-1 16,-2-1-7-16,-3 11 6 0,-4-17-4 0,1-1 5 16,-2-2-2-16,0-2 3 0,4 3 2 0,-4-3 0 15,-2-5 0-15,-1-4-9 0,-3-1 8 0,1 2-10 0,1 0 1 16,-3 3-2-16,3-4-2 0,14 2 3 0,-8 6 9 16,-5 1-7-16,-4 1-1 0,-1 4-3 0,-1 1-5 15,-1 6 7-15,-1-1-1 0,-1 4 4 0,3 3-7 0,-3 0 6 16,3 2-6-16,-9 1 5 0,-3-8-4 0,-2 2-2 15,-2 1-1-15,1 2-3 0,-2 4-3 0,0 1 5 16,1 0 3-16,-3 3 0 0,-6 4 0 0,3-1-1 16,-2 4 0-16,0 2 0 0,5-2-3 0,-1 3 3 15,1-11-2-15,4 17 4 0,-1 3 2 0,1-2-4 16,-1 3 2-16,1 0-2 0,2 0-1 0,3 3 2 16,3 3-3-16,1-5 2 0,2 1-5 0,-11 1 7 15,7-7-4-15,1 5 4 0,5 0-4 0,3-5-1 16,0 3 4-16,1-6-2 0,3 2 2 0,1-3-3 0,1 0 6 15,2-2-6-15,-1-3 4 0,-4 0-2 0,12-1-3 16,3-1 3-16,4-2 0 0,-4-1 0 0,5-1 2 16,-5 9-1-16,0-5 6 0,7-1-5 0,-3-6-1 15,2-1-1-15,1-1-2 0,-5-4 4 0,1-2 3 0,-4-1 0 16,-6 0 2-16,4-2-3 0,-1-12 3 0,-3-3-2 16,2-3 11-16,-4 2-7 0,-5-5 3 0,1-6-4 15,-1 1 4-15,-3-4-5 0,21 2-1 0,-12 7 0 16,-5-2 3-16,-5 5-3 0,0 1 3 0,-2 4-3 15,-1 7 3-15,-2 3 4 0,-2 1-1 0,6 5 0 16,-13 2-5-16,-4 4-9 0,3-9 5 0,-1 2-6 0,-6 3-1 16,1 5-96-16,-5 5-39 0,-4 6-44 0,0 6-381 15</inkml:trace>
  <inkml:trace contextRef="#ctx1" brushRef="#br0" timeOffset="99">13543 11532 856 0,'-1'-2'0'16,"-1"0"7"-16,0-1 78 0,1 0-10 0,1 1 6 16,-5-6-37-16,3 5-11 0,2 1-27 0,-3-1 4 15,1-1-4-15,-1 3 13 0,1-1-6 0,0 0-3 0,1 1 0 16,-1-1-13-16,0 0 7 0,1 2-4 0,-1 0 7 15,1 0 6-15,-1 2-2 0,0 0 6 0,1 1-6 16,-1 4 9-16,-5 11 12 0,4 0-4 0,0 3 5 16,-1 3-19-16,3 0 0 0,-1 4-2 0,0 4 2 15,2 3-2-15,0 6 2 0,0 2-1 0,0 5 3 16,-1 3 13-16,-1 0-7 0,1 4 2 0,-1 1-4 0,0-3 5 16,-1-4 5-16,1-4-3 0,-1-7 1 0,0-2-9 15,-2-3-7-15,0-2 2 0,0-1-4 0,-2 2 8 16,2-4 11-16,-1-2 1 0,1-3 2 0,-2 0-10 0,2-5 4 15,0-3-5-15,0 0 4 0,4-7-5 0,-3 1-2 16,3-3 3-16,1-4-3 0,-2 1 0 0,0 1 2 16,1-1-2-16,-1-2 2 0,0 1 4 0,1-2-9 15,-3 0-2-15,3-2-4 0,-1-1-3 0,-9-22-6 16,2-4 0-16,4-4-1 0,5 0-7 0,0-2 0 16,2-1 1-16,1-2-1 0,1-4 7 0,-3-6-5 15,3-1 6-15,-3-6-5 0,1-4 10 0,-2 3-7 16,2-2 2-16,-1 8-3 0,1 4 8 0,1 5-2 15,0 6 2-15,1 4-3 0,-1 4-1 0,0 8 0 0,1-1 1 16,-1 5-1-16,0 2-1 0,1-1 0 0,-1 5 0 16,2-1 0-16,0 0 0 0,0 0 0 0,1 0 0 15,1 2 2-15,1-2 9 0,9 2-6 0,2-1 0 16,3 3-1-16,-1-3-2 0,4 4-1 0,2 0-1 0,1-3 0 16,-4 2-5-16,3-11 6 0,-1 6-3 0,-4 6 4 15,2 1-8-15,-4 3 3 0,2 1-1 0,-3 3 1 16,-2 2 2-16,-6 0-4 0,-1 1 5 0,-1-4-4 15,-1 15 9-15,-5 2-5 0,0 0 0 0,12 2-4 16,-5 2 4-16,-5 0 0 0,-1 2 0 0,-4 0-1 16,-4 3 3-16,-4-2 1 0,-4 1 2 0,-1 1-2 15,-3-2-4-15,9 2 2 0,-18 4-1 0,1-4 2 0,-3 0 3 16,-1-2-4-16,-2-6 1 0,-1-2-2 0,5-1 6 16,1-6-6-16,2 6 5 0,1-6-5 0,1-1 8 15,3 4-4-15,0-9-1 0,3 1-2 0,-2-1 0 0,2-2 1 16,4 4 2-16,1-2-2 0,2 2-1 0,3-2-1 15,-2-1 3-15,5-4-2 0,-3 4 0 0,5-3-1 16,-3 4-2-16,0 0 0 0,1-1 0 0,1-1 2 16,-3 4-4-16,3 1 4 0,1-2 0 0,0 4-3 15,1-3 4-15,4 1-3 0,-1-1 3 0,17-1 0 16,0 4-1-16,4-1 1 0,2 2-3 0,-1 1 3 16,0 1 2-16,1-2-1 0,-2 1-4 0,-6 1 4 0,1-3-4 15,2-2 5-15,-3 2-1 0,3 0-1 0,-2-2 2 16,-9-1-2-16,1 1 3 0,-1-1-5 0,-2 0 1 15,1-2 0-15,-2-1 7 0,-2 0-10 0,1-1 3 16,-2-1-6-16,0 1 1 0,-2-1-49 0,-1-2-11 16,-1 0-17-16,3 3-68 0,-1 0-87 0,0-1-38 15</inkml:trace>
  <inkml:trace contextRef="#ctx1" brushRef="#br0" timeOffset="100">14294 12358 1511 0,'0'0'34'0,"-2"-2"1"0,1 0-17 15,-1 1 2-15,1-3-17 0,-1 1 3 0,0 0 0 16,-1-1 0-16,0 1-1 0,-1 0-5 0,1-1 4 15,0 1-6-15,-1 0 5 0,1 0-2 0,0-1-1 16,0 3 6-16,-4-3-3 0,-1-1 17 0,-1 2 15 16,1 0 2-16,-3-1 5 0,1 3 3 0,0-1-16 15,-2 2 0-15,2 0-7 0,-3 0-8 0,0 2-6 16,0 1-1-16,0 2-3 0,-1 2-5 0,1 1-4 0,-2 2 3 16,-5-2-2-16,4 15 7 0,-1 0-3 0,4 4 1 15,3 2-1-15,0 0 7 0,-1 0-5 0,1 1 1 16,7-4-2-16,-2-1 3 0,-10 0 6 0,8-2 5 15,4 2-1-15,3 0 8 0,0-4 0 0,3-1-4 0,1-10 3 16,2 3 2-16,-1-5 7 0,0-1-1 0,0 3 1 16,10-7-7-16,1-1-11 0,-1 8 1 0,2-2-4 15,1-1-8-15,2-6-20 0,0-1-4 0,-6-3-10 16,3-2-36-16,-4 0-32 0,0-2-8 0,-1 1-9 16,-1-3-58-16,-1 3-84 0,0 4-36 0</inkml:trace>
  <inkml:trace contextRef="#ctx1" brushRef="#br0" timeOffset="101">14540 12584 1114 0,'0'0'46'0,"0"0"2"0,0-2 17 15,-2 0-10-15,2 1-3 0,0-1-9 0,0 1-22 0,0-3-7 16,0 1-3-16,0 1 0 0,0-3 1 0,0 0 8 16,0 0-7-16,0 0 1 0,0 2 9 0,0 0-1 15,0 1 4-15,0 1-3 0,-3-3 13 0,1 4-4 16,-6-5 7-16,-2 0-7 0,-6 0-2 0,-2 5 0 16,-4 2 0-16,1 3 3 0,-2 5-1 0,3 1-2 0,-3-6-1 15,1 17-15-15,1-1 4 0,3 4 2 0,3 0 0 16,3 3-2-16,2 0-6 0,2-2-3 0,1-2-1 15,4-3-5-15,-10-3 7 0,5 0-2 0,1 1 4 16,4-3 2-16,3-1-5 0,1-4 5 0,3-1-4 16,-1-1 0-16,0-4-2 0,1 0-4 0,15-4-1 15,5 14-36-15,-5-5-59 0,1-3-12 0,2-4-18 16,2-1-75-16,1-4-73 0,2-1-80 0</inkml:trace>
  <inkml:trace contextRef="#ctx1" brushRef="#br0" timeOffset="102">14773 12630 1572 0,'0'0'35'0,"-2"0"2"0,0-2 7 16,1 1-3-16,-1-1-5 0,0 0 12 0,1 1-27 15,-1-1 4-15,1 2-12 0,-1 0-8 0,-1 0 6 16,-1 2 0-16,1 1 2 0,-5 10-2 0,-10 24 4 0,4 2 0 15,3 1 3-15,-1 11 6 0,4-10-5 0,-2 4-1 16,4-5-1-16,-1-7-7 0,4 1 0 0,-1-9-3 16,3-2 0-16,-1 0-8 0,2-5 9 0,0-1-3 0,-2-4 4 15,2-1-18-15,-1-1-50 0,1-2-11 0,0-6-15 16,0 0-71-16,0 0-127 0,-2 1-76 0</inkml:trace>
  <inkml:trace contextRef="#ctx1" brushRef="#br0" timeOffset="103">14949 12212 832 0,'-1'0'13'0,"-1"0"36"0,-1 0-51 0,-2 0 9 16,-8 2-6-16,3 1 9 0,-2 0 1 0,4 1 40 15,0 1 6-15,1-2 9 0,0 0 7 0,2 1-6 16,2-3-5-16,2-1 1 0,-3 2-14 0,1 0 8 0,0-1 3 16,1 1 2-16,0 0 8 0,1-1-6 0,1 1-8 15,0-1 4-15,1 1-15 0,1-2-14 0,8 0 11 16,18 0-12-16,0-3 5 0,5-4-8 0,-2 2-2 15,7-1 0-15,2 1-13 0,-2 1-3 0,0 1-9 0,-12 0 3 16,4-1-12-16,-4 3 5 0,-4 1 2 0,-4 0 0 16,-3 0 2-16,-5 0 0 0,0 0-3 0,-2 0 1 15,-3 0 0-15,-2 0-19 0,0 1 7 0,1 1-15 16,-1-2-18-16,0 2-50 0,-1-1-9 0,0 1-19 16,-2 0-84-16,0-1-183 0</inkml:trace>
  <inkml:trace contextRef="#ctx1" brushRef="#br0" timeOffset="104">14887 12496 864 0,'-2'0'184'0,"0"0"383"0,1-1-525 0,-3-1 1 15,1 0-6-15,0 1 7 0,-1-1-5 0,1 0-7 16,2 1-1-16,-1-1 0 0,0 0 1 0,2 1 5 15,0-1 2-15,2-1 1 0,1-1 4 0,15-7-9 16,9-2 2-16,4 3-5 0,-1 2-6 0,1 1-15 16,1 2-2-16,1 0-3 0,-2 2 2 0,0 1-9 0,-4 0 2 15,-4 2-5-15,-5 0 4 0,-5 0 2 0,2 0-4 16,-7 0 2-16,4 0-18 0,-2 0-30 0,-7 0-6 16,5 0-14-16,-6 0-71 0,0 0-138 0,1 0-159 15</inkml:trace>
  <inkml:trace contextRef="#ctx1" brushRef="#br0" timeOffset="105">16405 11674 146 0,'0'0'48'15,"0"0"-7"-15,0 0 14 0,0 0 9 0,0 0-18 16,0-2 5-16,0 0-16 0,0 1 10 0,0-1-11 0,0 1 28 15,0-1-13-15,0 0-1 0,0 1-5 0,0-1 1 16,0 0 12-16,-2-1 7 0,2 0-2 0,0-1-1 16,0 1-26-16,0 0-1 0,-1-1-7 0,1 3 3 0,-2-4-20 15,0-2 12-15,1 2-15 0,-1 0 2 0,2 2-2 16,0 1-6-16,-2-1 4 0,1 0-5 0,-1-1 0 16,2 3 1-16,0-1 0 0,-2-1 0 0,1 0 7 15,-1-1-4-15,1 3 6 0,-1-1 2 0,0 0-3 16,1 1 7-16,-1-1-6 0,0 0 8 0,1 1-18 15,-1-1 4-15,0 0-6 0,1 1 12 0,-1-1-3 16,0 0 6-16,1 1-2 0,-1-1 19 0,0 0-7 16,1 1 0-16,-1-1-3 0,0 1-1 0,1-1 1 0,-1 0 3 15,1 1 0-15,-1-1 9 0,0 0-10 0,1 1-2 16,-1-1-3-16,0 0-15 0,1 1 4 0,-1-1-2 16,2 0 2-16,0 1-5 0,0-1-10 0,0 0 5 15,0 2-5-15,-2 0 8 0,1 2-11 0,-1 1 5 16,-1 9-5-16,-4 11 8 0,1 3 1 0,1 3-3 0,-2 0 4 15,0 6 3-15,2 1-6 0,0 1 4 0,1 6-3 16,-1-2 8-16,0 0-8 0,-2 7 6 0,2-2-5 16,-2 2 6-16,-1 2 4 0,0-6-7 0,1 1 5 15,1-5-4-15,-1-2 3 0,1-4-3 0,-1-4 3 16,2-2 2-16,0-5 14 0,2-3 3 0,-1-2 1 16,1-1-7-16,1-4 3 0,1-3 1 0,1-2 1 0,0-1 10 15,0-2-15-15,0-4 2 0,0 3-4 0,0-1 17 16,0 0-2-16,0-1 1 0,0-1-4 0,0-1-14 15,0 0-5-15,0-1 1 0,0-1-2 0,-2-4-6 16,-3-19 2-16,2 2 1 0,0-4 2 0,-1-1-2 0,-1 0 2 16,0-5-2-16,2-5 2 0,0-2 3 0,0-4-8 15,1-4 1-15,0-3-2 0,1-2 6 0,1-2-9 16,0 4 2-16,0 2-5 0,0 2 4 0,1 6 8 16,3 5-5-16,0 4 4 0,3 1-8 0,-2 5 1 15,2-1-2-15,-1 4 1 0,1 2 3 0,-1 2-3 16,3 1 6-16,1-2-4 0,0 6 2 0,-1-1 0 15,-4 0-2-15,14 2 2 0,2-4 4 0,2 1 4 16,2 2-1-16,3 3 0 0,0-2-9 0,7 4 1 0,-6-1 1 16,4-1 0-16,-1-1 0 0,-6 6 1 0,7 1-3 15,-6-12 2-15,-4 9-1 0,1 6 3 0,-4 2-2 16,0 4 2-16,-2 1 1 0,-3 1-3 0,-2 2 1 16,-1-3-2-16,-1 15 7 0,-1 2-8 0,0-1 5 0,-3-1-5 15,-1 1 8-15,-1-2-4 0,0-1 1 0,-3 0-2 16,8-5 0-16,0 4 5 0,-5-2-2 0,-4-2 1 15,-1 0-6-15,0 2 4 0,-1 0 0 0,-4 0 3 16,-2 1 3-16,-1-1-9 0,-4 1 3 0,7 1-3 16,-18-1 10-16,-3 1-6 0,1 1 1 0,-3-1-2 15,-2-1 1-15,-1-1 0 0,-4-2-1 0,2 0 0 16,2-1-7-16,1-2 10 0,4 0-6 0,-1-2 8 0,1 0-8 16,1 1 0-16,2-4 4 0,7 4-3 0,-1 0 3 15,4-3 1-15,0 4 0 0,-1-6 1 0,6-1-2 16,3-1-4-16,0-1 0 0,2 4-1 0,1-3 1 0,1 1-3 15,-1 0 1-15,-1 1-1 0,-1-1 7 0,3 0-4 16,-1 1 2-16,1 1-2 0,1-2-1 0,-2 5 2 16,2-3-4-16,0 2 3 0,0-1-1 0,0-1-1 15,2 0 2-15,1 2-2 0,2-1-2 0,1 3 4 16,1 1-2-16,6-2 2 0,4 5-3 0,-2-3 3 16,4 5 1-16,1 3 0 0,-2-5-1 0,5 9 0 15,-3-6-1-15,7 1 0 0,-9 1-1 0,-2-7 2 16,-3 4 4-16,-1-3-1 0,6 1-4 0,2-1-1 0,0-1-3 15,-2-3 4-15,-2 1 1 0,-2-3 2 0,-3-1-1 16,-3 0 0-16,2 0 2 0,-1-2-1 0,1 1-1 16,1-1 0-16,-4-1 2 0,-2 1-3 0,0 0 6 15,-4-3-6-15,3 2 8 0,-1 0-5 0,-2-2-2 0,3 1 1 16,-1 1 0-16,-1-2-70 0,-1 0-2 0,3 2-31 16,-1-1-60-16,0 1-54 0,1 0-9 0,-1-1-27 15,0 1-155-15</inkml:trace>
  <inkml:trace contextRef="#ctx1" brushRef="#br0" timeOffset="106">17214 12211 562 0,'0'0'102'16,"0"-2"-65"-16,-2 0 107 0,0 1-32 0,1-1 2 0,-1-1-14 15,0-1 0-15,1 1-10 0,-4-4-30 0,2 2-7 16,-7-1 1-16,1 1-5 0,0 0-11 0,-3 2-9 15,0 1-4-15,2-6-1 0,-1 1-17 0,1 2 2 16,2 2 0-16,-7 0 1 0,0 3-9 0,0 1 6 16,-1 4-5-16,-1 3 6 0,1 4-5 0,-4-7 15 15,0 16-6-15,4 3 9 0,-1-1-12 0,2-4-3 16,2 1-1-16,1-3-1 0,1 1-6 0,4-2 1 16,1-1 1-16,2 0 2 0,-5-2 4 0,2 1-11 0,2-1 1 15,3 0-4-15,2-1 11 0,4-1-3 0,-1-1 0 16,4 2-1-16,-4-2 5 0,17-1-5 0,1 1 5 15,1 2-6-15,-1-2 3 0,-3 0-1 0,2 1-3 16,0-1 2-16,-5 2-3 0,1-1 12 0,-3 1-3 0,-3 1 6 16,-2 2-7-16,-3 1 0 0,5-2 4 0,-3-4-3 15,-2 1 11-15,-3-1 6 0,-2 2 3 0,-2-1 0 16,-1-4 2-16,-6 4-4 0,-2-1-2 0,-11 2 1 16,1-2 4-16,-6-2-3 0,1 0-1 0,-2-3-1 15,2 3-11-15,1-3-4 0,3 2 0 0,1 1-2 16,4-4-1-16,4 1 1 0,-3-4-3 0,3 1 1 15,1 3-6-15,2-4-22 0,5 3-16 0,2-3-4 0,-1 1-71 16,3-2-54-16,-2 2 1 0,1-1-25 0,0-1-49 16,2 0-165-16</inkml:trace>
  <inkml:trace contextRef="#ctx1" brushRef="#br0" timeOffset="107">17600 12102 1033 0,'-2'0'272'0,"-1"0"-365"0,-12-2 316 16,-8-1-178-16,0 1-46 0,5 0 0 0,0 2-2 15,1 0 1-15,6 0-4 0,-1 2 15 0,0 0-6 0,7-1 10 16,-4 3 0-16,4-3 8 0,3-1 4 0,0 0-1 15,-1 2-4-15,0-1 1 0,1 3 2 0,0-1 0 16,1 0 8-16,1 1 5 0,1-1-4 0,1-1 5 16,3-1 5-16,21 8-16 0,4-4 6 0,3-5-11 15,2 0-7-15,-2-2-2 0,3-1 0 0,0-1-1 16,1 1-4-16,-1 0-1 0,-3-1-3 0,-2 3 2 16,-4-1-6-16,-2 2 6 0,-2 0-3 0,-7 0 5 0,2 0-5 15,-8 0 2-15,0 0-5 0,-7 0 0 0,2 0-33 16,-1 0-49-16,-1 0-2 0,0 0-18 0,-1 0-35 15,0 0-61-15,-1 0-40 0</inkml:trace>
  <inkml:trace contextRef="#ctx1" brushRef="#br0" timeOffset="108">17851 11743 1451 0,'-2'-1'19'16,"0"-1"37"-16,1 0-30 0,-1 2-3 0,-9-6-2 16,1 1-3-16,5 3-19 0,0 0-7 0,-3 1-6 15,3 1 2-15,-2 0-6 0,-1 1 9 0,3 3 6 16,-2 6-2-16,-1 21 0 0,3 5 6 0,-3 7-1 0,1 7 5 16,-1 1 1-16,-2 3 4 0,0 3-1 0,2-8 4 15,-2 2 14-15,2-8 7 0,-2-6 3 0,2-6-2 16,-1-3-9-16,3-2-19 0,2-2-2 0,-10-3-4 15,4-1-1-15,3-2 0 0,4-3 2 0,1-2-9 16,0-1-77-16,2-6-216 0,0-1-140 0</inkml:trace>
  <inkml:trace contextRef="#ctx1" brushRef="#br0" timeOffset="109">9208 5329 9 0,'0'0'7'15,"-2"0"0"-15,0 0 11 0,1 0 9 0,-1-2 12 16,0 0 6-16,-1 1-9 0,-2-1 1 0,-10-1-8 16,-3 0-5-16,5 1-11 0,-2 0 2 0,0 1-6 15,4-1 8-15,-6 0-3 0,-1 1 0 0,3 1-2 16,-3 0-12-16,-2 0 6 0,2 0-1 0,-4 1 3 15,3 3 4-15,2-1-5 0,1 0-2 0,-3 2-1 0,1 2-8 16,-1 1 6-16,-1 2-4 0,3-2 4 0,1 2-1 16,-1 2-5-16,2-7 2 0,0 16-5 0,1 1 3 0,-1 1 3 15,-2-2 4-15,2 2-3 0,1 2-3 0,-3 0 2 16,2 3 1-16,2-5 2 0,-3 3-5 0,2-7 5 16,-2-1-7-16,1 0 8 0,-2-2-3 0,3 3 2 15,0 0 1-15,-4-2 0 0,2 1-6 0,-2 2 3 16,-2 1-7-16,-2 1 6 0,4 3-6 0,-5-1 7 15,-2 3 0-15,4-1 1 0,-1 2-7 0,-1-1 3 16,3 6 4-16,1-2-1 0,-3 1 3 0,4 4-1 16,3-1-6-16,-1 1 4 0,4 0-13 0,-1 2 14 15,1-8-4-15,4 0 5 0,-2 1-9 0,2-6 2 0,0 1 3 16,1 1-1-16,-1-3 1 0,1 1 0 0,1 3 0 16,-1 0 0-16,0 0 4 0,1 4-5 0,-1 1 6 15,-1 2-5-15,1 4 0 0,1 4 0 0,-1 3-1 16,1 1 3-16,-1-1 3 0,2-3 2 0,0 0-3 0,0-4 3 15,0 4-10-15,0-6 5 0,2-6-4 0,1 0 5 16,-1-6-1-16,1 0 0 0,-1-2 3 0,0 2-1 16,1 0-6-16,0 1 2 0,-14 0-2 0,6 1 4 15,2 3 2-15,3 1 3 0,2 2-5 0,-1 3 3 16,3 2-15-16,1 4 13 0,0-1 1 0,0-2 4 16,0 1-9-16,0-4 3 0,1 1-9 0,1-4 9 0,1 2 0 15,2-4 0-15,0-5 6 0,2 1-5 0,-1 2 3 16,3 0-10-16,-1-1 2 0,2 1-3 0,0 1 16 15,0 0-9-15,1 1 1 0,2 1-5 0,0 1 4 0,2 1 5 16,0 1-5-16,0 0 3 0,2 1-3 0,1 0-4 16,-15-1 7-16,27 5-5 0,-1-9 11 0,4-1-12 15,2-1 6-15,-4-5-7 0,4-1 4 0,-2 0 2 16,3-5-4-16,1 0 2 0,-6-1 5 0,2-1-14 16,-3 1 9-16,-1-1-11 0,5 2 12 0,-3 1 3 15,4 0-2-15,-1 0 1 0,6 0-4 0,-1 3-1 16,3-1-1-16,4 1-1 0,2 1-11 0,5 2 14 15,-7-2-4-15,3 0 8 0,-3 0 3 0,-4 0-5 16,2 0-5-16,-2 0 2 0,-3 0 2 0,4-4 2 0,2 0 3 16,1 1-3-16,3-5-2 0,4 2 2 0,7-1-2 15,1 4 0-15,-2 0-1 0,-6-4 4 0,-2-1-1 16,-3-2 2-16,-4-3-1 0,3 2 12 0,-1 1 4 16,0-5 2-16,4 2 7 0,6 0-10 0,-2-3 4 0,7 1-5 15,0 0-3-15,-1-1-7 0,-1-1 2 0,-6-1-2 16,-2-1 7-16,-6-3-2 0,1 3 3 0,-2 19 0 15,3-10 14-15,-1-6-2 0,5-4-3 0,4-1 1 16,4-2-7-16,2 0-7 0,-2-4 3 0,1 1-5 16,-7-2-3-16,-4-3 2 0,1 0-6 0,-7-2 5 15,1 0 0-15,1-2-8 0,-1-1 6 0,11 0-5 0,-6-2 12 16,9 0-12-16,0 0 2 0,-12 2-5 16,7-2 7-16,-5-1 3 0,-4-4-5 0,1-3 4 0,-6 18 0 15,-1-25-1-15,0 2 1 0,-1 3-3 0,4-3 1 16,-1-2-2-16,2 1-2 0,6-3 0 0,-3 4 2 0,4-2 1 15,-2 1 4-15,-1-1-4 0,2 2-1 0,-5 0-2 16,3 3 4-16,-8 0-4 0,-4 2 12 0,1-2-9 16,-7 1-3-16,2-3 0 0,0-4 0 0,-2-1 4 15,1-1 2-15,-1-3 1 0,0 5 0 0,2-7-2 16,-3 1 2-16,7 3-3 0,-6-6 0 0,4 4 2 16,2 1 8-16,-9-3-3 0,3 3 21 0,-5 1-9 15,-1 1 1-15,1 0-5 0,3 0-8 0,-1 3 2 16,-4-3-5-16,-6 3 6 0,0-1 11 0,-3-6-4 0,-2 1 2 15,-1-7-4-15,-2-3-6 0,-2 1 1 0,-2-4-2 16,2 1 2-16,-1-2-8 0,-1 4 5 0,0 1-6 16,-1 6 6-16,1-1-11 0,-1 2 2 0,18 2 2 15,-9 0-1-15,-4-2-3 0,-2-4 6 0,-4-1 0 0,1-6 2 16,-2-2-8-16,0-7 2 0,0 2 2 0,-3-2 3 16,-1 0 13-16,-1 5 1 0,0 2 2 0,0 5 0 15,-3 4-1-15,0 3-5 0,-2 2-8 0,-3 1 4 16,1 1-12-16,-3-4 10 0,1-4-6 0,-3-5 5 15,-1 2-9-15,-4-9 2 0,-2-1 1 0,20 2-1 16,-27-6 2-16,5 9-5 0,1 1 4 0,0 7-4 0,-1-1 1 16,-6 4 2-16,-1 1 0 0,4 2 2 0,-1 1 3 15,2-2-6-15,0 0 2 0,-2 2-3 0,0-6 8 16,2 1-9-16,-1-2 4 0,-4-1-4 0,-4 1 8 0,-1 1-8 16,-1 4 4-16,1 4-4 0,-5 1 6 0,0 1-4 15,-3 2-2-15,-4 1 0 0,2 1-2 0,1 3 6 16,2 0-4-16,0 4 3 0,1-2-10 0,1 1 3 15,-3 4 1-15,-2 1 1 0,-10 1-3 0,-6-1 5 16,-6-1 0-16,-9 3 1 0,3-4-7 0,0 2 1 16,0 2-1-16,5 4 2 0,-3 6 0 0,-8 1 1 15,-7-1-7-15,-14 0 4 0,-1 2-1 0,-3-28 5 16,5 26-2-16,-6 11 2 0,-7 8-8 0,-16 2 7 16,-9 2 0-16,3 2 1 0,-8 3-2 0,-12 4 0 0,-1 1 2 15,-9 0-2-15,2 5-3 0,-13 5-47 0,-4-32-49 16,-11 49-37-16,-20 18-522 0</inkml:trace>
  <inkml:trace contextRef="#ctx1" brushRef="#br0" timeOffset="110">18858 11512 216 0,'0'-2'0'0,"0"1"14"16,0-1 141-16,0-1-40 0,0 1 6 0,-2-6-75 15,0 0-10-15,2 6-24 0,-1-6-4 0,-1-1 2 16,2 1 10-16,-2-2 39 0,2 5-1 0,0 0 13 15,0 4-6-15,0-6-5 0,0-3 1 0,0 4 0 16,0-3 9-16,0 3-17 0,0 1 3 0,0-2-9 0,0 0-9 16,0 6-16-16,0-1-1 0,0 1-5 0,-1-3-11 15,-1 1-5-15,0 1 1 0,1 1-2 0,-1-1-13 16,0 0 8-16,1 2-9 0,-1 0 10 0,0 2-5 0,1 0 3 16,-1 1 3-16,-3 15 0 0,-1 4-1 0,-1 2 2 15,0 3-7-15,2 1 6 0,0 2-4 0,1-1 2 16,-1 3 5-16,1-1-4 0,1 5-1 0,-2 2 6 15,0 4-3-15,0 1 4 0,-1 0-1 0,-1 1 0 16,-1 4 0-16,-4 0 0 0,2-2 0 0,2-3 6 16,3-2 0-16,2-9 3 0,-1-3 6 0,1-4 11 15,0-7-2-15,-1 1 3 0,3-6-6 0,-1 0-2 16,1-3 1-16,-1 0-2 0,0-4 3 0,1 1-11 16,1-4 5-16,0-1-6 0,0 1 8 0,0 1 6 0,-2-1-3 15,2 0 3-15,-2-1-4 0,1-1-10 0,-1 1 3 16,0-2-6-16,1 0 5 0,-1-2-9 0,0 1 8 15,1-2-9-15,-4-9 8 0,-3-11-4 0,-1-5-5 16,3 0 1-16,1-4-4 0,1-1 6 0,3 0 2 0,1-1 0 16,0 2-10-16,1-1 4 0,1 7 0 0,1-4 1 15,1 2-1-15,-3 5 1 0,3-2-5 0,-1 7 5 16,2 0 0-16,0 3 2 0,-2 2-1 0,0 1 1 16,-1 2-17-16,0 4 1 0,-1-1-9 0,-1 4 7 15,2-2-1-15,-2 3 13 0,2-1-1 0,-2 1 3 16,0 0 2-16,0 1-7 0,1-2 7 0,1-1-5 0,0 1 8 15,-1 0-7-15,1 1-4 0,0 0-10 0,-1 1-90 16,1-1-73-16,0 0-56 0</inkml:trace>
  <inkml:trace contextRef="#ctx1" brushRef="#br0" timeOffset="111">18780 11405 609 0,'0'-2'22'0,"0"0"17"16,0 1 12-16,0-3 10 0,-2-11-20 0,1 2-2 15,-3-3-3-15,3 6-1 0,-1 2-14 0,0-6 27 16,1 4-8-16,-1 1 14 0,2-1-11 0,0 5 10 15,-2-4-3-15,2 4 4 0,0 1-9 0,-1-1 3 0,-1 0-2 16,2 1 0-16,0 1-20 0,0 1-3 0,0 1-6 16,-1-3 3-16,-1 1-6 0,0 1-17 0,1 1 7 15,-1-1-10-15,0 0 11 0,1 2-13 0,-1 0 8 0,0 0-10 16,1 2 13-16,-1 0-8 0,2 3-1 0,-3 15-2 16,3 3 6-16,0-2 2 0,0 1 1 0,1 2 1 15,1 0-1-15,1 0-4 0,1-1 5 0,-1 4-4 16,0-1 0-16,1 1 1 0,-1 1-7 0,0 1 6 15,0 5-1-15,-1 2 2 0,0 3 3 0,-1 6-2 16,-1 5-3-16,0 1 4 0,0 3-4 0,-3-1 5 0,0-2 7 16,-1-3-6-16,-2-3 6 0,1-6-7 0,0-1 6 15,0-6 14-15,2-7-3 0,-1-6 7 0,3-2 6 16,-1-2-8-16,0-2 7 0,1-1-7 0,1-6 4 0,-2 1-5 16,2-4 2-16,-2 2-1 0,2-3 15 0,-1 1-1 15,-1 0-4-15,1 1 0 0,-1-3-18 0,0 1-10 16,1 0 4-16,-1-1-6 0,0-1 1 0,1 0 6 15,-1-1-4-15,0-3 4 0,1-6-6 0,-1-13-2 16,0-5 2-16,1-2-3 0,-1-3-2 0,0-8 5 16,2 1-2-16,0-6 4 0,0-2 0 0,2 2-4 15,0-3-3-15,1 1 0 0,0 0-6 0,2 2 7 16,5 1-1-16,2 5 1 0,1 1-8 0,2 2 0 16,1 1 5-16,2-5-2 0,2 3 7 0,-18 1 1 0,24 3-3 15,2 7 2-15,2 3 1 0,1 0-1 0,2 3 3 16,4 6-4-16,-3-3-3 0,4 10 5 0,0-1-3 15,-5 4 6-15,-1 2-11 0,-9 1 6 0,-5-9-2 16,-6 6 4-16,-1 0 0 0,-1 3-3 0,-2 1 1 0,-4 1-1 16,-3 0 6-16,2 0-5 0,1 0 0 0,-1 0-2 15,0 0-2-15,-1 0-3 0,5 0-7 0,-4 0 1 16,4 0-39-16,-1 0-63 0,-3 0-10 0,4 1-23 16,-2 1-96-16</inkml:trace>
  <inkml:trace contextRef="#ctx1" brushRef="#br0" timeOffset="112">19168 11941 1352 0,'0'-1'15'0,"0"-1"0"0,-3-13 0 16,-4-8-9-16,2 2 1 0,2 2-6 0,1 3 4 15,0-2 1-15,2 3-1 0,0 2 0 0,0 1-6 16,0 4 1-16,0 1-2 0,0 4 7 0,0 1-5 16,0-1-2-16,0 0-4 0,0 1-12 0,0 0 20 0,0 2-3 15,0 0 9-15,0 2-8 0,0 1 0 0,0 17 2 16,-1 8-1-16,-4 4-1 0,-2 1 8 0,-1 3-3 16,-2-1 6-16,0 1-3 0,2-8 20 0,-4 2-3 15,2-4 9-15,2-4 2 0,0 1-7 0,3-8-1 0,0 0-2 16,2-2 6-16,1-5-15 0,0-1 0 0,1-2-5 15,1-2 0-15,0 0-7 0,0-1 9 0,0 1-9 16,-2 0 4-16,2 1 11 0,0-1-6 0,0-1 6 16,0-1-14-16,0 1 0 0,2-2-3 0,-1 0 3 15,1-2 3-15,1 1-10 0,-1 1 4 0,10-17-6 16,4 4 9-16,1 1-9 0,1 2 4 0,-5 1-5 16,8-1 7-16,-2 1-6 0,-3 1-2 0,5 3-1 0,-7-5-1 15,5 0 3-15,-2 5 2 0,-1 4-1 0,1 1-1 16,-4 1 6-16,2 4-2 0,-3 2 5 0,-1 1-4 15,-3-1 0-15,-1 9 0 0,-4-1 2 0,-1 3 3 0,0-3-6 16,8 0 4-16,-4 0-3 0,-3-2 6 0,-3 0 3 16,-1 2-5-16,-6 0 4 0,-1-2-3 0,-2-1 0 15,-13-2 6-15,-2-4-4 0,-1 1 17 0,-1 0-4 16,9-4 3-16,-5-1-3 0,2 12 4 0,1-4-3 16,-2-3-3-16,6-4 1 0,1-3-12 0,2 0 2 15,1 0-5-15,2-1 3 0,2-1-8 0,3 0-21 16,0 1-11-16,4 1-9 0,-1 0-70 0,-1-2-110 15,-1 0-33-15,3-1-51 0,-1-2-342 0</inkml:trace>
  <inkml:trace contextRef="#ctx1" brushRef="#br0" timeOffset="113">19602 11822 737 0,'0'0'40'0,"-2"0"1"0,1 0 4 15,-1 0 1-15,0 0-8 0,-9 0 33 0,-1 0-1 16,2 0 4-16,0 0-4 0,2 0-3 0,3 0-10 15,0 0-5-15,2 0-2 0,0 0-24 0,1 0-12 16,0 0 6-16,1 0-5 0,-1 0 24 0,2-1 15 16,0-1 1-16,2 0 5 0,1 1-10 0,23-16-14 15,2 2-8-15,4 2 0 0,-1 2-27 0,4-1-1 16,-1 4 0-16,-1 1 0 0,0 4 5 0,-1 0 0 16,-2 1-6-16,-4 0 2 0,-5 2 0 0,-2 0 4 15,-1 0-1-15,-5 0-2 0,2 0-24 0,-5 0-36 0,-2 0 3 16,0 0-15-16,-3 0-29 0,0 0-2 0,-2 0 0 15,1 0 2-15,-3 0 5 0,1-1-71 0,0-1-27 16</inkml:trace>
  <inkml:trace contextRef="#ctx1" brushRef="#br0" timeOffset="114">19823 11603 831 0,'0'-2'52'0,"0"0"-6"0,0 1 47 0,-2-2-6 15,1-1-40-15,-1-4 14 0,0-4-13 0,1 1 14 0,-1 1-10 16,2 3-21-16,-2-1 10 0,2 5-16 0,0-2-11 16,0 0 0-16,0 2-6 0,0 1 5 0,0-1-12 15,0-1-10-15,0 1-2 0,0 1-2 0,0 1 11 0,0-1-3 16,0 2 5-16,0 0-4 0,0 2 12 0,0 1-8 16,-3 14 7-16,-2 7-7 0,-1 6 6 0,-1-2 3 15,-1 3-9-15,-2 2 7 0,2 1-6 0,1 0 2 16,0 1 4-16,1-2-4 0,1-3-3 0,0-1 11 15,2-1-4-15,-1-1 6 0,1-1-5 0,0-3 1 16,-1-3-1-16,3 0 1 0,-1-2 0 0,0-3-5 16,1-2 7-16,-1-1-5 0,1-2 9 0,-1 0-68 15,2-2-10-15,0-1-29 0,0-1-123 0</inkml:trace>
  <inkml:trace contextRef="#ctx1" brushRef="#br0" timeOffset="115">20300 11289 1274 0,'0'-2'19'15,"0"1"-4"-15,-2-1-5 0,1-1 12 0,-1-1-17 0,2 1 0 16,-2-2-2-16,2 2-11 0,0 1 7 0,0-1-10 15,-1 0 7-15,-1-1-3 0,0 1 4 0,1 1 3 16,-1 1 1-16,2-1 7 0,0 2-6 0,0 0 2 0,0 2 8 16,0-1-5-16,0 4 5 0,-2 23-6 0,1 0-3 15,1 4 5-15,0-2-4 0,0 1 6 0,0 0-6 16,0-3-4-16,0 2 1 0,0-3-4 0,0 1 5 16,0-2 0-16,0 0 3 0,0 4-2 0,0-2-2 15,-2 2 3-15,2 1-3 0,-1-1-1 0,-1 0 2 16,0 1-1-16,1-1 2 0,-1-4 7 0,-1 1 22 15,1-4-3-15,-1 2 8 0,-1-5-16 0,1-4-1 16,1-3-3-16,1-8 2 0,-1 3 6 0,0-3 18 0,1 0 4 16,1-3 3-16,-2 1 6 0,1-1-27 0,-1 0 0 15,0-2-10-15,1 0-10 0,-1-2-1 0,-1-5-2 16,-7-21 0-16,3-5-3 0,5 2 6 0,4-1-4 16,1-4 5-16,4 1-10 0,5-3-2 0,2 1 1 15,3-1-3-15,1 1 4 0,-16 3-8 0,23-3 5 0,4 4-6 16,3 2 18-16,2 1-5 0,6 7 5 0,-2-2-6 15,-2 4 1-15,-1 3 4 0,-7 3-7 0,2 6 6 16,-6 4-5-16,-1-9-2 0,-4 5 3 0,-6 6-3 16,0 1 0-16,-3 2 0 0,-4 2 0 0,-1 0 0 15,-1 1-6-15,-3 0-16 0,8 14-1 0,-6-2-6 0,-1-4-20 16,-2 7-64-16,0-3-8 0,-2 2-25 0,-3-1-76 16,-2-1-198-16</inkml:trace>
  <inkml:trace contextRef="#ctx1" brushRef="#br0" timeOffset="116">20602 11860 1207 0,'0'0'42'0,"-2"0"-4"0,1 0-22 15,-1 0 6-15,0 0-28 0,1 0-14 0,-1 0 3 0,0 2 0 16,1 0 1-16,-1 1 2 0,-9 17 9 0,-4 8 5 15,2 3 0-15,3-1 19 0,1-4 16 0,1 1-2 16,0-2 7-16,1-2 1 0,2-2-8 0,2-3-3 16,0-3-1-16,-1-3-5 0,3-2-13 0,-1-2 4 0,0-1-8 15,1-2 4-15,1-4 3 0,-2 3 3 0,1-1-2 16,-1 0 1-16,2-1-3 0,0-1-4 0,0 1 1 16,0-2-7-16,0 0-3 0,2-2 7 0,-1 1-5 15,1-3 7-15,8-15-7 0,0 2-3 0,5-4-1 16,-11-4-4-16,16 0 7 0,-7-3-4 0,7 3 4 15,-3 4-7-15,-1 3 2 0,4 6 0 0,-3 2 0 16,-8 4 0-16,6 1-4 0,-5-4-1 0,-1 4-2 0,-1 2 1 16,0 1 5-16,0 2 4 0,-4 2-1 0,-3-2 3 15,6 8-1-15,8 19 3 0,-7-2 0 0,-1-1 11 16,-4-2 1-16,-3-4-2 0,0 3 2 0,0-1 0 16,0-2-1-16,0 1-2 0,-2-5 0 0,2-2-9 0,-1 0 9 15,-1-3-3-15,2-4 5 0,0 2-12 0,0-4 4 16,0-1-8-16,-2 3 1 0,2-3-55 0,-1 1-62 15,-1 0-16-15,-1-1-22 0,-1-1-137 0</inkml:trace>
  <inkml:trace contextRef="#ctx1" brushRef="#br0" timeOffset="117">20386 11981 1750 0,'0'0'25'0,"0"-2"6"0,0 1-29 0,1-1-1 15,1 0-12-15,10-3 27 0,26-6-1 0,8 1 0 0,5-2-2 16,5 1-10-16,-3-2 3 0,0-2-3 0,-2 0 2 16,-7 0 0-16,-2 2-38 0,-8 1-2 0,-4 2-17 15,-3 0-30-15,-4 1-26 0,0-3-3 0,1-1-14 16,-2 0-82-16</inkml:trace>
  <inkml:trace contextRef="#ctx1" brushRef="#br0" timeOffset="118">21120 10941 1288 0,'0'-2'29'0,"-1"0"-3"0,-1 1 2 16,0-3 2-16,-1-1-14 0,1-5-13 0,-4 4 0 15,-1 3 1-15,4-1-1 0,-2 1-4 0,3 0 10 16,-1 1-4-16,1 0 9 0,1-1 4 0,-1 3 10 0,2-2-1 16,0 1 2-16,-3-3-4 0,-1 1-18 0,1 1 3 15,1 1-8-15,1-1 0 0,-1 0 4 0,0 1-6 16,1 1 5-16,-1 0-10 0,2 1 7 0,0 1 0 16,0 1 3-16,0 2-3 0,7 12-3 0,3 3-1 15,1 1-2-15,-9 4 0 0,24 1 3 0,6 2 2 0,2 5 0 16,-4-3-3-16,5 8 5 0,-7-3-7 0,5 8 7 15,1 3-8-15,-1-1 5 0,0 3 3 0,-5-6 1 16,-3 5 3-16,-2-3-5 0,-4 3 0 0,-3-1-2 16,-4 3 7-16,-4 7-3 0,-5 4 4 0,24 9-3 15,-19 4 3-15,-8 3 5 0,-8-2 0 0,-7-4 1 0,-3-8 1 16,-7-7-3-16,17-6 0 0,-32-7 0 16,-3-1 4-16,-7-3-9 0,-2-2 0 0,1-1-4 0,-4-2 1 15,4 0-173-15,1-2-61 0</inkml:trace>
  <inkml:trace contextRef="#ctx1" brushRef="#br0" timeOffset="119">18965 10926 494 0,'0'-2'7'0,"0"0"-4"16,0 1 10-16,0-3 4 0,1-7-2 0,1-6 16 0,0 1 32 16,-1-4-8-16,-1 0 14 0,0 0-22 0,-1 4 11 15,-1-1 6-15,-1 2-1 0,0 2 3 0,-2-2-10 16,0 2 2-16,0 2-3 0,1 2 7 0,1 4-27 15,0 0 2-15,1 2-10 0,-1 0-14 0,-5 1-2 16,-1-4-4-16,-1 1 2 0,0 1-13 0,1 3-4 16,-3 1-2-16,-1 1 0 0,-2 8 4 0,-3-6 3 15,-2 25-1-15,-3-2 1 0,3 4-3 0,-5 0 2 16,-6-2-1-16,6 3 1 0,-8-1 8 0,5 6 0 16,2 2 1-16,-6 5-1 0,6 7-3 0,3 9 3 15,0 7-3-15,6 5 2 0,1 4-3 0,1-6 5 0,3-3-3 16,2-3 3-16,2-5 1 0,5 3 8 0,1 2 3 15,-26 6-2-15,17 5-15 0,9 2 8 0,4 3-7 16,4-4 9-16,3-6-1 0,0-8 29 0,3-10-4 0,3-6 10 16,1-5-18-16,2-4-6 0,-13-3-6 0,25-2 1 15,0-1-8-15,0-3-1 0,-2-4 3 0,1-4-3 16,3-4-2-16,-1-1-134 0,4-6-36 0</inkml:trace>
  <inkml:trace contextRef="#ctx1" brushRef="#br0" timeOffset="120">21903 11444 796 0,'0'-1'23'0,"0"-1"28"0,0-3-26 0,1-12-9 16,1-4-2-16,0 0 0 0,-1-4-7 0,2-2-4 16,1 3-2-16,-3-6 1 0,4 3 2 0,-1-1 40 15,-1-1-8-15,-1 2 18 0,-2 1-4 0,0 1 2 16,0 4 2-16,0 2-2 0,0 1 0 0,0 5-8 16,0 1 1-16,0 4-5 0,0 2-18 0,-2-1-11 15,2 4-2-15,0 1-1 0,-2-1 5 0,1-1-23 16,-1 3 1-16,-1-1-11 0,1 2-2 0,-6 2 4 0,1 1 5 15,-1 15-1-15,0 17 6 0,-1 1 3 0,1 6-1 16,3 5 2-16,-1 1-2 0,4 5 3 0,0-5-1 16,-1 0 3-16,1 0 1 0,-21-2 2 0,10-1-1 15,5-1 0-15,3 2-7 0,-2 6 7 0,1 2 0 16,-1 7 3-16,-1 5 0 0,0 0-3 0,-2 0-2 0,0-1 1 16,0-6 3-16,0-6 1 0,0-7 5 0,2-8-5 15,0-3-4-15,1-7 10 0,0-3-3 0,4-5 7 16,0-2 0-16,-1-3 1 0,3-4-4 0,-1-2 0 15,1-3-37-15,1-2-68 0,0-1-19 0,0 0-20 16,0 0-114-16</inkml:trace>
  <inkml:trace contextRef="#ctx1" brushRef="#br0" timeOffset="121">22294 11048 1286 0,'-2'-2'31'0,"0"1"29"0,2-1-14 0,-5-6-26 16,2 1 0-16,0 2-8 0,1 2-4 0,1 0-7 15,1 1 1-15,-2-1-2 0,0-1-16 0,1 1 2 16,-1 1-1-16,0 1 3 0,1-1 8 0,-1 2 0 0,0 2-4 16,1 1 4-16,-11 22 2 0,1 13-1 15,-1 6 5-15,2 9-3 0,0 7 4 0,0 1-1 0,-1 1 1 16,-1 0-1-16,1-5-2 0,-1-2 4 0,1-6-5 15,-3 1 5-15,0 1-2 0,-3 7 3 0,1 1 3 16,-3 7-1-16,3-1 3 0,1-1 2 0,3 1-7 0,3-11 3 16,-1-4-8-16,1-7 5 0,4-9-2 0,-1-1 4 15,3-6-2-15,-1-2-1 0,1-6 8 0,0 0-5 16,-1-5 11-16,3-2-7 0,-1-2-4 0,2-2-5 16,0-3-69-16,0-2-158 0,0-1-66 0</inkml:trace>
  <inkml:trace contextRef="#ctx1" brushRef="#br0" timeOffset="122">22578 11339 1522 0,'-2'-4'14'0,"-5"-17"19"0,1-1-13 0,2 7-23 16,1 2 3-16,1 3-10 0,2 4-3 0,0 1-2 16,0 1-6-16,0 1 3 0,0 1-9 0,0 2 12 0,0 0 4 15,0 2 1-15,0 15 6 0,-1 24-2 0,-2 4 0 16,-1-3 1-16,-2 0-1 0,-3-1 6 0,1-1-1 16,0-2 2-16,0-2 1 0,1-3 9 0,-1 0 4 15,0-2 3-15,-1 2 21 0,4-4-9 0,-1-3-4 16,1-3 0-16,0-3-5 0,0-4 2 0,2-1 3 0,-1-1-2 15,1-3-2-15,1-3-5 0,1-1 3 0,1-4-3 16,-2 1 10-16,0-1-6 0,1-2 1 0,-1 1-4 16,0 0-4-16,1-2-5 0,-1 0 2 0,0-2-2 15,1-1-1-15,-9-20-3 0,2-7 3 0,1-3-3 16,5-3 1-16,2-2 0 0,4-4-3 0,2 3 2 16,3-8-7-16,2-5 0 0,2 0-5 0,4-9 5 0,1 2 0 15,2 3-4-15,3 1 4 0,-2 12-6 0,-11 4 2 16,22 9-9-16,2 4 6 0,-4 4-5 0,0 6 15 15,-2 4-1-15,-4 4-2 0,-4 4 0 0,-2-7 3 0,-3 6-5 16,0 3 6-16,-2 2-5 0,-1 4 9 0,-7-3-5 16,-2 1-1-16,12 23 0 0,-5 1 3 0,-7 5-4 15,-4 6-1-15,-8 4-2 0,-6 4 4 0,-4 1 1 16,15 2 2-16,-27-4-2 0,-5-7-5 0,-4-4 12 16,0-5-7-16,1-8 8 0,4-1-9 0,9-5 0 15,1-4 0-15,9-2 2 0,1 0 0 0,3-1-2 16,6-1 0-16,-1-2 0 0,4 1 3 0,1-2-4 15,-3 3-3-15,0 1-1 0,2 0-1 0,-1-1 0 0,3-1 6 16,1 0-4-16,0 2-1 0,0-2 3 0,1 3 0 16,1-1 2-16,3 1-4 0,7 0 4 0,11 0-3 15,1 1 4-15,1-1-1 0,0 0 2 0,0 0-2 16,-7 2 0-16,7 0-3 0,-6 0 3 0,0-3 1 16,-1-1 2-16,-7-1 5 0,1-3-5 0,1 3 2 0,-1 3-3 15,-2-1 3-15,-1-2-4 0,-2-2-11 0,-2-1-3 16,0-1-74-16,2 1-86 0,-3-2-32 0,6 0-33 15,-1 0-247-15</inkml:trace>
  <inkml:trace contextRef="#ctx1" brushRef="#br0" timeOffset="123">23132 11637 1307 0,'0'0'58'0,"-2"-1"-4"0,1-1-8 15,-1 1 8-15,-1-1-28 0,0 0-11 0,-1 1-14 16,1 1-5-16,-4 0 0 0,1 0 1 0,1 0 4 16,-2 0 3-16,1 1 0 0,-3 3 6 0,3 0 7 15,1 0 0-15,-2 12 1 0,2 2 1 0,0 1-13 16,-1 2 0-16,-3 2-4 0,3 2-2 0,-1-2 3 16,-1 2 3-16,0-2-1 0,1 2-2 0,-1-2 1 15,1 2-1-15,4-7 2 0,-2 2 2 0,2-2-7 0,-1-3 0 16,1 0-4-16,-2-6-24 0,2-2-75 0,0 1-12 15,1-1-29-15,-1-2-127 0</inkml:trace>
  <inkml:trace contextRef="#ctx1" brushRef="#br0" timeOffset="124">23433 11213 1387 0,'-2'-2'40'0,"0"1"-2"16,-1-6-4-16,-5-9 2 0,-1 1-19 0,4 2-15 15,2 4-2-15,1 3-1 0,1 1-2 0,1 3-14 16,-2-1-6-16,2-1 3 0,-1 1 0 0,1 2 16 0,0-1 3 16,0 2 0-16,0 0 2 0,0 2 9 0,0 1-11 15,0 13 2-15,-4 21-4 0,-1 1 8 0,-1 1 4 16,-1 1-3-16,0-2 2 0,1 0-1 0,-2-3-5 15,-1-1 3-15,-1 1-4 0,1-2 8 0,-1-2-9 16,-4 2 0-16,5-1-3 0,-3-3 3 0,0 4 5 16,3-1 4-16,0-1-1 0,3 1-2 0,1-4-11 15,-2-4-11-15,2-4-2 0,0-5-42 0,2-2-59 16,0 1-11-16,1-6-20 0,2-2-86 0</inkml:trace>
  <inkml:trace contextRef="#ctx1" brushRef="#br0" timeOffset="125">23634 11086 878 0,'0'-2'22'0,"0"1"75"0,0-11 0 0,0-5 33 16,0 4-64-16,0 7-36 0,0-1 5 0,0 4-14 16,0 1 11-16,0 0-20 0,0-1-5 0,0 0-5 15,0 1-21-15,0 1 8 0,0-1 0 0,0 2 4 0,0 0 1 16,0 2 4-16,0 1 1 0,-2 22 1 0,1 4 0 15,-3 4 9-15,-1 2-6 0,-1 6 9 0,1-1-3 16,0 6-4-16,-2 0 4 0,1 1-5 0,-3 1-2 0,-1-5 11 16,1 1-8-16,-1-6 8 0,-2 0-13 0,1-3 6 15,-3-1-1-15,4-1 2 0,1 1-3 0,2-5-4 16,0-1 2-16,1-1-2 0,-1-4 7 0,2-2 6 16,0-1-2-16,2-3 3 0,1-2-10 0,1-6-62 15,1-2-9-15,0-4-25 0,0 1-90 0,0-1-191 16</inkml:trace>
  <inkml:trace contextRef="#ctx1" brushRef="#br0" timeOffset="126">23977 11088 1291 0,'-2'0'21'16,"1"0"4"-16,-1 0-13 0,1 0-14 0,-1 0-4 15,0 0-14-15,1 0 10 0,-1 0-1 0,0 1 3 16,-1 1-3-16,0 1 1 0,-1 4 0 0,-10 19 2 16,4 6 10-16,1 7-6 0,1 4 3 0,-2 2-5 15,2 3 7-15,-4 1-1 0,1 2 5 0,-1-1-3 16,1-4 25-16,-2-8 23 0,-1-3-1 0,1-4 8 0,0-3 5 16,1-5-19-16,1-1-3 0,1-6-7 0,0 1-20 15,3-7 5-15,2-2 1 0,2-3 1 0,2-2-7 0,-6 2 9 16,2-1-7-16,2-3 7 0,-2 1-4 0,0-1 5 15,-2-1-8-15,4 0 4 0,1 0-24 0,-1-3 6 16,-4-8-1-16,-1-12 2 0,5-2-8 0,3-3 3 16,3-2 3-16,4-3 0 0,4-2 0 0,2-4 0 15,4-3-1-15,1-2 1 0,0-1 5 0,0-4-7 16,1-1 7-16,-3 2-6 0,1 2 3 0,-3 10 2 16,1 6-8-16,-2 5 6 0,1 4-2 0,-3 4-2 15,-4 2 6-15,18 4-4 0,-7-1 8 0,-2 4-8 16,-3 1 4-16,1 1-4 0,1 2 5 0,3 3 3 0,0-1-4 15,-3-8 3-15,0 2-10 0,-1 3 4 0,1 3-5 16,-2 2 5-16,2 2 0 0,-5 1 3 0,-2 2-4 16,2-2 1-16,-5 17 2 0,-3 0 0 0,13 3 3 15,-5 5-5-15,-7 0-1 0,-3 4-2 0,-5 1 6 0,-3-2-5 16,-4 4 3-16,-3-5 3 0,9-1-5 0,-22-1 5 16,1 0-1-16,-9-3-1 0,5 2 4 0,-4-8-3 15,-1-2 0-15,6-1 2 0,4-4-3 0,2-2 5 16,6 0-2-16,2-2-2 0,4-1 1 0,4-2-2 15,3-2-4-15,2 0 7 0,1-1-1 0,2 0 4 16,-2 1-2-16,-1 0-10 0,2 0 3 0,-1 1-3 0,2-1 15 16,0 0-3-16,2-1-3 0,-1 0-1 0,1-1-5 15,-1-1 2-15,16 10-1 0,-1-1 1 0,8-1-3 16,-6-3-4-16,-3 0 7 0,3 0-5 0,3 1 8 16,-3-1 0-16,0 0-3 0,-4-2 1 0,-4 1-1 0,1-1-2 15,-1 0 0-15,5 2-3 0,-7-3-19 0,0 0-55 16,6 1-11-16,-3 0-20 0,6 1-71 0,-2-3-104 15,-2 1-67-15</inkml:trace>
  <inkml:trace contextRef="#ctx1" brushRef="#br0" timeOffset="127">24235 11609 1390 0,'-2'0'60'0,"0"-1"-3"0,1-1-27 0,-1 0 10 16,0 1-36-16,1-1 2 0,-1 0-5 0,0 1-2 0,2-1 0 16,0-1 1-16,2 0 4 0,0-1-1 0,-2 3 3 15,10-8 1-15,11 8-6 0,2-3 3 0,2-12-4 16,-4 8 2-16,2 3 4 0,1 3 0 0,-3 2 2 16,2 5 1-16,-5 2 3 0,-3 1-3 0,-3 0 4 15,-7 4 2-15,10 9-3 0,-6 4 4 0,-5 1-5 16,-6 2-7-16,-8 2 8 0,-5 0-8 0,10 0 8 0,-24-2-3 15,1-2-1-15,-5 2 2 0,1-1-2 0,-4-1 10 16,0-5-4-16,1 4 4 0,-3-7-5 0,7 1 0 16,3-5 0-16,1-4-5 0,11 2 3 0,1-4-4 0,5 2-5 15,3-5 2-15,4-2-4 0,-2 4-7 0,3-4 8 16,-1 2-3-16,1 0 5 0,2-3 1 0,0 1 2 16,2 0 8-16,1 1-5 0,12 4 16 0,12-1 6 15,1-4-4-15,0-3 4 0,-3-2-4 0,4-3 0 16,-2 0-4-16,-1 0-1 0,2 0-13 0,0-1 6 15,-1-1-4-15,-3 1 4 0,3 1-16 0,-7 0 4 16,-1 1-1-16,-4 3 4 0,-2-1-5 0,-3 0 0 16,-1 2-3-16,-4 0-2 0,-2 0-47 0,-2 0-127 15,1 0-38-15,1 0-74 0,1 0-565 0</inkml:trace>
  <inkml:trace contextRef="#ctx1" brushRef="#br0" timeOffset="128">15905 13467 83 0,'-2'0'0'0,"1"-1"4"0,-3-1 42 0,-9-1-14 15,-2-2-4-15,-3 0-22 0,2 0-6 0,-6 0 1 0,-3 0-3 16,4 2 4-16,-2-1 0 0,1 1-1 0,3 0 24 16,-1-1-12-16,3 1 66 0,1 0 8 0,-2 0-3 15,1-1 4-15,-1 1-8 0,1 0 7 0,-1-1-4 16,3 1 4-16,2 1-14 0,2 1-17 0,-3-1-2 16,5 0-7-16,-5 1-18 0,4 1-11 0,2 0 1 0,3 0-5 15,0 0-2-15,2 0 1 0,0 0-5 0,1 0 3 16,0 0-4-16,-1 1 11 0,0 1-1 0,1 0 4 15,1-1 3-15,-1 1 0 0,2 0-2 0,0-1 1 16,2 1 0-16,1 0-5 0,10 4 7 0,20 4-8 16,2-3 4-16,8-2-9 0,6-4-1 0,9-1-3 15,3-1-3-15,13-1 4 0,-4-3-2 0,0 0 3 16,5-5-4-16,-3-1 5 0,9 1 2 0,12-2 1 0,7 2 5 16,11-3-15-16,-2 0 6 0,0 0-9 0,-2 3 6 15,10-2-3-15,10 1-3 0,4-1 2 0,1-1 0 16,-5 1-3-16,3 1 1 0,12-1-1 0,0 1-3 0,3-1 5 15,-4 2-2-15,-1-1 3 0,7 1-4 0,3 0 1 16,0 0 2-16,-5 0-1 0,2 2-2 0,3-2 1 16,2 3 0-16,-5-1 0 0,2 3 2 0,-1 0 2 15,1 0 1-15,-1 0 0 0,-2 2 5 0,-3-1 20 16,2 0-1-16,4-1 7 0,-2 1-14 0,-2 1-5 16,2 1-4-16,-2-1 3 0,-1 1 0 0,-6-1-5 15,-4 0 2-15,0-1-3 0,1 3 2 0,-3-1-7 0,-5 2 2 16,-8-2-4-16,0 1-1 0,0 1 4 15,-7-2 0-15,-5 2 2 0,-11-1 2 0,-7-1-9 0,-1 2 3 16,-1 0-4-16,-4 0 7 0,-1 0-6 0,-4 0 4 16,-4 2-5-16,-6-2 4 0,-4 0 1 0,-10 0-5 15,-6 0 3-15,-5 0 2 0,-3 0-5 0,-4 0 4 0,-1 0-5 16,-6 0 2-16,-4 0 0 0,2 0 3 0,-9 0-2 16,-2 0 2-16,-6 0-9 0,-7 0-14 0,1 0-4 15,-3 0-109-15,1 0-191 0</inkml:trace>
  <inkml:trace contextRef="#ctx1" brushRef="#br0" timeOffset="129">15331 13703 916 0,'-2'-1'57'0,"0"-1"114"16,1 1-162-16,-1 1-2 0,0 0-6 0,1 0 4 16,-1 0-8-16,0 0 8 0,-1 0-5 0,0 0 8 15,1 1-4-15,0 1 13 0,1-1-2 0,-1 3 4 0,1-1 4 16,1-1 8-16,-2 6-2 0,2 0 2 0,0 1-3 15,0-5 10-15,0 3 5 0,2 0 1 0,-1-2 13 16,4 1-2-16,5-1-7 0,8-2 0 0,4 1-28 16,6-1-4-16,1 0 2 0,14-1-3 0,0 1 3 0,7-1-11 15,11 0 3-15,8 26-6 0,9-17-5 0,3-6 1 16,1-3-2-16,-3-2 3 0,5 0 0 0,11-2-1 16,12-1 1-16,15 0-1 0,2-1 4 0,1-2 1 15,1-3-7-15,9 1 3 0,13 0-1 0,4-2-7 16,5 0 8-16,2-3-7 0,1 0 5 0,10 0 2 15,3-4-5-15,5 0 4 0,-1 1 0 0,4-1 2 16,3-1-2-16,0 0 0 0,3-3-1 0,-1-1 5 16,4 4-1-16,0 0 2 0,-5 3 2 0,3 2 11 0,0-2 5 15,0 0 0-15,-3-3 9 0,7 1-16 0,-1 3 4 16,-8-1-6-16,2 3 5 0,0 1 0 0,-7-3-3 16,-1 3 3-16,-1-1-3 0,3 2-2 0,-9 2 3 15,-5 1-3-15,-2-1 7 0,-8 2 2 0,-5-1-1 0,-4 2 0 16,-5 0-5-16,-12 2 1 0,-8-1-3 0,-11 3 0 15,-1 1-9-15,-6 0-6 0,-9 0 7 0,-14 1-7 16,-10 3 6-16,-11-1-6 0,-3 4-5 0,-11 1-11 16,-6 0-138-16,-9 2-395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39:48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1568 0 0,'0'0'3664'0'0,"32"0"-1294"0"0,-32 0-2330 0 0,0 0 1 0 0,1 0-1 0 0,-1 0 1 0 0,0 0-1 0 0,1 0 1 0 0,-1 0-1 0 0,0 0 1 0 0,0 0-1 0 0,1 0 1 0 0,-1 1-1 0 0,0-1 1 0 0,1 0-1 0 0,-1 0 1 0 0,0 0-1 0 0,0 0 1 0 0,1 0-1 0 0,-1 0 1 0 0,0 1-1 0 0,0-1 1 0 0,1 0-1 0 0,-1 0 1 0 0,0 0-1 0 0,0 1 1 0 0,0-1-1 0 0,1 0 1 0 0,-1 0-1 0 0,0 1 1 0 0,0-1-1 0 0,0 0 1 0 0,0 0-1 0 0,0 1 1 0 0,0-1-1 0 0,1 1 1 0 0,-4 10 430 0 0,-9 12-296 0 0,-40 60-85 0 0,47-75-102 0 0,1 0 0 0 0,0 0-1 0 0,1 1 1 0 0,0-1-1 0 0,0 1 1 0 0,-2 11 0 0 0,-7 21-846 0 0,3-26-1120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13:5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43 2048 0 0,'0'0'96'0'0,"-2"0"-8"0"0,0-2 89 0 0,-1 0 39 0 0,0 1-56 0 0,-4-3 0 0 0,0 1-248 0 0,4 1-64 0 0,-4-6-64 0 0,2-1-273 0 0,0-3-135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39:48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1568 0 0,'0'0'3664'0'0,"32"0"-1294"0"0,-32 0-2330 0 0,0 0 1 0 0,1 0-1 0 0,-1 0 1 0 0,0 0-1 0 0,1 0 1 0 0,-1 0-1 0 0,0 0 1 0 0,0 0-1 0 0,1 0 1 0 0,-1 1-1 0 0,0-1 1 0 0,1 0-1 0 0,-1 0 1 0 0,0 0-1 0 0,0 0 1 0 0,1 0-1 0 0,-1 0 1 0 0,0 1-1 0 0,0-1 1 0 0,1 0-1 0 0,-1 0 1 0 0,0 0-1 0 0,0 1 1 0 0,0-1-1 0 0,1 0 1 0 0,-1 0-1 0 0,0 1 1 0 0,0-1-1 0 0,0 0 1 0 0,0 0-1 0 0,0 1 1 0 0,0-1-1 0 0,1 1 1 0 0,-4 10 430 0 0,-9 12-296 0 0,-40 60-85 0 0,47-75-102 0 0,1 0 0 0 0,0 0-1 0 0,1 1 1 0 0,0-1-1 0 0,0 1 1 0 0,-2 11 0 0 0,-7 21-846 0 0,3-26-1120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91 244 456 0 0,'0'0'235'0'0,"0"-21"3426"0"0,-3-13-3166 0 0,2 0 0 0 0,2 0 0 0 0,8-58 0 0 0,-8 71 21 0 0,0 14-218 0 0,-2 12-125 0 0,-7 68-166 0 0,-4 0 1 0 0,-32 109-1 0 0,23-98 3 0 0,17-66 80 0 0,0 1 0 0 0,0 30 0 0 0,3-12 2639 0 0,15-57-2453 0 0,9-15-392 0 0,11-19-312 0 0,-33 53 420 0 0,0-1 0 0 0,0 1 0 0 0,0-1 0 0 0,1 1-1 0 0,-1 0 1 0 0,0 0 0 0 0,1-1 0 0 0,-1 1 0 0 0,1 0 0 0 0,-1 0 0 0 0,1 1-1 0 0,-1-1 1 0 0,1 0 0 0 0,0 0 0 0 0,-1 1 0 0 0,1-1 0 0 0,0 1 0 0 0,0 0-1 0 0,0-1 1 0 0,-1 1 0 0 0,4 0 0 0 0,1 0 15 0 0,0 0 1 0 0,0 0-1 0 0,0 0 1 0 0,0 1-1 0 0,6 2 0 0 0,19 4 86 0 0,20 6 207 0 0,73 10 0 0 0,-106-20-464 0 0,16 2 198 0 0,-16-9-3955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14 5729 0 0,'0'0'1172'0'0,"18"10"1402"0"0,10-5-2262 0 0,0-1 0 0 0,1-2 0 0 0,-1 0 0 0 0,50-5 0 0 0,115-23-1310 0 0,-177 23 726 0 0,3-2-2541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56 8618 0 0,'0'0'183'0'0,"14"-5"509"0"0,240-21 1764 0 0,-52 7-4366 0 0,-179 16 1081 0 0,-1 0-459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266 47 8010 0 0,'12'-14'691'0'0,"-10"12"-612"0"0,0 1 0 0 0,-1-1 0 0 0,1 1 1 0 0,-1-1-1 0 0,0 0 0 0 0,0 0 1 0 0,1 0-1 0 0,-1 0 0 0 0,1-2 0 0 0,-2 4-73 0 0,0-1 0 0 0,0 1 0 0 0,-1-1 0 0 0,1 0 0 0 0,0 1 0 0 0,0-1 0 0 0,0 1 0 0 0,0-1 0 0 0,0 1 0 0 0,-1-1 0 0 0,1 1 0 0 0,0-1 0 0 0,-1 1 0 0 0,1-1 0 0 0,0 1 0 0 0,-1 0 0 0 0,1-1 0 0 0,0 1 0 0 0,-1-1 0 0 0,1 1 0 0 0,-1 0 0 0 0,1-1 0 0 0,-1 1 0 0 0,1 0 0 0 0,0 0 0 0 0,-1-1 0 0 0,1 1 0 0 0,-1 0 0 0 0,0 0 0 0 0,1 0 0 0 0,-1 0 0 0 0,1-1 0 0 0,-1 1 0 0 0,1 0 0 0 0,-1 0 0 0 0,1 0 0 0 0,-1 0 0 0 0,1 0 0 0 0,-1 0 0 0 0,-1 1 0 0 0,-6-2-15 0 0,0 1 0 0 0,0 1 0 0 0,-1 0 0 0 0,1 0 0 0 0,0 0 0 0 0,0 1 0 0 0,0 0 0 0 0,0 1 0 0 0,0-1 0 0 0,1 2 0 0 0,-1-1 0 0 0,-11 8 0 0 0,-7 2 12 0 0,19-9-7 0 0,0 0 0 0 0,0 1-1 0 0,0 0 1 0 0,1 0 0 0 0,0 1 0 0 0,0 0 0 0 0,0 0 0 0 0,1 0 0 0 0,-7 10 0 0 0,5-7-2 0 0,1 1 0 0 0,1 0-1 0 0,-1 0 1 0 0,2 1 0 0 0,-1-1 0 0 0,-3 17 0 0 0,-5 2-50 0 0,12-27 68 0 0,-1 0 0 0 0,1 0 0 0 0,0 0 0 0 0,0 0 1 0 0,0 0-1 0 0,0 0 0 0 0,0 1 0 0 0,0-1 0 0 0,1 0 0 0 0,-1 1 0 0 0,1-1 0 0 0,-1 1 0 0 0,1-1 0 0 0,0 0 1 0 0,0 1-1 0 0,0-1 0 0 0,1 1 0 0 0,-1-1 0 0 0,0 0 0 0 0,1 1 0 0 0,-1-1 0 0 0,3 4 0 0 0,-1-2 16 0 0,0-1 1 0 0,0 0-1 0 0,1 0 0 0 0,-1 0 0 0 0,1 0 0 0 0,0 0 0 0 0,0-1 0 0 0,0 1 0 0 0,0-1 0 0 0,1 0 0 0 0,-1 1 0 0 0,7 1 0 0 0,51 21 205 0 0,-38-17-153 0 0,-17-6-73 0 0,7 3 5 0 0,0 0 0 0 0,-1 1 1 0 0,0 0-1 0 0,13 8 0 0 0,-25-14-2 0 0,0 1 1 0 0,1-1-1 0 0,-1 0 0 0 0,1 1 1 0 0,-1-1-1 0 0,0 0 0 0 0,1 1 1 0 0,-1-1-1 0 0,0 1 0 0 0,1-1 1 0 0,-1 0-1 0 0,0 1 0 0 0,0-1 1 0 0,1 1-1 0 0,-1-1 0 0 0,0 1 1 0 0,0-1-1 0 0,0 1 0 0 0,0-1 1 0 0,1 1-1 0 0,-1-1 0 0 0,0 1 1 0 0,0-1-1 0 0,0 1 0 0 0,0-1 1 0 0,0 1-1 0 0,0-1 0 0 0,-1 1 1 0 0,1-1-1 0 0,0 1 0 0 0,0-1 1 0 0,0 1-1 0 0,0-1 0 0 0,-1 1 1 0 0,1-1-1 0 0,0 0 0 0 0,0 1 1 0 0,-1-1-1 0 0,1 1 0 0 0,0-1 1 0 0,-1 0-1 0 0,1 1 0 0 0,0-1 1 0 0,-1 0-1 0 0,1 1 0 0 0,-1 0 1 0 0,-20 11 57 0 0,20-11-58 0 0,-9 3 12 0 0,1 0-1 0 0,-1 0 1 0 0,0-1-1 0 0,0-1 1 0 0,-11 2 0 0 0,-11-2-2355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130 7 4705 0 0,'-25'-6'3337'0'0,"24"8"-3313"0"0,-1-1-1 0 0,0 1 1 0 0,1 0 0 0 0,-1 0 0 0 0,1 0 0 0 0,0 0 0 0 0,-1 1-1 0 0,1-1 1 0 0,0 0 0 0 0,1 0 0 0 0,-1 1 0 0 0,0-1 0 0 0,0 4-1 0 0,-2 3 32 0 0,-6 26-59 0 0,0 0 0 0 0,3 1-1 0 0,-4 56 1 0 0,3-28 57 0 0,-12 54-52 0 0,10-77 41 0 0,3 1 1 0 0,1-1-1 0 0,1 79 1 0 0,9-90-2113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 41 10282 0 0,'0'0'135'0'0,"-11"6"-327"0"0,12-4 197 0 0,-1 0 0 0 0,1 0 0 0 0,0 0 0 0 0,-1 0 0 0 0,1 0 0 0 0,0 0 0 0 0,0 0 0 0 0,0 0 0 0 0,0-1 0 0 0,1 1 0 0 0,-1 0 0 0 0,0-1 0 0 0,1 1 0 0 0,-1-1 0 0 0,1 1 0 0 0,0-1 0 0 0,-1 0 0 0 0,1 0 0 0 0,0 1 0 0 0,0-1 0 0 0,0-1 0 0 0,0 1 0 0 0,3 1 0 0 0,1 1 14 0 0,1-1 0 0 0,0 1-1 0 0,0-2 1 0 0,0 1-1 0 0,0-1 1 0 0,9 1 0 0 0,5-2-7 0 0,0-1 0 0 0,1-1 0 0 0,40-9 1 0 0,63-25-450 0 0,7-1 122 0 0,-113 33 426 0 0,0 1 0 0 0,33-1 0 0 0,-71 14-61 0 0,-11 3-47 0 0,20-10-15 0 0,1 1 1 0 0,-1 0-1 0 0,1 1 0 0 0,-10 6 1 0 0,17-9 7 0 0,1 0-1 0 0,-1 0 1 0 0,0-1 0 0 0,0 1 0 0 0,1 0-1 0 0,-1 1 1 0 0,1-1 0 0 0,0 0 0 0 0,-1 0 0 0 0,1 1-1 0 0,0-1 1 0 0,0 3 0 0 0,-9 36 12 0 0,8-32-12 0 0,0 0 1 0 0,0 1-1 0 0,-4 9 0 0 0,-4 0-38 0 0,6-11 118 0 0,0-1 0 0 0,0 2 0 0 0,-3 10 0 0 0,6-16-23 0 0,1 0 1 0 0,-1-1-1 0 0,1 1 1 0 0,0 0 0 0 0,0 0-1 0 0,0 0 1 0 0,0-1-1 0 0,0 1 1 0 0,0 0 0 0 0,1 0-1 0 0,-1 0 1 0 0,1-1 0 0 0,0 1-1 0 0,0 0 1 0 0,1 2-1 0 0,0-4-34 0 0,0 1 0 0 0,0-1 0 0 0,0 0 0 0 0,0 0 0 0 0,0 1 0 0 0,0-2 0 0 0,0 1 0 0 0,0 0 0 0 0,0 0 0 0 0,3 0-1 0 0,11 5 18 0 0,-11-3-43 0 0,0-1-1 0 0,1 0 1 0 0,-1 0-1 0 0,0 0 1 0 0,1-1-1 0 0,-1 1 1 0 0,1-1-1 0 0,-1-1 1 0 0,1 1-1 0 0,-1-1 1 0 0,1 0-1 0 0,10-1 1 0 0,-7-1-196 0 0,0 0 0 0 0,1 0 0 0 0,-1-1 0 0 0,-1 0 1 0 0,1-1-1 0 0,0 0 0 0 0,8-5 0 0 0,17-7-1899 0 0,-16 0-37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14019 0 0,'0'0'-56'0'0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180 471 8898 0 0,'0'0'-3'0'0,"-1"1"-1"0"0,0-1 1 0 0,0 0 0 0 0,0 0-1 0 0,0 1 1 0 0,1-1 0 0 0,-1 1-1 0 0,0-1 1 0 0,0 1 0 0 0,1-1-1 0 0,-1 1 1 0 0,0-1 0 0 0,1 1 0 0 0,-1 0-1 0 0,0-1 1 0 0,1 1 0 0 0,-1 0-1 0 0,1-1 1 0 0,-1 1 0 0 0,1 0-1 0 0,-1 1 1 0 0,-9 20-37 0 0,7-13 42 0 0,-89 170 64 0 0,88-172 123 0 0,-1 0 0 0 0,1 0 1 0 0,-2 0-1 0 0,1-1 0 0 0,0 1 1 0 0,-12 8-1 0 0,5-3 361 0 0,10-13-304 0 0,3-7-204 0 0,2-7-52 0 0,12-31-195 0 0,3 2-1 0 0,1 0 0 0 0,28-44 1 0 0,-37 68 73 0 0,-8 17 113 0 0,-1-1 0 0 0,1 1 1 0 0,0 0-1 0 0,-1 0 0 0 0,1 0 0 0 0,1 0 0 0 0,-1 0 0 0 0,0 0 0 0 0,1 0 0 0 0,0 1 0 0 0,4-5 0 0 0,4-2-37 0 0,-10 7 47 0 0,0 1 1 0 0,0 0 0 0 0,0 0 0 0 0,1-1-1 0 0,-1 1 1 0 0,0 0 0 0 0,0 0 0 0 0,1 0-1 0 0,-1 0 1 0 0,0 1 0 0 0,1-1-1 0 0,-1 0 1 0 0,1 0 0 0 0,-1 1 0 0 0,1-1-1 0 0,0 1 1 0 0,-1 0 0 0 0,1-1 0 0 0,-1 1-1 0 0,1 0 1 0 0,0 0 0 0 0,-1 0 0 0 0,1 0-1 0 0,1 0 1 0 0,-1 3 6 0 0,-1-1 0 0 0,0 1 0 0 0,0 0 0 0 0,0 0 0 0 0,0-1 0 0 0,0 1 0 0 0,-1 0 0 0 0,1 0 0 0 0,-1 0 0 0 0,0 0 0 0 0,0 0 0 0 0,0 4 0 0 0,1 3-4 0 0,1 0 27 0 0,0 0 0 0 0,1 1 0 0 0,0-1-1 0 0,7 12 1 0 0,-6-12 48 0 0,0-1 0 0 0,-1 1 0 0 0,1 1 0 0 0,2 18 0 0 0,-5-8 446 0 0,-2 33-1 0 0,-1-11 626 0 0,2-42-1121 0 0,0-1 1 0 0,0 1-1 0 0,0-1 0 0 0,0 1 1 0 0,0-1-1 0 0,0 1 0 0 0,0-1 1 0 0,0 1-1 0 0,0-1 0 0 0,0 0 1 0 0,0 1-1 0 0,0-1 0 0 0,0 1 1 0 0,1-1-1 0 0,-1 1 0 0 0,0-1 1 0 0,0 1-1 0 0,0-1 0 0 0,1 0 1 0 0,-1 1-1 0 0,0-1 0 0 0,1 1 1 0 0,-1-1-1 0 0,0 0 0 0 0,1 1 1 0 0,-1-1-1 0 0,0 0 0 0 0,1 0 1 0 0,-1 1-1 0 0,0-1 0 0 0,1 0 1 0 0,-1 0-1 0 0,1 1 0 0 0,-1-1 1 0 0,1 0-1 0 0,-1 0 0 0 0,0 0 1 0 0,1 0-1 0 0,-1 0 0 0 0,1 0 1 0 0,-1 0-1 0 0,1 0 0 0 0,-1 0 1 0 0,2 0-1 0 0,21-9 122 0 0,-14 4-169 0 0,-5 3 21 0 0,1 0 0 0 0,-1 0 0 0 0,0-1 0 0 0,0 1 1 0 0,0-1-1 0 0,-1 0 0 0 0,1 0 0 0 0,-1-1 0 0 0,0 1 0 0 0,1-1 1 0 0,4-7-1 0 0,30-54-182 0 0,-22 34 100 0 0,16-25-67 0 0,26-41-74 0 0,-58 96 218 0 0,1 0-1 0 0,0 0 1 0 0,-1 0-1 0 0,1 0 1 0 0,0 0-1 0 0,0 0 1 0 0,0 0-1 0 0,0 0 1 0 0,0 0-1 0 0,0 1 1 0 0,0-1-1 0 0,0 0 1 0 0,0 1-1 0 0,0-1 1 0 0,0 1-1 0 0,0-1 1 0 0,2 0-1 0 0,-2 1 4 0 0,0 0 0 0 0,0 0 0 0 0,-1 1 0 0 0,1-1-1 0 0,0 0 1 0 0,0 0 0 0 0,-1 0 0 0 0,1 1 0 0 0,0-1 0 0 0,0 0-1 0 0,-1 1 1 0 0,1-1 0 0 0,-1 1 0 0 0,1-1 0 0 0,0 0-1 0 0,-1 1 1 0 0,1 0 0 0 0,-1-1 0 0 0,1 1 0 0 0,0 0 0 0 0,2 3 3 0 0,-1 0 1 0 0,0 0-1 0 0,0 0 1 0 0,0 1-1 0 0,0-1 1 0 0,-1 0-1 0 0,2 8 1 0 0,0 8 6 0 0,-1 0 0 0 0,-1 0 0 0 0,-2 33 0 0 0,0-32 6 0 0,1 1-1 0 0,5 40 0 0 0,-5-60-11 0 0,1 1 1 0 0,0-1-1 0 0,0 0 1 0 0,1 0 0 0 0,-1 0-1 0 0,0 0 1 0 0,1 0-1 0 0,-1 0 1 0 0,1 0 0 0 0,0 0-1 0 0,-1 0 1 0 0,1-1 0 0 0,0 1-1 0 0,0-1 1 0 0,0 1-1 0 0,0-1 1 0 0,1 0 0 0 0,-1 0-1 0 0,0 0 1 0 0,0 0-1 0 0,1 0 1 0 0,-1-1 0 0 0,1 1-1 0 0,-1-1 1 0 0,5 1-1 0 0,3 1-55 0 0,0-1-1 0 0,0-1 0 0 0,0 1 0 0 0,0-2 1 0 0,12-1-1 0 0,2-3 86 0 0,0-1 1 0 0,0-2-1 0 0,0 0 1 0 0,-1-2-1 0 0,0 0 1 0 0,36-23-1 0 0,-38 22 62 0 0,-17 10-72 0 0,-1 0 0 0 0,0 0 0 0 0,0-1 0 0 0,-1 1 1 0 0,1-1-1 0 0,0 0 0 0 0,0 0 0 0 0,2-3 0 0 0,0 1 21 0 0,-1 0 0 0 0,0-1 0 0 0,0 1 1 0 0,0-1-1 0 0,0 0 0 0 0,-1 0 0 0 0,0 0 0 0 0,0 0 0 0 0,0-1 0 0 0,-1 0 0 0 0,0 1 0 0 0,0-1 0 0 0,0 0 0 0 0,-1 0 1 0 0,2-9-1 0 0,8-11-50 0 0,-10 24 8 0 0,1-1 0 0 0,-1 0 0 0 0,1 0 1 0 0,-1 0-1 0 0,0 0 0 0 0,0 0 1 0 0,1-5-1 0 0,-2 7 5 0 0,0 0 0 0 0,0 0 0 0 0,0 0 1 0 0,-1 0-1 0 0,1 0 0 0 0,0 1 0 0 0,-1-1 0 0 0,1 0 1 0 0,0 0-1 0 0,-1 0 0 0 0,1 0 0 0 0,-1 1 0 0 0,1-1 0 0 0,-1 0 1 0 0,1 0-1 0 0,-1 1 0 0 0,0-1 0 0 0,1 1 0 0 0,-1-1 1 0 0,0 0-1 0 0,0 1 0 0 0,1-1 0 0 0,-1 1 0 0 0,0 0 0 0 0,0-1 1 0 0,0 1-1 0 0,0 0 0 0 0,1-1 0 0 0,-1 1 0 0 0,0 0 1 0 0,0 0-1 0 0,-1 0 0 0 0,-2-1-5 0 0,1 0 0 0 0,-1 0 0 0 0,1 1-1 0 0,-1-1 1 0 0,0 1 0 0 0,1 0 0 0 0,-1 0 0 0 0,0 1 0 0 0,1-1 0 0 0,-1 1-1 0 0,1-1 1 0 0,-1 1 0 0 0,1 0 0 0 0,-1 1 0 0 0,1-1 0 0 0,0 1 0 0 0,-1-1 0 0 0,1 1-1 0 0,0 0 1 0 0,0 0 0 0 0,-4 4 0 0 0,2-2-6 0 0,1 0 1 0 0,1 1 0 0 0,-1-1-1 0 0,0 1 1 0 0,1 0-1 0 0,0 0 1 0 0,0 1-1 0 0,1-1 1 0 0,-1 0-1 0 0,1 1 1 0 0,0 0-1 0 0,-2 9 1 0 0,-4 5-13 0 0,-4 6 81 0 0,12-25-47 0 0,0 0 0 0 0,-1 0-1 0 0,1 0 1 0 0,0 0 0 0 0,0 0-1 0 0,0-1 1 0 0,-1 1-1 0 0,1 0 1 0 0,0 0 0 0 0,0 0-1 0 0,1 0 1 0 0,-1 0-1 0 0,0 0 1 0 0,0 0 0 0 0,0-1-1 0 0,0 1 1 0 0,1 0 0 0 0,-1 0-1 0 0,1 0 1 0 0,-1 0-1 0 0,0-1 1 0 0,2 2 0 0 0,0 0 2 0 0,1 0 1 0 0,-1-1 0 0 0,1 1 0 0 0,-1-1 0 0 0,1 0-1 0 0,0 0 1 0 0,0 0 0 0 0,0 0 0 0 0,-1 0 0 0 0,1-1-1 0 0,0 1 1 0 0,0-1 0 0 0,3 0 0 0 0,39-1 42 0 0,-32-2-58 0 0,0-1-1 0 0,0 0 1 0 0,-1 0-1 0 0,0-1 1 0 0,1-1-1 0 0,12-8 1 0 0,3-1-63 0 0,-28 15 59 0 0,1 0 0 0 0,0 0 0 0 0,-1-1 0 0 0,1 1 0 0 0,0 0 0 0 0,-1 0 1 0 0,1 0-1 0 0,0 0 0 0 0,-1 0 0 0 0,1 0 0 0 0,0 0 0 0 0,-1 0 0 0 0,1 0 1 0 0,0 0-1 0 0,-1 0 0 0 0,1 0 0 0 0,0 0 0 0 0,-1 0 0 0 0,1 1 0 0 0,-1-1 1 0 0,1 0-1 0 0,0 1 0 0 0,-1-1 0 0 0,1 0 0 0 0,-1 1 0 0 0,1-1 0 0 0,-1 1 1 0 0,1-1-1 0 0,-1 0 0 0 0,1 1 0 0 0,-1-1 0 0 0,1 1 0 0 0,-1 0 0 0 0,0-1 1 0 0,1 1-1 0 0,-1-1 0 0 0,0 1 0 0 0,0 0 0 0 0,1-1 0 0 0,-1 1 0 0 0,0-1 0 0 0,0 2 1 0 0,8 36 41 0 0,-7-27-37 0 0,0-7 17 0 0,0-1 0 0 0,0 1 0 0 0,0 0 0 0 0,0-1 0 0 0,1 0 0 0 0,-1 1 0 0 0,1-1 0 0 0,0 0 0 0 0,0 0 0 0 0,0 0 0 0 0,0 0 0 0 0,0 0 0 0 0,1 0 0 0 0,0-1 0 0 0,-1 1 0 0 0,1-1 0 0 0,0 0 0 0 0,0 1 0 0 0,0-1 0 0 0,0-1 0 0 0,1 1 0 0 0,-1 0 0 0 0,0-1 0 0 0,1 0 0 0 0,-1 0 0 0 0,1 0 0 0 0,0 0 0 0 0,-1 0 0 0 0,1-1 0 0 0,0 1 0 0 0,-1-1 0 0 0,1 0 0 0 0,4-1 0 0 0,7 0 10 0 0,-1-1 0 0 0,1 0 0 0 0,-1-1 0 0 0,0-1 0 0 0,0 0 0 0 0,0-1 0 0 0,15-8 0 0 0,-8 4-33 0 0,-13 6-7 0 0,-1 0-1 0 0,1 0 0 0 0,-1-1 0 0 0,0 0 1 0 0,0 0-1 0 0,-1-1 0 0 0,1 0 0 0 0,8-8 0 0 0,0-5-13 0 0,-1 0-1 0 0,-1-1 0 0 0,-1-1 0 0 0,0 0 0 0 0,13-33 1 0 0,12-38-79 0 0,-12 32 119 0 0,21-75 0 0 0,-39 112 63 0 0,1 0 0 0 0,1 1 0 0 0,22-37 0 0 0,-4 8 97 0 0,-18 34-416 0 0,-16 32 100 0 0,-4 12 148 0 0,0 8-32 0 0,2 1 0 0 0,2 1 0 0 0,1-1 0 0 0,-2 66 0 0 0,8-47 14 0 0,3 1 0 0 0,14 84 0 0 0,-14-121 59 0 0,1 0 0 0 0,1-1 0 0 0,1 1 0 0 0,1-1 0 0 0,17 34 0 0 0,-17-37 0 0 0,-6-13-37 0 0,0-1 0 0 0,0 0 0 0 0,0 1-1 0 0,1-1 1 0 0,-1 0 0 0 0,1 1 0 0 0,-1-1 0 0 0,1 0 0 0 0,3 3 0 0 0,3 2-92 0 0,-1-1 1 0 0,1 0-1 0 0,1 0 0 0 0,-1-1 1 0 0,1 0-1 0 0,0 0 0 0 0,16 5 1 0 0,-23-9-194 0 0,0-1 1 0 0,-1 0 0 0 0,1 0 0 0 0,-1 1 0 0 0,1-1-1 0 0,0 0 1 0 0,-1-1 0 0 0,1 1 0 0 0,0 0 0 0 0,-1 0 0 0 0,1-1-1 0 0,2 0 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0 183 9586 0 0,'0'0'547'0'0,"10"0"-638"0"0,121 3 112 0 0,-56 0-28 0 0,1-3-1 0 0,94-12 1 0 0,179-33-1048 0 0,-239 43 3434 0 0,-110-25-2032 0 0,0 16-309 0 0,0 0 0 0 0,-1 1 0 0 0,-1-1 0 0 0,-5-20 1 0 0,6 29-41 0 0,0 1 0 0 0,0-1 0 0 0,0 1 0 0 0,0-1 0 0 0,-1 1 0 0 0,1 0 0 0 0,0 0 1 0 0,-1-1-1 0 0,0 1 0 0 0,1 0 0 0 0,-1 0 0 0 0,1 1 0 0 0,-1-1 0 0 0,0 0 1 0 0,-3 0-1 0 0,-29-8-28 0 0,30 9 21 0 0,-1 0 1 0 0,0 0-1 0 0,0 0 1 0 0,0 1 0 0 0,0 0-1 0 0,1 0 1 0 0,-1 0-1 0 0,0 0 1 0 0,1 1 0 0 0,-1-1-1 0 0,1 1 1 0 0,-1 0-1 0 0,-6 5 1 0 0,5-3 1 0 0,1 1 0 0 0,-1 0 0 0 0,1 0 0 0 0,0 0-1 0 0,0 1 1 0 0,1-1 0 0 0,0 1 0 0 0,-6 9 0 0 0,3 0-14 0 0,0 1 1 0 0,1-1-1 0 0,0 1 0 0 0,1 0 1 0 0,1 0-1 0 0,1 0 0 0 0,-2 23 1 0 0,4-32 12 0 0,-1 0 0 0 0,1-1 0 0 0,-1 1 0 0 0,0-1 1 0 0,-4 9-1 0 0,3-11 14 0 0,2-1 1 0 0,-1 2-1 0 0,0-1 1 0 0,1 0-1 0 0,0 0 1 0 0,0 0-1 0 0,0 1 1 0 0,0-1-1 0 0,1 1 1 0 0,0-1-1 0 0,0 0 1 0 0,0 1-1 0 0,0-1 1 0 0,2 8-1 0 0,-1-8 17 0 0,0 0 0 0 0,1-1 0 0 0,-1 1-1 0 0,1-1 1 0 0,0 1 0 0 0,0-1-1 0 0,0 0 1 0 0,0 1 0 0 0,0-1 0 0 0,1 0-1 0 0,-1-1 1 0 0,1 1 0 0 0,0 0 0 0 0,0-1-1 0 0,0 0 1 0 0,0 1 0 0 0,0-1-1 0 0,1 0 1 0 0,-1-1 0 0 0,7 4 0 0 0,4-1 11 0 0,0-1 0 0 0,0 0 0 0 0,0-1 0 0 0,21 1 0 0 0,-18-1-34 0 0,33 5 1 0 0,-16 4-89 0 0,-21-7 15 0 0,1 1-1 0 0,-1-2 0 0 0,21 3 0 0 0,-15-5-325 0 0,1-1 0 0 0,0-1 1 0 0,32-5-1 0 0,3-5-2184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175 254 128 0 0,'12'-15'7842'0'0,"-6"10"-7744"0"0,0 0 1 0 0,0 1-1 0 0,0 0 0 0 0,0 0 1 0 0,1 1-1 0 0,-1 0 1 0 0,1 0-1 0 0,12-3 1 0 0,12-7 234 0 0,-25 10-253 0 0,16-7 112 0 0,-1-1-1 0 0,21-15 1 0 0,-37 23-160 0 0,-1 0 0 0 0,1-1 1 0 0,-1 0-1 0 0,0 1 0 0 0,0-2 1 0 0,0 1-1 0 0,-1 0 0 0 0,1-1 1 0 0,-1 1-1 0 0,0-1 0 0 0,0 0 1 0 0,-1 0-1 0 0,1 0 1 0 0,2-9-1 0 0,0 3-37 0 0,5-11-71 0 0,-10 21 75 0 0,1 1-1 0 0,-1-1 1 0 0,0 0-1 0 0,0 1 1 0 0,0-1-1 0 0,0 1 1 0 0,0-1-1 0 0,0 0 1 0 0,0 1-1 0 0,0-1 1 0 0,0 1-1 0 0,0-1 1 0 0,0 0-1 0 0,0 1 1 0 0,-1-1-1 0 0,1 1 1 0 0,0-1-1 0 0,0 1 1 0 0,-1-1-1 0 0,1 1 1 0 0,0-1-1 0 0,-1 1 0 0 0,1-1 1 0 0,0 1-1 0 0,-1-1 1 0 0,1 1-1 0 0,-1-1 1 0 0,1 1-1 0 0,-1 0 1 0 0,1-1-1 0 0,-1 1 1 0 0,1 0-1 0 0,-1-1 1 0 0,-6-2-1 0 0,0 1 1 0 0,1 0-1 0 0,-1 0 1 0 0,0 0-1 0 0,0 1 1 0 0,0 0-1 0 0,-1 0 1 0 0,1 1-1 0 0,0 0 1 0 0,0 0-1 0 0,0 1 1 0 0,0 0-1 0 0,0 0 1 0 0,0 0-1 0 0,0 1 0 0 0,0 0 1 0 0,0 1-1 0 0,1-1 1 0 0,-1 1-1 0 0,-9 6 1 0 0,6-2-6 0 0,1 1 0 0 0,0 0 0 0 0,0 0 0 0 0,0 1 1 0 0,1 0-1 0 0,0 0 0 0 0,1 1 0 0 0,0 0 0 0 0,1 1 0 0 0,0-1 0 0 0,0 1 1 0 0,1 1-1 0 0,-5 15 0 0 0,3-11-13 0 0,5-10 14 0 0,-1 0 1 0 0,1 0-1 0 0,0 0 0 0 0,-2 11 1 0 0,3-11 4 0 0,0-1 0 0 0,0 1 1 0 0,-1 0-1 0 0,0-1 0 0 0,-4 9 0 0 0,3-8 5 0 0,0 0 0 0 0,0 1 0 0 0,-2 12-1 0 0,2 2-8 0 0,0 0 0 0 0,2 1 0 0 0,1-1 0 0 0,2 29 0 0 0,19 83-41 0 0,-4-32 283 0 0,-16-93-200 0 0,0 1 1 0 0,0 0-1 0 0,-1-1 1 0 0,0 1-1 0 0,0 0 0 0 0,-1-1 1 0 0,-1 1-1 0 0,1-1 1 0 0,-1 1-1 0 0,-1-1 1 0 0,1 0-1 0 0,-1 0 1 0 0,-6 10-1 0 0,6-12-14 0 0,-1-1 0 0 0,0 1 0 0 0,0-1 0 0 0,0 0 0 0 0,0-1 0 0 0,-1 1 1 0 0,0-1-1 0 0,0 1 0 0 0,0-1 0 0 0,-1-1 0 0 0,1 1 0 0 0,-10 3 0 0 0,-30 16-130 0 0,15-9-2973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81 5097 0 0,'10'-14'3982'0'0,"19"4"-3247"0"0,0 2 0 0 0,0 1 0 0 0,50-6 0 0 0,93 3-232 0 0,-32 3-802 0 0,-28-2-3291 0 0,-93 7 1286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52 82 3873 0 0,'0'0'567'0'0,"9"-20"2589"0"0,-5 10-2892 0 0,-2 5-188 0 0,0 0 1 0 0,1 0 0 0 0,-1 0 0 0 0,1 0-1 0 0,0 1 1 0 0,0-1 0 0 0,0 1 0 0 0,1 0-1 0 0,4-5 1 0 0,-8 26-103 0 0,-7 12 27 0 0,0-1 0 0 0,-3 0 0 0 0,-13 30 1 0 0,12-33 69 0 0,1 0 0 0 0,1 1 0 0 0,2 0 1 0 0,-5 29-1 0 0,11-53 24 0 0,1 0 0 0 0,0 0 0 0 0,-1 0-1 0 0,1 0 1 0 0,0 0 0 0 0,1 0 0 0 0,-1 0 0 0 0,0 0 0 0 0,0 0 0 0 0,1 0 0 0 0,-1 0-1 0 0,1-1 1 0 0,0 1 0 0 0,-1 0 0 0 0,1 0 0 0 0,0-1 0 0 0,0 1 0 0 0,0 0 0 0 0,0-1-1 0 0,0 1 1 0 0,3 1 0 0 0,-1-1-22 0 0,-1 0 0 0 0,1 0 0 0 0,1 0 0 0 0,-1-1 0 0 0,0 0 0 0 0,0 1 0 0 0,0-1 0 0 0,1-1 0 0 0,-1 1 0 0 0,0 0 0 0 0,6 0 0 0 0,18 0 324 0 0,-1-2 0 0 0,0 0-1 0 0,1-2 1 0 0,42-9 0 0 0,-29 5-280 0 0,54-7-190 0 0,80-17-2379 0 0,-157 27 81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518 108 4265 0 0,'-11'-28'4498'0'0,"11"26"-4410"0"0,-1-1 1 0 0,0 1-1 0 0,0-1 0 0 0,-1 1 0 0 0,1 0 0 0 0,0 0 1 0 0,-1 0-1 0 0,1 0 0 0 0,-1 0 0 0 0,0 0 0 0 0,1 0 0 0 0,-1 0 1 0 0,0 0-1 0 0,0 1 0 0 0,0-1 0 0 0,0 1 0 0 0,-1-1 1 0 0,1 1-1 0 0,0 0 0 0 0,-1 0 0 0 0,1 0 0 0 0,-1 0 0 0 0,-2 0 1 0 0,-28-14 355 0 0,29 11-383 0 0,-2 2 0 0 0,1-1 0 0 0,0 0-1 0 0,-1 1 1 0 0,-8-2 0 0 0,5 2-47 0 0,-1 1-1 0 0,0 0 1 0 0,1 1 0 0 0,-1 0-1 0 0,1 1 1 0 0,-1-1-1 0 0,1 2 1 0 0,-1 0 0 0 0,1 0-1 0 0,-10 3 1 0 0,2 2 6 0 0,0 0 0 0 0,1 1 0 0 0,0 1 0 0 0,-20 13 0 0 0,22-13-25 0 0,11-8 2 0 0,0 1 0 0 0,0 0 1 0 0,0 0-1 0 0,0 0 0 0 0,1 0 0 0 0,-1 0 1 0 0,-3 4-1 0 0,-8 10-4 0 0,6-7 1 0 0,1 0-1 0 0,0 0 0 0 0,0 1 1 0 0,0 0-1 0 0,1 0 0 0 0,-8 20 1 0 0,-5 14-48 0 0,13-31 51 0 0,0 1 0 0 0,1 0-1 0 0,1 0 1 0 0,-4 18 0 0 0,7-26 1 0 0,-12 101-25 0 0,13-96 32 0 0,0 0 0 0 0,0 0 1 0 0,1 0-1 0 0,0 0 0 0 0,1-1 1 0 0,1 1-1 0 0,5 18 1 0 0,-6-25 6 0 0,0 0 1 0 0,0 0 0 0 0,0-1-1 0 0,1 1 1 0 0,-1-1 0 0 0,1 1 0 0 0,0-1-1 0 0,0 0 1 0 0,0 0 0 0 0,0 0 0 0 0,0 0-1 0 0,1 0 1 0 0,-1-1 0 0 0,1 0 0 0 0,0 0-1 0 0,0 0 1 0 0,-1 0 0 0 0,1 0 0 0 0,7 1-1 0 0,18 11 155 0 0,-25-12-147 0 0,1 1 0 0 0,-1-1 0 0 0,0 0 0 0 0,1 0 1 0 0,0-1-1 0 0,-1 1 0 0 0,1-1 0 0 0,6 1 0 0 0,3-2-3 0 0,1 0-1 0 0,0-1 1 0 0,-1-1-1 0 0,1 0 1 0 0,-1-1-1 0 0,0-1 0 0 0,1 0 1 0 0,23-11-1 0 0,-5 6-849 0 0,1 7-4487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2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188 66 6401 0 0,'-31'-18'2082'0'0,"8"1"-1595"0"0,17 12-235 0 0,0 1 0 0 0,0 0 0 0 0,0 0-1 0 0,-1 0 1 0 0,-8-3 0 0 0,15 6-243 0 0,-1 1 1 0 0,0 0-1 0 0,1 0 1 0 0,-1-1 0 0 0,0 1-1 0 0,0 0 1 0 0,1 0-1 0 0,-1 0 1 0 0,0 0-1 0 0,1 0 1 0 0,-1 0-1 0 0,0 0 1 0 0,0 0-1 0 0,1 0 1 0 0,-1 0-1 0 0,0 1 1 0 0,1-1-1 0 0,-1 0 1 0 0,0 0-1 0 0,1 1 1 0 0,-1-1-1 0 0,0 0 1 0 0,1 1 0 0 0,-1-1-1 0 0,1 1 1 0 0,-1-1-1 0 0,0 0 1 0 0,1 1-1 0 0,-1 0 1 0 0,1-1-1 0 0,0 1 1 0 0,-1-1-1 0 0,1 1 1 0 0,-1-1-1 0 0,1 1 1 0 0,0 0-1 0 0,-1-1 1 0 0,1 1-1 0 0,0 0 1 0 0,0 1-1 0 0,-2 3-20 0 0,1 1 0 0 0,0 0 0 0 0,1-1-1 0 0,0 10 1 0 0,-1 1 21 0 0,-2 30 5 0 0,3-33-14 0 0,0-1-1 0 0,-1 1 1 0 0,-1-1 0 0 0,0 0 0 0 0,-1 0 0 0 0,0 0-1 0 0,-6 16 1 0 0,4-16 6 0 0,0-1-1 0 0,1 0 0 0 0,1 1 1 0 0,0 0-1 0 0,-2 21 0 0 0,1 61 203 0 0,3-61-596 0 0,-4 41 1 0 0,3-64-411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44 1640 0 0,'0'0'252'0'0,"20"0"67"0"0,5-1-341 0 0,0-2-1 0 0,-1-1 1 0 0,39-10 0 0 0,30-5 1142 0 0,-59 17-1289 0 0,-27 2-183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192 342 4417 0 0,'-191'0'5094'0'0,"191"0"-5119"0"0,8 0-6 0 0,93 9-8 0 0,148 6 194 0 0,176-27 3 0 0,-264 6-130 0 0,31 0 2375 0 0,-203 6-2392 0 0,-14-1 81 0 0,24 1-91 0 0,1 0 0 0 0,0 0 1 0 0,-1 0-1 0 0,1-1 0 0 0,-1 1 1 0 0,1 0-1 0 0,0 0 0 0 0,-1-1 1 0 0,1 1-1 0 0,-1 0 1 0 0,1-1-1 0 0,0 1 0 0 0,0 0 1 0 0,-1-1-1 0 0,1 1 0 0 0,0-1 1 0 0,0 1-1 0 0,-1 0 0 0 0,1-1 1 0 0,0 1-1 0 0,0-1 1 0 0,0 1-1 0 0,0-1 0 0 0,-1 1 1 0 0,1-1-1 0 0,0 1 0 0 0,0-1 1 0 0,0 1-1 0 0,0 0 0 0 0,0-1 1 0 0,0 1-1 0 0,1-1 1 0 0,-1 1-1 0 0,0-1 0 0 0,0 1 1 0 0,0-1-1 0 0,0 1 0 0 0,0-1 1 0 0,1 1-1 0 0,-1 0 0 0 0,0-1 1 0 0,0 1-1 0 0,1-1 1 0 0,-1 1-1 0 0,1-1 0 0 0,5-16 2 0 0,0 0 1 0 0,-1 0-1 0 0,0-1 0 0 0,2-20 0 0 0,-5 28 0 0 0,5-39 5 0 0,-2-1-1 0 0,-2-57 1 0 0,7 118 42 0 0,17 57-35 0 0,-3 1-1 0 0,-3 1 1 0 0,-3 0-1 0 0,13 107 0 0 0,-26-127-20 0 0,-4-24 58 0 0,2 0-1 0 0,1 0 1 0 0,0-1-1 0 0,3 1 1 0 0,12 35-1 0 0,-18-59-1 0 0,1 1 0 0 0,0 0-1 0 0,0-1 1 0 0,0 0 0 0 0,0 1 0 0 0,0-1-1 0 0,0 0 1 0 0,4 3 0 0 0,-5-4-39 0 0,-1-1 0 0 0,1 0 0 0 0,-1 1 0 0 0,1-1 0 0 0,-1 1 0 0 0,1-1 1 0 0,0 0-1 0 0,-1 0 0 0 0,1 1 0 0 0,-1-1 0 0 0,1 0 0 0 0,-1 0 0 0 0,1 0 0 0 0,0 1 0 0 0,-1-1 0 0 0,1 0 0 0 0,0 0 1 0 0,-1 0-1 0 0,1 0 0 0 0,0 0 0 0 0,-1 0 0 0 0,1 0 0 0 0,-1-1 0 0 0,1 1 0 0 0,0 0 0 0 0,-1 0 0 0 0,1 0 0 0 0,-1-1 1 0 0,1 1-1 0 0,-1 0 0 0 0,1-1 0 0 0,0 1 0 0 0,-1 0 0 0 0,1-1 0 0 0,-1 1 0 0 0,0-1 0 0 0,1 1 0 0 0,-1-1 0 0 0,1 1 1 0 0,-1-1-1 0 0,0 1 0 0 0,1-1 0 0 0,-1 1 0 0 0,0-1 0 0 0,1 1 0 0 0,-1-1 0 0 0,0 0 0 0 0,0 1 0 0 0,0-1 1 0 0,1 0-1 0 0,59-251-102 0 0,-30 114-20 0 0,-25 119 100 0 0,-3 7 18 0 0,0 1-1 0 0,1 0 1 0 0,1 0 0 0 0,0 0 0 0 0,0 0-1 0 0,1 1 1 0 0,12-20 0 0 0,-15 25 11 0 0,5-7-86 0 0,-7 12 68 0 0,0 0 0 0 0,1 0 0 0 0,-1 0 0 0 0,0 0 0 0 0,0-1 0 0 0,0 1 0 0 0,0 0 0 0 0,1 0 0 0 0,-1 0 0 0 0,0 0 0 0 0,0 0 0 0 0,1 0 0 0 0,-1 0 0 0 0,0 0 0 0 0,0 0 0 0 0,0 0 0 0 0,1 0 0 0 0,-1 0 0 0 0,0 0 0 0 0,0 0 0 0 0,1 0 0 0 0,-1 0 0 0 0,0 0 0 0 0,0 0 0 0 0,0 0 0 0 0,1 0 0 0 0,-1 0 0 0 0,0 0 0 0 0,0 1 0 0 0,0-1 0 0 0,1 0 0 0 0,-1 0 0 0 0,0 0 0 0 0,0 0 0 0 0,0 0 0 0 0,0 1 0 0 0,1-1 0 0 0,-1 0 0 0 0,0 0 0 0 0,0 0 0 0 0,0 0 0 0 0,0 1 0 0 0,0-1 0 0 0,0 0 0 0 0,1 0 0 0 0,-1 0 0 0 0,0 1 0 0 0,0-1 0 0 0,0 0 0 0 0,0 0 0 0 0,0 1 1 0 0,0-1-1 0 0,0 0 0 0 0,0 0 0 0 0,0 1 0 0 0,9 28 21 0 0,0 0 0 0 0,7 52 0 0 0,-6-28-7 0 0,-2-11 1 0 0,21 85 119 0 0,-24-110-116 0 0,1 1 0 0 0,0-1 0 0 0,2-1 0 0 0,17 32 0 0 0,-23-46-14 0 0,0 0 0 0 0,1 0 0 0 0,-1 0 0 0 0,0 0 0 0 0,1-1 0 0 0,-1 1 0 0 0,1 0 0 0 0,-1-1 0 0 0,1 0 0 0 0,0 0 0 0 0,0 1 0 0 0,0-2 0 0 0,-1 1 0 0 0,1 0 0 0 0,0-1 0 0 0,0 1 0 0 0,0-1 0 0 0,0 0 0 0 0,0 0 0 0 0,0 0 0 0 0,0 0 0 0 0,0 0 0 0 0,0-1 0 0 0,0 1 0 0 0,0-1 0 0 0,0 0 0 0 0,0 0 0 0 0,-1 0 0 0 0,1 0 0 0 0,0-1 0 0 0,-1 1 0 0 0,1-1 0 0 0,-1 0 0 0 0,1 1 0 0 0,-1-1 0 0 0,0 0 0 0 0,4-4 0 0 0,6-14-3 0 0,-2-1 0 0 0,0 0 0 0 0,-1 0 0 0 0,-1-1 0 0 0,10-42 0 0 0,-5 18 10 0 0,30-129-4 0 0,-42 173-10 0 0,0 0-1 0 0,-1-1 1 0 0,1 1 0 0 0,0 0 0 0 0,0 0 0 0 0,1 0-1 0 0,-1 0 1 0 0,0 0 0 0 0,1 1 0 0 0,-1-1 0 0 0,1 0 0 0 0,-1 1-1 0 0,1-1 1 0 0,0 1 0 0 0,3-3 0 0 0,-4 3-1 0 0,0 1 1 0 0,0 0-1 0 0,-1-1 0 0 0,1 1 0 0 0,0-1 1 0 0,0 1-1 0 0,-1 0 0 0 0,1 0 1 0 0,0-1-1 0 0,0 1 0 0 0,0 0 1 0 0,0 0-1 0 0,0 0 0 0 0,-1 0 1 0 0,1 0-1 0 0,0 0 0 0 0,0 0 1 0 0,0 0-1 0 0,0 1 0 0 0,-1-1 0 0 0,1 0 1 0 0,0 0-1 0 0,0 1 0 0 0,0-1 1 0 0,-1 0-1 0 0,1 1 0 0 0,0-1 1 0 0,-1 1-1 0 0,1-1 0 0 0,0 1 1 0 0,-1-1-1 0 0,1 1 0 0 0,0 0 1 0 0,-1-1-1 0 0,1 1 0 0 0,-1 0 0 0 0,1-1 1 0 0,-1 1-1 0 0,0 0 0 0 0,1 0 1 0 0,-1-1-1 0 0,0 1 0 0 0,1 0 1 0 0,-1 0-1 0 0,0 0 0 0 0,0 1 1 0 0,10 49-49 0 0,-10-42 57 0 0,1 0 0 0 0,1-1 0 0 0,0 1 1 0 0,0 0-1 0 0,1-1 0 0 0,6 16 0 0 0,2-2 9 0 0,9 31 1 0 0,-12-31-4 0 0,-5-19-4 0 0,0-1 0 0 0,0 1 0 0 0,0-1 1 0 0,1 1-1 0 0,-1-1 0 0 0,0 0 0 0 0,1 0 1 0 0,0-1-1 0 0,-1 1 0 0 0,1-1 0 0 0,0 0 1 0 0,0 0-1 0 0,5 1 0 0 0,-4-1 0 0 0,-1-1 0 0 0,0-1 0 0 0,1 1 0 0 0,-1 0 0 0 0,0-1 0 0 0,1 0 0 0 0,-1 0 0 0 0,0 0 0 0 0,0-1 0 0 0,0 1 0 0 0,0-1 0 0 0,0 0-1 0 0,0 0 1 0 0,4-3 0 0 0,2-3-4 0 0,-1-1 0 0 0,0 1 0 0 0,12-16 0 0 0,20-18 14 0 0,-36 38-28 0 0,0 1-1 0 0,0-1 1 0 0,0 1-1 0 0,0 0 0 0 0,0 1 1 0 0,0-1-1 0 0,1 1 1 0 0,0 0-1 0 0,-1 1 0 0 0,1-1 1 0 0,0 1-1 0 0,-1 0 1 0 0,9 0-1 0 0,2 1-10 0 0,1 1 0 0 0,-1 1 0 0 0,23 5 0 0 0,-13-2 15 0 0,17 2-6 0 0,2-3 1 0 0,45-1-1 0 0,91-9 24 0 0,-110 3-35 0 0,287-2 93 0 0,-286 5-76 0 0,-67 0-465 0 0,0 0 1 0 0,0-1 0 0 0,-1 0 0 0 0,1 0 0 0 0,8-3-1 0 0,-2-1-1832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90 347 2000 0 0,'-2'-14'678'0'0,"-42"-156"2703"0"0,38 141-2173 0 0,1 1-1 0 0,2-1 1 0 0,0-47-1 0 0,7 402-1283 0 0,4-72-8 0 0,-37 382 120 0 0,20-364-730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84 33 8994 0 0,'0'0'24'0'0,"-12"-24"1262"0"0,11 23-1274 0 0,-1 0 1 0 0,1 0-1 0 0,0 0 1 0 0,0 1 0 0 0,0-1-1 0 0,-1 0 1 0 0,1 1 0 0 0,0-1-1 0 0,-1 1 1 0 0,1 0 0 0 0,0-1-1 0 0,-1 1 1 0 0,1 0 0 0 0,-1 0-1 0 0,1 0 1 0 0,0 0 0 0 0,-1 0-1 0 0,1 0 1 0 0,-1 0-1 0 0,1 0 1 0 0,-1 0 0 0 0,1 1-1 0 0,0-1 1 0 0,-1 1 0 0 0,1-1-1 0 0,0 1 1 0 0,0 0 0 0 0,-1-1-1 0 0,1 1 1 0 0,0 0 0 0 0,0 0-1 0 0,0 0 1 0 0,0 0 0 0 0,0 0-1 0 0,0 0 1 0 0,0 0-1 0 0,0 0 1 0 0,0 0 0 0 0,0 0-1 0 0,1 0 1 0 0,-1 1 0 0 0,0-1-1 0 0,0 2 1 0 0,-2 4-25 0 0,0 0-1 0 0,0 1 1 0 0,1-1-1 0 0,0 1 1 0 0,1 0-1 0 0,-2 12 1 0 0,1 39 12 0 0,3 1 0 0 0,13 91 0 0 0,1 8 23 0 0,-4 9-19 0 0,2 81 5 0 0,-13-182 9 0 0,-14 115 0 0 0,7-128 13 0 0,-12 64 311 0 0,17-99-2499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37 11 3897 0 0,'0'0'1507'0'0,"-34"0"2458"0"0,35 1-3955 0 0,-1-1 0 0 0,0 0 0 0 0,0 0 0 0 0,1 0 0 0 0,-1 0 0 0 0,0 0 0 0 0,0 1 0 0 0,0-1 0 0 0,1 0 0 0 0,-1 0 0 0 0,0 0 0 0 0,0 0 0 0 0,0 1 0 0 0,1-1 0 0 0,-1 0 0 0 0,0 0 1 0 0,0 1-1 0 0,0-1 0 0 0,0 0 0 0 0,0 0 0 0 0,1 1 0 0 0,-1-1 0 0 0,0 0 0 0 0,0 0 0 0 0,0 1 0 0 0,0-1 0 0 0,0 0 0 0 0,0 1 0 0 0,0-1 0 0 0,0 0 0 0 0,0 0 0 0 0,0 1 0 0 0,0-1 0 0 0,0 0 0 0 0,0 1 1 0 0,-1-1-1 0 0,1 0 0 0 0,0 0 0 0 0,0 1 0 0 0,0-1 0 0 0,0 0 0 0 0,0 0 0 0 0,0 1 0 0 0,-1-1 0 0 0,1 0 0 0 0,0 0 0 0 0,0 0 0 0 0,0 1 0 0 0,-1-1 0 0 0,1 0 0 0 0,0 0 0 0 0,0 0 0 0 0,-1 0 0 0 0,1 0 0 0 0,0 1 1 0 0,0-1-1 0 0,-1 0 0 0 0,1 0 0 0 0,0 0 0 0 0,0 0 0 0 0,-1 0 0 0 0,1 0 0 0 0,0 0 0 0 0,-1 0 0 0 0,1 0 0 0 0,-1 0 0 0 0,34 8 196 0 0,1-2-1 0 0,56 3 1 0 0,73-6 331 0 0,-127-3-433 0 0,413-21 560 0 0,-151 3-412 0 0,-25 11-292 0 0,-248 4-1982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247 179 3145 0 0,'-3'-1'307'0'0,"0"0"0"0"0,0 0 0 0 0,0 0 0 0 0,0-1 0 0 0,0 1 0 0 0,1 0 0 0 0,-1-1 0 0 0,0 0 0 0 0,1 0 1 0 0,-5-4-1 0 0,-10-6 433 0 0,15 11-628 0 0,0-1-1 0 0,-1 0 1 0 0,1 1 0 0 0,0-1 0 0 0,1 0-1 0 0,-1-1 1 0 0,0 1 0 0 0,0 0 0 0 0,1 0-1 0 0,-1-1 1 0 0,1 1 0 0 0,0-1 0 0 0,0 1-1 0 0,0-1 1 0 0,-1-2 0 0 0,-7-14 39 0 0,8 17-120 0 0,1 1 1 0 0,-1 0-1 0 0,0 0 0 0 0,1 0 0 0 0,-1-1 1 0 0,0 1-1 0 0,1 0 0 0 0,0-1 1 0 0,-1 1-1 0 0,1 0 0 0 0,0-1 1 0 0,0 1-1 0 0,-1 0 0 0 0,1-1 1 0 0,0 1-1 0 0,1-1 0 0 0,-1 1 0 0 0,0 0 1 0 0,0-1-1 0 0,0 1 0 0 0,1-1 1 0 0,-1 1-1 0 0,1 0 0 0 0,-1 0 1 0 0,1-1-1 0 0,0 1 0 0 0,-1 0 1 0 0,1 0-1 0 0,0 0 0 0 0,0-1 0 0 0,0 1 1 0 0,1-1-1 0 0,1 0 13 0 0,0 0 0 0 0,0 0 1 0 0,1 0-1 0 0,-1 0 0 0 0,1 0 0 0 0,-1 1 0 0 0,1 0 0 0 0,-1-1 1 0 0,1 2-1 0 0,4-2 0 0 0,1 1-25 0 0,-1-1-12 0 0,0 1 0 0 0,-1-1 0 0 0,1 0 0 0 0,0 0 0 0 0,12-7 0 0 0,-17 8-1 0 0,1-1 0 0 0,-1 1-1 0 0,0 0 1 0 0,1-1 0 0 0,-1 2 0 0 0,1-1-1 0 0,0 0 1 0 0,-1 1 0 0 0,1-1-1 0 0,0 1 1 0 0,-1 0 0 0 0,1 1 0 0 0,0-1-1 0 0,-1 0 1 0 0,1 1 0 0 0,-1 0-1 0 0,1 0 1 0 0,-1 0 0 0 0,1 0 0 0 0,-1 1-1 0 0,0-1 1 0 0,1 1 0 0 0,-1 0-1 0 0,0 0 1 0 0,0 0 0 0 0,0 0-1 0 0,0 1 1 0 0,-1-1 0 0 0,1 1 0 0 0,-1 0-1 0 0,4 4 1 0 0,3 12 10 0 0,-1 0-1 0 0,-1 0 1 0 0,-1 1 0 0 0,0 0-1 0 0,-2 0 1 0 0,4 34-1 0 0,-5-41 1 0 0,0 0-1 0 0,0-1 1 0 0,7 15-1 0 0,-6-17-7 0 0,-1 1 1 0 0,0-1-1 0 0,0 0 1 0 0,-1 1-1 0 0,2 20 0 0 0,-5-12 34 0 0,0 0 0 0 0,-2-1 0 0 0,0 1 0 0 0,-1 0 0 0 0,-1-1 0 0 0,-1 0 0 0 0,0 0-1 0 0,-1 0 1 0 0,-15 25 0 0 0,10-17-12 0 0,10-20-15 0 0,-1 0 0 0 0,0 0 0 0 0,0 0 0 0 0,-1 0 0 0 0,0-1 1 0 0,0 1-1 0 0,-5 5 0 0 0,3-5 21 0 0,-1 1-1 0 0,-1-1 1 0 0,1-1 0 0 0,-1 0-1 0 0,0 0 1 0 0,0 0 0 0 0,0-1-1 0 0,-1 0 1 0 0,1-1 0 0 0,-1 0 0 0 0,0 0-1 0 0,-16 3 1 0 0,17-5 26 0 0,-1 1-1 0 0,1 0 1 0 0,0 1 0 0 0,-9 3 0 0 0,11-3-1 0 0,0-1 1 0 0,0 1 0 0 0,0-2-1 0 0,0 1 1 0 0,0-1 0 0 0,0 0-1 0 0,-1 0 1 0 0,1 0 0 0 0,-10-1-1 0 0,12 0-37 0 0,-1-1-1 0 0,1 0 0 0 0,0 1 0 0 0,-1-1 0 0 0,1-1 0 0 0,0 1 1 0 0,0-1-1 0 0,0 1 0 0 0,0-1 0 0 0,0 0 0 0 0,0-1 0 0 0,1 1 1 0 0,-1-1-1 0 0,0 1 0 0 0,1-1 0 0 0,-4-5 0 0 0,3 3-8 0 0,0-1 1 0 0,0 0-1 0 0,1 0 0 0 0,0 0 0 0 0,0 0 0 0 0,0-1 0 0 0,1 1 1 0 0,0-1-1 0 0,-2-11 0 0 0,-7-6-77 0 0,10 22 47 0 0,0 0-1 0 0,-1 1 0 0 0,1-1 0 0 0,0 0 1 0 0,1 0-1 0 0,-1 0 0 0 0,0 1 1 0 0,0-1-1 0 0,1 0 0 0 0,-1 0 1 0 0,1 0-1 0 0,0 0 0 0 0,-1 0 1 0 0,1 0-1 0 0,0 0 0 0 0,0-1 1 0 0,1-2-1 0 0,0 4 12 0 0,1 0-1 0 0,-1 0 1 0 0,0-1 0 0 0,1 2 0 0 0,-1-1-1 0 0,1 0 1 0 0,0 0 0 0 0,-1 0-1 0 0,1 1 1 0 0,0-1 0 0 0,-1 1 0 0 0,1-1-1 0 0,0 1 1 0 0,-1 0 0 0 0,1 0 0 0 0,3-1-1 0 0,-3 1 1 0 0,13-1-8 0 0,1 0 0 0 0,-1 1 0 0 0,1 0 0 0 0,-1 1 0 0 0,0 1 0 0 0,29 7 1 0 0,89 35-30 0 0,-120-40 51 0 0,3 3-180 0 0,1 0 0 0 0,-1 1 0 0 0,-1 0 0 0 0,0 1 0 0 0,0 1-1 0 0,0 1 1 0 0,-2 0 0 0 0,17 16 0 0 0,-27-24-291 0 0,-1-1 0 0 0,1 1 0 0 0,0-1 0 0 0,0 0 0 0 0,0 0 0 0 0,0 0-1 0 0,5 2 1 0 0,1-2-1522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65 5 7146 0 0,'0'0'192'0'0,"-12"-4"1399"0"0,12 41-1521 0 0,-4 225 65 0 0,-19-49-65 0 0,9-110-51 0 0,10-77-99 0 0,1 1-641 0 0,-1 29 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274 1 9722 0 0,'-2'0'52'0'0,"1"1"0"0"0,-1-1 0 0 0,0 1 0 0 0,1-1 0 0 0,-1 1 0 0 0,0 0 0 0 0,1 0 0 0 0,-1-1 0 0 0,1 1 0 0 0,-1 0 0 0 0,1 1 0 0 0,0-1 0 0 0,-3 2 0 0 0,-19 23-88 0 0,15-16 78 0 0,-5 3-35 0 0,-1-1 0 0 0,-1-1 0 0 0,-22 15 0 0 0,25-19-7 0 0,1 1 0 0 0,-1 0 0 0 0,2 0 0 0 0,-1 1 0 0 0,1 1 0 0 0,1-1 0 0 0,-13 18 0 0 0,19-22 4 0 0,0 1 1 0 0,1-1-1 0 0,0 1 1 0 0,0 0-1 0 0,-1 6 1 0 0,-9 22-115 0 0,10-29 129 0 0,-1 0-1 0 0,1 0 1 0 0,0 0 0 0 0,0 1-1 0 0,1-1 1 0 0,0 1 0 0 0,0-1-1 0 0,0 1 1 0 0,1-1 0 0 0,0 1-1 0 0,0 0 1 0 0,0-1 0 0 0,0 1-1 0 0,1 0 1 0 0,0-1 0 0 0,0 1-1 0 0,1-1 1 0 0,0 0 0 0 0,0 1-1 0 0,0-1 1 0 0,0 0 0 0 0,1 0-1 0 0,4 6 1 0 0,-5-9-13 0 0,0-1 1 0 0,1 1-1 0 0,-1-1 1 0 0,1 1-1 0 0,-1-1 1 0 0,1 0-1 0 0,-1 0 0 0 0,1 0 1 0 0,0 0-1 0 0,0-1 1 0 0,-1 1-1 0 0,1-1 1 0 0,3 1-1 0 0,-2-1-6 0 0,1 1-1 0 0,-1 0 1 0 0,0 0 0 0 0,0 0-1 0 0,7 3 1 0 0,-7-1-27 0 0,1-1-1 0 0,0 0 1 0 0,1 0 0 0 0,-1 0-1 0 0,0-1 1 0 0,0 0 0 0 0,1 0-1 0 0,-1 0 1 0 0,8 0-1 0 0,-8-2-345 0 0,0 1-1 0 0,-1 0 0 0 0,1-1 1 0 0,0 0-1 0 0,-1 0 0 0 0,1 0 0 0 0,4-2 1 0 0,9-6-1940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192 0 11018 0 0,'-6'0'76'0'0,"0"1"-1"0"0,0 0 0 0 0,0 0 1 0 0,0 0-1 0 0,1 1 0 0 0,-1-1 0 0 0,0 1 1 0 0,1 1-1 0 0,-1-1 0 0 0,1 1 1 0 0,-1 0-1 0 0,-6 5 0 0 0,10-4-82 0 0,0 0-1 0 0,0 0 0 0 0,0 0 0 0 0,1 0 1 0 0,-1 1-1 0 0,1-1 0 0 0,0 0 0 0 0,0 1 1 0 0,1-1-1 0 0,-1 0 0 0 0,1 8 1 0 0,0-6 3 0 0,0 1 0 0 0,-1-1 1 0 0,0 1-1 0 0,-3 9 1 0 0,-5 4-6 0 0,6-14 12 0 0,1-1 0 0 0,0 1 0 0 0,-1 0 0 0 0,2 0 0 0 0,-1 0 0 0 0,1 0 0 0 0,0 0 0 0 0,0 10 0 0 0,7 52 248 0 0,-4-49-72 0 0,1 33 0 0 0,-3-45-153 0 0,0 0 1 0 0,-1-1-1 0 0,0 1 0 0 0,-1 0 1 0 0,1-1-1 0 0,-1 1 0 0 0,-1-1 0 0 0,-4 11 1 0 0,6-15-42 0 0,0-1 0 0 0,0 1 0 0 0,0-1-1 0 0,0 1 1 0 0,0-1 0 0 0,0 0 0 0 0,0 1 0 0 0,0-1 0 0 0,0 0 0 0 0,-1 0 0 0 0,1 0 0 0 0,0 0 0 0 0,-1 0 0 0 0,1 0 0 0 0,-1 0 0 0 0,1-1 0 0 0,-1 1 0 0 0,1 0-1 0 0,-1-1 1 0 0,0 1 0 0 0,1-1 0 0 0,-4 1 0 0 0,2-1-365 0 0,1 1 0 0 0,-1 0-1 0 0,0-1 1 0 0,1 1 0 0 0,-1 0 0 0 0,1 1-1 0 0,-1-1 1 0 0,-2 2 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64 10938 0 0,'0'0'704'0'0,"6"-9"497"0"0,19-4-1170 0 0,31-13 1 0 0,-47 23-37 0 0,-1 0 0 0 0,1 0 0 0 0,0 1 0 0 0,-1 1 0 0 0,1-1-1 0 0,0 1 1 0 0,0 1 0 0 0,11 0 0 0 0,-18 0 7 0 0,-1 0 1 0 0,1 0-1 0 0,0 1 0 0 0,-1-1 1 0 0,1 1-1 0 0,0-1 0 0 0,-1 1 0 0 0,1-1 1 0 0,-1 1-1 0 0,1 0 0 0 0,-1 0 1 0 0,1 0-1 0 0,-1 0 0 0 0,0 0 1 0 0,1 0-1 0 0,-1 0 0 0 0,0 1 0 0 0,0-1 1 0 0,2 2-1 0 0,-1 2 1 0 0,1 0-1 0 0,-1-1 1 0 0,0 1-1 0 0,2 10 1 0 0,7 12 21 0 0,-7-19-21 0 0,-1 0 0 0 0,0 1 0 0 0,0-1 1 0 0,-1 1-1 0 0,0 0 0 0 0,0-1 0 0 0,-1 1 0 0 0,0 0 1 0 0,0 0-1 0 0,-1 0 0 0 0,-1 0 0 0 0,1 0 0 0 0,-3 11 1 0 0,-4 13 23 0 0,-2 1 1 0 0,-14 36-1 0 0,2-3-16 0 0,18-58 7 0 0,0 0-1 0 0,1 1 0 0 0,0-1 0 0 0,1 1 0 0 0,0 0 0 0 0,0-1 0 0 0,1 1 0 0 0,1 0 0 0 0,-1-1 0 0 0,4 13 1 0 0,-3-21-5 0 0,-1 0 1 0 0,1 0-1 0 0,0 0 1 0 0,1 0 0 0 0,-1 0-1 0 0,0 0 1 0 0,0 0 0 0 0,0 0-1 0 0,0 0 1 0 0,1-1 0 0 0,-1 1-1 0 0,0 0 1 0 0,1-1 0 0 0,-1 1-1 0 0,1-1 1 0 0,1 1 0 0 0,0 0-4 0 0,2 0 0 0 0,0 0 0 0 0,1 0 1 0 0,-1 0-1 0 0,1-1 0 0 0,-1 0 0 0 0,1 0 0 0 0,-1 0 0 0 0,0-1 0 0 0,1 0 0 0 0,-1 0 1 0 0,0 0-1 0 0,1 0 0 0 0,-1-1 0 0 0,0 0 0 0 0,0 0 0 0 0,6-4 0 0 0,30-9 22 0 0,-27 11-44 0 0,0-1-1 0 0,-1-1 0 0 0,1 0 1 0 0,-1 0-1 0 0,23-17 0 0 0,71-43-2241 0 0,-74 44-986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514 105 744 0 0,'0'-4'604'0'0,"0"-6"791"0"0,0 0 0 0 0,-1-1 0 0 0,-2-13 0 0 0,2 21-1170 0 0,0 0-1 0 0,0 1 1 0 0,0-1 0 0 0,0 0-1 0 0,0 0 1 0 0,-1 0-1 0 0,1 1 1 0 0,-1-1 0 0 0,0 1-1 0 0,0-1 1 0 0,0 1 0 0 0,0 0-1 0 0,0 0 1 0 0,0-1 0 0 0,-5-2-1 0 0,7 5-223 0 0,-1 0 0 0 0,1-1-1 0 0,-1 1 1 0 0,1 0 0 0 0,-1 0 0 0 0,1 0-1 0 0,-1 0 1 0 0,1 0 0 0 0,-1-1 0 0 0,1 1-1 0 0,-1 0 1 0 0,0 0 0 0 0,1 0 0 0 0,-1 0-1 0 0,1 1 1 0 0,-1-1 0 0 0,1 0-1 0 0,-1 0 1 0 0,1 0 0 0 0,-1 0 0 0 0,1 0-1 0 0,-1 1 1 0 0,1-1 0 0 0,-1 0 0 0 0,1 0-1 0 0,-1 1 1 0 0,1-1 0 0 0,0 0-1 0 0,-1 1 1 0 0,1-1 0 0 0,0 0 0 0 0,-1 1-1 0 0,1-1 1 0 0,0 1 0 0 0,-1-1 0 0 0,1 1-1 0 0,-1 0 1 0 0,-9 21 3 0 0,8-17-4 0 0,-6 21-14 0 0,0 1 0 0 0,2 0 1 0 0,2 0-1 0 0,0 0 0 0 0,0 41 0 0 0,3-58 7 0 0,3 396-83 0 0,4-161 40 0 0,-19 247 54 0 0,1-143 52 0 0,-24-1 32 0 0,9-141 390 0 0,28-188-113 0 0,-1-4 14 0 0,0-15-370 0 0,0 0-1 0 0,0-1 1 0 0,0 1 0 0 0,0 0-1 0 0,0 0 1 0 0,0 0 0 0 0,0 0-1 0 0,0 0 1 0 0,0 0 0 0 0,-1 0-1 0 0,1 0 1 0 0,0 0 0 0 0,0 0-1 0 0,0 0 1 0 0,0 0 0 0 0,0 0-1 0 0,0 0 1 0 0,0 0 0 0 0,0 0-1 0 0,0 0 1 0 0,-1 0 0 0 0,1 0-1 0 0,0 0 1 0 0,0 0 0 0 0,0 0-1 0 0,0 0 1 0 0,0 0 0 0 0,0 0-1 0 0,0 0 1 0 0,0 0 0 0 0,-1 0-1 0 0,1 0 1 0 0,0 0 0 0 0,0 0-1 0 0,0 0 1 0 0,0 0 0 0 0,0 0-1 0 0,0 0 1 0 0,0 0 0 0 0,0 0-1 0 0,0 0 1 0 0,0 0 0 0 0,-1 0-1 0 0,1 0 1 0 0,0 0 0 0 0,0 0-1 0 0,0 1 1 0 0,0-1 0 0 0,0 0-1 0 0,0 0 1 0 0,0 0 0 0 0,0 0-1 0 0,0 0 1 0 0,0 0 0 0 0,0 0-1 0 0,0 0 1 0 0,0 0 0 0 0,0 1-1 0 0,0-1 1 0 0,0 0 0 0 0,0 0-1 0 0,0 0 1 0 0,0 0 0 0 0,0 0-1 0 0,0 0 1 0 0,0 0 0 0 0,0 0-1 0 0,0 1 1 0 0,-4-5-13 0 0,1 1 0 0 0,-1 1 0 0 0,0-1 0 0 0,0 1 0 0 0,0-1 1 0 0,0 1-1 0 0,-1 0 0 0 0,1 0 0 0 0,-1 1 0 0 0,1 0 0 0 0,-1-1 0 0 0,0 1 0 0 0,1 1 0 0 0,-1-1 0 0 0,0 1 1 0 0,1 0-1 0 0,-1 0 0 0 0,0 0 0 0 0,0 1 0 0 0,1-1 0 0 0,-1 1 0 0 0,0 0 0 0 0,1 1 0 0 0,-1-1 0 0 0,-6 4 1 0 0,6-3 6 0 0,1 0 0 0 0,-1 1 0 0 0,0 0 1 0 0,1 0-1 0 0,-1 1 0 0 0,1-1 1 0 0,0 1-1 0 0,0 0 0 0 0,1 0 0 0 0,-1 0 1 0 0,1 0-1 0 0,-5 8 0 0 0,-8 11-27 0 0,0-1 4 0 0,2 1 0 0 0,0 0 0 0 0,-17 42 0 0 0,-8 37-60 0 0,33-84 70 0 0,2-1 0 0 0,0 1 0 0 0,1 0 0 0 0,-1 33 0 0 0,6 77-12 0 0,-1-91-30 0 0,1 14 58 0 0,12 68-1 0 0,-10-98 0 0 0,1 1-1 0 0,1-1 1 0 0,1 0 0 0 0,1 0-1 0 0,19 33 1 0 0,-11-28 24 0 0,-11-19-11 0 0,0 1-1 0 0,0-1 0 0 0,4 13 1 0 0,0 0-3 0 0,1 0 1 0 0,1-1 0 0 0,0 0 0 0 0,1-1 0 0 0,1 0 0 0 0,1-1 0 0 0,1-1 0 0 0,0 0-1 0 0,26 20 1 0 0,-29-27 7 0 0,1-1 0 0 0,0-1 0 0 0,0 0-1 0 0,1-1 1 0 0,17 6 0 0 0,-9-3 28 0 0,9 4 2 0 0,-19-7-23 0 0,1 0 0 0 0,0-1 0 0 0,1 0 0 0 0,-1-1 0 0 0,1-1 0 0 0,0 0-1 0 0,18 1 1 0 0,-23-5-7 0 0,1 0-1 0 0,0 0 0 0 0,-1-1 0 0 0,1-1 0 0 0,-1 1 0 0 0,0-2 0 0 0,0 1 0 0 0,15-9 1 0 0,26-9-16 0 0,-42 18-1 0 0,-1 0-1 0 0,1 0 1 0 0,-1-1 0 0 0,-1 0-1 0 0,1-1 1 0 0,0 1 0 0 0,-1-1-1 0 0,0-1 1 0 0,8-8-1 0 0,7-10 41 0 0,19-27-1 0 0,-26 32-20 0 0,1-2 10 0 0,-2-1 1 0 0,0-1-1 0 0,-1 0 0 0 0,-1 0 0 0 0,-2-1 0 0 0,0-1 1 0 0,-1 0-1 0 0,-2 0 0 0 0,5-34 0 0 0,-9 50-31 0 0,0 0 0 0 0,1 0-1 0 0,0 0 1 0 0,5-10 0 0 0,-4 10 6 0 0,-1 0 1 0 0,1 0-1 0 0,-2 0 0 0 0,4-13 1 0 0,-4-6 23 0 0,-1 0 0 0 0,-1 0 0 0 0,-2 0 0 0 0,0 0 0 0 0,-2 0 0 0 0,-1 1 0 0 0,-14-46 0 0 0,-81-178 270 0 0,42 128-19 0 0,54 118-256 0 0,1 0-1 0 0,-1 0 0 0 0,-1 0 1 0 0,1 0-1 0 0,-1 1 0 0 0,0-1 0 0 0,-9-5 1 0 0,2 1 4 0 0,-1 2 0 0 0,-17-9 0 0 0,18 10-27 0 0,-1 2-1 0 0,0-1 1 0 0,0 2 0 0 0,-1-1 0 0 0,-20-1-1 0 0,23 3-28 0 0,0 0 0 0 0,1-1 0 0 0,-17-6 0 0 0,20 6-2 0 0,-1 1 0 0 0,1-1 1 0 0,-1 1-1 0 0,1 0 1 0 0,-1 1-1 0 0,1 0 0 0 0,-1 0 1 0 0,0 1-1 0 0,-14 1 1 0 0,14 0-7 0 0,0 1 0 0 0,0 1 0 0 0,0 0 1 0 0,-9 4-1 0 0,-6 2-86 0 0,17-7-24 0 0,1 1 0 0 0,0 0 0 0 0,0 0 0 0 0,0 1-1 0 0,1-1 1 0 0,-1 1 0 0 0,1 0 0 0 0,0 0 0 0 0,0 0 0 0 0,0 1 0 0 0,0 0 0 0 0,1-1 0 0 0,0 1-1 0 0,0 1 1 0 0,-4 7 0 0 0,-7 12-1626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90 1 10530 0 0,'-18'0'237'0'0,"6"0"-174"0"0,-1 0-1 0 0,-24 4 0 0 0,27-1 337 0 0,16 1 10 0 0,14-1-178 0 0,68-2 1 0 0,-41-1-191 0 0,-1 2 0 0 0,75 12 0 0 0,-25 0-217 0 0,-33-13-3279 0 0,-46-2 747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 0 12323 0 0,'-7'5'154'0'0,"8"11"-202"0"0,1 0 0 0 0,1-1 0 0 0,0 1 0 0 0,11 29 0 0 0,1 3-29 0 0,18 114-3185 0 0,-29-143 2466 0 0,4 29-1929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 39 5449 0 0,'-17'-3'1781'0'0,"17"3"-1750"0"0,30-5 2729 0 0,-10 2-1923 0 0,42-6-1765 0 0,67-2 0 0 0,-36 5-506 0 0,-67 4-1101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66 0 8290 0 0,'-23'7'2799'0'0,"19"-1"-2795"0"0,1 1-1 0 0,-1 1 1 0 0,1-1 0 0 0,1 1-1 0 0,-1-1 1 0 0,1 1 0 0 0,1 0-1 0 0,-2 14 1 0 0,0 68-17 0 0,4-61 10 0 0,-10 293 151 0 0,3 105 88 0 0,11-290-1041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37 1 8122 0 0,'-1'0'36'0'0,"-1"0"0"0"0,1 1 1 0 0,-1-1-1 0 0,1 1 0 0 0,-1 0 1 0 0,1-1-1 0 0,-1 1 0 0 0,1 0 1 0 0,0 0-1 0 0,-1 0 0 0 0,1 0 1 0 0,0 0-1 0 0,0 0 0 0 0,0 0 1 0 0,0 0-1 0 0,0 0 0 0 0,0 1 1 0 0,0-1-1 0 0,0 0 0 0 0,0 1 1 0 0,1-1-1 0 0,-1 1 0 0 0,1-1 1 0 0,-1 1-1 0 0,1-1 0 0 0,-1 1 1 0 0,1 2-1 0 0,-3 6-56 0 0,1-1 0 0 0,1 1-1 0 0,0 11 1 0 0,7 234-98 0 0,-1-154 165 0 0,-4-56 28 0 0,1 20 335 0 0,2 0 0 0 0,22 110 0 0 0,-25-171-395 0 0,1 0-1 0 0,0 0 1 0 0,0 0 0 0 0,0 0 0 0 0,0-1 0 0 0,0 1 0 0 0,1 0 0 0 0,0-1 0 0 0,-1 0 0 0 0,1 0 0 0 0,1 1 0 0 0,-1-2 0 0 0,0 1 0 0 0,1 0 0 0 0,-1-1 0 0 0,1 0 0 0 0,0 1 0 0 0,0-2 0 0 0,0 1 0 0 0,0 0 0 0 0,0-1 0 0 0,0 0 0 0 0,0 1 0 0 0,8 0 0 0 0,5 0 9 0 0,1 0 0 0 0,-1-1 0 0 0,0-1 0 0 0,34-3 0 0 0,88-20-39 0 0,-85 12 18 0 0,88-6 0 0 0,-32 14-44 0 0,24 0 24 0 0,197-31-1 0 0,269-69 74 0 0,-81 68-38 0 0,-284 27 56 0 0,372-2 141 0 0,-266 9 10 0 0,93-13-90 0 0,113-1-91 0 0,-536 15-41 0 0,618-26 235 0 0,-318-5-219 0 0,-228 28 35 0 0,144 12 1 0 0,-65 11-1318 0 0,-152-20-181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524 228 3665 0 0,'-2'-2'102'0'0,"0"0"1"0"0,0-1-1 0 0,1 0 1 0 0,-1 1-1 0 0,1-1 1 0 0,-1 0-1 0 0,1 0 1 0 0,-1-5-1 0 0,-4-8 707 0 0,-2 1-332 0 0,1 1 0 0 0,0-1 1 0 0,1-1-1 0 0,1 1 0 0 0,0-1 1 0 0,2 0-1 0 0,-1 0 0 0 0,2 0 1 0 0,-1-20-1 0 0,2 28 14 0 0,-3 11-267 0 0,-2 14-191 0 0,-2 51-55 0 0,4 0 1 0 0,4 94-1 0 0,1-61 23 0 0,-1 355 1457 0 0,0-455-1451 0 0,0 0 1 0 0,-1 0-1 0 0,1-1 0 0 0,0 1 1 0 0,-1 0-1 0 0,1 0 1 0 0,-1 0-1 0 0,1-1 1 0 0,-1 1-1 0 0,0 0 0 0 0,1-1 1 0 0,-1 1-1 0 0,0 0 1 0 0,0-1-1 0 0,1 1 1 0 0,-1-1-1 0 0,0 1 0 0 0,0-1 1 0 0,0 1-1 0 0,0-1 1 0 0,1 0-1 0 0,-2 1 1 0 0,-26 8-6 0 0,20-7 6 0 0,-69 29-44 0 0,75-30 33 0 0,0-1-1 0 0,1 1 1 0 0,-1 0-1 0 0,0 0 1 0 0,0 0-1 0 0,1 0 1 0 0,-1 0 0 0 0,1 0-1 0 0,-1 0 1 0 0,1 1-1 0 0,-1-1 1 0 0,1 0 0 0 0,0 1-1 0 0,0-1 1 0 0,0 1-1 0 0,0 0 1 0 0,0-1-1 0 0,0 1 1 0 0,0 0 0 0 0,0-1-1 0 0,1 1 1 0 0,-1 0-1 0 0,0 0 1 0 0,1 0-1 0 0,0 0 1 0 0,-1 0 0 0 0,1-1-1 0 0,0 1 1 0 0,0 0-1 0 0,0 0 1 0 0,0 0-1 0 0,1 0 1 0 0,-1 0 0 0 0,0 0-1 0 0,1 0 1 0 0,-1-1-1 0 0,1 1 1 0 0,0 0 0 0 0,0 0-1 0 0,0 0 1 0 0,0-1-1 0 0,0 1 1 0 0,0-1-1 0 0,0 1 1 0 0,0-1 0 0 0,0 1-1 0 0,1-1 1 0 0,-1 0-1 0 0,1 1 1 0 0,-1-1-1 0 0,1 0 1 0 0,2 2 0 0 0,9 6-4 0 0,1 0 0 0 0,0-1 0 0 0,1 0 0 0 0,0-1 0 0 0,0-1 0 0 0,20 6 0 0 0,8-2 42 0 0,50 7-1 0 0,-89-16-27 0 0,0-1 0 0 0,1 1 0 0 0,-1 0 0 0 0,0 0 0 0 0,0 1 0 0 0,0 0 1 0 0,0-1-1 0 0,0 1 0 0 0,0 1 0 0 0,0-1 0 0 0,0 0 0 0 0,-1 1 0 0 0,1 0 1 0 0,-1 0-1 0 0,0 0 0 0 0,0 0 0 0 0,0 0 0 0 0,0 1 0 0 0,3 6 0 0 0,-4-7 10 0 0,0 1 0 0 0,0-1 0 0 0,0 1-1 0 0,-1 0 1 0 0,1 0 0 0 0,-1 0 0 0 0,0 0-1 0 0,0 0 1 0 0,-1 0 0 0 0,1 0 0 0 0,-1 0-1 0 0,0 6 1 0 0,0-7-9 0 0,0-1 0 0 0,-1 0-1 0 0,1 1 1 0 0,-1-1 0 0 0,0 0 0 0 0,0 0-1 0 0,1 1 1 0 0,-1-1 0 0 0,0 0 0 0 0,-1 0 0 0 0,1 0-1 0 0,0 0 1 0 0,-1 0 0 0 0,1-1 0 0 0,-1 1-1 0 0,1 0 1 0 0,-1-1 0 0 0,0 1 0 0 0,0-1-1 0 0,0 1 1 0 0,0-1 0 0 0,0 0 0 0 0,-2 1-1 0 0,-49 20 186 0 0,0-2 0 0 0,-1-2 0 0 0,-70 12-1 0 0,-6 5-164 0 0,123-34-36 0 0,-1 1 0 0 0,1 0 0 0 0,0 0-1 0 0,1 1 1 0 0,-12 6 0 0 0,16-9 2 0 0,1 1 0 0 0,0-1 0 0 0,-1 1 0 0 0,1 0 0 0 0,0 0 0 0 0,0 0 0 0 0,0-1 0 0 0,0 1 0 0 0,-1 0 0 0 0,1 1 0 0 0,0-1 0 0 0,1 0-1 0 0,-1 0 1 0 0,0 0 0 0 0,0 0 0 0 0,0 1 0 0 0,1-1 0 0 0,-1 0 0 0 0,1 1 0 0 0,-1-1 0 0 0,1 1 0 0 0,-1-1 0 0 0,1 0 0 0 0,0 1 0 0 0,0-1 0 0 0,-1 1 0 0 0,1-1 0 0 0,0 1 0 0 0,1-1 0 0 0,-1 1 0 0 0,0-1 0 0 0,0 1 0 0 0,0-1 0 0 0,1 0 0 0 0,0 3 0 0 0,2-2 3 0 0,0 0 1 0 0,0 0 0 0 0,0-1 0 0 0,1 1-1 0 0,-1-1 1 0 0,0 0 0 0 0,0 0 0 0 0,1 0-1 0 0,-1-1 1 0 0,0 1 0 0 0,1-1-1 0 0,3 0 1 0 0,3 2 0 0 0,23 3 33 0 0,0 0-28 0 0,1 1 1 0 0,-1 2-1 0 0,61 23 1 0 0,-45-12-18 0 0,-33-13 4 0 0,0 1 0 0 0,0 0 0 0 0,0 1 0 0 0,22 15 0 0 0,-29-16 24 0 0,0 0 1 0 0,-1 0-1 0 0,0 0 1 0 0,-1 1-1 0 0,0 0 0 0 0,0 1 1 0 0,9 15-1 0 0,-14-20-12 0 0,0-1 0 0 0,0 1 1 0 0,-1 0-1 0 0,1-1 0 0 0,-1 1 0 0 0,0 0 0 0 0,0 0 0 0 0,-1 0 0 0 0,1 0 1 0 0,-1 0-1 0 0,0 0 0 0 0,0 0 0 0 0,0 0 0 0 0,0 0 0 0 0,-1 0 0 0 0,0 0 1 0 0,1 0-1 0 0,-2 0 0 0 0,1-1 0 0 0,0 1 0 0 0,-1 0 0 0 0,1-1 0 0 0,-5 7 1 0 0,0-2 5 0 0,0 0 0 0 0,0-1 0 0 0,-1 0 0 0 0,0 0 1 0 0,0 0-1 0 0,-1-1 0 0 0,1 0 0 0 0,-13 7 0 0 0,-11 4 22 0 0,-34 13 0 0 0,26-12 18 0 0,-87 31 81 0 0,27-12-74 0 0,91-34-60 0 0,0 0-1 0 0,-1 1 0 0 0,1-1-1 0 0,-10 8 1 0 0,17-11 0 0 0,0 1 1 0 0,0-1-1 0 0,0 1 0 0 0,0 0 0 0 0,0-1 0 0 0,0 1 1 0 0,0 0-1 0 0,1-1 0 0 0,-1 1 0 0 0,0 0 1 0 0,0 0-1 0 0,1 0 0 0 0,-1 0 0 0 0,1 0 0 0 0,-1 0 1 0 0,1 0-1 0 0,-1 0 0 0 0,1 0 0 0 0,-1 0 0 0 0,1 0 1 0 0,0 0-1 0 0,0 0 0 0 0,-1 0 0 0 0,1 0 0 0 0,0 0 1 0 0,0 0-1 0 0,0 0 0 0 0,0 0 0 0 0,0 0 0 0 0,1 1 1 0 0,-1-1-1 0 0,0 0 0 0 0,0 0 0 0 0,1 0 0 0 0,-1 0 1 0 0,1 1-1 0 0,1-1 7 0 0,0 1 0 0 0,0-1-1 0 0,1 0 1 0 0,-1 0 0 0 0,0 0 0 0 0,0 0 0 0 0,1 0 0 0 0,-1-1 0 0 0,1 1-1 0 0,-1-1 1 0 0,1 0 0 0 0,-1 1 0 0 0,4-1 0 0 0,4 1 7 0 0,30 4 3 0 0,-29-5-8 0 0,-1 1-1 0 0,1 0 1 0 0,-1 1-1 0 0,0 0 1 0 0,1 1 0 0 0,-1 0-1 0 0,11 6 1 0 0,-5-2-7 0 0,-1 0 0 0 0,2-2 1 0 0,23 7-1 0 0,-22-7 6 0 0,0 0 0 0 0,25 12 0 0 0,-30 11 23 0 0,-10-22-23 0 0,1 0 0 0 0,-1 1 0 0 0,-1 0 0 0 0,0-1-1 0 0,0 1 1 0 0,0 0 0 0 0,0 0 0 0 0,-1 1 0 0 0,-1-1 0 0 0,1 0 0 0 0,-1 0 0 0 0,0 0 0 0 0,-2 9 0 0 0,-2 12 9 0 0,-1 0 1 0 0,-10 30-1 0 0,1-4-47 0 0,-43 246 60 0 0,49-240-18 0 0,3 0 1 0 0,3 0 0 0 0,6 64 0 0 0,14-1 7 0 0,2 22 5 0 0,-27 142 19 0 0,3-223 12 0 0,4-29-23 0 0,1 0 0 0 0,2 0 0 0 0,1 0 0 0 0,9 35 0 0 0,-11-50 2 0 0,0 1 0 0 0,-2 0 0 0 0,-1 28-1 0 0,-1 0 8 0 0,-7 53 121 0 0,9-101-140 0 0,0 0 0 0 0,0 1 0 0 0,0-1-1 0 0,0 1 1 0 0,0-1 0 0 0,0 1 0 0 0,-1-1 0 0 0,1 0 0 0 0,0 1-1 0 0,-1-1 1 0 0,1 0 0 0 0,-2 2 0 0 0,-3-4 111 0 0,-2-10-50 0 0,5 4-2 0 0,-4-11-91 0 0,6 17 9 0 0,0 1 1 0 0,0-1-1 0 0,-1 1 0 0 0,1 0 1 0 0,0-1-1 0 0,0 1 0 0 0,0 0 1 0 0,0-1-1 0 0,-1 1 0 0 0,1 0 1 0 0,0 0-1 0 0,0-1 0 0 0,-1 1 1 0 0,1 0-1 0 0,0 0 0 0 0,-1-1 1 0 0,1 1-1 0 0,0 0 0 0 0,0 0 1 0 0,-1 0-1 0 0,1-1 0 0 0,-1 1 1 0 0,1 0-1 0 0,0 0 0 0 0,-1 0 1 0 0,1 0-1 0 0,0 0 0 0 0,-1 0 1 0 0,1 0-1 0 0,0 0 0 0 0,-1 0 1 0 0,1 0-1 0 0,-1 0 0 0 0,1 0 1 0 0,0 0-1 0 0,-1 0 0 0 0,0 0 1 0 0,1 1 4 0 0,0-1 0 0 0,-1 0 0 0 0,1 1 0 0 0,0-1 0 0 0,-1 1 0 0 0,1-1 0 0 0,0 1 0 0 0,0-1 1 0 0,0 1-1 0 0,-1-1 0 0 0,1 1 0 0 0,0-1 0 0 0,0 1 0 0 0,0-1 0 0 0,0 1 0 0 0,0-1 0 0 0,0 1 0 0 0,0 0 0 0 0,0-1 1 0 0,0 1-1 0 0,0-1 0 0 0,0 1 0 0 0,0-1 0 0 0,0 1 0 0 0,1-1 0 0 0,-1 1 0 0 0,0-1 0 0 0,0 1 0 0 0,1 0 0 0 0,9 14 90 0 0,-7-13-13 0 0,0 0-1 0 0,1 0 1 0 0,-1 0-1 0 0,1-1 1 0 0,-1 1-1 0 0,1-1 1 0 0,0 0-1 0 0,0 0 1 0 0,0 0-1 0 0,-1-1 1 0 0,1 1-1 0 0,0-1 1 0 0,0 0-1 0 0,0 0 1 0 0,7-1-1 0 0,2-23 243 0 0,4-13-175 0 0,-16 36-144 0 0,-1 0-1 0 0,1-1 0 0 0,-1 1 0 0 0,1 0 1 0 0,-1-1-1 0 0,0 1 0 0 0,1 0 1 0 0,-1-1-1 0 0,0 1 0 0 0,0-1 1 0 0,0 1-1 0 0,0 0 0 0 0,0-1 1 0 0,0 1-1 0 0,-1-1 0 0 0,1 1 1 0 0,0 0-1 0 0,-1-1 0 0 0,1 1 1 0 0,-1 0-1 0 0,1-1 0 0 0,-1 1 1 0 0,0 0-1 0 0,-1-3 0 0 0,0 3-7 0 0,0 0 0 0 0,0 0 0 0 0,0 0 0 0 0,0 0-1 0 0,0 0 1 0 0,0 0 0 0 0,0 0 0 0 0,-1 1 0 0 0,1-1 0 0 0,0 1 0 0 0,0-1-1 0 0,-1 1 1 0 0,1 0 0 0 0,0 0 0 0 0,-1 0 0 0 0,1 0 0 0 0,0 1 0 0 0,0-1 0 0 0,-1 1-1 0 0,-1 0 1 0 0,-5 2-14 0 0,1 0-1 0 0,0 1 1 0 0,-15 9 0 0 0,4-2-17 0 0,16-9 42 0 0,1 1 1 0 0,0-1-1 0 0,0 1 1 0 0,0-1-1 0 0,0 1 0 0 0,1 0 1 0 0,-1 0-1 0 0,1 0 1 0 0,-2 3-1 0 0,-1 2-68 0 0,4-7 67 0 0,-1 0-1 0 0,1 0 0 0 0,-1 0 0 0 0,1 0 0 0 0,-1 0 0 0 0,1 0 0 0 0,0 0 1 0 0,-1 0-1 0 0,1 0 0 0 0,0 0 0 0 0,0 0 0 0 0,0 0 0 0 0,0 0 0 0 0,0 0 1 0 0,0 0-1 0 0,0 0 0 0 0,0 2 0 0 0,1-2 3 0 0,-1-1-1 0 0,0 1 1 0 0,1-1 0 0 0,-1 0 0 0 0,0 1-1 0 0,1-1 1 0 0,-1 0 0 0 0,1 0-1 0 0,-1 1 1 0 0,1-1 0 0 0,-1 0 0 0 0,1 0-1 0 0,-1 0 1 0 0,1 1 0 0 0,-1-1 0 0 0,1 0-1 0 0,-1 0 1 0 0,1 0 0 0 0,-1 0-1 0 0,1 0 1 0 0,-1 0 0 0 0,1 0 0 0 0,-1 0-1 0 0,1 0 1 0 0,0-1 0 0 0,4 0 13 0 0,-1 0 1 0 0,1 0-1 0 0,0-1 1 0 0,-1 0-1 0 0,9-4 0 0 0,-11 4-12 0 0,0 0-1 0 0,-1 0 0 0 0,1-1 0 0 0,-1 1 0 0 0,1 0 0 0 0,-1-1 0 0 0,0 1 0 0 0,2-5 0 0 0,3-7 13 0 0,-4 11-15 0 0,0 0-1 0 0,-1 0 1 0 0,1 0-1 0 0,-1-1 1 0 0,0 1 0 0 0,0 0-1 0 0,-1-1 1 0 0,1 1-1 0 0,-1-1 1 0 0,1 1-1 0 0,-1-1 1 0 0,-1-5-1 0 0,-8 110-247 0 0,8 23 192 0 0,-10 187-46 0 0,1-31 101 0 0,-8 70 7 0 0,4-95 328 0 0,18-241-303 0 0,-4-13-27 0 0,1-1 0 0 0,-1 1 0 0 0,0 0 0 0 0,1-1-1 0 0,-1 1 1 0 0,0 0 0 0 0,1 0 0 0 0,-1-1 0 0 0,0 1-1 0 0,0 0 1 0 0,0-1 0 0 0,0 1 0 0 0,0 0 0 0 0,0 0-1 0 0,0-1 1 0 0,0 1 0 0 0,0 0 0 0 0,0 0 0 0 0,0-1-1 0 0,0 1 1 0 0,-1 0 0 0 0,1-1 0 0 0,0 1 0 0 0,-1 0-1 0 0,1 0 1 0 0,0-1 0 0 0,-1 1 0 0 0,1-1 0 0 0,-1 1-1 0 0,1 0 1 0 0,0-1 0 0 0,-1 1 0 0 0,0-1 0 0 0,1 1-1 0 0,-1-1 1 0 0,1 1 0 0 0,-1-1 0 0 0,0 0 0 0 0,1 1-1 0 0,-2-1 1 0 0,-84 42-27 0 0,51-26 32 0 0,-56 34-1 0 0,68-38 3 0 0,-7 6 15 0 0,20-10-46 0 0,4-4 8 0 0,-1 2 1 0 0,1-1 0 0 0,0 0 0 0 0,1 1 0 0 0,-1 0-1 0 0,1 1 1 0 0,0-1 0 0 0,1 1 0 0 0,-7 11 0 0 0,11-17 8 0 0,0 0 0 0 0,0-1 1 0 0,0 1-1 0 0,0-1 1 0 0,0 1-1 0 0,0-1 0 0 0,0 1 1 0 0,0 0-1 0 0,0-1 0 0 0,0 1 1 0 0,0-1-1 0 0,0 1 0 0 0,0 0 1 0 0,1-1-1 0 0,-1 1 0 0 0,0-1 1 0 0,0 1-1 0 0,1-1 0 0 0,-1 1 1 0 0,0-1-1 0 0,1 1 0 0 0,-1-1 1 0 0,0 1-1 0 0,1-1 0 0 0,-1 0 1 0 0,1 1-1 0 0,-1-1 1 0 0,1 0-1 0 0,0 1 0 0 0,16 8 24 0 0,-13-8-28 0 0,14 5 11 0 0,1-2 0 0 0,0 0 1 0 0,0-1-1 0 0,0 0 0 0 0,0-2 0 0 0,0 0 0 0 0,23-3 0 0 0,29 3-31 0 0,-19 2 33 0 0,-1 2 0 0 0,1 2 0 0 0,-1 2 0 0 0,99 33 0 0 0,-149-42-5 0 0,0 0 1 0 0,0 0-1 0 0,0 1 0 0 0,-1-1 1 0 0,1 1-1 0 0,0-1 1 0 0,0 0-1 0 0,0 1 0 0 0,0 0 1 0 0,0-1-1 0 0,-1 1 1 0 0,1-1-1 0 0,0 1 0 0 0,0 0 1 0 0,-1 0-1 0 0,1-1 1 0 0,0 1-1 0 0,-1 0 1 0 0,1 0-1 0 0,-1 0 0 0 0,1 0 1 0 0,-1 0-1 0 0,0 0 1 0 0,1-1-1 0 0,-1 1 0 0 0,0 0 1 0 0,0 0-1 0 0,0 0 1 0 0,1 0-1 0 0,-1 0 0 0 0,0 0 1 0 0,0 0-1 0 0,0 0 1 0 0,-1 0-1 0 0,1 0 0 0 0,0 0 1 0 0,0 0-1 0 0,0 0 1 0 0,-1 0-1 0 0,1 0 0 0 0,0 0 1 0 0,-1 0-1 0 0,1 0 1 0 0,-1 0-1 0 0,1 0 0 0 0,-1-1 1 0 0,0 1-1 0 0,1 0 1 0 0,-1 0-1 0 0,-1 1 0 0 0,-2 2 15 0 0,0 0-1 0 0,0 0 1 0 0,0 0-1 0 0,-1 0 0 0 0,0 0 1 0 0,-9 5-1 0 0,-456 193 40 0 0,454-197-50 0 0,1 2 0 0 0,-1 0-1 0 0,2 0 1 0 0,-1 1 0 0 0,1 1-1 0 0,0 1 1 0 0,-22 20 0 0 0,32-26-29 0 0,0 0 0 0 0,1 1 0 0 0,0-1 1 0 0,-1 1-1 0 0,2 0 0 0 0,-1 0 0 0 0,1 0 1 0 0,0 0-1 0 0,-2 8 0 0 0,3-11 18 0 0,0 1 0 0 0,1-1 0 0 0,0 1 0 0 0,-1 0 0 0 0,1-1 0 0 0,0 1 0 0 0,0 0 0 0 0,1 0 0 0 0,-1-1 0 0 0,0 1 0 0 0,1 0 0 0 0,0-1 0 0 0,0 1 0 0 0,-1-1 0 0 0,2 1 0 0 0,-1-1 0 0 0,0 1 0 0 0,0-1 0 0 0,1 0 0 0 0,2 3 0 0 0,-2-2 5 0 0,1-1-1 0 0,0 0 0 0 0,0 0 0 0 0,1 0 0 0 0,-1-1 0 0 0,0 1 1 0 0,0-1-1 0 0,1 1 0 0 0,-1-1 0 0 0,1 0 0 0 0,0-1 0 0 0,5 2 0 0 0,7 1 3 0 0,258 71 14 0 0,-252-69-15 0 0,115 33-20 0 0,-122-33 20 0 0,0 1-1 0 0,0 1 1 0 0,-1 0-1 0 0,1 1 1 0 0,-2 1-1 0 0,21 16 0 0 0,-27-18 7 0 0,-1 0-1 0 0,0 0 0 0 0,0 1 0 0 0,-1 0 0 0 0,0 0 0 0 0,0 1 1 0 0,-1-1-1 0 0,3 10 0 0 0,8 12 0 0 0,-13-26-3 0 0,-1 0 0 0 0,1 0 1 0 0,-1 0-1 0 0,1 0 0 0 0,-1 1 0 0 0,0-1 1 0 0,-1 0-1 0 0,1 0 0 0 0,-1 1 0 0 0,0-1 1 0 0,0 0-1 0 0,0 1 0 0 0,-2 7 0 0 0,-1 0 11 0 0,0-1-1 0 0,-1 0 1 0 0,-9 17-1 0 0,3-5 27 0 0,7-16-29 0 0,-1-1 0 0 0,0 0 1 0 0,0 0-1 0 0,0-1 1 0 0,0 1-1 0 0,-1-1 1 0 0,0 0-1 0 0,-9 8 0 0 0,-51 32 44 0 0,48-34-40 0 0,-3 0 9 0 0,-1-1 1 0 0,1-1-1 0 0,-2-1 1 0 0,1 0-1 0 0,-24 3 1 0 0,33-7-27 0 0,-5 0 2 0 0,1 1 1 0 0,-29 13-1 0 0,43-17-10 0 0,1 0 0 0 0,-1 0 0 0 0,0-1 0 0 0,1 1 0 0 0,-1 0 0 0 0,1 0 0 0 0,0 0 0 0 0,-1 1-1 0 0,1-1 1 0 0,-2 3 0 0 0,2-3 4 0 0,1 0 0 0 0,0 0 0 0 0,-1 0 0 0 0,1 0-1 0 0,0 1 1 0 0,0-1 0 0 0,0 0 0 0 0,0 0 0 0 0,0 0 0 0 0,0 0-1 0 0,0 1 1 0 0,1-1 0 0 0,-1 0 0 0 0,0 0 0 0 0,1 0 0 0 0,-1 0 0 0 0,0 0-1 0 0,2 2 1 0 0,8 18-18 0 0,1 0-1 0 0,24 36 1 0 0,6 9 27 0 0,-18-20 3 0 0,-2 1 1 0 0,-3 1 0 0 0,24 91 0 0 0,8 155 12 0 0,-30-150 32 0 0,42 431 214 0 0,-60-536-162 0 0,3 1 0 0 0,1-1-1 0 0,1 0 1 0 0,3-1 0 0 0,25 66-1 0 0,-32-94-103 0 0,3 2 36 0 0,-1 0 0 0 0,-1 0 0 0 0,0 0 1 0 0,-1 1-1 0 0,0-1 0 0 0,1 22 1 0 0,0-2 286 0 0,1 0-3423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 94 2473 0 0,'-3'-2'3360'0'0,"-11"-6"-2749"0"0,14 8-556 0 0,0 0-1 0 0,0-1 1 0 0,0 1 0 0 0,0-1 0 0 0,-1 1-1 0 0,1-1 1 0 0,0 1 0 0 0,0-1 0 0 0,0 1-1 0 0,0-1 1 0 0,0 0 0 0 0,0 1-1 0 0,0-1 1 0 0,0 1 0 0 0,1-1 0 0 0,-1 1-1 0 0,0-1 1 0 0,0 1 0 0 0,0-1 0 0 0,0 1-1 0 0,1 0 1 0 0,-1-1 0 0 0,0 1-1 0 0,1-1 1 0 0,-1 1 0 0 0,0-1 0 0 0,1 1-1 0 0,-1 0 1 0 0,0-1 0 0 0,1 1-1 0 0,-1 0 1 0 0,1-1 0 0 0,-1 1 0 0 0,0 0-1 0 0,1-1 1 0 0,19-12 446 0 0,-19 11-437 0 0,12-5 54 0 0,1-1-1 0 0,-1 2 1 0 0,1 0-1 0 0,0 0 1 0 0,1 1-1 0 0,26-5 1 0 0,-34 8-72 0 0,0 1 0 0 0,1 0 0 0 0,-1 1-1 0 0,0-1 1 0 0,1 1 0 0 0,-1 1 0 0 0,0-1 0 0 0,1 1 0 0 0,-1 1 0 0 0,0-1 0 0 0,0 1 0 0 0,0 1 0 0 0,0-1 0 0 0,0 1-1 0 0,-1 0 1 0 0,8 5 0 0 0,-11-4-15 0 0,0 0 0 0 0,0 0-1 0 0,-1 0 1 0 0,1 1 0 0 0,-1-1-1 0 0,0 1 1 0 0,2 4 0 0 0,-2-2 29 0 0,0-2-18 0 0,0 0 1 0 0,-1 0 0 0 0,1 0-1 0 0,-1 0 1 0 0,0 0 0 0 0,-1 0-1 0 0,1 0 1 0 0,-1 0 0 0 0,0 0-1 0 0,-1 0 1 0 0,1 0 0 0 0,-1 0-1 0 0,0 0 1 0 0,0 0 0 0 0,0 0-1 0 0,-1-1 1 0 0,0 1 0 0 0,0 0-1 0 0,0-1 1 0 0,0 1 0 0 0,-6 7 0 0 0,4-6 11 0 0,-1 0 0 0 0,0 0 0 0 0,0 0 0 0 0,0-1 0 0 0,0 0 0 0 0,-1 0 0 0 0,0 0 0 0 0,0-1 0 0 0,0 0 1 0 0,0 0-1 0 0,-1 0 0 0 0,0-1 0 0 0,-12 4 0 0 0,14-5-46 0 0,0 0 0 0 0,0 0 1 0 0,0 1-1 0 0,0 0 0 0 0,1 0 0 0 0,-9 7 0 0 0,13-10-10 0 0,0 0 1 0 0,0 0-1 0 0,0 1 0 0 0,1-1 0 0 0,-1 0 0 0 0,0 0 0 0 0,0 1 0 0 0,0-1 0 0 0,0 0 0 0 0,0 0 0 0 0,0 0 0 0 0,1 1 1 0 0,-1-1-1 0 0,0 0 0 0 0,0 0 0 0 0,0 0 0 0 0,1 1 0 0 0,-1-1 0 0 0,0 0 0 0 0,0 0 0 0 0,1 0 0 0 0,-1 0 0 0 0,0 0 1 0 0,0 0-1 0 0,1 1 0 0 0,-1-1 0 0 0,0 0 0 0 0,0 0 0 0 0,1 0 0 0 0,-1 0 0 0 0,0 0 0 0 0,1 0 0 0 0,-1 0 0 0 0,0 0 0 0 0,14 2 9 0 0,-12-2-20 0 0,17 2-24 0 0,-9-1 38 0 0,-1 0 0 0 0,1 1-1 0 0,0 0 1 0 0,-1 0 0 0 0,0 1 0 0 0,0 0 0 0 0,12 6-1 0 0,-16-6-2 0 0,-3-3 2 0 0,0 1-1 0 0,0 0 1 0 0,0 0 0 0 0,-1 0 0 0 0,1 0 0 0 0,0 1 0 0 0,-1-1-1 0 0,1 0 1 0 0,-1 1 0 0 0,1-1 0 0 0,-1 1 0 0 0,0-1 0 0 0,1 1-1 0 0,-1 0 1 0 0,0 0 0 0 0,0-1 0 0 0,0 1 0 0 0,0 0 0 0 0,-1 0-1 0 0,1 0 1 0 0,0 0 0 0 0,-1 0 0 0 0,1 2 0 0 0,18 45 94 0 0,-14-40-38 0 0,-1 1 0 0 0,0 0-1 0 0,3 14 1 0 0,-6-20-43 0 0,-1 0 0 0 0,1 1 0 0 0,-1-1 0 0 0,0 0 0 0 0,0 1 0 0 0,0-1 0 0 0,-1 0 0 0 0,1 0-1 0 0,-1 0 1 0 0,0 1 0 0 0,-1-1 0 0 0,-1 5 0 0 0,1-5 29 0 0,0 0 0 0 0,-1-1 1 0 0,1 1-1 0 0,-1-1 0 0 0,1 1 0 0 0,-1-1 0 0 0,0 0 1 0 0,-1 0-1 0 0,1 0 0 0 0,0 0 0 0 0,-1-1 0 0 0,0 1 0 0 0,1-1 1 0 0,-9 3-1 0 0,-4 2 207 0 0,0-1 0 0 0,-24 5 0 0 0,37-10-205 0 0,-23 4 213 0 0,21-5-232 0 0,-1 1 0 0 0,1 0 0 0 0,-1 1 0 0 0,1-1 0 0 0,-1 1 0 0 0,1 0 0 0 0,-5 3 0 0 0,3-1-26 0 0,0-1 0 0 0,0-1 0 0 0,0 1 0 0 0,0-1 0 0 0,-1 0 1 0 0,1 0-1 0 0,-1-1 0 0 0,1 0 0 0 0,-1-1 0 0 0,1 0 0 0 0,-13-1 1 0 0,8 1-148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111 89 4001 0 0,'-8'-7'3949'0'0,"-7"-9"-2121"0"0,15 16-1823 0 0,-1-1 55 0 0,1 0 1 0 0,-1 0-1 0 0,0 0 0 0 0,0 1 1 0 0,0-1-1 0 0,0 0 0 0 0,0 0 1 0 0,0 1-1 0 0,0-1 0 0 0,0 0 1 0 0,0 1-1 0 0,0-1 1 0 0,-2 0-1 0 0,2 2-60 0 0,0-1 1 0 0,0 1-1 0 0,0-1 1 0 0,1 1-1 0 0,-1 0 1 0 0,0 0-1 0 0,0-1 1 0 0,1 1-1 0 0,-1 0 1 0 0,0 0-1 0 0,1 0 1 0 0,-1 0-1 0 0,1-1 1 0 0,-1 1-1 0 0,1 0 1 0 0,0 0-1 0 0,-1 2 1 0 0,-11 26 18 0 0,1 1 0 0 0,2 0-1 0 0,1 0 1 0 0,1 0 0 0 0,2 1 0 0 0,1 0 0 0 0,-1 35 0 0 0,5-62 50 0 0,0 1 1 0 0,0-1 0 0 0,0 0-1 0 0,1 0 1 0 0,0 0-1 0 0,-1 0 1 0 0,1 0 0 0 0,1 0-1 0 0,-1 0 1 0 0,0 0 0 0 0,1 0-1 0 0,0 0 1 0 0,3 4 0 0 0,-3-6-25 0 0,1-1 0 0 0,-1 0 0 0 0,0 0 0 0 0,1 0 0 0 0,-1 0 0 0 0,1 0 0 0 0,4 1 0 0 0,11 3 27 0 0,-13-2-51 0 0,0-1 1 0 0,-1 0 0 0 0,1 0 0 0 0,0 0 0 0 0,1-1 0 0 0,-1 0 0 0 0,0 0-1 0 0,0 0 1 0 0,0 0 0 0 0,1-1 0 0 0,-1 0 0 0 0,10-1 0 0 0,-7 0 15 0 0,0 0-1 0 0,1-1 1 0 0,-1 0 0 0 0,0-1 0 0 0,0 0 0 0 0,-1 0 0 0 0,9-5-1 0 0,-14 7-21 0 0,0-1 0 0 0,-1 1 0 0 0,1-1 0 0 0,-1 0 0 0 0,0 1 0 0 0,0-1 0 0 0,0 0 0 0 0,1 0 0 0 0,-2 0 0 0 0,1 0 0 0 0,0 0 0 0 0,0 0 0 0 0,-1 0-1 0 0,1 0 1 0 0,0-2 0 0 0,6-17 112 0 0,-3 15-107 0 0,-1 0 0 0 0,0 0 1 0 0,-1 0-1 0 0,0-1 0 0 0,0 1 1 0 0,0-1-1 0 0,0 0 0 0 0,-1 1 1 0 0,0-1-1 0 0,-1 0 0 0 0,0 0 0 0 0,0-8 1 0 0,-3-5-12 0 0,0-1 1 0 0,-10-33 0 0 0,6 31-37 0 0,-4-36 0 0 0,11 57 10 0 0,0 0 1 0 0,-1 0 0 0 0,1 0 0 0 0,0 0-1 0 0,0 0 1 0 0,1 0 0 0 0,-1 0 0 0 0,0 0-1 0 0,1 0 1 0 0,-1 0 0 0 0,1 0 0 0 0,-1 0 0 0 0,1 0-1 0 0,0 0 1 0 0,0 1 0 0 0,0-1 0 0 0,0 0-1 0 0,0 1 1 0 0,1-1 0 0 0,-1 0 0 0 0,0 1-1 0 0,1-1 1 0 0,1-1 0 0 0,2 0 4 0 0,0 1 1 0 0,-1-1-1 0 0,1 1 0 0 0,0 0 1 0 0,0 0-1 0 0,0 1 0 0 0,1 0 0 0 0,4-1 1 0 0,-5 0 4 0 0,0 2 0 0 0,0-1 0 0 0,1 0 0 0 0,-1 1 0 0 0,0 0 0 0 0,0 0 0 0 0,6 1 0 0 0,-10 0 5 0 0,1-1 1 0 0,-1 0-1 0 0,0 1 0 0 0,1-1 1 0 0,-1 1-1 0 0,0 0 1 0 0,0-1-1 0 0,1 1 0 0 0,-1 0 1 0 0,0 0-1 0 0,0-1 1 0 0,0 1-1 0 0,0 0 0 0 0,0 0 1 0 0,0 0-1 0 0,0 0 1 0 0,-1 1-1 0 0,1-1 0 0 0,0 0 1 0 0,0 0-1 0 0,-1 0 1 0 0,1 1-1 0 0,-1-1 0 0 0,1 0 1 0 0,-1 1-1 0 0,0-1 1 0 0,1 0-1 0 0,-1 1 0 0 0,0 2 1 0 0,1 1 0 0 0,0 1 0 0 0,0-1 0 0 0,1 0 1 0 0,0 0-1 0 0,0 0 0 0 0,4 8 0 0 0,-3-7 0 0 0,0 1-1 0 0,0-1 1 0 0,-1 0-1 0 0,2 8 0 0 0,0 15 37 0 0,-1 1-1 0 0,-3 54 1 0 0,0-43 3 0 0,0-40-23 0 0,1 0 1 0 0,-1 0 0 0 0,1 0-1 0 0,-1 0 1 0 0,1 0 0 0 0,-1-1-1 0 0,1 1 1 0 0,-1 0-1 0 0,1 0 1 0 0,0 0 0 0 0,0-1-1 0 0,-1 1 1 0 0,1 0 0 0 0,0-1-1 0 0,0 1 1 0 0,0-1-1 0 0,0 1 1 0 0,0-1 0 0 0,0 1-1 0 0,0-1 1 0 0,0 0 0 0 0,0 1-1 0 0,0-1 1 0 0,0 0-1 0 0,0 0 1 0 0,0 0 0 0 0,0 0-1 0 0,0 0 1 0 0,1 0 0 0 0,3 1 39 0 0,-1-1 0 0 0,1 0 0 0 0,0 0 0 0 0,-1 0 0 0 0,8-2 0 0 0,-8 1-22 0 0,0 0 1 0 0,0-1 0 0 0,-1 0 0 0 0,1 0-1 0 0,0 0 1 0 0,-1 0 0 0 0,1-1 0 0 0,-1 1-1 0 0,0-1 1 0 0,0 0 0 0 0,0 0 0 0 0,0 0-1 0 0,0 0 1 0 0,-1-1 0 0 0,0 1 0 0 0,1-1-1 0 0,-1 1 1 0 0,0-1 0 0 0,-1 0 0 0 0,1 0-1 0 0,-1 0 1 0 0,1 0 0 0 0,-1 0 0 0 0,-1 0-1 0 0,2-5 1 0 0,-1 3-7 0 0,1 0 0 0 0,0 0 0 0 0,1 0 1 0 0,4-8-1 0 0,-4 9-11 0 0,-1 0 0 0 0,0-1 1 0 0,1 1-1 0 0,-2 0 1 0 0,1-1-1 0 0,-1 1 0 0 0,1-7 1 0 0,-1 2 4 0 0,-2 1 0 0 0,0-1 0 0 0,0 1 0 0 0,-1-1 0 0 0,0 1 1 0 0,0 0-1 0 0,-1 0 0 0 0,0 0 0 0 0,-1 0 0 0 0,0 0 0 0 0,-8-13 0 0 0,4 7-39 0 0,7 14 7 0 0,-1-1 1 0 0,0 1-1 0 0,0 0 1 0 0,1 0-1 0 0,-1-1 1 0 0,0 1-1 0 0,0 0 0 0 0,0 1 1 0 0,-1-1-1 0 0,1 0 1 0 0,0 1-1 0 0,0-1 1 0 0,-5 0-1 0 0,-15-6-113 0 0,18 5 72 0 0,0 1 0 0 0,0-1 0 0 0,-1 1 0 0 0,1-1 0 0 0,0 1 0 0 0,0 1 0 0 0,-1-1 0 0 0,1 1 0 0 0,0-1 0 0 0,-1 1 0 0 0,1 0 0 0 0,-1 1 0 0 0,1-1 0 0 0,-6 2 0 0 0,8-1-123 0 0,-1-1 0 0 0,1 1 0 0 0,0-1 0 0 0,-1 1 0 0 0,1 0 0 0 0,0 0 1 0 0,0 0-1 0 0,0 0 0 0 0,0 1 0 0 0,0-1 0 0 0,0 1 0 0 0,0-1 0 0 0,0 1 1 0 0,0-1-1 0 0,1 1 0 0 0,-1 0 0 0 0,0 0 0 0 0,1 0 0 0 0,0 0 0 0 0,-1 0 0 0 0,1 0 1 0 0,0 0-1 0 0,0 1 0 0 0,0-1 0 0 0,1 0 0 0 0,-2 5 0 0 0,-1 5-1454 0 0,-3-1-484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91 8 6577 0 0,'0'0'483'0'0,"-17"-8"1490"0"0,15 9-1899 0 0,0 0 0 0 0,0 0 0 0 0,0 0 1 0 0,0 1-1 0 0,0-1 0 0 0,0 0 0 0 0,0 1 1 0 0,0-1-1 0 0,1 1 0 0 0,-1 0 0 0 0,1 0 1 0 0,-1-1-1 0 0,1 1 0 0 0,0 0 0 0 0,0 0 1 0 0,0 0-1 0 0,0 0 0 0 0,0 0 0 0 0,0 1 1 0 0,0-1-1 0 0,1 0 0 0 0,-1 0 0 0 0,1 1 1 0 0,-1 3-1 0 0,-1 1-19 0 0,0 1 1 0 0,-1-1-1 0 0,-5 12 1 0 0,4-12-30 0 0,1 0 1 0 0,0 1 0 0 0,-4 14 0 0 0,4 0 2 0 0,0 0-1 0 0,2 1 0 0 0,2 38 0 0 0,13 69-101 0 0,0-12 127 0 0,-12-73-73 0 0,2 20 52 0 0,14 77 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153 27 2401 0 0,'11'-25'9331'0'0,"-12"24"-9309"0"0,1 1-1 0 0,-1 0 1 0 0,0 0-1 0 0,1 0 0 0 0,-1 0 1 0 0,0 0-1 0 0,1 0 1 0 0,-1 0-1 0 0,0 0 1 0 0,1 0-1 0 0,-1 0 1 0 0,1 0-1 0 0,-1 0 1 0 0,0 0-1 0 0,1 0 1 0 0,-1 0-1 0 0,1 1 1 0 0,-1-1-1 0 0,0 0 1 0 0,1 1-1 0 0,-1-1 1 0 0,1 0-1 0 0,-1 1 1 0 0,0 0-1 0 0,-6 2-14 0 0,0 1-1 0 0,1 0 1 0 0,-1 0-1 0 0,1 1 1 0 0,0 0-1 0 0,0 0 1 0 0,1 0-1 0 0,-1 1 1 0 0,1 0-1 0 0,1 0 1 0 0,-1 0 0 0 0,1 1-1 0 0,0-1 1 0 0,0 1-1 0 0,1 0 1 0 0,0 0-1 0 0,-3 8 1 0 0,-8 30-23 0 0,12-34-7 0 0,-1-1 1 0 0,-1 1-1 0 0,0-1 1 0 0,-5 10 0 0 0,7-16 36 0 0,-1-1 0 0 0,1 1 1 0 0,1 0-1 0 0,-1 0 0 0 0,0 1 0 0 0,1-1 1 0 0,0 0-1 0 0,0 0 0 0 0,0 1 1 0 0,1-1-1 0 0,-1 1 0 0 0,1-1 1 0 0,0 0-1 0 0,0 1 0 0 0,1-1 1 0 0,-1 1-1 0 0,1-1 0 0 0,0 0 0 0 0,0 0 1 0 0,0 1-1 0 0,4 5 0 0 0,-4-8 3 0 0,0-1 0 0 0,0 1 0 0 0,0-1 0 0 0,0 0-1 0 0,0 0 1 0 0,1 0 0 0 0,-1 0 0 0 0,0 0 0 0 0,1 0 0 0 0,-1 0-1 0 0,1 0 1 0 0,-1 0 0 0 0,1 0 0 0 0,0-1 0 0 0,1 1-1 0 0,31 7 53 0 0,-13-3-24 0 0,6 3-16 0 0,39 6-1 0 0,-61-13-157 0 0,0 0-1 0 0,0 1 0 0 0,-1 0 0 0 0,1 0 0 0 0,0 0 0 0 0,7 6 1 0 0,-5-4-336 0 0,7 3-1653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 30 5041 0 0,'0'0'598'0'0,"-17"-29"4156"0"0,17 45-4528 0 0,8 300 828 0 0,10-19-952 0 0,-17-270-2588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67 4689 0 0,'0'0'1478'0'0,"7"-14"793"0"0,11 8-1943 0 0,0 0 1 0 0,32-5-1 0 0,-45 10-283 0 0,-1 0 0 0 0,0-1 0 0 0,0 1-1 0 0,0-1 1 0 0,0 0 0 0 0,6-3 0 0 0,-7 3 56 0 0,0 0 0 0 0,1 0 0 0 0,-1 0 0 0 0,0 1 0 0 0,1 0 0 0 0,0-1 0 0 0,-1 1 0 0 0,1 1 0 0 0,-1-1 0 0 0,6 0 0 0 0,-7 1-63 0 0,1 0 1 0 0,0 0-1 0 0,-1 0 1 0 0,1 0 0 0 0,-1 0-1 0 0,1 1 1 0 0,-1-1-1 0 0,1 1 1 0 0,-1 0-1 0 0,0 0 1 0 0,1 0 0 0 0,-1 0-1 0 0,0 0 1 0 0,0 0-1 0 0,1 1 1 0 0,-1-1 0 0 0,0 1-1 0 0,0 0 1 0 0,-1-1-1 0 0,1 1 1 0 0,0 0-1 0 0,0 0 1 0 0,-1 0 0 0 0,1 0-1 0 0,-1 0 1 0 0,0 1-1 0 0,0-1 1 0 0,2 4 0 0 0,2 4 3 0 0,-1 1 0 0 0,0 0 0 0 0,-1 1 0 0 0,0-1 0 0 0,-1 0 0 0 0,0 1 0 0 0,0-1 0 0 0,-2 1 0 0 0,1 0-1 0 0,-1-1 1 0 0,-3 20 0 0 0,-2-1 103 0 0,0-1-1 0 0,-2 0 0 0 0,-15 39 0 0 0,-65 151 349 0 0,58-148-411 0 0,22-55-89 0 0,4-11 4 0 0,1 0 1 0 0,-1 0-1 0 0,1 0 0 0 0,0 0 0 0 0,1 1 0 0 0,-1-1 1 0 0,1 0-1 0 0,0 1 0 0 0,1-1 0 0 0,-1 1 0 0 0,1-1 1 0 0,0 10-1 0 0,1-14 12 0 0,0 0 1 0 0,-1 0-1 0 0,1 0 1 0 0,0 0-1 0 0,0 0 1 0 0,0-1 0 0 0,0 1-1 0 0,-1 0 1 0 0,1 0-1 0 0,0-1 1 0 0,0 1-1 0 0,0-1 1 0 0,1 1-1 0 0,-1-1 1 0 0,0 1-1 0 0,0-1 1 0 0,0 0-1 0 0,0 1 1 0 0,0-1-1 0 0,0 0 1 0 0,3 0-1 0 0,25 2 79 0 0,-22-2-63 0 0,0-1 0 0 0,0 0 0 0 0,1 0 0 0 0,-1 0-1 0 0,0-1 1 0 0,0-1 0 0 0,-1 1 0 0 0,1-1 0 0 0,0 0 0 0 0,11-7-1 0 0,-14 7-9 0 0,0-1-1 0 0,0 1 0 0 0,0-1 0 0 0,0 1 0 0 0,-1-1 1 0 0,1 0-1 0 0,-1 0 0 0 0,0-1 0 0 0,-1 1 0 0 0,1-1 0 0 0,-1 1 1 0 0,1-1-1 0 0,-2 0 0 0 0,1 0 0 0 0,2-9 0 0 0,-2 7 10 0 0,0-1 0 0 0,1 1-1 0 0,5-11 1 0 0,-5 13-3 0 0,-1 0 0 0 0,1-1 0 0 0,-1 1 0 0 0,-1 0 0 0 0,1-1 0 0 0,-1 1 0 0 0,0-1 0 0 0,1-9 0 0 0,-3 7-4 0 0,0 0 0 0 0,0 1-1 0 0,-1-1 1 0 0,0 1-1 0 0,0-1 1 0 0,0 1 0 0 0,-8-13-1 0 0,-2-10 48 0 0,10 25-61 0 0,-1 0 0 0 0,1 0 0 0 0,-1 0 0 0 0,0 1 0 0 0,-1-1 0 0 0,1 1 0 0 0,-1 0 0 0 0,0 0 0 0 0,0 0 0 0 0,0 0 0 0 0,0 1 0 0 0,-1-1 0 0 0,1 1 0 0 0,-1 0 0 0 0,0 1 0 0 0,-5-3 0 0 0,-4-1-13 0 0,1 1 1 0 0,-1 0-1 0 0,0 1 1 0 0,0 1 0 0 0,-18-2-1 0 0,28 4-59 0 0,0-1 1 0 0,-1 1-1 0 0,1-1 0 0 0,0 1 0 0 0,0-1 1 0 0,0 0-1 0 0,0-1 0 0 0,0 1 0 0 0,1-1 1 0 0,-4-3-1 0 0,24 4-48 0 0,314-47 31 0 0,-312 46 77 0 0,-8 0 23 0 0,0 1 0 0 0,0 1 0 0 0,0 0 0 0 0,0 0 0 0 0,-1 1-1 0 0,20 2 1 0 0,-24 7 29 0 0,0 1-39 0 0,-1 1 1 0 0,-1-1-1 0 0,0 1 1 0 0,0 0-1 0 0,-1 0 1 0 0,-1 0-1 0 0,0 0 1 0 0,1 22-1 0 0,-2 3 25 0 0,-7 54 0 0 0,3-52 1 0 0,1 53 1 0 0,2-88-25 0 0,0-1 0 0 0,0 1 0 0 0,1-1 0 0 0,-1 1 0 0 0,1 0 0 0 0,0-1 0 0 0,0 0 0 0 0,0 1 1 0 0,0-1-1 0 0,0 1 0 0 0,0-1 0 0 0,0 0 0 0 0,1 0 0 0 0,0 0 0 0 0,-1 0 0 0 0,1 0 0 0 0,0 0 0 0 0,0 0 0 0 0,0 0 1 0 0,0-1-1 0 0,3 3 0 0 0,-1-2 18 0 0,0 0 0 0 0,0-1 1 0 0,0 1-1 0 0,1-1 1 0 0,-1 0-1 0 0,0 0 0 0 0,0-1 1 0 0,1 1-1 0 0,-1-1 0 0 0,0 0 1 0 0,1 0-1 0 0,6-1 0 0 0,-5 0-2 0 0,0 0 0 0 0,0 0-1 0 0,1 0 1 0 0,-1-1 0 0 0,-1 0-1 0 0,1-1 1 0 0,0 1 0 0 0,0-1-1 0 0,-1 0 1 0 0,0 0 0 0 0,1-1-1 0 0,-1 0 1 0 0,-1 1-1 0 0,1-2 1 0 0,0 1 0 0 0,-1-1-1 0 0,0 1 1 0 0,0-1 0 0 0,0 0-1 0 0,-1-1 1 0 0,6-9 0 0 0,9-23 58 0 0,20-62 1 0 0,-4 8 43 0 0,-31 85-118 0 0,-1-1-1 0 0,0 0 1 0 0,0-1 0 0 0,-1 1-1 0 0,0 0 1 0 0,-1 0 0 0 0,0-1-1 0 0,0 1 1 0 0,0 0 0 0 0,-1-1-1 0 0,-1 1 1 0 0,1 0 0 0 0,-1 0 0 0 0,-1 0-1 0 0,1 0 1 0 0,-1 0 0 0 0,-1 1-1 0 0,-6-12 1 0 0,1-1-8 0 0,8 16-16 0 0,-1 1 0 0 0,1 0 1 0 0,-1-1-1 0 0,1 1 0 0 0,-1 0 0 0 0,0 0 0 0 0,0 0 0 0 0,0 0 0 0 0,-1 0 0 0 0,1 1 0 0 0,-4-4 0 0 0,-3 1-70 0 0,0-1 1 0 0,-1 1-1 0 0,1 1 0 0 0,-18-6 1 0 0,-17-9-322 0 0,40 17 233 0 0,-1 1 1 0 0,1-1-1 0 0,0 0 1 0 0,-1 1-1 0 0,0 0 1 0 0,1 0-1 0 0,-1 1 0 0 0,0-1 1 0 0,1 1-1 0 0,-1 0 1 0 0,0 0-1 0 0,0 0 1 0 0,1 1-1 0 0,-1 0 1 0 0,0 0-1 0 0,1 0 1 0 0,-1 0-1 0 0,1 1 1 0 0,-1 0-1 0 0,1 0 0 0 0,0 0 1 0 0,0 0-1 0 0,-6 4 1 0 0,-1 11-1472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150 1 12715 0 0,'-18'5'1796'0'0,"-24"166"-1554"0"0,22-74-183 0 0,-43 221 18 0 0,57-249-58 0 0,5-62-216 0 0,1 0-1 0 0,1 1 1 0 0,0-1 0 0 0,0 1-1 0 0,0-1 1 0 0,1 0 0 0 0,2 8 0 0 0,-3-14-22 0 0,0 0 1 0 0,0 0 0 0 0,0 0 0 0 0,0 0-1 0 0,0 0 1 0 0,0-1 0 0 0,1 1 0 0 0,-1 0-1 0 0,0-1 1 0 0,0 1 0 0 0,1 0-1 0 0,-1-1 1 0 0,0 0 0 0 0,1 1 0 0 0,-1-1-1 0 0,1 0 1 0 0,-1 0 0 0 0,0 1 0 0 0,1-1-1 0 0,-1 0 1 0 0,1-1 0 0 0,-1 1 0 0 0,1 0-1 0 0,-1 0 1 0 0,3-1 0 0 0,14-6-2020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211 0 4713 0 0,'0'0'6133'0'0,"-8"9"-4414"0"0,-56 62-1404 0 0,48-55-289 0 0,0 1 0 0 0,1 0 0 0 0,1 1 0 0 0,1 1 0 0 0,-18 31 0 0 0,5 6 113 0 0,24-52-147 0 0,1 0 0 0 0,0 0 0 0 0,0 0 0 0 0,0 0 1 0 0,1 1-1 0 0,-1 7 0 0 0,1-10 12 0 0,0 0 0 0 0,0 0 1 0 0,0 0-1 0 0,0-1 0 0 0,0 1 0 0 0,0 0 1 0 0,1 0-1 0 0,-1 0 0 0 0,1-1 1 0 0,-1 1-1 0 0,1 0 0 0 0,0-1 0 0 0,0 1 1 0 0,0 0-1 0 0,0-1 0 0 0,0 1 0 0 0,0-1 1 0 0,0 1-1 0 0,0-1 0 0 0,2 1 0 0 0,10 4 13 0 0,1 0 0 0 0,-1-1 0 0 0,1-1 0 0 0,0 0 0 0 0,0-1 0 0 0,24 1 0 0 0,-17 0-3 0 0,118 8-60 0 0,-131-11-7 0 0,0 0 0 0 0,0 1 0 0 0,0 0 0 0 0,-1 0 0 0 0,10 4-1 0 0,-10-4-232 0 0,-1 1 0 0 0,1-1-1 0 0,0 0 1 0 0,1-1-1 0 0,-1 0 1 0 0,0 0 0 0 0,8 0-1 0 0,15-3-3277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93 58 1584 0 0,'-23'3'3876'0'0,"-24"1"872"0"0,27-3-2360 0 0,17 0-1890 0 0,8 0-723 0 0,66 7 368 0 0,2-3-1 0 0,79-5 0 0 0,-22-1-146 0 0,365-13 3 0 0,-67-1-83 0 0,18 26 148 0 0,157-2-73 0 0,207-64 163 0 0,-603 41-36 0 0,-124 13-3452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245 160 4777 0 0,'-9'-6'2224'0'0,"6"4"-2182"0"0,0-1-1 0 0,-1 1 0 0 0,1-1 0 0 0,0 0 0 0 0,1 0 0 0 0,-1-1 0 0 0,1 1 0 0 0,-1 0 0 0 0,1-1 0 0 0,0 0 0 0 0,0 1 0 0 0,-2-7 0 0 0,-10-16 254 0 0,2 10-154 0 0,10 11 39 0 0,-1 1 1 0 0,1 0-1 0 0,-1 0 0 0 0,-1 0 0 0 0,1 0 1 0 0,0 0-1 0 0,-1 1 0 0 0,0 0 0 0 0,0-1 0 0 0,0 1 1 0 0,0 1-1 0 0,0-1 0 0 0,-8-3 0 0 0,6 3-29 0 0,-20-5 227 0 0,25 8-367 0 0,0 0-1 0 0,0 0 1 0 0,1 0-1 0 0,-1 0 1 0 0,0 0-1 0 0,0 0 1 0 0,1 0-1 0 0,-1 0 1 0 0,0 1-1 0 0,0-1 1 0 0,1 0-1 0 0,-1 0 1 0 0,0 1 0 0 0,1-1-1 0 0,-1 1 1 0 0,0-1-1 0 0,1 0 1 0 0,-1 1-1 0 0,0-1 1 0 0,1 1-1 0 0,-1 0 1 0 0,1-1-1 0 0,-1 1 1 0 0,1-1-1 0 0,0 1 1 0 0,-1 0-1 0 0,1-1 1 0 0,-1 1-1 0 0,1 0 1 0 0,0-1 0 0 0,0 1-1 0 0,-1 0 1 0 0,1 1-1 0 0,-15 40 244 0 0,10-31-237 0 0,1-1 0 0 0,0 1 0 0 0,1 0 0 0 0,0 0 0 0 0,-2 17 0 0 0,5 6 15 0 0,2 0 0 0 0,1 0-1 0 0,1-1 1 0 0,10 34 0 0 0,3 25-8 0 0,-6-8-3 0 0,-2 1 0 0 0,-6 150 0 0 0,-12-99-32 0 0,-10 250 324 0 0,14-214 879 0 0,2-140-1087 0 0,-2-1 0 0 0,-1 1-1 0 0,-13 41 1 0 0,13-55-228 0 0,-11 29-2265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10154 0 0,'0'0'191'0'0,"12"9"1868"0"0,158 76-1784 0 0,-133-69-225 0 0,-30-14-48 0 0,0 1-1 0 0,-1 0 1 0 0,1 0 0 0 0,-1 1-1 0 0,6 3 1 0 0,35 29-70 0 0,53 40 459 0 0,128 74-1 0 0,-81-76-278 0 0,-93-49-64 0 0,100 53 20 0 0,-125-62-21 0 0,-22-11-299 0 0,1 0 0 0 0,0-1 0 0 0,1 0 0 0 0,9 2 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316 5 10410 0 0,'-16'-1'1110'0'0,"15"0"-1114"0"0,-1 0 0 0 0,1 1 0 0 0,-1 0 0 0 0,0-1 1 0 0,1 1-1 0 0,-1 0 0 0 0,1 0 0 0 0,-1 0 0 0 0,0 0 1 0 0,1 0-1 0 0,-1 0 0 0 0,0 0 0 0 0,1 1 0 0 0,-1-1 1 0 0,0 1-1 0 0,1-1 0 0 0,-1 1 0 0 0,1 0 0 0 0,-1-1 1 0 0,1 1-1 0 0,-1 0 0 0 0,1 0 0 0 0,0 0 0 0 0,-1 0 1 0 0,1 0-1 0 0,-2 3 0 0 0,0 0 0 0 0,0 1 0 0 0,0 0-1 0 0,0-1 1 0 0,1 1 0 0 0,0 1 0 0 0,0-1 0 0 0,0 0-1 0 0,0 0 1 0 0,1 1 0 0 0,0-1 0 0 0,0 1 0 0 0,1-1-1 0 0,-1 1 1 0 0,1 0 0 0 0,1-1 0 0 0,-1 1-1 0 0,1-1 1 0 0,-1 1 0 0 0,2-1 0 0 0,-1 1 0 0 0,1-1-1 0 0,-1 0 1 0 0,2 0 0 0 0,2 7 0 0 0,4 7 8 0 0,-8-15-8 0 0,1 0 1 0 0,-1 0-1 0 0,1 0 0 0 0,1-1 1 0 0,-1 1-1 0 0,4 5 0 0 0,9 6 80 0 0,-1 1 0 0 0,0 1 0 0 0,-2 0 0 0 0,0 1-1 0 0,10 20 1 0 0,-17-28-49 0 0,-1-1 63 0 0,1 0-1 0 0,-1 1 0 0 0,3 14 1 0 0,-6-20-27 0 0,0 0 1 0 0,-1-1-1 0 0,1 1 1 0 0,-1 0-1 0 0,0 0 1 0 0,0 0-1 0 0,-1 0 1 0 0,1-1-1 0 0,-1 1 1 0 0,0 0-1 0 0,0 0 1 0 0,0-1-1 0 0,-2 5 1 0 0,2-4-13 0 0,-1 0 0 0 0,0 0 1 0 0,1 0-1 0 0,-1 0 1 0 0,-1-1-1 0 0,1 1 0 0 0,0 0 1 0 0,-1-1-1 0 0,0 0 0 0 0,0 0 1 0 0,0 1-1 0 0,0-2 0 0 0,0 1 1 0 0,-1 0-1 0 0,-6 4 0 0 0,-26 13 14 0 0,-98 51 527 0 0,114-63-967 0 0,-1 0 0 0 0,0-1 0 0 0,0 0 0 0 0,-41 5-1 0 0,43-10-1259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2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496 29 4593 0 0,'0'0'4198'0'0,"-20"-6"-1427"0"0,15 1-2446 0 0,-12-11 930 0 0,17 16-1231 0 0,0 0 0 0 0,-1 0-1 0 0,1 0 1 0 0,0-1 0 0 0,-1 1 0 0 0,1 0 0 0 0,-1 0 0 0 0,1 0 0 0 0,0 0 0 0 0,-1 0-1 0 0,1 0 1 0 0,0 0 0 0 0,-1 0 0 0 0,1 0 0 0 0,-1 0 0 0 0,1 0 0 0 0,0 0 0 0 0,-1 0-1 0 0,1 0 1 0 0,-1 1 0 0 0,1-1 0 0 0,0 0 0 0 0,-1 0 0 0 0,1 0 0 0 0,0 0-1 0 0,-1 1 1 0 0,1-1 0 0 0,0 0 0 0 0,0 0 0 0 0,-1 1 0 0 0,1-1 0 0 0,0 0 0 0 0,0 1-1 0 0,-1-1 1 0 0,1 0 0 0 0,0 1 0 0 0,0-1 0 0 0,0 0 0 0 0,-1 1 0 0 0,1-1 0 0 0,0 0-1 0 0,0 1 1 0 0,0-1 0 0 0,0 1 0 0 0,0-1 0 0 0,0 0 0 0 0,0 1 0 0 0,0-1-1 0 0,0 0 1 0 0,0 1 0 0 0,0 0 0 0 0,-5 33-30 0 0,2 0-1 0 0,1 0 1 0 0,6 65 0 0 0,-2 33 32 0 0,-13 260 812 0 0,11-391-832 0 0,0 1 0 0 0,0-1 0 0 0,-1 0-1 0 0,1 0 1 0 0,-1 0 0 0 0,1 0 0 0 0,-1 0 0 0 0,1 0 0 0 0,-1 0 0 0 0,0 0 0 0 0,1 0 0 0 0,-1-1-1 0 0,0 1 1 0 0,0 0 0 0 0,0 0 0 0 0,0 0 0 0 0,1-1 0 0 0,-3 2 0 0 0,-22 11 62 0 0,19-9-75 0 0,-15 4 30 0 0,0 0-1 0 0,0-2 0 0 0,0 0 0 0 0,-1-1 1 0 0,-39 3-1 0 0,28-3 44 0 0,13-4-90 0 0,17-1 17 0 0,-1 0 0 0 0,1 0 0 0 0,0 0 0 0 0,-1 0 0 0 0,1 1 0 0 0,0 0 0 0 0,-1-1 0 0 0,1 1 1 0 0,0 0-1 0 0,0 1 0 0 0,0-1 0 0 0,0 0 0 0 0,-5 4 0 0 0,14-4 24 0 0,0 1 0 0 0,0-1 0 0 0,0 0 0 0 0,0 0 1 0 0,11-1-1 0 0,38 0-35 0 0,66 9 1 0 0,-97-5 13 0 0,0 1-1 0 0,1 1 1 0 0,-2 0-1 0 0,1 2 1 0 0,24 12-1 0 0,-38-15 24 0 0,-3-2 32 0 0,0 0 1 0 0,1 1-1 0 0,-1 0 0 0 0,-1 1 0 0 0,9 6 0 0 0,-13-10-39 0 0,-1 0 1 0 0,0 0-1 0 0,0 1 0 0 0,0-1 0 0 0,0 0 1 0 0,0 1-1 0 0,0-1 0 0 0,0 1 0 0 0,0-1 0 0 0,-1 1 1 0 0,1-1-1 0 0,0 1 0 0 0,-1-1 0 0 0,0 1 1 0 0,1 0-1 0 0,-1-1 0 0 0,0 1 0 0 0,0 0 1 0 0,0 0-1 0 0,0-1 0 0 0,0 1 0 0 0,0 0 1 0 0,0-1-1 0 0,0 1 0 0 0,-1 0 0 0 0,1-1 1 0 0,-1 1-1 0 0,1-1 0 0 0,-1 1 0 0 0,0-1 1 0 0,-1 3-1 0 0,0-1-10 0 0,0-1 1 0 0,1 0 0 0 0,-1 0-1 0 0,0 0 1 0 0,0 0-1 0 0,0-1 1 0 0,-1 1 0 0 0,1-1-1 0 0,0 1 1 0 0,-1-1 0 0 0,1 0-1 0 0,-1 1 1 0 0,1-1-1 0 0,-1-1 1 0 0,-3 2 0 0 0,-46 8 37 0 0,36-8-20 0 0,-96 17 46 0 0,105-17-57 0 0,0 0-1 0 0,0 0 1 0 0,0 0 0 0 0,0 1-1 0 0,-9 4 1 0 0,-24 9 15 0 0,5-10-50 0 0,29-6-5 0 0,-1 1-1 0 0,0 0 1 0 0,1 1-1 0 0,-1-1 1 0 0,1 1-1 0 0,0 0 0 0 0,-1 1 1 0 0,-5 3-1 0 0,11-5 27 0 0,1-1 0 0 0,0 1 1 0 0,-1 0-1 0 0,1 0 0 0 0,0 0 0 0 0,0 0 0 0 0,0 0 0 0 0,0 0 0 0 0,0 0 0 0 0,0 1 0 0 0,0-1 0 0 0,0 0 0 0 0,0 0 0 0 0,0 0 0 0 0,1 0 0 0 0,-1 0 0 0 0,0 0 0 0 0,1-1 0 0 0,-1 1 0 0 0,0 0 0 0 0,1 0 0 0 0,-1 0 0 0 0,1 0 0 0 0,0 0 0 0 0,-1 0 0 0 0,1-1 0 0 0,0 1 0 0 0,-1 0 0 0 0,1-1 0 0 0,0 1 0 0 0,0 0 0 0 0,0-1 0 0 0,1 1 0 0 0,19 6-5 0 0,0-1 1 0 0,1-1-1 0 0,0-1 0 0 0,40 2 0 0 0,-44-5 8 0 0,144 21 36 0 0,-155-21-27 0 0,0 0 0 0 0,0 1 1 0 0,0-1-1 0 0,0 2 0 0 0,0-1 1 0 0,0 1-1 0 0,0 0 0 0 0,-1 0 0 0 0,13 8 1 0 0,-18-9-7 0 0,1-1 1 0 0,0 0-1 0 0,-1 0 0 0 0,1 1 1 0 0,-1-1-1 0 0,1 1 1 0 0,-1-1-1 0 0,0 1 0 0 0,0-1 1 0 0,0 1-1 0 0,0 0 1 0 0,0 0-1 0 0,0 0 0 0 0,0 0 1 0 0,0-1-1 0 0,-1 1 1 0 0,1 0-1 0 0,-1 0 0 0 0,0 0 1 0 0,1 0-1 0 0,-1 0 1 0 0,0 0-1 0 0,0 0 1 0 0,0 0-1 0 0,0 0 0 0 0,-1 0 1 0 0,1 0-1 0 0,-1 0 1 0 0,1 0-1 0 0,-1 0 0 0 0,1 0 1 0 0,-1 0-1 0 0,0 0 1 0 0,0 0-1 0 0,0-1 0 0 0,0 1 1 0 0,0 0-1 0 0,-1-1 1 0 0,1 1-1 0 0,-2 2 0 0 0,-7 5 3 0 0,-1-1 0 0 0,1 1 0 0 0,-1-1 0 0 0,-1-1 0 0 0,1 0 0 0 0,-1-1 0 0 0,-21 8 0 0 0,11-4 11 0 0,-32 14 20 0 0,-2-3 1 0 0,0-2-1 0 0,-1-2 0 0 0,-62 9 0 0 0,117-26-45 0 0,0 0 0 0 0,1 1 0 0 0,-1 0 0 0 0,0-1-1 0 0,1 1 1 0 0,-1 0 0 0 0,1 0 0 0 0,-1 0 0 0 0,1 0 0 0 0,-1 0 0 0 0,-1 2-1 0 0,2-3 9 0 0,1 1-1 0 0,0-1 0 0 0,0 1 0 0 0,-1-1 0 0 0,1 0 0 0 0,0 1 1 0 0,0-1-1 0 0,0 1 0 0 0,-1-1 0 0 0,1 0 0 0 0,0 1 0 0 0,0-1 1 0 0,0 1-1 0 0,0-1 0 0 0,0 1 0 0 0,0-1 0 0 0,0 1 0 0 0,0-1 1 0 0,0 0-1 0 0,0 1 0 0 0,0-1 0 0 0,1 1 0 0 0,-1-1 0 0 0,0 1 1 0 0,0-1-1 0 0,0 0 0 0 0,0 1 0 0 0,1-1 0 0 0,-1 1 0 0 0,0-1 1 0 0,0 0-1 0 0,1 1 0 0 0,-1-1 0 0 0,0 0 0 0 0,1 1 0 0 0,-1-1 0 0 0,0 0 1 0 0,1 0-1 0 0,-1 1 0 0 0,0-1 0 0 0,1 0 0 0 0,-1 0 0 0 0,1 0 1 0 0,-1 1-1 0 0,1-1 0 0 0,-1 0 0 0 0,0 0 0 0 0,1 0 0 0 0,-1 0 1 0 0,1 0-1 0 0,-1 0 0 0 0,1 0 0 0 0,18 5-11 0 0,1 0 0 0 0,-1-1-1 0 0,36 2 1 0 0,-39-5 21 0 0,0 0 1 0 0,0 1-1 0 0,-1 1 0 0 0,1 0 0 0 0,-1 1 1 0 0,0 1-1 0 0,24 11 0 0 0,-38-15-1 0 0,1 0-1 0 0,-1 0 0 0 0,0 0 0 0 0,0 0 0 0 0,0 0 0 0 0,0 0 0 0 0,0 1 0 0 0,0-1 0 0 0,0 0 0 0 0,0 1 0 0 0,0-1 1 0 0,0 1-1 0 0,-1-1 0 0 0,1 1 0 0 0,-1-1 0 0 0,1 1 0 0 0,-1 2 0 0 0,7 15 38 0 0,-3-12-31 0 0,0 1 1 0 0,-1 0-1 0 0,0 0 0 0 0,0 0 0 0 0,-1 0 0 0 0,0 0 1 0 0,-1 1-1 0 0,0-1 0 0 0,0 1 0 0 0,-1-1 0 0 0,0 0 1 0 0,-1 11-1 0 0,-3 13 131 0 0,-16 61 0 0 0,4-22-26 0 0,8-15 144 0 0,1 0-1 0 0,2 61 1 0 0,10-85-99 0 0,-5-32-164 0 0,5-6-171 0 0,-5 5 190 0 0,0-2-279 0 0,-2 2 246 0 0,-10 2-24 0 0,12-1 30 0 0,-31 0-343 0 0,30 0 333 0 0,1 0 0 0 0,-1 0 1 0 0,0 0-1 0 0,1 0 0 0 0,-1 0 0 0 0,0 0 0 0 0,1 0 1 0 0,-1 0-1 0 0,0 0 0 0 0,1-1 0 0 0,-1 1 1 0 0,1 0-1 0 0,-1 0 0 0 0,0 0 0 0 0,1-1 0 0 0,-1 1 1 0 0,1 0-1 0 0,-1-1 0 0 0,0 0 0 0 0,-1-15-53 0 0,2 16 75 0 0,10-17-31 0 0,-10 15 19 0 0,0 2 17 0 0,-2-4 145 0 0,-5 8-136 0 0,-2 7-21 0 0,6-6 11 0 0,1-1 0 0 0,0 1 0 0 0,1 0 0 0 0,-1-1 0 0 0,1 1 0 0 0,0 0 0 0 0,0 0 0 0 0,0 9 1 0 0,1-13-3 0 0,0 0 1 0 0,0 0 0 0 0,0 0 0 0 0,1 0 0 0 0,-1 0-1 0 0,0 0 1 0 0,0 0 0 0 0,1 0 0 0 0,-1 0 0 0 0,0-1 0 0 0,1 1-1 0 0,-1 0 1 0 0,1 0 0 0 0,-1 0 0 0 0,1-1 0 0 0,0 1-1 0 0,-1 0 1 0 0,1-1 0 0 0,0 1 0 0 0,1 0 0 0 0,-1 0 0 0 0,1 0 0 0 0,-1-1 0 0 0,1 0 1 0 0,-1 1-1 0 0,1-1 0 0 0,-1 0 1 0 0,1 0-1 0 0,-1 1 0 0 0,1-1 0 0 0,0-1 1 0 0,-1 1-1 0 0,1 0 0 0 0,-1 0 0 0 0,1 0 1 0 0,0-1-1 0 0,1 0 0 0 0,-1 0 1 0 0,0 0 0 0 0,0 0 1 0 0,0 0-1 0 0,0 0 0 0 0,0 0 0 0 0,-1-1 0 0 0,1 1 0 0 0,0-1 0 0 0,-1 1 0 0 0,0-1 0 0 0,1 1 0 0 0,-1-1 1 0 0,0 0-1 0 0,2-2 0 0 0,13-29 23 0 0,-15 31-19 0 0,0 1-10 0 0,-1 0 1 0 0,1 0-1 0 0,-1 0 1 0 0,1 0-1 0 0,-1 0 1 0 0,0 0-1 0 0,0 0 1 0 0,1 0-1 0 0,-1 0 1 0 0,0 0-1 0 0,0 0 1 0 0,0 0-1 0 0,0 0 1 0 0,0 0-1 0 0,0 1 1 0 0,0-1-1 0 0,-1 0 1 0 0,1 0-1 0 0,0 0 1 0 0,-1 0-1 0 0,1 0 1 0 0,0 0-1 0 0,-1 0 1 0 0,1 0-1 0 0,-1 0 1 0 0,1 1-1 0 0,-2-2 1 0 0,1 1-1 0 0,0 0 0 0 0,-1 0 0 0 0,1 0-1 0 0,-1 0 1 0 0,1 1 0 0 0,-1-1 0 0 0,1 0 0 0 0,-1 1 0 0 0,1 0 0 0 0,-1-1 0 0 0,0 1 0 0 0,1 0 0 0 0,-1 0 0 0 0,-3 0 0 0 0,2-1-7 0 0,1 1-1 0 0,-1 1 1 0 0,0-1-1 0 0,0 0 1 0 0,0 1-1 0 0,0-1 1 0 0,1 1-1 0 0,-1 0 1 0 0,0 0-1 0 0,1 0 1 0 0,-1 0-1 0 0,0 0 1 0 0,1 1-1 0 0,0-1 1 0 0,-1 1-1 0 0,1-1 1 0 0,0 1-1 0 0,-4 4 1 0 0,5-5 6 0 0,0 1 0 0 0,1-1 1 0 0,-1 0-1 0 0,0 1 1 0 0,1-1-1 0 0,-1 1 1 0 0,1-1-1 0 0,0 0 1 0 0,0 1-1 0 0,-1-1 0 0 0,1 1 1 0 0,0-1-1 0 0,0 1 1 0 0,0-1-1 0 0,0 1 1 0 0,1-1-1 0 0,-1 1 1 0 0,0-1-1 0 0,1 1 0 0 0,-1-1 1 0 0,1 1-1 0 0,-1-1 1 0 0,1 0-1 0 0,0 1 1 0 0,-1-1-1 0 0,1 0 1 0 0,0 0-1 0 0,0 1 0 0 0,0-1 1 0 0,1 1-1 0 0,2 1-4 0 0,1 1 0 0 0,-1-1 0 0 0,1 0 0 0 0,0-1 0 0 0,0 1 0 0 0,0-1 0 0 0,8 2 0 0 0,-6-2 3 0 0,1 0-1 0 0,-1 0 0 0 0,14 1 1 0 0,-18-3 16 0 0,0 0 1 0 0,0 0 0 0 0,0 0-1 0 0,0 0 1 0 0,0 0 0 0 0,0-1-1 0 0,1 1 1 0 0,-1-1 0 0 0,0 0-1 0 0,0 0 1 0 0,4-2 0 0 0,-6 3-14 0 0,-1 0 0 0 0,0-1-1 0 0,1 1 1 0 0,-1-1 0 0 0,0 1 0 0 0,1-1 0 0 0,-1 1 0 0 0,0-1 0 0 0,0 1 0 0 0,1 0 0 0 0,-1-1 0 0 0,0 0 0 0 0,0 1 0 0 0,0-1 0 0 0,0 1 0 0 0,0-1 0 0 0,0 1 0 0 0,1-1 0 0 0,-1 1 0 0 0,0-1 0 0 0,-1 1 0 0 0,1-1 0 0 0,0 1 0 0 0,0-1 0 0 0,0 1-1 0 0,0-1 1 0 0,0 1 0 0 0,0-1 0 0 0,-1 1 0 0 0,1-1 0 0 0,0 1 0 0 0,0-1 0 0 0,-1 1 0 0 0,1-1 0 0 0,0 1 0 0 0,-1 0 0 0 0,1-1 0 0 0,-1 1 0 0 0,1-1 0 0 0,0 1 0 0 0,-1 0 0 0 0,1 0 0 0 0,-1-1 0 0 0,1 1 0 0 0,-1 0 0 0 0,0-1 0 0 0,-23-14-16 0 0,24 14 14 0 0,-19-6-69 0 0,16 6 53 0 0,1 1 1 0 0,-1-1-1 0 0,0 0 0 0 0,1 0 1 0 0,0 0-1 0 0,-1 0 1 0 0,1-1-1 0 0,-1 1 1 0 0,1 0-1 0 0,0-1 0 0 0,0 0 1 0 0,0 0-1 0 0,0 1 1 0 0,-2-4-1 0 0,4 5 17 0 0,0-1 0 0 0,0 1 0 0 0,0 0 0 0 0,-1 0 0 0 0,1-1 0 0 0,0 1 0 0 0,0 0 0 0 0,0-1 0 0 0,0 1 0 0 0,0 0 0 0 0,0-1 0 0 0,0 1 0 0 0,0 0 0 0 0,0-1 0 0 0,0 1 0 0 0,0 0 0 0 0,0-1 0 0 0,0 1 0 0 0,0 0 0 0 0,1 0 0 0 0,-1-1 0 0 0,0 1 0 0 0,0 0-1 0 0,0-1 1 0 0,0 1 0 0 0,0 0 0 0 0,1 0 0 0 0,-1-1 0 0 0,0 1 0 0 0,0 0 0 0 0,1 0 0 0 0,-1-1 0 0 0,0 1 0 0 0,0 0 0 0 0,1 0 0 0 0,-1 0 0 0 0,0 0 0 0 0,0-1 0 0 0,1 1 0 0 0,-1 0 0 0 0,0 0 0 0 0,1 0 0 0 0,-1 0 0 0 0,0 0 0 0 0,1 0 0 0 0,-1 0 0 0 0,1 0 0 0 0,17-1 346 0 0,-16 1-181 0 0,-1 21 159 0 0,-3 79-311 0 0,0-30 57 0 0,12 123 0 0 0,-9-185-2 0 0,1 1 0 0 0,0-1-1 0 0,0 0 1 0 0,1 0 0 0 0,6 15 0 0 0,-8-23-65 0 0,-1 1-1 0 0,0-1 1 0 0,0 1 0 0 0,0-1 0 0 0,0 1-1 0 0,0-1 1 0 0,0 1 0 0 0,0-1 0 0 0,0 1-1 0 0,0-1 1 0 0,0 1 0 0 0,-1-1 0 0 0,1 1-1 0 0,0-1 1 0 0,0 0 0 0 0,0 1 0 0 0,-1-1-1 0 0,1 1 1 0 0,0-1 0 0 0,0 1 0 0 0,-1-1-1 0 0,1 0 1 0 0,0 1 0 0 0,-1-1-1 0 0,1 0 1 0 0,0 1 0 0 0,-1-1 0 0 0,1 0-1 0 0,-1 1 1 0 0,1-1 0 0 0,-1 0 0 0 0,1 0-1 0 0,0 0 1 0 0,-1 1 0 0 0,1-1 0 0 0,-2 0-1 0 0,-22 8 21 0 0,17-6-18 0 0,-8 3 28 0 0,0-1-1 0 0,-31 4 1 0 0,-18 5-64 0 0,13-5 14 0 0,43-8 28 0 0,1 1-1 0 0,-1 0 1 0 0,0 0 0 0 0,0 1-1 0 0,1 0 1 0 0,-1 1-1 0 0,-14 6 1 0 0,-14 6-53 0 0,1 0-203 0 0,35-15 240 0 0,0 0 0 0 0,0 0 0 0 0,0 0-1 0 0,-1 0 1 0 0,1 1 0 0 0,0-1 0 0 0,0 0 0 0 0,0 0-1 0 0,0 1 1 0 0,-1-1 0 0 0,1 0 0 0 0,0 0 0 0 0,0 1-1 0 0,0-1 1 0 0,0 0 0 0 0,0 0 0 0 0,0 1 0 0 0,0-1 0 0 0,0 0-1 0 0,0 0 1 0 0,0 1 0 0 0,0-1 0 0 0,0 0 0 0 0,0 1-1 0 0,0-1 1 0 0,0 0 0 0 0,0 0 0 0 0,0 1 0 0 0,0-1-1 0 0,1 0 1 0 0,-1 0 0 0 0,0 1 0 0 0,0-1 0 0 0,0 0-1 0 0,0 0 1 0 0,0 0 0 0 0,1 1 0 0 0,-1-1 0 0 0,0 0 0 0 0,0 0-1 0 0,0 0 1 0 0,1 0 0 0 0,-1 1 0 0 0,0-1 0 0 0,0 0-1 0 0,1 0 1 0 0,-1 0 0 0 0,0 0 0 0 0,0 0 0 0 0,1 0-1 0 0,-1 1 1 0 0,18 8-42 0 0,-15-8 48 0 0,14 6-6 0 0,0 0 0 0 0,0-2-1 0 0,0 0 1 0 0,0-1 0 0 0,33 4 0 0 0,93-3-59 0 0,-98-5 65 0 0,87 10 0 0 0,-116-8-2 0 0,-11-2 25 0 0,0 0 0 0 0,-1 1 0 0 0,1-1 1 0 0,0 1-1 0 0,-1 0 0 0 0,1 1 0 0 0,-1-1 1 0 0,1 1-1 0 0,-1 0 0 0 0,6 3 0 0 0,-10-5-13 0 0,2 3 61 0 0,-9 3-61 0 0,-16 6 2 0 0,1-1 0 0 0,-2-1 0 0 0,-42 12 1 0 0,-79 12 7 0 0,20-6-13 0 0,101-18-175 0 0,24-10 162 0 0,-1 0 0 0 0,1 0 1 0 0,-1 1-1 0 0,1-1 0 0 0,0 0 0 0 0,-1 0 1 0 0,1 0-1 0 0,0 0 0 0 0,-1 1 0 0 0,1-1 1 0 0,0 0-1 0 0,-1 0 0 0 0,1 0 0 0 0,0 1 1 0 0,-1-1-1 0 0,1 0 0 0 0,0 1 1 0 0,0-1-1 0 0,0 0 0 0 0,-1 1 0 0 0,1-1 1 0 0,0 0-1 0 0,0 1 0 0 0,0-1 0 0 0,0 0 1 0 0,-1 1-1 0 0,1-1 0 0 0,0 0 0 0 0,0 1 1 0 0,0-1-1 0 0,0 1 0 0 0,0-1 0 0 0,0 0 1 0 0,0 1-1 0 0,0-1 0 0 0,0 1 1 0 0,0-1-1 0 0,0 0 0 0 0,0 1 0 0 0,1-1 1 0 0,-1 0-1 0 0,0 1 0 0 0,0-1 0 0 0,0 0 1 0 0,0 1-1 0 0,1-1 0 0 0,-1 0 0 0 0,0 1 1 0 0,0-1-1 0 0,1 0 0 0 0,-1 1 1 0 0,0-1-1 0 0,1 0 0 0 0,-1 0 0 0 0,0 1 1 0 0,1-1-1 0 0,-1 0 0 0 0,0 0 0 0 0,1 0 1 0 0,-1 0-1 0 0,0 1 0 0 0,1-1 0 0 0,-1 0 1 0 0,0 0-1 0 0,1 0 0 0 0,-1 0 1 0 0,1 0-1 0 0,8 3 3 0 0,0 0 1 0 0,0-1-1 0 0,17 2 1 0 0,-18-3 3 0 0,1 0 0 0 0,-1 1-1 0 0,0-1 1 0 0,0 2 0 0 0,1-1 0 0 0,9 6-1 0 0,-10-4 0 0 0,1 0-1 0 0,0 0 0 0 0,0-1 0 0 0,0 0 0 0 0,0-1 0 0 0,1 0 0 0 0,14 1 0 0 0,6-2 6 0 0,32-2 1 0 0,-10 0 214 0 0,-54 2-223 0 0,1 0-1 0 0,0 0 1 0 0,-1 0 0 0 0,1 0-1 0 0,0 1 1 0 0,0-1 0 0 0,0 0-1 0 0,0 1 1 0 0,0-1 0 0 0,1 1-1 0 0,-1-1 1 0 0,-1 3-1 0 0,-9 31-29 0 0,-2-1 40 0 0,2 2-1 0 0,1-1 1 0 0,2 1-1 0 0,-5 49 1 0 0,13-76-7 0 0,0 2 4 0 0,-1-1 0 0 0,0 0 0 0 0,0 0 0 0 0,-1 0 0 0 0,0 0 0 0 0,-1 0 0 0 0,-5 14 0 0 0,2-12 29 0 0,2 0 0 0 0,0 0-1 0 0,1 0 1 0 0,0 0 0 0 0,0 1 0 0 0,1-1-1 0 0,1 1 1 0 0,0 0 0 0 0,2 20 0 0 0,1-4-937 0 0,2-1 1 0 0,1 0-1 0 0,10 33 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147 31 3369 0 0,'-146'0'8594'0'0,"334"19"-8536"0"0,65 5 13 0 0,382-35-44 0 0,-478 2-65 0 0,507 4 89 0 0,9-1 545 0 0,37-8-313 0 0,-65-4-153 0 0,-201 8 118 0 0,-303 11 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2 221 10410 0 0,'-2'-1'977'0'0,"6"-3"-424"0"0,14-9-309 0 0,27-10-353 0 0,-13 11 154 0 0,1 2 0 0 0,0 1 0 0 0,1 1 0 0 0,64-5 1 0 0,-53 8-54 0 0,244-12 225 0 0,-80 9-152 0 0,52-19-28 0 0,-193 17-9 0 0,121-36 0 0 0,-179 43 113 0 0,0 0-1 0 0,0 0 0 0 0,0 1 1 0 0,0 1-1 0 0,13-1 285 0 0,-51 3 942 0 0,25 1-1362 0 0,1 0 1 0 0,-1 0-1 0 0,1 1 1 0 0,-1-1-1 0 0,1 0 1 0 0,0 1-1 0 0,0 0 0 0 0,0-1 1 0 0,0 1-1 0 0,0 0 1 0 0,1 0-1 0 0,-1 0 1 0 0,1 0-1 0 0,0 0 1 0 0,0 0-1 0 0,0 1 1 0 0,-1 3-1 0 0,0 7-3 0 0,0 0 0 0 0,-1 24 0 0 0,4-1 67 0 0,2 0 1 0 0,1 0-1 0 0,2-1 0 0 0,20 67 1 0 0,-25-98-76 0 0,3 16 58 0 0,-1-1-1 0 0,-1 1 0 0 0,0 0 1 0 0,-2 22-1 0 0,0-35-30 0 0,0-6-16 0 0,0-1 0 0 0,-1 1 1 0 0,1-1-1 0 0,0 1 0 0 0,-1-1 0 0 0,1 0 1 0 0,-1 1-1 0 0,0-1 0 0 0,1 0 0 0 0,-1 1 1 0 0,0-1-1 0 0,0 0 0 0 0,-1 2 0 0 0,1-2-256 0 0,0 0 1 0 0,0 0-1 0 0,0 1 0 0 0,0-1 0 0 0,1 1 0 0 0,-1-1 0 0 0,0 0 1 0 0,1 1-1 0 0,-1 0 0 0 0,1-1 0 0 0,-1 1 0 0 0,1-1 0 0 0,-1 3 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96 50 2537 0 0,'-95'1'8957'0'0,"102"-4"-8556"0"0,46-9-146 0 0,1 2 0 0 0,1 2 0 0 0,59 0 0 0 0,150 4 1947 0 0,-26 0-1576 0 0,-77 3-1610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 1 7754 0 0,'-2'0'3732'0'0,"-5"3"-3934"0"0,10-2 223 0 0,0 1 1 0 0,0-1-1 0 0,1 1 1 0 0,-1-1-1 0 0,0 0 1 0 0,1-1-1 0 0,-1 1 1 0 0,1 0-1 0 0,-1-1 1 0 0,1 0-1 0 0,6 0 1 0 0,5 1 105 0 0,52 3 468 0 0,69-5 0 0 0,-5-1-50 0 0,-2 9-523 0 0,-74-1-2623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 0 11114 0 0,'0'0'690'0'0,"-2"19"929"0"0,-6 64-1363 0 0,4 1 0 0 0,10 122 0 0 0,11-22 832 0 0,-15-165-1667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31 57 5769 0 0,'-6'0'4310'0'0,"-18"0"-2873"0"0,1103-38-412 0 0,-636 19-655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455 183 9714 0 0,'0'0'352'0'0,"-6"-9"1259"0"0,-4-19-1326 0 0,-11-30 48 0 0,19 54-245 0 0,0-1-1 0 0,-1 1 1 0 0,1-1 0 0 0,-1 1 0 0 0,0 0-1 0 0,-1 0 1 0 0,1 0 0 0 0,-1 0-1 0 0,-4-4 1 0 0,-38-13 579 0 0,40 18-655 0 0,1 0 0 0 0,-1 0 0 0 0,0 1 0 0 0,0 0 0 0 0,0 0 0 0 0,0 0 0 0 0,0 1 0 0 0,0 0-1 0 0,-1 0 1 0 0,1 1 0 0 0,0-1 0 0 0,-1 1 0 0 0,1 1 0 0 0,0-1 0 0 0,-1 1 0 0 0,1 0 0 0 0,0 1 0 0 0,0-1 0 0 0,0 1 0 0 0,0 0 0 0 0,0 1 0 0 0,0-1 0 0 0,-10 8 0 0 0,1-2-5 0 0,10-6-4 0 0,0 0 1 0 0,1 1-1 0 0,0-1 0 0 0,-1 1 0 0 0,1 0 1 0 0,0 0-1 0 0,0 1 0 0 0,1-1 0 0 0,-7 8 1 0 0,-3 11-19 0 0,0 1 0 0 0,2 1 0 0 0,1-1 0 0 0,1 1 0 0 0,1 1 1 0 0,-7 35-1 0 0,12-44 3 0 0,1-7 2 0 0,0 1 0 0 0,0-1 0 0 0,-1 0 0 0 0,-6 15 0 0 0,5-16 4 0 0,1 1 0 0 0,0-1 0 0 0,1 1 0 0 0,0-1 0 0 0,0 1 0 0 0,1 0 0 0 0,0 0 0 0 0,0 0 0 0 0,1 0-1 0 0,2 16 1 0 0,-2-20 21 0 0,1 0-1 0 0,0 0 0 0 0,0 0 0 0 0,0 0 1 0 0,1 0-1 0 0,0 0 0 0 0,-1 0 1 0 0,2-1-1 0 0,-1 1 0 0 0,0-1 0 0 0,1 1 1 0 0,0-1-1 0 0,0 0 0 0 0,0 0 1 0 0,1 0-1 0 0,-1-1 0 0 0,1 1 0 0 0,0-1 1 0 0,8 6-1 0 0,1-3-10 0 0,-1-1 1 0 0,2 0-1 0 0,-1 0 0 0 0,0-2 1 0 0,1 1-1 0 0,0-2 0 0 0,15 2 1 0 0,-22-3-18 0 0,1 0 0 0 0,-1 1 0 0 0,0 0 0 0 0,0 1 1 0 0,10 4-1 0 0,-10-4-40 0 0,1 0 1 0 0,0 0-1 0 0,0-1 0 0 0,10 2 1 0 0,37-2-1837 0 0,-30-3-1102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83 53 4361 0 0,'-8'0'776'0'0,"1"0"-1"0"0,-1 0 1 0 0,1-1 0 0 0,-1-1 0 0 0,1 1-1 0 0,-1-1 1 0 0,1 0 0 0 0,-8-4-1 0 0,14 6-743 0 0,1 0 0 0 0,-1 0-1 0 0,1-1 1 0 0,0 1-1 0 0,-1 0 1 0 0,1 0-1 0 0,0-1 1 0 0,-1 1 0 0 0,1 0-1 0 0,0 0 1 0 0,-1-1-1 0 0,1 1 1 0 0,0-1-1 0 0,-1 1 1 0 0,1 0 0 0 0,0-1-1 0 0,0 1 1 0 0,0 0-1 0 0,-1-1 1 0 0,1 1 0 0 0,0-1-1 0 0,0 1 1 0 0,0-1-1 0 0,0 1 1 0 0,0-1-1 0 0,0 1 1 0 0,0 0 0 0 0,0-1-1 0 0,0 1 1 0 0,0-1-1 0 0,0 1 1 0 0,0-1-1 0 0,0 0 1 0 0,13-10 668 0 0,22 0-274 0 0,-28 10-395 0 0,0 0-1 0 0,0 0 1 0 0,0 0 0 0 0,0 1 0 0 0,0 0 0 0 0,0 1 0 0 0,0 0 0 0 0,0 0 0 0 0,0 0 0 0 0,-1 1 0 0 0,1 0 0 0 0,0 0 0 0 0,8 4 0 0 0,-10-3-17 0 0,-2-2-4 0 0,-1 1 0 0 0,1-1 0 0 0,0 1 0 0 0,-1-1 1 0 0,1 1-1 0 0,-1 0 0 0 0,1 0 0 0 0,-1 0 0 0 0,0 0 0 0 0,0 0 0 0 0,0 1 1 0 0,0-1-1 0 0,0 1 0 0 0,0-1 0 0 0,-1 1 0 0 0,1 0 0 0 0,-1 0 1 0 0,1 3-1 0 0,9 23 24 0 0,-5-16 14 0 0,-2-1 1 0 0,1 1 0 0 0,3 22-1 0 0,-8-30-30 0 0,1 1 0 0 0,-1-1 0 0 0,0 1 0 0 0,-1 0 0 0 0,1-1 0 0 0,-1 1 0 0 0,0 0 0 0 0,-1-1 0 0 0,1 0 0 0 0,-1 1 0 0 0,0-1 0 0 0,-3 6 0 0 0,-2 4 20 0 0,5-11-22 0 0,0 1-1 0 0,0-1 1 0 0,0 0-1 0 0,0-1 0 0 0,-1 1 1 0 0,1 0-1 0 0,-1-1 1 0 0,0 1-1 0 0,-5 3 1 0 0,-84 64 566 0 0,86-67-544 0 0,-9 9 361 0 0,16-7-173 0 0,12-1-77 0 0,19 0 32 0 0,-1-1 0 0 0,1-1 0 0 0,55-4 0 0 0,21 2-12 0 0,-78-1-105 0 0,-16 0-2962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168 1 6273 0 0,'0'0'410'0'0,"-28"0"4343"0"0,27 0-4698 0 0,0 0 0 0 0,0 0-1 0 0,0 0 1 0 0,-1 0 0 0 0,1 0 0 0 0,0 0 0 0 0,0 1 0 0 0,0-1 0 0 0,0 0 0 0 0,0 1 0 0 0,0-1 0 0 0,0 1 0 0 0,0-1-1 0 0,0 1 1 0 0,1-1 0 0 0,-1 1 0 0 0,0 0 0 0 0,0 0 0 0 0,0-1 0 0 0,1 1 0 0 0,-1 0 0 0 0,0 0 0 0 0,1 0-1 0 0,-1 0 1 0 0,1 0 0 0 0,-1 0 0 0 0,1 0 0 0 0,-1 0 0 0 0,0 1 0 0 0,0 4-73 0 0,0 0 0 0 0,0-1 0 0 0,0 1 0 0 0,1 10 0 0 0,-1 3 138 0 0,-9 153-93 0 0,7-98-33 0 0,-2 0-1 0 0,-18 80 1 0 0,23-151 7 0 0,-25 133-6 0 0,23-127 6 0 0,0-1-1 0 0,0 1 1 0 0,-1 0-1 0 0,0-1 0 0 0,-6 13 1 0 0,5-14-396 0 0,1 0 1 0 0,0 0 0 0 0,0 1 0 0 0,1-1 0 0 0,0 1 0 0 0,0 0 0 0 0,1 0 0 0 0,-1 8 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39 183 8962 0 0,'-1'0'68'0'0,"1"0"0"0"0,-1-1-1 0 0,0 1 1 0 0,1 0 0 0 0,-1 0 0 0 0,1 0 0 0 0,-1-1 0 0 0,1 1-1 0 0,-1 0 1 0 0,0-1 0 0 0,1 1 0 0 0,0-1 0 0 0,-1 1 0 0 0,1-1 0 0 0,-1 1-1 0 0,1 0 1 0 0,-1-1 0 0 0,1 0 0 0 0,0 1 0 0 0,-1-1 0 0 0,1 1-1 0 0,0-1 1 0 0,0 1 0 0 0,-1-1 0 0 0,1 0 0 0 0,0 1 0 0 0,0-1-1 0 0,0 1 1 0 0,0-1 0 0 0,0 0 0 0 0,0 1 0 0 0,0-1 0 0 0,0 0-1 0 0,0 1 1 0 0,0-1 0 0 0,0 1 0 0 0,0-1 0 0 0,0 0 0 0 0,1 1 0 0 0,-1-2-1 0 0,8-25 506 0 0,-6 22-488 0 0,1 0 0 0 0,-1 0-1 0 0,1 0 1 0 0,0 1 0 0 0,1-1 0 0 0,-1 1-1 0 0,1 0 1 0 0,0 0 0 0 0,0 0 0 0 0,0 0-1 0 0,1 1 1 0 0,-1 0 0 0 0,9-5 0 0 0,3-1 67 0 0,0 2 1 0 0,1 0 0 0 0,18-5 0 0 0,-16 7-146 0 0,-13 4 0 0 0,-1-1 0 0 0,1 1 0 0 0,-1-1 1 0 0,0 0-1 0 0,5-3 0 0 0,-4 2 13 0 0,-1 0 0 0 0,1 1-1 0 0,0-1 1 0 0,0 2-1 0 0,0-1 1 0 0,6-1 0 0 0,-10 3-8 0 0,1-1 1 0 0,-1 1 0 0 0,1 0 0 0 0,0 0 0 0 0,-1 0 0 0 0,1 0-1 0 0,-1 0 1 0 0,1 0 0 0 0,-1 1 0 0 0,1-1 0 0 0,-1 1 0 0 0,1 0-1 0 0,-1 0 1 0 0,0 0 0 0 0,1 0 0 0 0,-1 0 0 0 0,3 2-1 0 0,-3 0 4 0 0,0-1 0 0 0,0 1-1 0 0,0 0 1 0 0,0 0 0 0 0,-1 1-1 0 0,3 5 1 0 0,2 4 41 0 0,-3-6-35 0 0,0 0 0 0 0,-1 0 0 0 0,1 0 0 0 0,-1 1 0 0 0,-1 0 0 0 0,0-1 0 0 0,0 1 1 0 0,0 0-1 0 0,-1-1 0 0 0,0 1 0 0 0,-1 0 0 0 0,1-1 0 0 0,-2 1 0 0 0,-2 11 0 0 0,-2 6-1 0 0,-2-1 1 0 0,0-1-1 0 0,-14 27 0 0 0,9-15 4 0 0,11-27-24 0 0,-1 0 1 0 0,0-1-1 0 0,0 1 1 0 0,0-1-1 0 0,-6 8 1 0 0,-80 106 62 0 0,-27 39 8 0 0,107-147-76 0 0,1 1 0 0 0,0 0 0 0 0,1 0 0 0 0,1 0 0 0 0,0 1 1 0 0,1 0-1 0 0,-6 28 0 0 0,7-32-4 0 0,-4 10-12 0 0,8-20 21 0 0,0-1 0 0 0,-1 1 0 0 0,1-1 0 0 0,0 1 0 0 0,0-1 0 0 0,0 1 0 0 0,0-1 0 0 0,0 1 0 0 0,0 0 0 0 0,0-1 0 0 0,0 1 0 0 0,0-1 0 0 0,0 1 0 0 0,0-1 0 0 0,0 1 0 0 0,0-1 0 0 0,0 1 0 0 0,0-1 0 0 0,1 1 0 0 0,-1-1 0 0 0,0 1 0 0 0,0-1 0 0 0,1 1 0 0 0,-1-1 0 0 0,0 1 0 0 0,1-1 0 0 0,-1 0 0 0 0,1 1 0 0 0,3 1-2 0 0,0-1 0 0 0,0 0 0 0 0,0 0-1 0 0,0-1 1 0 0,0 1 0 0 0,0-1 0 0 0,0 0 0 0 0,0 0-1 0 0,0 0 1 0 0,1 0 0 0 0,3-2 0 0 0,44-11-10 0 0,-32 6 21 0 0,0-2-1 0 0,-1 0 1 0 0,-1-1-1 0 0,34-24 1 0 0,-47 30 3 0 0,-1 0-1 0 0,0 0 1 0 0,1 0 0 0 0,-2-1-1 0 0,1 1 1 0 0,0-1 0 0 0,-1 0 0 0 0,0 0-1 0 0,0 0 1 0 0,0-1 0 0 0,-1 1-1 0 0,0-1 1 0 0,0 1 0 0 0,1-8 0 0 0,-1 7 3 0 0,-1 0 0 0 0,1 0 0 0 0,0 1 0 0 0,4-11 0 0 0,-4 12-1 0 0,1 0-1 0 0,-2-1 1 0 0,1 1 0 0 0,-1-1 0 0 0,1 0 0 0 0,-1 1-1 0 0,-1-1 1 0 0,1 0 0 0 0,0-6 0 0 0,-3-2 40 0 0,0 0 0 0 0,-1 1 0 0 0,0-1-1 0 0,-1 1 1 0 0,-1 0 0 0 0,0 0 0 0 0,0 0 0 0 0,-1 0 0 0 0,-14-20 0 0 0,9 15 6 0 0,10 13-53 0 0,-1 0 0 0 0,0 1 0 0 0,0 0 0 0 0,-1-1 0 0 0,1 1 0 0 0,-1 0 0 0 0,0 0 0 0 0,1 0-1 0 0,-1 1 1 0 0,0-1 0 0 0,-6-3 0 0 0,-45-18 10 0 0,29 14-307 0 0,7 0-789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132 31 9258 0 0,'-1'0'119'0'0,"0"-1"1"0"0,0 1-1 0 0,0-1 1 0 0,1 0-1 0 0,-1 1 0 0 0,0-1 1 0 0,0 0-1 0 0,0 0 1 0 0,0 1-1 0 0,1-1 1 0 0,-1 0-1 0 0,0 0 0 0 0,1 0 1 0 0,-1 0-1 0 0,1 0 1 0 0,-1-1-1 0 0,0 1-72 0 0,1 0 0 0 0,0 0 0 0 0,0 0 0 0 0,-1 0 0 0 0,1 1 0 0 0,-1-1 1 0 0,1 0-1 0 0,0 0 0 0 0,-1 1 0 0 0,0-1 0 0 0,1 0 0 0 0,-1 1 0 0 0,1-1 0 0 0,-1 1 0 0 0,0-1 0 0 0,1 1 0 0 0,-1-1 0 0 0,0 1 1 0 0,0-1-1 0 0,1 1 0 0 0,-1-1 0 0 0,0 1 0 0 0,0 0 0 0 0,0 0 0 0 0,1-1 0 0 0,-1 1 0 0 0,0 0 0 0 0,-1 0 0 0 0,1 1-18 0 0,0 0 0 0 0,1-1 0 0 0,-1 1 0 0 0,0 0 0 0 0,0 0 0 0 0,1 0 0 0 0,-1 0 0 0 0,1 0-1 0 0,-1 0 1 0 0,1 0 0 0 0,-1 1 0 0 0,1-1 0 0 0,0 0 0 0 0,-1 0 0 0 0,1 2 0 0 0,-2 3 46 0 0,-7 26 51 0 0,2 0 0 0 0,1 0 1 0 0,-3 48-1 0 0,3-27-99 0 0,-43 243 213 0 0,48-291-514 0 0,-1 22 321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189 4 11658 0 0,'-13'-3'1968'0'0,"13"3"-1964"0"0,-1 0 0 0 0,0 0 0 0 0,1 0 0 0 0,-1-1-1 0 0,0 1 1 0 0,1 0 0 0 0,-1 0 0 0 0,0 0 0 0 0,1 0 0 0 0,-1 0 0 0 0,0 0 0 0 0,1 0-1 0 0,-1 0 1 0 0,0 0 0 0 0,0 1 0 0 0,1-1 0 0 0,-1 0 0 0 0,1 0 0 0 0,-1 1 0 0 0,0-1-1 0 0,1 0 1 0 0,-1 1 0 0 0,0-1 0 0 0,1 0 0 0 0,-1 1 0 0 0,1-1 0 0 0,-1 1 0 0 0,1-1-1 0 0,-1 1 1 0 0,1-1 0 0 0,0 1 0 0 0,-1-1 0 0 0,1 1 0 0 0,0 0 0 0 0,-1 0 0 0 0,-22 28 28 0 0,0-2-5 0 0,2 0 0 0 0,1 2 0 0 0,-20 37 0 0 0,33-52 30 0 0,3-7-78 0 0,0 0 1 0 0,1 1-1 0 0,-4 12 0 0 0,6-17 79 0 0,1 0 0 0 0,-1 0 0 0 0,1 0 0 0 0,0 0 0 0 0,0 0 0 0 0,0 0 0 0 0,0 0 0 0 0,0 0 0 0 0,1 0-1 0 0,-1 0 1 0 0,1 0 0 0 0,0 0 0 0 0,2 4 0 0 0,-2-6-38 0 0,1 1-1 0 0,0-1 1 0 0,-1 0 0 0 0,1 0-1 0 0,0 0 1 0 0,0 0 0 0 0,0 0-1 0 0,0 0 1 0 0,0-1 0 0 0,0 1-1 0 0,0-1 1 0 0,0 1-1 0 0,0-1 1 0 0,0 0 0 0 0,4 0-1 0 0,19 6 41 0 0,-11 1-72 0 0,0-1 1 0 0,1-1 0 0 0,0 0 0 0 0,0-1 0 0 0,0 0 0 0 0,1-1-1 0 0,16 0 1 0 0,8-3-2100 0 0,79-12 0 0 0,-91 8-288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247 66 5169 0 0,'-31'-15'4690'0'0,"30"15"-4646"0"0,1 0 0 0 0,-1-1 0 0 0,1 1 0 0 0,-1 0-1 0 0,1 0 1 0 0,-1-1 0 0 0,1 1 0 0 0,-1 0 0 0 0,1 0-1 0 0,-1-1 1 0 0,1 1 0 0 0,0-1 0 0 0,-1 1 0 0 0,1 0-1 0 0,-1-1 1 0 0,1 1 0 0 0,0-1 0 0 0,-1 1 0 0 0,1-1-1 0 0,0 1 1 0 0,0-1 0 0 0,0 1 0 0 0,-1-1 0 0 0,1 1-1 0 0,0-1 1 0 0,0 0 0 0 0,0 1 0 0 0,0-1 0 0 0,0 0-1 0 0,0 0 11 0 0,1 0-1 0 0,-1 0 0 0 0,1 0 0 0 0,-1 0 1 0 0,1 0-1 0 0,0 0 0 0 0,-1 0 1 0 0,1 0-1 0 0,0 1 0 0 0,0-1 0 0 0,-1 0 1 0 0,1 1-1 0 0,0-1 0 0 0,1 0 1 0 0,34-16 377 0 0,-30 15-409 0 0,0 0 0 0 0,0 1 0 0 0,0 0 0 0 0,1 0-1 0 0,-1 0 1 0 0,0 1 0 0 0,1 0 0 0 0,-1 0 0 0 0,0 1 0 0 0,0 0 0 0 0,0 0 0 0 0,1 0 0 0 0,-1 0 0 0 0,0 1-1 0 0,0 0 1 0 0,-1 1 0 0 0,1-1 0 0 0,10 7 0 0 0,-12-6-18 0 0,-1 0-1 0 0,0 0 1 0 0,0 0-1 0 0,-1 0 1 0 0,1 0-1 0 0,-1 1 1 0 0,1-1-1 0 0,-1 1 0 0 0,0-1 1 0 0,-1 1-1 0 0,1 0 1 0 0,0 0-1 0 0,1 7 1 0 0,1 5-4 0 0,-1 0 0 0 0,2 19 0 0 0,-3-4 15 0 0,-1-19 1 0 0,0 0 0 0 0,4 21 0 0 0,1-9 22 0 0,-3-16-22 0 0,0 0 1 0 0,-1 0-1 0 0,0 0 1 0 0,-1 0-1 0 0,0 0 1 0 0,0 0-1 0 0,-1 0 0 0 0,0 1 1 0 0,0-1-1 0 0,-1 0 1 0 0,0 0-1 0 0,0 1 1 0 0,-4 9-1 0 0,2-7 7 0 0,-2 0 1 0 0,1-1-1 0 0,-2 0 1 0 0,1 0-1 0 0,-1 0 0 0 0,-1-1 1 0 0,0 0-1 0 0,0 0 0 0 0,-1 0 1 0 0,0-1-1 0 0,-14 11 0 0 0,-90 58 294 0 0,97-69-151 0 0,0 0 0 0 0,0-1 0 0 0,0-1 0 0 0,-1 0 0 0 0,0-1 0 0 0,-17 3 0 0 0,2 5 192 0 0,-2 1-64 0 0,31-13-279 0 0,1-1 1 0 0,-1 0-1 0 0,1 0 1 0 0,-1 1 0 0 0,1-1-1 0 0,-1 0 1 0 0,0 0 0 0 0,1-1-1 0 0,-1 1 1 0 0,1 0 0 0 0,-1 0-1 0 0,1-1 1 0 0,-1 1 0 0 0,1-1-1 0 0,-1 1 1 0 0,1-1-1 0 0,-1 0 1 0 0,1 0 0 0 0,-2 0-1 0 0,1-1-15 0 0,0-1-1 0 0,0 1 0 0 0,0 0 0 0 0,0 0 0 0 0,0-1 0 0 0,0 1 1 0 0,1-1-1 0 0,-1 0 0 0 0,1 1 0 0 0,0-1 0 0 0,-1 0 0 0 0,2 0 1 0 0,-1 0-1 0 0,0 0 0 0 0,0 0 0 0 0,1 0 0 0 0,0 0 0 0 0,-1 0 1 0 0,1 0-1 0 0,1-3 0 0 0,-1 0-15 0 0,1 0 0 0 0,-1 0 0 0 0,1 0-1 0 0,1 1 1 0 0,-1-1 0 0 0,1 0 0 0 0,0 1 0 0 0,1-1 0 0 0,2-5 0 0 0,0 7 8 0 0,0 0 0 0 0,0 1 0 0 0,0 0 1 0 0,0 0-1 0 0,1 0 0 0 0,-1 0 0 0 0,12-3 1 0 0,-17 6 6 0 0,7-2-1 0 0,-1 0 1 0 0,1 0-1 0 0,0 1 0 0 0,-1 0 1 0 0,1 1-1 0 0,0 0 1 0 0,-1 0-1 0 0,1 0 0 0 0,0 0 1 0 0,-1 1-1 0 0,1 1 0 0 0,0-1 1 0 0,-1 1-1 0 0,0 0 1 0 0,11 4-1 0 0,6 5 31 0 0,0 1 1 0 0,34 24-1 0 0,-54-34-23 0 0,65 33 71 0 0,-51-23-245 0 0,-1 0-1 0 0,1-2 0 0 0,1 0 0 0 0,0-1 0 0 0,0 0 0 0 0,1-2 0 0 0,36 10 0 0 0,-50-16-154 0 0,0 0-1 0 0,-1 1 0 0 0,1-1 1 0 0,-1 1-1 0 0,1 0 0 0 0,7 4 1 0 0,7 3-1470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93 0 12651 0 0,'-17'2'480'0'0,"15"3"-480"0"0,0-1 1 0 0,0 1-1 0 0,1 0 1 0 0,0 0 0 0 0,0 0-1 0 0,0 0 1 0 0,1 8-1 0 0,-3 8 18 0 0,-35 306 45 0 0,18-128-124 0 0,18-187-304 0 0,1-1 0 0 0,0 1 0 0 0,0 0 0 0 0,2 0 0 0 0,-1 0 0 0 0,2 0 0 0 0,3 17 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405 0 9994 0 0,'-10'0'3239'0'0,"2"0"-3202"0"0,0 1 0 0 0,0 0 0 0 0,0 1 0 0 0,0-1 0 0 0,1 1 0 0 0,-1 1 0 0 0,1-1 0 0 0,0 1 0 0 0,-1 1 0 0 0,-12 8 0 0 0,-2 3-13 0 0,-38 35 1 0 0,31-25 1 0 0,0 0 5 0 0,5-6 28 0 0,1 0 0 0 0,1 2 0 0 0,-25 31 0 0 0,40-43 21 0 0,1 0 0 0 0,0 1 1 0 0,-9 19-1 0 0,13-26-60 0 0,1 0 0 0 0,0-1 1 0 0,0 1-1 0 0,1 0 0 0 0,-1 0 0 0 0,0 0 0 0 0,1 0 0 0 0,0 0 0 0 0,0 0 0 0 0,0 0 1 0 0,0 0-1 0 0,0 0 0 0 0,0 0 0 0 0,1-1 0 0 0,-1 1 0 0 0,1 0 0 0 0,0 0 1 0 0,0 0-1 0 0,2 4 0 0 0,-1-4 24 0 0,1-1 0 0 0,-1 1 0 0 0,0-1 0 0 0,1 0 0 0 0,0 0 1 0 0,-1 1-1 0 0,1-2 0 0 0,0 1 0 0 0,0 0 0 0 0,6 2 0 0 0,39 13 252 0 0,-29-11-204 0 0,5 3 5 0 0,18 7 71 0 0,1-2 0 0 0,0-2 0 0 0,85 12-1 0 0,-124-23-277 0 0,0 0 0 0 0,0 0-1 0 0,0 0 1 0 0,0 0-1 0 0,-1 1 1 0 0,1-1-1 0 0,6 4 1 0 0,20 8-2354 0 0,-15-11-70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72 437 120 0 0,'-27'5'7424'0'0,"24"-4"-6974"0"0,0 0-1 0 0,-1 0 0 0 0,0 0 1 0 0,1 0-1 0 0,-1 0 0 0 0,1-1 1 0 0,-1 0-1 0 0,0 0 1 0 0,-3 0-1 0 0,2 0 58 0 0,28-16-120 0 0,38-21-181 0 0,122-52 0 0 0,-42 23-43 0 0,231-109-20 0 0,-262 131-58 0 0,-98 38-61 0 0,-8 4 31 0 0,-1 0 0 0 0,1 0 0 0 0,0 0 0 0 0,-1 1 0 0 0,1-1-1 0 0,0 1 1 0 0,0 0 0 0 0,0 1 0 0 0,0-1 0 0 0,0 0 0 0 0,4 1 0 0 0,-7 0-62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373 261 4033 0 0,'-2'-27'1480'0'0,"1"17"-1035"0"0,0 0 0 0 0,-1 1-1 0 0,0-1 1 0 0,0 0 0 0 0,-1 0-1 0 0,-1 1 1 0 0,-8-18 0 0 0,5 12 226 0 0,1 1 0 0 0,-5-18 0 0 0,11 27-563 0 0,-1 0 1 0 0,1 0 0 0 0,0 0 0 0 0,0 0-1 0 0,1-8 1 0 0,-1 8 28 0 0,1 0 0 0 0,-1 0 0 0 0,0 0 0 0 0,0 0 1 0 0,-2-8-1 0 0,2 13-131 0 0,0 0 1 0 0,0 0 0 0 0,0 0 0 0 0,-1 0-1 0 0,1 0 1 0 0,0 0 0 0 0,0-1 0 0 0,0 1-1 0 0,0 0 1 0 0,0 0 0 0 0,-1 0 0 0 0,1 0-1 0 0,0 0 1 0 0,0 0 0 0 0,0 0 0 0 0,0 0 0 0 0,-1 0-1 0 0,1 0 1 0 0,0 0 0 0 0,0 0 0 0 0,0 0-1 0 0,0 0 1 0 0,-1 0 0 0 0,1 0 0 0 0,0 0-1 0 0,0 0 1 0 0,0 0 0 0 0,0 0 0 0 0,0 0-1 0 0,-1 0 1 0 0,1 0 0 0 0,0 0 0 0 0,0 1-1 0 0,0-1 1 0 0,0 0 0 0 0,0 0 0 0 0,0 0-1 0 0,-1 0 1 0 0,1 0 0 0 0,0 0 0 0 0,0 0-1 0 0,0 1 1 0 0,0-1 0 0 0,0 0 0 0 0,0 0-1 0 0,0 0 1 0 0,0 0 0 0 0,0 0 0 0 0,0 1-1 0 0,-1-1 1 0 0,1 0 0 0 0,-7 10 86 0 0,-4 13-92 0 0,0 1 1 0 0,2 0-1 0 0,1 1 1 0 0,1 0-1 0 0,-4 27 0 0 0,-14 137-54 0 0,18-117 90 0 0,4-31-1 0 0,5 78 1 0 0,0-85-13 0 0,-2 130 839 0 0,0-164-859 0 0,0 0 1 0 0,0 1-1 0 0,-1-1 1 0 0,1 1-1 0 0,0-1 1 0 0,-1 0-1 0 0,1 1 1 0 0,-1-1-1 0 0,1 0 1 0 0,0 1-1 0 0,-1-1 1 0 0,1 0-1 0 0,-1 0 1 0 0,1 1-1 0 0,-1-1 1 0 0,1 0-1 0 0,-1 0 1 0 0,1 0-1 0 0,-1 0 1 0 0,1 0-1 0 0,-1 1 1 0 0,1-1-1 0 0,-1 0 1 0 0,0 0-1 0 0,-18 1-1 0 0,12 0-2 0 0,-24 5 100 0 0,1 1 0 0 0,-37 14-1 0 0,60-19-73 0 0,4-1-29 0 0,1 0 0 0 0,-1 0 1 0 0,1 1-1 0 0,-1-1 0 0 0,1 0 0 0 0,0 1 0 0 0,0-1 0 0 0,-1 1 0 0 0,1 0 0 0 0,0 0 0 0 0,0 0 0 0 0,1 0 0 0 0,-1 0 0 0 0,0 0 0 0 0,1 0 0 0 0,-1 1 0 0 0,1-1 0 0 0,0 0 0 0 0,-1 1 0 0 0,1-1 0 0 0,1 1 0 0 0,-1 0 0 0 0,0-1 0 0 0,1 1 0 0 0,-1 0 0 0 0,1-1 0 0 0,0 1 0 0 0,-1 0 0 0 0,1 0 0 0 0,1-1 0 0 0,-1 1 0 0 0,0 0 1 0 0,1-1-1 0 0,-1 1 0 0 0,1 0 0 0 0,0-1 0 0 0,0 1 0 0 0,0-1 0 0 0,2 4 0 0 0,-1-4 8 0 0,0 0 0 0 0,0 0 1 0 0,0-1-1 0 0,0 1 1 0 0,1 0-1 0 0,-1-1 0 0 0,1 1 1 0 0,-1-1-1 0 0,1 0 0 0 0,0 0 1 0 0,-1 0-1 0 0,5 1 0 0 0,41 8 108 0 0,-28-7-77 0 0,38 3 86 0 0,-44-6-99 0 0,-1 1-1 0 0,1 1 1 0 0,19 5 0 0 0,3 6-14 0 0,-24-9-8 0 0,0 1 1 0 0,0-1 0 0 0,18 3 0 0 0,44-3 2 0 0,-57-4 32 0 0,1 1-1 0 0,-1 1 0 0 0,1 0 0 0 0,30 8 1 0 0,-48-10-32 0 0,1 1 1 0 0,0-1 0 0 0,-1 0 0 0 0,1 0 0 0 0,0 1 0 0 0,-1-1 0 0 0,1 0 0 0 0,0 1 0 0 0,-1-1 0 0 0,1 1 0 0 0,-1-1 0 0 0,1 1 0 0 0,-1-1 0 0 0,1 1 0 0 0,-1-1 0 0 0,0 1 0 0 0,1-1 0 0 0,-1 1 0 0 0,1 0 0 0 0,-1-1 0 0 0,0 1 0 0 0,0 0-1 0 0,1-1 1 0 0,-1 1 0 0 0,0 0 0 0 0,0-1 0 0 0,0 1 0 0 0,0 0 0 0 0,0 0 0 0 0,0-1 0 0 0,0 1 0 0 0,0 0 0 0 0,0-1 0 0 0,0 1 0 0 0,0 0 0 0 0,0-1 0 0 0,-1 1 0 0 0,1 0 0 0 0,0-1 0 0 0,-1 1 0 0 0,1 0 0 0 0,0-1 0 0 0,-1 1 0 0 0,1 0 0 0 0,-1 0-1 0 0,-1 2 3 0 0,0 0 0 0 0,0 0 0 0 0,0 0 0 0 0,-1-1-1 0 0,1 1 1 0 0,-1 0 0 0 0,-5 3 0 0 0,-9 3 18 0 0,-1 0 1 0 0,-1-2 0 0 0,1 0 0 0 0,-1-1 0 0 0,-38 7 0 0 0,-4-3 41 0 0,27-5-67 0 0,1 1 0 0 0,-55 18 0 0 0,84-22-4 0 0,1 0 1 0 0,-1 0 0 0 0,1 0 0 0 0,0 1-1 0 0,0-1 1 0 0,-1 1 0 0 0,2-1 0 0 0,-1 1-1 0 0,0 0 1 0 0,-4 6 0 0 0,6-7-6 0 0,0-1 1 0 0,-1 1 0 0 0,1 0-1 0 0,0 0 1 0 0,0-1-1 0 0,1 1 1 0 0,-1 0 0 0 0,0 0-1 0 0,1 0 1 0 0,-1 0 0 0 0,1 0-1 0 0,-1 0 1 0 0,1 0-1 0 0,0 0 1 0 0,0 0 0 0 0,0 0-1 0 0,0 0 1 0 0,0 0-1 0 0,1 0 1 0 0,-1 0 0 0 0,0 0-1 0 0,2 3 1 0 0,-1-4 6 0 0,0 0 1 0 0,1 0-1 0 0,-1-1 0 0 0,0 1 0 0 0,1 0 1 0 0,-1 0-1 0 0,1-1 0 0 0,-1 1 1 0 0,1-1-1 0 0,-1 1 0 0 0,1-1 1 0 0,0 0-1 0 0,-1 0 0 0 0,1 0 0 0 0,-1 0 1 0 0,1 0-1 0 0,3 0 0 0 0,1 0 2 0 0,4 2 5 0 0,-1 0 1 0 0,0 1-1 0 0,0 0 1 0 0,14 6 0 0 0,23 7-11 0 0,-17-11 88 0 0,52 1 0 0 0,-60-6-72 0 0,0 1 0 0 0,0 1 0 0 0,0 1 0 0 0,-1 1 0 0 0,24 8 0 0 0,-42-11-1 0 0,0 0-1 0 0,0 0 1 0 0,0 0-1 0 0,-1 0 1 0 0,1 0-1 0 0,0 0 1 0 0,-1 0-1 0 0,1 1 1 0 0,-1-1-1 0 0,0 1 1 0 0,1-1-1 0 0,-1 1 1 0 0,0 0-1 0 0,0-1 1 0 0,0 1-1 0 0,0 0 1 0 0,0 0-1 0 0,0 0 1 0 0,-1-1-1 0 0,1 1 1 0 0,0 0-1 0 0,-1 0 1 0 0,0 0-1 0 0,1 3 1 0 0,-1-2-5 0 0,0-1 0 0 0,0 1-1 0 0,0 0 1 0 0,0 0 0 0 0,-1-1 0 0 0,1 1 0 0 0,-1 0 0 0 0,0-1-1 0 0,0 1 1 0 0,0 0 0 0 0,0-1 0 0 0,0 1 0 0 0,0-1 0 0 0,-1 0-1 0 0,1 1 1 0 0,-1-1 0 0 0,0 0 0 0 0,-2 3 0 0 0,-13 7 3 0 0,0-1 1 0 0,0 0 0 0 0,-1-1 0 0 0,0-1-1 0 0,-24 8 1 0 0,23-9-2 0 0,-145 57 0 0 0,146-53 10 0 0,19-12-19 0 0,-1 0 0 0 0,0 0 0 0 0,0 0 0 0 0,1 0 0 0 0,-1 0 0 0 0,0 0 0 0 0,1 0 0 0 0,-1 0 0 0 0,0 0 0 0 0,0 0-1 0 0,1 1 1 0 0,-1-1 0 0 0,0 0 0 0 0,0 0 0 0 0,1 0 0 0 0,-1 0 0 0 0,0 0 0 0 0,0 0 0 0 0,1 1 0 0 0,-1-1 0 0 0,0 0 0 0 0,0 0 0 0 0,1 0-1 0 0,-1 1 1 0 0,0-1 0 0 0,0 0 0 0 0,0 0 0 0 0,0 1 0 0 0,1-1 0 0 0,-1 0 0 0 0,0 0 0 0 0,0 1 0 0 0,0-1 0 0 0,0 0 0 0 0,0 0 0 0 0,0 1 0 0 0,0-1-1 0 0,0 0 1 0 0,0 1 0 0 0,0-1 0 0 0,0 0 0 0 0,0 0 0 0 0,0 1 0 0 0,0-1 0 0 0,0 0 0 0 0,0 1 0 0 0,0-1 0 0 0,0 0 0 0 0,0 0 0 0 0,0 1-1 0 0,0-1 1 0 0,-1 0 0 0 0,1 0 0 0 0,0 1 0 0 0,0-1 0 0 0,0 0 0 0 0,0 0 0 0 0,-1 1 0 0 0,1-1 0 0 0,0 0 0 0 0,0 0 0 0 0,0 0 0 0 0,-1 0 0 0 0,1 1-1 0 0,0-1 1 0 0,0 0 0 0 0,-1 0 0 0 0,1 0 0 0 0,-1 0 0 0 0,24 2-4 0 0,39-1-1 0 0,-46-2 11 0 0,1 1-1 0 0,-1 0 1 0 0,1 2-1 0 0,-1 0 1 0 0,30 7-1 0 0,-44-8-2 0 0,-1-1 0 0 0,0 1 0 0 0,0-1-1 0 0,1 1 1 0 0,-1-1 0 0 0,0 1 0 0 0,0 0 0 0 0,0 0-1 0 0,0 0 1 0 0,0 0 0 0 0,0 0 0 0 0,0 0 0 0 0,0 0 0 0 0,0 0-1 0 0,0 0 1 0 0,0 0 0 0 0,-1 0 0 0 0,1 0 0 0 0,0 1-1 0 0,-1-1 1 0 0,1 2 0 0 0,6 10 17 0 0,-1-3-28 0 0,-1 1 1 0 0,-1-1-1 0 0,1 1 0 0 0,-2 0 1 0 0,1 0-1 0 0,-2 0 1 0 0,1 0-1 0 0,0 18 1 0 0,-1 10 5 0 0,-3 44 0 0 0,1-58-8 0 0,-8 103 47 0 0,0 34-62 0 0,10-94 30 0 0,3 0 0 0 0,3 0 0 0 0,3-1 0 0 0,39 130 0 0 0,-38-158 21 0 0,-1 0 0 0 0,-2 1-1 0 0,-2 1 1 0 0,-1 0 0 0 0,-3-1 0 0 0,-1 1 0 0 0,-2 1 0 0 0,-10 80 0 0 0,6-99-38 0 0,1-4 55 0 0,-1-1-1 0 0,-11 35 1 0 0,9-36-2691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201 52 5713 0 0,'0'0'282'0'0,"-17"-3"2813"0"0,17 2-3021 0 0,0 1 0 0 0,0-1 0 0 0,0 0 0 0 0,0 0 1 0 0,0 0-1 0 0,1 0 0 0 0,-1 1 0 0 0,0-1 0 0 0,0 0 0 0 0,1 0 0 0 0,-1 0 0 0 0,0 1 0 0 0,1-1 1 0 0,-1 0-1 0 0,1 1 0 0 0,-1-1 0 0 0,1 0 0 0 0,-1 1 0 0 0,1-1 0 0 0,0 1 0 0 0,-1-1 1 0 0,1 0-1 0 0,0 1 0 0 0,-1 0 0 0 0,1-1 0 0 0,0 0 0 0 0,24-4-71 0 0,-3 0 73 0 0,-12 1-11 0 0,-7 1-37 0 0,1 1 0 0 0,-1 1 0 0 0,1-1-1 0 0,-1 1 1 0 0,1-1 0 0 0,0 1 0 0 0,0 0 0 0 0,0 0 0 0 0,0 1 0 0 0,-1-1 0 0 0,1 1 0 0 0,0 0 0 0 0,0 0 0 0 0,0 0 0 0 0,0 0 0 0 0,0 1-1 0 0,0 0 1 0 0,0 0 0 0 0,5 2 0 0 0,-3 0-10 0 0,0 0 0 0 0,-1 1 0 0 0,1 0 0 0 0,-1 0 0 0 0,0 1 0 0 0,0-1 0 0 0,-1 1 0 0 0,1 0 0 0 0,-1 1 0 0 0,0-1 0 0 0,0 1 0 0 0,-1-1 0 0 0,0 1 1 0 0,4 9-1 0 0,-1 1 33 0 0,0 0 0 0 0,-1 0 0 0 0,0 0 1 0 0,3 30-1 0 0,-7-37-32 0 0,1 0-1 0 0,1 0 1 0 0,0 0 0 0 0,4 9-1 0 0,-4-10 15 0 0,0 0 0 0 0,0 1-1 0 0,0-1 1 0 0,-1 1 0 0 0,1 12-1 0 0,-3-9-2 0 0,-1 0 0 0 0,0 0 0 0 0,0 0 0 0 0,-2 0-1 0 0,1-1 1 0 0,-1 1 0 0 0,-1-1 0 0 0,-10 22 0 0 0,4-8 44 0 0,6-17-45 0 0,0-1-1 0 0,-1 0 1 0 0,1 0-1 0 0,-1 0 1 0 0,-1 0-1 0 0,0-1 1 0 0,0 0 0 0 0,0 0-1 0 0,0-1 1 0 0,-1 0-1 0 0,0 0 1 0 0,0 0-1 0 0,-15 7 1 0 0,-5 0 102 0 0,0 0 0 0 0,-49 14 1 0 0,42-19 120 0 0,27-6-153 0 0,0 0-1 0 0,1 1 1 0 0,-1 0-1 0 0,0 0 1 0 0,0 0 0 0 0,-6 4-1 0 0,10-4-38 0 0,0 0 0 0 0,0-1 0 0 0,-1 1-1 0 0,1-1 1 0 0,-1 0 0 0 0,1 0-1 0 0,-1 0 1 0 0,1-1 0 0 0,-1 1 0 0 0,1-1-1 0 0,-1 0 1 0 0,1 0 0 0 0,-1 0-1 0 0,0 0 1 0 0,1 0 0 0 0,-1-1 0 0 0,1 0-1 0 0,-1 0 1 0 0,1 0 0 0 0,-1 0-1 0 0,-5-3 1 0 0,6 2-61 0 0,1 0 0 0 0,-1 0 0 0 0,1 0 0 0 0,0 0 0 0 0,0 0 0 0 0,-1 0 0 0 0,1-1-1 0 0,1 1 1 0 0,-1-1 0 0 0,0 0 0 0 0,1 1 0 0 0,-1-1 0 0 0,1 0 0 0 0,0 0 0 0 0,0 0 0 0 0,0 0 0 0 0,0 0 0 0 0,0 0 0 0 0,1 0 0 0 0,-1 0-1 0 0,1-1 1 0 0,0 1 0 0 0,0 0 0 0 0,0 0 0 0 0,1-5 0 0 0,0 5-9 0 0,-1 1-1 0 0,1-1 1 0 0,-1 0-1 0 0,1 1 1 0 0,0-1-1 0 0,0 1 1 0 0,0-1-1 0 0,0 1 1 0 0,0 0-1 0 0,1-1 1 0 0,-1 1 0 0 0,1 0-1 0 0,0 0 1 0 0,-1 0-1 0 0,1 0 1 0 0,0 0-1 0 0,0 0 1 0 0,0 1-1 0 0,5-4 1 0 0,1 1 0 0 0,0 0 0 0 0,1 1 0 0 0,-1 0-1 0 0,14-4 1 0 0,-12 5-2 0 0,0-1 0 0 0,-1 0 0 0 0,10-5 0 0 0,-15 6 9 0 0,-1 0 0 0 0,1 0 0 0 0,0 1-1 0 0,0 0 1 0 0,-1 0 0 0 0,1 0 0 0 0,0 0 0 0 0,0 0 0 0 0,0 1 0 0 0,0-1-1 0 0,0 1 1 0 0,0 0 0 0 0,0 1 0 0 0,0-1 0 0 0,0 1 0 0 0,0-1-1 0 0,0 1 1 0 0,0 0 0 0 0,-1 1 0 0 0,1-1 0 0 0,0 1 0 0 0,6 3 0 0 0,2 4 0 0 0,0 0 0 0 0,0 0 0 0 0,-1 1 0 0 0,18 20 0 0 0,-8-7 10 0 0,-12-16-409 0 0,0 0 1 0 0,0 0-1 0 0,1-1 1 0 0,0 0-1 0 0,0 0 0 0 0,1-1 1 0 0,11 3-1 0 0,-17-6-25 0 0,1-1 0 0 0,-1 0 0 0 0,0 0 0 0 0,0 0 0 0 0,0-1 0 0 0,1 0 0 0 0,-1 0 0 0 0,0 0 0 0 0,1 0 0 0 0,-1-1 0 0 0,0 0 0 0 0,0 0 0 0 0,0-1 0 0 0,10-3 0 0 0,1-3-1756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16 132 3393 0 0,'-1'-23'8303'0'0,"-1"48"-7383"0"0,-1 8-948 0 0,-6 82 71 0 0,9-99-36 0 0,1 0-1 0 0,0 0 1 0 0,1-1 0 0 0,1 1 0 0 0,5 19 0 0 0,-5-28 15 0 0,-1 0 0 0 0,1-1 0 0 0,0 1 1 0 0,7 9-1 0 0,-9-14 11 0 0,0 0 1 0 0,1 0 0 0 0,-1 0 0 0 0,1-1-1 0 0,0 1 1 0 0,0 0 0 0 0,0-1-1 0 0,0 1 1 0 0,0-1 0 0 0,0 0 0 0 0,0 1-1 0 0,0-1 1 0 0,0 0 0 0 0,0 0-1 0 0,1-1 1 0 0,-1 1 0 0 0,3 0 0 0 0,26 10 526 0 0,-27-9-461 0 0,0 0 0 0 0,-1-1 0 0 0,1 1 0 0 0,0-1 0 0 0,0 0-1 0 0,0 0 1 0 0,0 0 0 0 0,0-1 0 0 0,8 1 0 0 0,-10-1-72 0 0,0 0 0 0 0,0 0 0 0 0,0 0-1 0 0,0-1 1 0 0,0 1 0 0 0,0-1 0 0 0,0 1-1 0 0,0-1 1 0 0,0 0 0 0 0,0 0 0 0 0,0 0 0 0 0,0 0-1 0 0,0 0 1 0 0,-1 0 0 0 0,1 0 0 0 0,0 0 0 0 0,-1-1-1 0 0,1 1 1 0 0,-1-1 0 0 0,1 1 0 0 0,1-4-1 0 0,0-1 10 0 0,-1 1 0 0 0,0 0 0 0 0,-1 0 0 0 0,1-1 0 0 0,-1 1 0 0 0,1-9 0 0 0,5-23 89 0 0,3 11-66 0 0,-6 14-39 0 0,1-1-1 0 0,-1 0 1 0 0,-1 1-1 0 0,-1-1 0 0 0,3-25 1 0 0,-4 22-1 0 0,-1 0 1 0 0,-1-1-1 0 0,-1 1 1 0 0,0 0 0 0 0,-1 0-1 0 0,0 1 1 0 0,-1-1-1 0 0,-1 0 1 0 0,-1 1-1 0 0,0 0 1 0 0,-11-17-1 0 0,14 27-105 0 0,0 1 0 0 0,-1 0-1 0 0,0 1 1 0 0,0-1-1 0 0,0 1 1 0 0,0-1 0 0 0,-1 1-1 0 0,1 1 1 0 0,-1-1-1 0 0,0 0 1 0 0,0 1 0 0 0,0 0-1 0 0,-9-2 1 0 0,13 3 1 0 0,-1 1-1 0 0,0-1 1 0 0,0 1 0 0 0,1 0-1 0 0,-1 0 1 0 0,0-1 0 0 0,0 1-1 0 0,0 0 1 0 0,1 1 0 0 0,-1-1-1 0 0,0 0 1 0 0,0 0 0 0 0,0 1-1 0 0,1-1 1 0 0,-1 1 0 0 0,0 0-1 0 0,1-1 1 0 0,-1 1 0 0 0,0 0-1 0 0,1 0 1 0 0,-1 0-1 0 0,1 0 1 0 0,-3 3 0 0 0,-1 0-277 0 0,1 1 1 0 0,0 0-1 0 0,1 1 1 0 0,-1-1-1 0 0,-3 8 1 0 0,0 1-414 0 0,6-12 479 0 0,-1 0-1 0 0,1 0 0 0 0,0 1 1 0 0,0-1-1 0 0,0 0 1 0 0,1 1-1 0 0,-1-1 0 0 0,0 1 1 0 0,1-1-1 0 0,0 1 1 0 0,-1 0-1 0 0,1-1 0 0 0,0 1 1 0 0,1 4-1 0 0,1 0-1231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13 152 6297 0 0,'3'-76'4826'0'0,"0"0"-2502"0"0,-4 83-2297 0 0,-7 49-53 0 0,2-1 1 0 0,3 1 0 0 0,6 87 0 0 0,0-23 36 0 0,-3-77-131 0 0,2 80 481 0 0,0-105-757 0 0,0 0-1 0 0,1-1 1 0 0,1 1-1 0 0,11 30 0 0 0,-14-46 73 0 0,0-1 0 0 0,0 1 0 0 0,21 14-4212 0 0,-21-16 4281 0 0,16 7-2263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349 5 9346 0 0,'-14'-4'1848'0'0,"7"6"-1839"0"0,-1 0 0 0 0,1 1-1 0 0,0 0 1 0 0,0 1-1 0 0,0 0 1 0 0,0 0-1 0 0,1 0 1 0 0,-9 8 0 0 0,-48 47 43 0 0,36-32-3 0 0,-2 1 153 0 0,0 1 0 0 0,2 1 0 0 0,-29 42 0 0 0,51-64-80 0 0,1-1 0 0 0,-1 1-1 0 0,1 0 1 0 0,1 0 0 0 0,-1 0-1 0 0,-2 12 1 0 0,6-17-109 0 0,-1-1 0 0 0,1 0-1 0 0,0 0 1 0 0,-1 1 0 0 0,1-1 0 0 0,0 0 0 0 0,1 1-1 0 0,-1-1 1 0 0,0 0 0 0 0,1 1 0 0 0,-1-1-1 0 0,1 0 1 0 0,0 0 0 0 0,0 1 0 0 0,0-1 0 0 0,0 0-1 0 0,0 0 1 0 0,0 0 0 0 0,0 0 0 0 0,1 0 0 0 0,-1-1-1 0 0,1 1 1 0 0,-1 0 0 0 0,1-1 0 0 0,0 1 0 0 0,0-1-1 0 0,-1 1 1 0 0,1-1 0 0 0,0 0 0 0 0,4 2 0 0 0,42 19 19 0 0,70 21 0 0 0,-69-26-1522 0 0,-35-13-1488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42 214 960 0 0,'-8'-6'4180'0'0,"-7"-8"-2636"0"0,6 10-1556 0 0,0 0 1874 0 0,18 1-357 0 0,388 8-1304 0 0,-262 1-165 0 0,951 14 459 0 0,-623-15-245 0 0,238-12 489 0 0,-156 0-479 0 0,170-38 361 0 0,-107 15-363 0 0,-360 12-196 0 0,-74 2 38 0 0,-102 15-10 0 0,-49 2-48 0 0,1-1 1 0 0,-1-1 0 0 0,46-9 0 0 0,-31-1 122 0 0,8 8 35 0 0,-46 3-220 0 0,2 0 61 0 0,-2 0-35 0 0,1 0 1 0 0,-1 0-1 0 0,1 0 0 0 0,-1 0 0 0 0,0 0 0 0 0,1 0 1 0 0,-1 0-1 0 0,1 0 0 0 0,-1 0 0 0 0,1-1 0 0 0,-1 1 1 0 0,0 0-1 0 0,1 0 0 0 0,-1 0 0 0 0,1-1 0 0 0,-1 1 1 0 0,0 0-1 0 0,1 0 0 0 0,-1-1 0 0 0,0 1 0 0 0,0 0 1 0 0,1-1-1 0 0,-1 1 0 0 0,0 0 0 0 0,1-1 0 0 0,-1 1 1 0 0,0 0-1 0 0,0-1 0 0 0,0 1 0 0 0,1-1 0 0 0,-1 0 28 0 0,6-17-65 0 0,1-8 139 0 0,-6 25-108 0 0,0 0 0 0 0,0 0 0 0 0,0 0 0 0 0,0 0 0 0 0,0 1 0 0 0,0-1 0 0 0,0 0 0 0 0,0 1 0 0 0,0-1 0 0 0,0 0 0 0 0,0 1 0 0 0,0-1 0 0 0,1 1-1 0 0,-1 0 1 0 0,0 0 0 0 0,0-1 0 0 0,1 1 0 0 0,-1 0 0 0 0,2 0 0 0 0,14-4 10 0 0,-14 3-16 0 0,1 0 0 0 0,0 1 0 0 0,-1-1 0 0 0,1 1 0 0 0,0 0 0 0 0,0 0 0 0 0,6 1 0 0 0,5 0-6 0 0,14-1 12 0 0,215-3-80 0 0,149 4 18 0 0,-155 3 27 0 0,41-1 48 0 0,175-3-54 0 0,205-6-1422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138 138 248 0 0,'0'0'63'0'0,"-6"-23"1282"0"0,-2 15-588 0 0,0 1 0 0 0,-1 0 0 0 0,0 0 0 0 0,0 1-1 0 0,0 0 1 0 0,-1 1 0 0 0,-11-5 0 0 0,-13 1 2402 0 0,20 5-2503 0 0,28 5-201 0 0,181-1-290 0 0,272 1-346 0 0,-72-7 167 0 0,-81-1 19 0 0,-224 7 100 0 0,176-23-1 0 0,-228 18 168 0 0,75-1-1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96 100 2545 0 0,'-1'-4'3406'0'0,"-4"-9"-2785"0"0,-19-44 1868 0 0,20 54-2073 0 0,0-1 1 0 0,-1 1-1 0 0,1-1 0 0 0,0 1 1 0 0,-1 1-1 0 0,-8-5 1 0 0,13 7-413 0 0,-1 0 0 0 0,1 0 0 0 0,-1 0-1 0 0,1 0 1 0 0,0 0 0 0 0,-1 1 0 0 0,1-1 0 0 0,0 0 0 0 0,-1 0 0 0 0,1 0-1 0 0,0 0 1 0 0,-1 1 0 0 0,1-1 0 0 0,0 0 0 0 0,-1 0 0 0 0,1 0 0 0 0,0 1 0 0 0,-1-1-1 0 0,1 0 1 0 0,0 1 0 0 0,0-1 0 0 0,-1 0 0 0 0,1 0 0 0 0,0 1 0 0 0,0-1 0 0 0,0 1-1 0 0,-1-1 1 0 0,1 0 0 0 0,0 1 0 0 0,0-1 0 0 0,0 0 0 0 0,0 1 0 0 0,0-1-1 0 0,0 1 1 0 0,0-1 0 0 0,0 1 0 0 0,-4 18 1 0 0,3-17-5 0 0,-5 39-12 0 0,2 0 0 0 0,1 0 0 0 0,4 52 0 0 0,0-27-19 0 0,9 195 33 0 0,-1-72-10 0 0,0-33-1598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 52 9266 0 0,'-1'0'83'0'0,"1"0"0"0"0,-1 0 0 0 0,0 0 0 0 0,0 0 0 0 0,1-1 0 0 0,-1 1 1 0 0,0 0-1 0 0,1-1 0 0 0,-1 1 0 0 0,1-1 0 0 0,-1 1 0 0 0,0 0 0 0 0,1-1 0 0 0,-1 1 0 0 0,1-1 0 0 0,-1 0 0 0 0,1 1 0 0 0,-1-1 1 0 0,1 1-1 0 0,0-1 0 0 0,-1 0 0 0 0,1 1 0 0 0,0-1 0 0 0,-1 0 0 0 0,1 1 0 0 0,0-1 0 0 0,0 0 0 0 0,0 0 0 0 0,0 1 0 0 0,0-1 1 0 0,0-1-1 0 0,-2-27 617 0 0,3 23-434 0 0,3 11-345 0 0,1 10 88 0 0,10 66-33 0 0,8 151 0 0 0,-20 88 25 0 0,-4-194-206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15 103 3249 0 0,'-14'-20'6469'0'0,"15"20"-6362"0"0,1-1 1 0 0,0 0-1 0 0,-1 1 0 0 0,1-1 0 0 0,-1 1 1 0 0,1-1-1 0 0,0 1 0 0 0,-1 0 0 0 0,1-1 0 0 0,0 1 1 0 0,-1 0-1 0 0,4 1 0 0 0,2-1 26 0 0,200-20 1262 0 0,226-6-1167 0 0,-268 40-210 0 0,-14-1 24 0 0,-31-6 99 0 0,119 0 173 0 0,-231-8-279 0 0,0 1 0 0 0,0-1 0 0 0,-1-1 0 0 0,12-3 0 0 0,-18 5-29 0 0,0 0 0 0 0,0 0 0 0 0,0-1 0 0 0,0 1 0 0 0,0-1 0 0 0,0 1 0 0 0,0 0 0 0 0,0-1 0 0 0,0 0 0 0 0,0 1 0 0 0,0-1 0 0 0,-1 1 0 0 0,1-1 0 0 0,0 0 0 0 0,0 0 0 0 0,-1 1 0 0 0,1-1 0 0 0,-1 0 0 0 0,1 0 0 0 0,0 0 0 0 0,-1 0 0 0 0,0 0 0 0 0,1 0 0 0 0,-1 0 0 0 0,0 0 0 0 0,1 0 0 0 0,-1 0 0 0 0,0 0 0 0 0,0 0 0 0 0,0 0 0 0 0,0 0 0 0 0,0 0 0 0 0,0 0 0 0 0,0 0 0 0 0,0 0 0 0 0,0 0 0 0 0,0 0 0 0 0,-1 0 0 0 0,1 0 0 0 0,0 0 0 0 0,-1 0 0 0 0,1 0 0 0 0,-1-1 0 0 0,-1 0-6 0 0,0-1 1 0 0,-1 1 0 0 0,1 0 0 0 0,-1 0 0 0 0,1 0 0 0 0,-1 0-1 0 0,0 0 1 0 0,1 0 0 0 0,-1 1 0 0 0,0-1 0 0 0,0 1-1 0 0,0 0 1 0 0,-1 0 0 0 0,1 0 0 0 0,0 0 0 0 0,0 1 0 0 0,0-1-1 0 0,-1 1 1 0 0,1 0 0 0 0,0 0 0 0 0,0 0 0 0 0,-1 0-1 0 0,1 1 1 0 0,0-1 0 0 0,-6 2 0 0 0,8 0-3 0 0,-1 0 1 0 0,1-1-1 0 0,0 1 0 0 0,0 0 0 0 0,-1 0 1 0 0,1 0-1 0 0,1 0 0 0 0,-1 0 1 0 0,0 0-1 0 0,0 0 0 0 0,1 0 0 0 0,-1 0 1 0 0,1 0-1 0 0,0 0 0 0 0,-1 3 1 0 0,-4 15-17 0 0,-2-8 14 0 0,4-7-15 0 0,0 0 0 0 0,1 1 0 0 0,-1-1 0 0 0,-2 9 0 0 0,5-13 37 0 0,0 0 0 0 0,-1 0 1 0 0,1 0-1 0 0,0 0 0 0 0,0 0 0 0 0,0 0 1 0 0,0 0-1 0 0,0 0 0 0 0,0 0 1 0 0,0 1-1 0 0,0-1 0 0 0,0 0 0 0 0,1 0 1 0 0,-1 0-1 0 0,0 0 0 0 0,1 0 0 0 0,-1 0 1 0 0,1 0-1 0 0,-1 0 0 0 0,1 0 1 0 0,-1 0-1 0 0,1 0 0 0 0,0-1 0 0 0,-1 1 1 0 0,1 0-1 0 0,0 0 0 0 0,0 0 0 0 0,0-1 1 0 0,1 2-1 0 0,3 0 37 0 0,-1 1 0 0 0,1-1 0 0 0,-1 0 0 0 0,1-1 0 0 0,0 1 0 0 0,0-1-1 0 0,-1 0 1 0 0,1 0 0 0 0,0-1 0 0 0,0 1 0 0 0,0-1 0 0 0,5 0 0 0 0,-7 0-14 0 0,0-1 0 0 0,0 1 0 0 0,0-1 0 0 0,0 0 0 0 0,-1 1-1 0 0,1-1 1 0 0,0 0 0 0 0,-1-1 0 0 0,1 1 0 0 0,0 0 0 0 0,-1-1 0 0 0,0 0 0 0 0,1 1 0 0 0,-1-1 0 0 0,0 0 0 0 0,0 0 0 0 0,0 0-1 0 0,0 0 1 0 0,0-1 0 0 0,0 1 0 0 0,-1-1 0 0 0,2-2 0 0 0,-1 3-33 0 0,-1 0 0 0 0,0 0 0 0 0,0 0 0 0 0,0-1 0 0 0,-1 1 0 0 0,1 0 0 0 0,0 0 0 0 0,-1-1 0 0 0,0 1 0 0 0,1 0-1 0 0,-1-1 1 0 0,0 1 0 0 0,0-1 0 0 0,0 1 0 0 0,-1 0 0 0 0,1-1 0 0 0,0 1 0 0 0,-1 0 0 0 0,-1-4 0 0 0,1 4-15 0 0,-1 0 0 0 0,1 0 0 0 0,-1 0 0 0 0,1 1 0 0 0,-1-1 0 0 0,0 1 0 0 0,1-1 0 0 0,-1 1 0 0 0,0 0 0 0 0,0 0 0 0 0,0 0 0 0 0,0 0 0 0 0,0 0 0 0 0,0 0 0 0 0,0 0 0 0 0,-1 1 0 0 0,1-1 0 0 0,0 1 0 0 0,0-1 0 0 0,-4 1 0 0 0,-2-1-6 0 0,0 1 1 0 0,0 0-1 0 0,0 0 0 0 0,-11 2 0 0 0,16-1 5 0 0,-1-1 0 0 0,0 1 0 0 0,1 0 0 0 0,-1 0 0 0 0,1 0 0 0 0,-1 1-1 0 0,1-1 1 0 0,0 1 0 0 0,-1 0 0 0 0,1 0 0 0 0,-5 4 0 0 0,7-4-13 0 0,-1 1-1 0 0,1-1 1 0 0,-1 0 0 0 0,1 1 0 0 0,0 0 0 0 0,0-1 0 0 0,0 1-1 0 0,1 0 1 0 0,-1-1 0 0 0,0 1 0 0 0,1 0 0 0 0,0 0 0 0 0,0-1-1 0 0,0 6 1 0 0,2-6 37 0 0,1 1 1 0 0,0-1-1 0 0,-1 0 0 0 0,1 0 0 0 0,0 0 0 0 0,0-1 0 0 0,0 1 0 0 0,0-1 0 0 0,1 1 0 0 0,-1-1 0 0 0,0 0 1 0 0,5 1-1 0 0,2 0 16 0 0,1 0 1 0 0,-1-1-1 0 0,1 0 1 0 0,21 0 0 0 0,-26-1-4 0 0,0-1 0 0 0,1 0 0 0 0,-1 0 0 0 0,0 0 0 0 0,0 0 0 0 0,0-1 0 0 0,0 0 0 0 0,0-1 0 0 0,9-4 0 0 0,-14 7-31 0 0,-1 0-1 0 0,0 0 1 0 0,1-1-1 0 0,-1 1 1 0 0,0 0-1 0 0,1 0 1 0 0,-1 0-1 0 0,0-1 1 0 0,1 1-1 0 0,-1 0 1 0 0,0-1-1 0 0,0 1 1 0 0,1 0 0 0 0,-1 0-1 0 0,0-1 1 0 0,0 1-1 0 0,0 0 1 0 0,0-1-1 0 0,1 1 1 0 0,-1-1-1 0 0,0 1 1 0 0,0 0-1 0 0,0-1 1 0 0,0 1-1 0 0,0 0 1 0 0,0-1-1 0 0,0 1 1 0 0,0-1-1 0 0,0 1 1 0 0,0 0 0 0 0,0-1-1 0 0,-10-8-3 0 0,-17-2 19 0 0,25 11-22 0 0,-8-3 28 0 0,0 1 0 0 0,0 0 0 0 0,0 1 0 0 0,-13-1 0 0 0,18 2-284 0 0,0 0 0 0 0,0 0 0 0 0,0 0 0 0 0,0 1 0 0 0,1 0 1 0 0,-1 0-1 0 0,0 0 0 0 0,1 1 0 0 0,-1-1 0 0 0,1 1 0 0 0,-6 3 0 0 0,10-5 218 0 0,0 0 0 0 0,-1 0 0 0 0,1 0 0 0 0,0 0 0 0 0,0 0 0 0 0,-1 1 0 0 0,1-1 0 0 0,0 0 0 0 0,0 0 0 0 0,-1 0 0 0 0,1 0 0 0 0,0 1 0 0 0,-1-1-94 0 0,1 1 94 0 0,0-1 0 0 0,0 0 0 0 0,0 0 0 0 0,0 1 0 0 0,-1-1 0 0 0,1 0 0 0 0,0 0 0 0 0,0 1 0 0 0,0-1 0 0 0,0 0 0 0 0,0 0 0 0 0,0 1 0 0 0,0-1 0 0 0,0 0 0 0 0,0 1 0 0 0,0-1 0 0 0,0 0 0 0 0,0 1 0 0 0,0-1 0 0 0,11 5-385 0 0,20-4 1246 0 0,-30-1-697 0 0,1 0-38 0 0,-1 0-1 0 0,0 0 1 0 0,1 0 0 0 0,-1 0-1 0 0,0-1 1 0 0,0 1 0 0 0,1 0-1 0 0,-1 0 1 0 0,0-1 0 0 0,0 1-1 0 0,1-1 1 0 0,-1 1 0 0 0,0-1-1 0 0,0 0 1 0 0,0 0 0 0 0,0 1-1 0 0,0-1 1 0 0,0 0 0 0 0,0 0 0 0 0,0 0-1 0 0,0 0 1 0 0,0 0 0 0 0,0 0-1 0 0,-1 0 1 0 0,1 0 0 0 0,0 0-1 0 0,-1 0 1 0 0,1-1 0 0 0,-1 1-1 0 0,1 0 1 0 0,-1 0 0 0 0,0-1-1 0 0,1 1 1 0 0,-1 0 0 0 0,0 0-1 0 0,0-1 1 0 0,0-1 0 0 0,3-21-1898 0 0,-1 20 1909 0 0,-3-1-3 0 0,1-5-2184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30 0 6897 0 0,'-29'24'3025'0'0,"29"-24"-2987"0"0,8 2 616 0 0,17-2-487 0 0,-20 0 29 0 0,498 12 1474 0 0,-490-11-1679 0 0,189 20 947 0 0,-196-21-1105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364 58 6833 0 0,'-5'-29'4944'0'0,"-2"8"-3784"0"0,5 13-503 0 0,4 14-421 0 0,23 47-234 0 0,-3 1-1 0 0,-2 1 1 0 0,-3 2 0 0 0,-2-1 0 0 0,7 63 0 0 0,-7-3 131 0 0,-2 183 0 0 0,-13-245 356 0 0,-25-42-425 0 0,18-7-53 0 0,-2-1 0 0 0,1 0 0 0 0,0 0 0 0 0,-1-1 0 0 0,1 0 0 0 0,-1 0 0 0 0,0-1 0 0 0,0-1 0 0 0,-14 2 0 0 0,-12-1-13 0 0,-41-3-1 0 0,23-1-30 0 0,44 2-1 0 0,-28 1-3 0 0,35-1 26 0 0,1 1 0 0 0,-1-1 0 0 0,0 0 0 0 0,0 1 0 0 0,1-1 0 0 0,-1 1 0 0 0,0-1 0 0 0,1 1 0 0 0,-1 0 0 0 0,1 0 1 0 0,-1 0-1 0 0,1 0 0 0 0,-1 0 0 0 0,1 0 0 0 0,0 0 0 0 0,-3 2 0 0 0,4-2 14 0 0,-1 0-1 0 0,1 0 1 0 0,-1-1-1 0 0,1 1 1 0 0,-1 0-1 0 0,1 0 1 0 0,-1 0 0 0 0,1 0-1 0 0,0 0 1 0 0,0 0-1 0 0,-1 0 1 0 0,1 0-1 0 0,0 0 1 0 0,0-1-1 0 0,0 1 1 0 0,0 0 0 0 0,0 0-1 0 0,0 0 1 0 0,1 0-1 0 0,-1 0 1 0 0,0 0-1 0 0,0 0 1 0 0,1 0 0 0 0,-1 0-1 0 0,0 0 1 0 0,1 0-1 0 0,-1-1 1 0 0,1 1-1 0 0,-1 0 1 0 0,1 0-1 0 0,1 1 1 0 0,-1-1 9 0 0,1 1 1 0 0,-1-1-1 0 0,1 0 1 0 0,0 1-1 0 0,0-1 0 0 0,0 0 1 0 0,0 0-1 0 0,0 0 1 0 0,0-1-1 0 0,0 1 0 0 0,4 0 1 0 0,192 49 60 0 0,-135-35-51 0 0,-42-11-23 0 0,-1 1 0 0 0,1 1 0 0 0,-1 0 0 0 0,-1 2 0 0 0,22 11 0 0 0,-36-15 21 0 0,1 0-1 0 0,-2 0 1 0 0,1 0-1 0 0,0 1 1 0 0,-1 0-1 0 0,0 0 1 0 0,5 7-1 0 0,-7-10 2 0 0,-1 0-1 0 0,0 0 1 0 0,0 0-1 0 0,1 0 1 0 0,-1 0-1 0 0,0 0 1 0 0,-1 0-1 0 0,1 0 1 0 0,0 0-1 0 0,-1 1 1 0 0,1-1-1 0 0,-1 0 1 0 0,0 0-1 0 0,1 1 1 0 0,-1-1-1 0 0,0 0 1 0 0,-1 0-1 0 0,1 1 1 0 0,0-1-1 0 0,0 0 1 0 0,-1 0-1 0 0,0 1 1 0 0,-1 3-1 0 0,0-4-13 0 0,1-1-1 0 0,-1 1 1 0 0,0-1 0 0 0,0 1-1 0 0,0-1 1 0 0,0 0-1 0 0,0 0 1 0 0,0 0 0 0 0,0 0-1 0 0,-1 0 1 0 0,-3 1-1 0 0,-34 7 19 0 0,25-5-13 0 0,-200 37 51 0 0,-47 13-32 0 0,253-52-33 0 0,-26 10 10 0 0,34-11-17 0 0,0-1 1 0 0,0 0-1 0 0,0 1 0 0 0,1-1 1 0 0,-1 0-1 0 0,0 1 1 0 0,0-1-1 0 0,1 1 0 0 0,-1-1 1 0 0,0 1-1 0 0,1 0 1 0 0,-1-1-1 0 0,1 1 1 0 0,-1-1-1 0 0,1 1 0 0 0,-1 0 1 0 0,1 0-1 0 0,-1-1 1 0 0,1 1-1 0 0,0 0 1 0 0,-1 0-1 0 0,1 0 0 0 0,0-1 1 0 0,0 1-1 0 0,-1 0 1 0 0,1 0-1 0 0,0 0 1 0 0,0 0-1 0 0,0 0 0 0 0,0-1 1 0 0,0 1-1 0 0,0 0 1 0 0,1 0-1 0 0,-1 0 1 0 0,0 0-1 0 0,1 1 4 0 0,1-1-1 0 0,-1 0 1 0 0,0 0-1 0 0,1 0 1 0 0,-1 0 0 0 0,0 0-1 0 0,1 0 1 0 0,-1 0 0 0 0,1 0-1 0 0,0-1 1 0 0,-1 1-1 0 0,1 0 1 0 0,-1-1 0 0 0,1 0-1 0 0,0 1 1 0 0,0-1 0 0 0,-1 0-1 0 0,4 0 1 0 0,1 1-6 0 0,168 44-32 0 0,-120-30 6 0 0,41 13 31 0 0,92 24 189 0 0,-169-48-178 0 0,0 0 9 0 0,1 0 1 0 0,-1 1 0 0 0,0 1 0 0 0,0 1 0 0 0,20 11-1 0 0,-36-17 6 0 0,0 1 0 0 0,0 0 0 0 0,0-1 0 0 0,0 1 0 0 0,0 0 0 0 0,-1 0 0 0 0,1 1 0 0 0,-1-1 0 0 0,1 0 0 0 0,-1 0 0 0 0,1 4 0 0 0,-1-5-18 0 0,-1 0-1 0 0,1 0 1 0 0,-1 0 0 0 0,0 0-1 0 0,0 0 1 0 0,1 1 0 0 0,-1-1-1 0 0,0 0 1 0 0,0 0 0 0 0,0 0-1 0 0,0 0 1 0 0,0 0 0 0 0,-1 0-1 0 0,1 0 1 0 0,0 0 0 0 0,0 0-1 0 0,-1 0 1 0 0,1 0 0 0 0,0 0-1 0 0,-1 0 1 0 0,1 0 0 0 0,-1 0-1 0 0,0 0 1 0 0,1 0 0 0 0,-1 0-1 0 0,0 0 1 0 0,1 0 0 0 0,-1-1-1 0 0,0 1 1 0 0,0 0 0 0 0,0 0-1 0 0,-1 0 1 0 0,-14 6 6 0 0,-1 0 0 0 0,1-1 1 0 0,-34 7-1 0 0,5-1-20 0 0,-95 30 131 0 0,-101 30 210 0 0,122-29-326 0 0,117-42-23 0 0,0 1 0 0 0,0-1 0 0 0,1 1 0 0 0,-1 0 1 0 0,0-1-1 0 0,1 1 0 0 0,-1 0 0 0 0,1 0 0 0 0,0 0 0 0 0,0 0 0 0 0,0 0 0 0 0,-1 3 0 0 0,1-4 18 0 0,1 0 1 0 0,-1 0-1 0 0,1 0 0 0 0,0-1 0 0 0,-1 1 1 0 0,1 0-1 0 0,0 0 0 0 0,-1 0 0 0 0,1 0 1 0 0,0 0-1 0 0,0-1 0 0 0,0 1 0 0 0,0 0 0 0 0,0 0 1 0 0,0 0-1 0 0,0 0 0 0 0,0 0 0 0 0,0 0 1 0 0,1 0-1 0 0,-1 0 0 0 0,0-1 0 0 0,1 1 1 0 0,-1 0-1 0 0,0 0 0 0 0,1 0 0 0 0,-1 0 1 0 0,1-1-1 0 0,-1 1 0 0 0,1 0 0 0 0,-1-1 1 0 0,1 1-1 0 0,0 0 0 0 0,-1-1 0 0 0,1 1 1 0 0,0-1-1 0 0,1 2 0 0 0,10 1 27 0 0,0 0-1 0 0,0-1 0 0 0,0 0 1 0 0,24 0-1 0 0,23 3 37 0 0,106 33-97 0 0,-145-33 47 0 0,0 1 0 0 0,-1 1 0 0 0,1 0 0 0 0,18 11 0 0 0,-30-14-8 0 0,0 1 0 0 0,0 0-1 0 0,-1 0 1 0 0,1 1 0 0 0,-1-1 0 0 0,0 2 0 0 0,-1-1 0 0 0,0 1 0 0 0,0 0-1 0 0,0 0 1 0 0,6 12 0 0 0,-4-4 8 0 0,-2-5 4 0 0,0 1 0 0 0,-2-1 0 0 0,1 1 0 0 0,2 11 0 0 0,-6-18-12 0 0,0 1 0 0 0,0-1 0 0 0,-1 1 0 0 0,0-1 0 0 0,0 1 0 0 0,0-1 0 0 0,-1 1 0 0 0,1-1 0 0 0,-1 0 0 0 0,0 1 0 0 0,0-1 0 0 0,-1 0 0 0 0,1 0 0 0 0,-3 5 0 0 0,-13 24 35 0 0,-8 18 18 0 0,-9 21-76 0 0,28-52 38 0 0,1 0-1 0 0,0 1 0 0 0,-3 36 1 0 0,7-48-19 0 0,-1 0 1 0 0,0 0-1 0 0,0-1 0 0 0,-7 18 1 0 0,-7 22-12 0 0,11-17 16 0 0,2 0-1 0 0,0 1 0 0 0,3-1 1 0 0,4 50-1 0 0,4-14-44 0 0,18 72 1 0 0,67 216 94 0 0,-81-312-60 0 0,7 43 7 0 0,10 100-1 0 0,-2-6 105 0 0,13 39 271 0 0,46 213 657 0 0,58 131-679 0 0,-86-233-173 0 0,-39-205-52 0 0,-12-92-40 0 0,1 0 0 0 0,2-1 0 0 0,2 0 0 0 0,1-1 0 0 0,23 41 0 0 0,-14-21-152 0 0,20 66 1 0 0,-36-100-129 0 0,-5-11-589 0 0,3 5-1316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12 5993 0 0,'0'0'2302'0'0,"9"0"-1900"0"0,29 5-41 0 0,1-1 0 0 0,49-3 0 0 0,81-11 1926 0 0,27-1-852 0 0,-169 12-1382 0 0,0 1 1 0 0,1 1 0 0 0,39 11-1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64 8074 0 0,'0'0'3787'0'0,"9"-3"-3189"0"0,43-13-525 0 0,1 2 0 0 0,68-9 0 0 0,-89 19-1794 0 0,34 1 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1 12019 0 0,'-3'1'1504'0'0,"1"1"-1200"0"0,1 0-216 0 0,1-1-120 0 0,0 1-24 0 0,1-1 48 0 0,1 1-48 0 0,6-1-32 0 0,10 2-336 0 0,2 0-80 0 0,2-1-112 0 0,-2-1-585 0 0,0-1-2551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87 151 2048 0 0,'-18'-22'5623'0'0,"9"7"-4885"0"0,0-1 0 0 0,2 0 0 0 0,-1 0 0 0 0,-6-25 0 0 0,5 25 148 0 0,9 16-844 0 0,0-1-1 0 0,0 1 1 0 0,0-1-1 0 0,0 1 1 0 0,-1-1 0 0 0,1 1-1 0 0,0 0 1 0 0,0-1 0 0 0,-1 1-1 0 0,1-1 1 0 0,0 1 0 0 0,-1 0-1 0 0,1-1 1 0 0,0 1 0 0 0,-1 0-1 0 0,1-1 1 0 0,0 1 0 0 0,-1 0-1 0 0,1 0 1 0 0,-1 0-1 0 0,1-1 1 0 0,-1 1 0 0 0,1 0-1 0 0,-1 0 1 0 0,1 0 0 0 0,0 0-1 0 0,-1 0 1 0 0,1 0 0 0 0,-1-1-1 0 0,1 1 1 0 0,-1 0 0 0 0,1 1-1 0 0,-1-1 1 0 0,1 9 55 0 0,19 129-206 0 0,0-14-68 0 0,-15-65 11 0 0,-2-24-1345 0 0,2 0 0 0 0,7 36 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142 32 2889 0 0,'0'0'3475'0'0,"-29"-6"1355"0"0,26 6-4767 0 0,0-1-1 0 0,1 1 1 0 0,-1 1-1 0 0,1-1 1 0 0,-1 0-1 0 0,0 1 1 0 0,1-1-1 0 0,-1 1 1 0 0,1 0-1 0 0,-1 0 1 0 0,1 0-1 0 0,-1 0 1 0 0,1 0-1 0 0,0 1 1 0 0,0-1-1 0 0,-1 1 1 0 0,1-1-1 0 0,0 1 1 0 0,1 0-1 0 0,-5 3 1 0 0,4 0-50 0 0,-1 1 0 0 0,0-1 0 0 0,1 1 0 0 0,0-1 0 0 0,0 1 0 0 0,1-1 0 0 0,-1 1 0 0 0,0 8 0 0 0,1-8-21 0 0,-1-1 0 0 0,1 0-1 0 0,-1 0 1 0 0,-1 0 0 0 0,-4 8-1 0 0,-9 24 10 0 0,14-28 7 0 0,0 1 0 0 0,0 0 0 0 0,1-1 0 0 0,1 1 0 0 0,-1 0 0 0 0,2-1 0 0 0,-1 1 0 0 0,1 0 0 0 0,1-1 0 0 0,0 1 1 0 0,0-1-1 0 0,1 1 0 0 0,0-1 0 0 0,1 0 0 0 0,0 0 0 0 0,5 9 0 0 0,-7-17 4 0 0,-1 1 0 0 0,1 0 1 0 0,0 0-1 0 0,0-1 0 0 0,0 1 0 0 0,0-1 0 0 0,1 1 1 0 0,-1-1-1 0 0,0 0 0 0 0,1 0 0 0 0,-1 0 0 0 0,0 0 1 0 0,1-1-1 0 0,-1 1 0 0 0,4 0 0 0 0,-2 0 15 0 0,-1 0-1 0 0,1 0 1 0 0,-1 0-1 0 0,1 0 0 0 0,-1 1 1 0 0,5 2-1 0 0,-6-2-2 0 0,1 0 0 0 0,-1 0 0 0 0,1 0 0 0 0,0 0 0 0 0,0 0 0 0 0,0-1 0 0 0,0 0 0 0 0,0 1 0 0 0,0-1 0 0 0,1 0 0 0 0,-1 0 0 0 0,0-1 0 0 0,0 1 0 0 0,1-1 0 0 0,-1 0 0 0 0,0 1 0 0 0,1-1 0 0 0,-1-1 0 0 0,1 1 0 0 0,-1 0 0 0 0,0-1 0 0 0,5-1 0 0 0,-7 0-21 0 0,0 0-1 0 0,0 0 0 0 0,0 1 1 0 0,0-1-1 0 0,0 0 1 0 0,-1 0-1 0 0,1 0 0 0 0,-1 0 1 0 0,0 0-1 0 0,1 0 1 0 0,-1 0-1 0 0,0 0 0 0 0,0 0 1 0 0,0-2-1 0 0,2-16-6 0 0,8-3 15 0 0,-6 14-3 0 0,-1 1 0 0 0,0-1-1 0 0,0 0 1 0 0,0 0-1 0 0,-1 0 1 0 0,-1 0 0 0 0,2-9-1 0 0,-3 5-5 0 0,0 1-1 0 0,-1 0 1 0 0,-1 0-1 0 0,0 0 0 0 0,0 0 1 0 0,-1 0-1 0 0,0 0 1 0 0,-1 1-1 0 0,-1 0 1 0 0,0-1-1 0 0,0 2 1 0 0,-9-14-1 0 0,12 22-12 0 0,1 0 0 0 0,-1 0 0 0 0,0 1 0 0 0,0-1 1 0 0,0 1-1 0 0,0-1 0 0 0,0 1 0 0 0,-1 0 0 0 0,1 0 0 0 0,0 0 0 0 0,0 0 0 0 0,-1 0 1 0 0,1 0-1 0 0,-5 0 0 0 0,-18-9-242 0 0,22 8-137 0 0,0 0 0 0 0,0 0-1 0 0,0 1 1 0 0,0-1 0 0 0,-1 1 0 0 0,1-1 0 0 0,0 1 0 0 0,-5-1-1 0 0,21 6-1102 0 0,19-3 1235 0 0,-1-1-1 0 0,0-2 1 0 0,0-1 0 0 0,52-12 0 0 0,44-5 986 0 0,-124 20-864 0 0,24 1 4944 0 0,-35 6-3944 0 0,-60 27-119 0 0,65-32-730 0 0,0 0-1 0 0,0 0 0 0 0,0 0 0 0 0,1 0 1 0 0,-1 0-1 0 0,0 1 0 0 0,1-1 0 0 0,0 1 1 0 0,-1-1-1 0 0,1 1 0 0 0,0 0 0 0 0,-2 5 1 0 0,-14 42 52 0 0,16-42-35 0 0,-1 0 0 0 0,0 1 0 0 0,0-1 0 0 0,-9 14-1 0 0,10-18 15 0 0,-1 1-1 0 0,1-1 0 0 0,0 0 0 0 0,0 1 0 0 0,1-1 0 0 0,-1 1 0 0 0,1 0 1 0 0,0-1-1 0 0,0 1 0 0 0,1 0 0 0 0,-1 0 0 0 0,1-1 0 0 0,0 1 0 0 0,0 0 0 0 0,1 0 1 0 0,0 5-1 0 0,0-7-26 0 0,0 1 0 0 0,0-1 1 0 0,0 0-1 0 0,0 0 0 0 0,0 0 0 0 0,1 0 1 0 0,-1 0-1 0 0,1 0 0 0 0,0 0 1 0 0,0 0-1 0 0,0 0 0 0 0,0-1 0 0 0,0 1 1 0 0,1-1-1 0 0,-1 0 0 0 0,1 1 1 0 0,0-1-1 0 0,-1 0 0 0 0,1-1 0 0 0,0 1 1 0 0,0 0-1 0 0,6 1 0 0 0,6 2 46 0 0,0-2 0 0 0,1 0-1 0 0,18 1 1 0 0,-28-3-58 0 0,0 0-1 0 0,-1 1 1 0 0,1-1-1 0 0,-1 1 1 0 0,1 0 0 0 0,7 4-1 0 0,-8-3 0 0 0,0 0-1 0 0,1-1 1 0 0,-1 0 0 0 0,1 0-1 0 0,0-1 1 0 0,7 2-1 0 0,-6-3 11 0 0,0 0-1 0 0,0 0 0 0 0,0 0 0 0 0,0-1 0 0 0,0 0 1 0 0,10-3-1 0 0,-15 4-10 0 0,0-1-1 0 0,1 0 1 0 0,-1 0-1 0 0,0 0 1 0 0,0 0 0 0 0,0 0-1 0 0,0 0 1 0 0,0 0-1 0 0,0-1 1 0 0,0 1 0 0 0,0-1-1 0 0,-1 0 1 0 0,1 1 0 0 0,-1-1-1 0 0,1 0 1 0 0,-1 0-1 0 0,1 0 1 0 0,-1 0 0 0 0,0 0-1 0 0,0 0 1 0 0,1-5-1 0 0,11-25 65 0 0,-10 26-67 0 0,-1 1 0 0 0,1-1 0 0 0,-1 1-1 0 0,-1-1 1 0 0,1 1 0 0 0,0-7 0 0 0,-1 0-1 0 0,0-1 1 0 0,0 0-1 0 0,-1 1 1 0 0,-1-1 0 0 0,0 0-1 0 0,-1 1 1 0 0,0 0-1 0 0,-1-1 1 0 0,-1 1-1 0 0,0 0 1 0 0,-9-20-1 0 0,11 29-3 0 0,0 0-1 0 0,0-1 0 0 0,0 1 1 0 0,-1 0-1 0 0,1 0 0 0 0,-1 0 1 0 0,0 1-1 0 0,1-1 0 0 0,-1 1 1 0 0,0-1-1 0 0,-1 1 0 0 0,1 0 1 0 0,0 0-1 0 0,-1 1 0 0 0,1-1 1 0 0,-1 1-1 0 0,1-1 0 0 0,-8 0 1 0 0,-9-4-42 0 0,13 5 24 0 0,0-1 0 0 0,0 0 0 0 0,-12-6 0 0 0,15 6-54 0 0,0 0 1 0 0,0 0-1 0 0,0 0 1 0 0,0 1-1 0 0,0 0 1 0 0,0 0-1 0 0,0 0 1 0 0,-7 0-1 0 0,-9 0-3256 0 0,41 4-955 0 0,16 2 2548 0 0,-10-5 186 0 0,-2 0-72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3 118 640 0 0,'18'-11'7656'0'0,"2"-32"-4758"0"0,-18 39-2616 0 0,-1 1 0 0 0,0-1-1 0 0,0 0 1 0 0,0 0-1 0 0,0 0 1 0 0,0 0 0 0 0,-1 0-1 0 0,0 0 1 0 0,0-4 0 0 0,0 7-252 0 0,0 1 1 0 0,0-1 0 0 0,0 0 0 0 0,0 0 0 0 0,0 1 0 0 0,0-1 0 0 0,0 0 0 0 0,0 0 0 0 0,0 1 0 0 0,0-1 0 0 0,-1 0 0 0 0,1 1 0 0 0,0-1 0 0 0,0 0 0 0 0,-1 0 0 0 0,1 1 0 0 0,0-1 0 0 0,-1 1 0 0 0,1-1-1 0 0,-1 0 1 0 0,1 1 0 0 0,-1-1 0 0 0,1 1 0 0 0,-1-1 0 0 0,1 1 0 0 0,-1-1 0 0 0,0 1 0 0 0,1 0 0 0 0,-1-1 0 0 0,0 1 0 0 0,1 0 0 0 0,-1-1 0 0 0,0 1 0 0 0,1 0 0 0 0,-1 0 0 0 0,0 0 0 0 0,0-1 0 0 0,1 1-1 0 0,-1 0 1 0 0,0 0 0 0 0,0 0 0 0 0,1 0 0 0 0,-1 0 0 0 0,0 0 0 0 0,0 1 0 0 0,1-1 0 0 0,-1 0 0 0 0,0 0 0 0 0,1 1 0 0 0,-1-1 0 0 0,0 0 0 0 0,1 1 0 0 0,-1-1 0 0 0,0 1 0 0 0,-1 0-21 0 0,1 1 1 0 0,-1-1 0 0 0,1 0-1 0 0,-1 1 1 0 0,1 0 0 0 0,0-1-1 0 0,0 1 1 0 0,0 0 0 0 0,0-1-1 0 0,0 1 1 0 0,0 0 0 0 0,1 0-1 0 0,-1 0 1 0 0,1 0 0 0 0,-1 0-1 0 0,1 0 1 0 0,-1 2 0 0 0,-3 35 43 0 0,5 5-81 0 0,1 0-1 0 0,10 46 0 0 0,1 20-122 0 0,-10 14 263 0 0,-3-70-2560 0 0,0-6-4737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141 18 6905 0 0,'20'-17'5095'0'0,"-24"18"-4870"0"0,1 0-1 0 0,-1 0 1 0 0,1 1 0 0 0,0-1 0 0 0,0 1-1 0 0,-1 0 1 0 0,1 0 0 0 0,0 0-1 0 0,-3 3 1 0 0,-16 9-168 0 0,18-11-29 0 0,-1 0-1 0 0,1 1 0 0 0,-1-1 0 0 0,1 1 1 0 0,0 0-1 0 0,1 0 0 0 0,-1 1 1 0 0,1-1-1 0 0,0 1 0 0 0,0 0 0 0 0,0-1 1 0 0,0 1-1 0 0,-2 8 0 0 0,-1 0 70 0 0,2 1 0 0 0,-1 0 0 0 0,1 0 0 0 0,-2 17 0 0 0,-5 7 232 0 0,8-32-270 0 0,1 0 1 0 0,0 0-1 0 0,0 0 1 0 0,1 0 0 0 0,0 1-1 0 0,-1 9 1 0 0,2-14-54 0 0,0 0 0 0 0,0 1 1 0 0,1-1-1 0 0,-1 0 0 0 0,1 0 1 0 0,0 0-1 0 0,0 1 0 0 0,-1-1 1 0 0,1 0-1 0 0,1 0 0 0 0,-1 0 1 0 0,0 0-1 0 0,0-1 0 0 0,1 1 1 0 0,-1 0-1 0 0,1 0 0 0 0,-1-1 1 0 0,1 1-1 0 0,0-1 0 0 0,0 1 1 0 0,0-1-1 0 0,0 0 0 0 0,3 2 1 0 0,9 4-46 0 0,1-1 1 0 0,0 0-1 0 0,1 0 1 0 0,24 4-1 0 0,65 8-1698 0 0,-50-13-1944 0 0,-39-3 1737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277 1 9266 0 0,'-21'2'2234'0'0,"19"-2"-2218"0"0,0 1-1 0 0,0-1 1 0 0,0 1 0 0 0,0 0 0 0 0,0 0 0 0 0,0 0 0 0 0,0 0 0 0 0,1 0-1 0 0,-1 0 1 0 0,0 0 0 0 0,1 0 0 0 0,-1 1 0 0 0,1-1 0 0 0,-1 1 0 0 0,1-1-1 0 0,0 1 1 0 0,-1 0 0 0 0,1 0 0 0 0,0-1 0 0 0,0 1 0 0 0,0 0-1 0 0,1 0 1 0 0,-1 0 0 0 0,0 0 0 0 0,0 4 0 0 0,0-1-5 0 0,-1-1 0 0 0,1 1 1 0 0,-1-1-1 0 0,0 1 0 0 0,-5 6 0 0 0,5-7 7 0 0,-1 0 0 0 0,1 1 0 0 0,0-1 0 0 0,0 0 0 0 0,1 1 0 0 0,-2 7 0 0 0,2 3 121 0 0,1 1 0 0 0,0-1 0 0 0,1 0 0 0 0,1 0 0 0 0,1-1-1 0 0,0 1 1 0 0,0 0 0 0 0,9 19 0 0 0,9 45 449 0 0,-20-70-423 0 0,1 0 0 0 0,-2 1 0 0 0,1-1 0 0 0,-1 0 0 0 0,-1 0 0 0 0,-2 17 0 0 0,2-23-163 0 0,1-1 1 0 0,-1 1 0 0 0,0-1-1 0 0,0 1 1 0 0,0-1-1 0 0,0 0 1 0 0,0 1-1 0 0,-1-1 1 0 0,1 0-1 0 0,-1 0 1 0 0,1 0-1 0 0,-1 0 1 0 0,0 0-1 0 0,0-1 1 0 0,0 1 0 0 0,0 0-1 0 0,0-1 1 0 0,0 1-1 0 0,0-1 1 0 0,-3 2-1 0 0,-4 0-33 0 0,1 0 0 0 0,-1-1 0 0 0,0 0 0 0 0,-13 2 0 0 0,14-3-49 0 0,0 0 1 0 0,1 0 0 0 0,0 1-1 0 0,-1 0 1 0 0,1 0 0 0 0,-8 5-1 0 0,9-4-100 0 0,1-1 0 0 0,0 1 1 0 0,-1-1-1 0 0,1-1 0 0 0,-1 1 0 0 0,-8 1 0 0 0,11-3-223 0 0,0 1 0 0 0,-1-1 1 0 0,1 0-1 0 0,0 0 0 0 0,0 0 1 0 0,0-1-1 0 0,-1 1 0 0 0,-3-2 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62 10450 0 0,'0'-5'2926'0'0,"0"5"-2874"0"0,20-12 590 0 0,-9 7-602 0 0,0 0-1 0 0,18-6 0 0 0,-14 8 57 0 0,-8 2-83 0 0,-1-1 0 0 0,1 1 0 0 0,-1-1 0 0 0,9-4-1 0 0,-14 5-10 0 0,1 0-1 0 0,0 0 0 0 0,0 0 0 0 0,0 0 1 0 0,0 0-1 0 0,0 1 0 0 0,0-1 1 0 0,0 0-1 0 0,1 1 0 0 0,-1 0 0 0 0,0 0 1 0 0,0-1-1 0 0,0 1 0 0 0,0 1 0 0 0,1-1 1 0 0,-1 0-1 0 0,0 0 0 0 0,0 1 1 0 0,0-1-1 0 0,0 1 0 0 0,0 0 0 0 0,0 0 1 0 0,0-1-1 0 0,0 1 0 0 0,0 1 0 0 0,0-1 1 0 0,0 0-1 0 0,0 0 0 0 0,-1 1 1 0 0,1-1-1 0 0,-1 1 0 0 0,1-1 0 0 0,-1 1 1 0 0,1 0-1 0 0,-1-1 0 0 0,0 1 0 0 0,0 0 1 0 0,0 0-1 0 0,0 0 0 0 0,0 0 0 0 0,1 4 1 0 0,9 45 16 0 0,-9-35 10 0 0,2 0 0 0 0,0 0 0 0 0,7 17 0 0 0,-7-19 129 0 0,0-1 0 0 0,-1 1 0 0 0,0 0-1 0 0,-1 0 1 0 0,-1 0 0 0 0,0 0 0 0 0,-1 21-1 0 0,-1-10 708 0 0,5 27-1 0 0,-4-49-842 0 0,1-1 0 0 0,0 1-1 0 0,0-1 1 0 0,0 1 0 0 0,0-1-1 0 0,0 0 1 0 0,0 1 0 0 0,1-1 0 0 0,-1 0-1 0 0,1 0 1 0 0,-1 0 0 0 0,1 0-1 0 0,0 0 1 0 0,0 0 0 0 0,0 0 0 0 0,0-1-1 0 0,0 1 1 0 0,5 2 0 0 0,0 0-25 0 0,1 0 0 0 0,1-1 0 0 0,-1 1 1 0 0,13 2-1 0 0,-14-4-85 0 0,1-1 0 0 0,-1 0 1 0 0,1 0-1 0 0,-1-1 0 0 0,1 0 1 0 0,-1 0-1 0 0,1-1 0 0 0,13-2 0 0 0,0-2-869 0 0,35-15 0 0 0,-36 12 112 0 0,20-4-1927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1 315 8690 0 0,'0'-14'845'0'0,"5"-20"-794"0"0,-3 27 144 0 0,-1 0 1 0 0,1 0-1 0 0,-2 0 1 0 0,1 0 0 0 0,-1 0-1 0 0,0 0 1 0 0,-2-14-1 0 0,2 20-158 0 0,0 1-1 0 0,0-1 1 0 0,0 0-1 0 0,0 0 0 0 0,0 1 1 0 0,0-1-1 0 0,0 0 1 0 0,1 1-1 0 0,-1-1 1 0 0,0 1-1 0 0,0-1 0 0 0,1 0 1 0 0,-1 1-1 0 0,0-1 1 0 0,1 0-1 0 0,-1 1 0 0 0,0-1 1 0 0,1 1-1 0 0,-1-1 1 0 0,1 1-1 0 0,-1-1 1 0 0,1 1-1 0 0,-1 0 0 0 0,1-1 1 0 0,-1 1-1 0 0,1-1 1 0 0,0 1-1 0 0,-1 0 0 0 0,1 0 1 0 0,0-1-1 0 0,-1 1 1 0 0,1 0-1 0 0,1 0 1 0 0,27-7 237 0 0,-24 7-138 0 0,55-7 464 0 0,71 1 1 0 0,-28 3-381 0 0,253-25 487 0 0,-4-29-517 0 0,-350 57-195 0 0,2-1 21 0 0,0 1 1 0 0,0-1-1 0 0,-1 0 1 0 0,1 0-1 0 0,0 0 1 0 0,0-1-1 0 0,-1 1 1 0 0,1-1-1 0 0,-1 0 0 0 0,0 0 1 0 0,1 0-1 0 0,2-3 1 0 0,-6 4-15 0 0,0 1 1 0 0,0 0-1 0 0,0-1 1 0 0,0 1-1 0 0,0 0 0 0 0,0 0 1 0 0,0-1-1 0 0,-1 1 1 0 0,1 0-1 0 0,0-1 1 0 0,0 1-1 0 0,0 0 0 0 0,0 0 1 0 0,0-1-1 0 0,-1 1 1 0 0,1 0-1 0 0,0 0 0 0 0,0-1 1 0 0,0 1-1 0 0,-1 0 1 0 0,1 0-1 0 0,0 0 1 0 0,0 0-1 0 0,0-1 0 0 0,-1 1 1 0 0,1 0-1 0 0,0 0 1 0 0,-1 0-1 0 0,1 0 1 0 0,0 0-1 0 0,0 0 0 0 0,-1-1 1 0 0,1 1-1 0 0,0 0 1 0 0,-1 0-1 0 0,1 0 0 0 0,-1 0 1 0 0,-13-2 30 0 0,13 1-23 0 0,-8 1 11 0 0,0-1 0 0 0,0 1 1 0 0,0 1-1 0 0,0 0 1 0 0,0 0-1 0 0,0 1 0 0 0,0 0 1 0 0,0 0-1 0 0,0 1 0 0 0,1 0 1 0 0,-15 7-1 0 0,2-1 35 0 0,19-7-55 0 0,1-1-1 0 0,-1 1 1 0 0,0 0 0 0 0,0 0 0 0 0,1 0 0 0 0,-1-1 0 0 0,1 2 0 0 0,0-1 0 0 0,0 0 0 0 0,0 0 0 0 0,0 0-1 0 0,0 0 1 0 0,0 1 0 0 0,0-1 0 0 0,0 5 0 0 0,-8 15 54 0 0,5-15-48 0 0,1 1-1 0 0,0-1 1 0 0,0 0-1 0 0,1 1 1 0 0,0-1-1 0 0,0 1 1 0 0,1 0-1 0 0,0 0 1 0 0,1-1-1 0 0,-1 1 1 0 0,1 0-1 0 0,1 0 1 0 0,0 0-1 0 0,0 0 1 0 0,0-1-1 0 0,1 1 1 0 0,0 0-1 0 0,0-1 1 0 0,1 0-1 0 0,0 1 1 0 0,0-1-1 0 0,1 0 1 0 0,5 7-1 0 0,-8-13 16 0 0,1 1 0 0 0,0 0 0 0 0,-1 0 0 0 0,1-1 1 0 0,0 1-1 0 0,0-1 0 0 0,0 1 0 0 0,0-1 0 0 0,0 0 0 0 0,1 0 0 0 0,-1 0 0 0 0,0 0 0 0 0,0 0 0 0 0,1 0 0 0 0,-1-1 0 0 0,1 1 1 0 0,-1-1-1 0 0,0 1 0 0 0,5-1 0 0 0,18 5 194 0 0,7 8 42 0 0,-23-9-184 0 0,0 0 0 0 0,0-1 0 0 0,0 0 0 0 0,0-1 0 0 0,18 3 0 0 0,-16-4 3 0 0,-1 0 0 0 0,0-2 0 0 0,1 1 0 0 0,-1-1 0 0 0,0-1 0 0 0,0 1-1 0 0,0-2 1 0 0,0 0 0 0 0,0 0 0 0 0,0 0 0 0 0,-1-1 0 0 0,1-1 0 0 0,13-8 0 0 0,-20 10-45 0 0,-1 1 1 0 0,1-1 0 0 0,0 0-1 0 0,-1 0 1 0 0,1 0 0 0 0,-1 0-1 0 0,0 0 1 0 0,0 0 0 0 0,-1-1-1 0 0,1 1 1 0 0,1-5 0 0 0,10-45 238 0 0,-2 7-85 0 0,-2 25-122 0 0,-5 11-44 0 0,-1 1 1 0 0,1-1-1 0 0,1-13 0 0 0,-4 19-26 0 0,-1 0 0 0 0,0 1 1 0 0,0-1-1 0 0,0 0 0 0 0,0 0 0 0 0,0 1 1 0 0,-1-1-1 0 0,0 0 0 0 0,0 1 0 0 0,0-1 0 0 0,0 0 1 0 0,0 1-1 0 0,-3-4 0 0 0,2 3-33 0 0,-1 1 1 0 0,1 0-1 0 0,-1 0 0 0 0,0 0 1 0 0,0 0-1 0 0,0 1 0 0 0,0-1 1 0 0,-1 1-1 0 0,1 0 0 0 0,0 0 1 0 0,-1 0-1 0 0,0 0 0 0 0,1 1 1 0 0,-1 0-1 0 0,0-1 0 0 0,0 1 1 0 0,-8-1-1 0 0,-27-11-586 0 0,29 9 327 0 0,0 0 1 0 0,0 1 0 0 0,-1 0 0 0 0,1 1 0 0 0,-1 0 0 0 0,0 0 0 0 0,1 1-1 0 0,-1 1 1 0 0,0 0 0 0 0,0 0 0 0 0,0 1 0 0 0,-13 3 0 0 0,12-2-868 0 0,0 1 0 0 0,0 1 0 0 0,-14 5 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43 83 10850 0 0,'-1'-3'116'0'0,"0"0"-1"0"0,0 0 0 0 0,0 0 1 0 0,-1 0-1 0 0,1 0 0 0 0,-1 0 1 0 0,0 0-1 0 0,-3-4 0 0 0,-5-8 132 0 0,-5-22 783 0 0,15 41-1010 0 0,1 1 0 0 0,-1-1 0 0 0,0 1 0 0 0,0-1 0 0 0,-2 9 0 0 0,1 5-15 0 0,4 43-23 0 0,12 69 1 0 0,-1-7-19 0 0,9 60 170 0 0,-17-153-27 0 0,1-1-1 0 0,1 1 1 0 0,25 55-1 0 0,-30-78-84 0 0,0-1 0 0 0,0 0 0 0 0,1 0 1 0 0,0 0-1 0 0,4 5 0 0 0,-5-8 8 0 0,0-1-1 0 0,0 0 1 0 0,0 0 0 0 0,0 1 0 0 0,0-2-1 0 0,0 1 1 0 0,1 0 0 0 0,-1-1 0 0 0,1 1-1 0 0,6 0 1 0 0,13 8 315 0 0,-21-9-278 0 0,0 0 0 0 0,0 0-1 0 0,1 1 1 0 0,-1-2-1 0 0,1 1 1 0 0,-1 0-1 0 0,1 0 1 0 0,0-1-1 0 0,-1 1 1 0 0,1-1-1 0 0,-1 0 1 0 0,1 0-1 0 0,0 0 1 0 0,-1 0 0 0 0,1 0-1 0 0,0-1 1 0 0,-1 1-1 0 0,4-2 1 0 0,-3 1-16 0 0,1 0 1 0 0,-1-1 0 0 0,0 0-1 0 0,0 1 1 0 0,0-1 0 0 0,0-1-1 0 0,0 1 1 0 0,0 0 0 0 0,-1-1-1 0 0,1 1 1 0 0,-1-1 0 0 0,0 0-1 0 0,1 0 1 0 0,1-4 0 0 0,2-3 28 0 0,-1-1 1 0 0,8-23 0 0 0,-3 5 65 0 0,38-86 179 0 0,25-67 121 0 0,-61 146-317 0 0,-1 0 0 0 0,-3-1 0 0 0,6-45 0 0 0,-13 78-146 0 0,0 0 0 0 0,0 0 0 0 0,0 1 0 0 0,0-1 0 0 0,1 0 0 0 0,0 1 0 0 0,4-7-1 0 0,4-2-2655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53 113 11739 0 0,'0'0'245'0'0,"-9"12"216"0"0,-3 17-54 0 0,-9 37 1 0 0,18-55-289 0 0,0-1 0 0 0,2 1 0 0 0,-1-1 1 0 0,1 1-1 0 0,0 0 0 0 0,1 0 0 0 0,2 16 1 0 0,-1-25-21 0 0,0 1-1 0 0,-1-1 1 0 0,1 0 0 0 0,0 0 0 0 0,0 0 0 0 0,1 0-1 0 0,-1 0 1 0 0,0-1 0 0 0,1 1 0 0 0,-1 0 0 0 0,1 0-1 0 0,-1-1 1 0 0,1 1 0 0 0,0-1 0 0 0,0 0 0 0 0,0 1-1 0 0,0-1 1 0 0,0 0 0 0 0,0 0 0 0 0,0 0 0 0 0,0 0 0 0 0,0-1-1 0 0,0 1 1 0 0,0 0 0 0 0,1-1 0 0 0,3 1 0 0 0,1 0-30 0 0,0 0 0 0 0,0-1 0 0 0,0 0 0 0 0,1 0 0 0 0,-1 0 0 0 0,0-1 0 0 0,9-2 0 0 0,65-28 476 0 0,-74 28-482 0 0,0 0 1 0 0,-1-1-1 0 0,1 1 1 0 0,-1-1-1 0 0,0 0 1 0 0,0-1 0 0 0,0 1-1 0 0,0-1 1 0 0,-1 0-1 0 0,9-11 1 0 0,-7 7 75 0 0,1-1 1 0 0,-1 0-1 0 0,-1-1 1 0 0,0 1-1 0 0,9-23 1 0 0,-8 7 211 0 0,-5 20-266 0 0,-1 0-1 0 0,1 1 1 0 0,0-1-1 0 0,5-10 0 0 0,-5 12-53 0 0,0 0-1 0 0,0 0 1 0 0,-1 0-1 0 0,1 0 0 0 0,-1 0 1 0 0,0 0-1 0 0,0 0 1 0 0,-1-1-1 0 0,1 1 1 0 0,-1 0-1 0 0,0-1 0 0 0,-1-4 1 0 0,1 7-71 0 0,0 0-1 0 0,0-1 1 0 0,-1 1 0 0 0,1 0-1 0 0,-1 0 1 0 0,0 0 0 0 0,1 0-1 0 0,-1-1 1 0 0,0 1 0 0 0,0 0-1 0 0,0 0 1 0 0,-1 1 0 0 0,1-1-1 0 0,0 0 1 0 0,-1 0 0 0 0,1 0-1 0 0,-1 1 1 0 0,0-1 0 0 0,1 1 0 0 0,-1 0-1 0 0,0-1 1 0 0,0 1 0 0 0,-3-2-1 0 0,-5 0-939 0 0,-1-1-1 0 0,0 1 1 0 0,0 1-1 0 0,-19-2 1 0 0,-6 2-2696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124 47 7290 0 0,'-22'-13'4499'0'0,"16"9"-4443"0"0,1 0 0 0 0,-1 0-1 0 0,-1 1 1 0 0,1 0 0 0 0,0 0 0 0 0,-1 0-1 0 0,1 1 1 0 0,-1 0 0 0 0,0 0-1 0 0,0 1 1 0 0,0 0 0 0 0,0 0 0 0 0,-10 0-1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7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489 1 8706 0 0,'-30'-1'154'0'0,"0"2"0"0"0,0 1 0 0 0,0 1 1 0 0,-55 14-1 0 0,51-6 169 0 0,-1 0 0 0 0,-40 21 0 0 0,59-24-307 0 0,14-8-14 0 0,-1 1 0 0 0,1 0-1 0 0,0 0 1 0 0,0 0 0 0 0,0 0-1 0 0,-1 1 1 0 0,1-1 0 0 0,1 1-1 0 0,-1-1 1 0 0,0 1 0 0 0,0 0 0 0 0,1-1-1 0 0,-1 1 1 0 0,-2 4 0 0 0,-5 8-5 0 0,0 1 0 0 0,0 0 0 0 0,2 0 0 0 0,0 1 0 0 0,1 0 1 0 0,0 0-1 0 0,-5 32 0 0 0,-3 8 159 0 0,11-47-41 0 0,0-1-1 0 0,1 0 1 0 0,0 1 0 0 0,1-1 0 0 0,0 1 0 0 0,0 0 0 0 0,0-1 0 0 0,2 18-1 0 0,0-19 10 0 0,0-1 0 0 0,0 0 0 0 0,1 1 0 0 0,0-1 0 0 0,0 0-1 0 0,0 0 1 0 0,1 0 0 0 0,0 0 0 0 0,0-1 0 0 0,0 1-1 0 0,1-1 1 0 0,-1 1 0 0 0,1-1 0 0 0,1-1 0 0 0,-1 1-1 0 0,1 0 1 0 0,0-1 0 0 0,0 0 0 0 0,0 0 0 0 0,0-1 0 0 0,1 1-1 0 0,-1-1 1 0 0,1 0 0 0 0,7 2 0 0 0,23 6 357 0 0,0-3 1 0 0,45 6-1 0 0,-71-12-484 0 0,0 0 0 0 0,-1 1 0 0 0,1 0 0 0 0,10 5 0 0 0,-11-5-72 0 0,-1 0-1 0 0,1 0 0 0 0,0 0 0 0 0,0-1 0 0 0,15 2 1 0 0,3-3-1014 0 0,0-2-1 0 0,38-4 1 0 0,-36-1-1606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208 77 8978 0 0,'-2'0'184'0'0,"1"-1"-1"0"0,-1 1 1 0 0,0-1 0 0 0,1 0 0 0 0,-1 0-1 0 0,1 1 1 0 0,-1-1 0 0 0,1 0-1 0 0,-1 0 1 0 0,1-1 0 0 0,0 1 0 0 0,-1 0-1 0 0,1 0 1 0 0,-1-2 0 0 0,1 2-87 0 0,0 1-1 0 0,1-1 1 0 0,-1 0 0 0 0,0 1 0 0 0,1-1 0 0 0,-1 0 0 0 0,1 0 0 0 0,-1 0 0 0 0,1 1 0 0 0,-1-1 0 0 0,1 0 0 0 0,0 0-1 0 0,-1 0 1 0 0,1 0 0 0 0,0 0 0 0 0,0 0 0 0 0,-1 0 0 0 0,1 0 0 0 0,0 1 0 0 0,0-1 0 0 0,0 0 0 0 0,0 0 0 0 0,0 0-1 0 0,1 0 1 0 0,-1 0 0 0 0,0 0 0 0 0,1-1 0 0 0,0 1-72 0 0,1 0-1 0 0,0 0 1 0 0,-1 0-1 0 0,1 0 1 0 0,0 0-1 0 0,0 1 1 0 0,0-1 0 0 0,0 0-1 0 0,0 1 1 0 0,-1 0-1 0 0,1-1 1 0 0,0 1-1 0 0,0 0 1 0 0,0 0-1 0 0,0 0 1 0 0,3 0-1 0 0,21-3 14 0 0,-13-2-18 0 0,-4 1-27 0 0,1 0 0 0 0,-1 1 0 0 0,16-4 0 0 0,-22 7 7 0 0,-1-1-1 0 0,0 1 1 0 0,1 0-1 0 0,-1 0 1 0 0,1 0 0 0 0,-1 0-1 0 0,1 0 1 0 0,-1 0-1 0 0,1 1 1 0 0,-1-1-1 0 0,0 1 1 0 0,1 0-1 0 0,-1 0 1 0 0,0 0-1 0 0,0 0 1 0 0,1 0-1 0 0,-1 0 1 0 0,0 1-1 0 0,0-1 1 0 0,2 3 0 0 0,-2-3 2 0 0,-1 1 0 0 0,0 0 0 0 0,-1-1 1 0 0,1 1-1 0 0,0 0 0 0 0,0-1 1 0 0,-1 1-1 0 0,1 0 0 0 0,-1 0 1 0 0,1-1-1 0 0,-1 1 0 0 0,0 0 1 0 0,0 0-1 0 0,0 3 0 0 0,3 13 20 0 0,3-3-3 0 0,-4-10-16 0 0,1 0 0 0 0,-1 0-1 0 0,-1 1 1 0 0,1-1 0 0 0,-1 1 0 0 0,1-1-1 0 0,-1 1 1 0 0,-1-1 0 0 0,1 1 0 0 0,-1-1 0 0 0,0 1-1 0 0,-1 0 1 0 0,1-1 0 0 0,-1 1 0 0 0,0-1-1 0 0,-3 8 1 0 0,1-4 13 0 0,-1-1-1 0 0,0-1 1 0 0,0 1 0 0 0,-1 0-1 0 0,0-1 1 0 0,-1 0-1 0 0,1 0 1 0 0,-1-1 0 0 0,-1 0-1 0 0,1 0 1 0 0,-9 6-1 0 0,1-2 36 0 0,-1-1-1 0 0,0-1 0 0 0,0 0 0 0 0,-32 11 0 0 0,34-15 8 0 0,10-4-25 0 0,1 0-1 0 0,0 1 1 0 0,-1-1-1 0 0,1 1 1 0 0,0 0-1 0 0,0 0 1 0 0,0 0-1 0 0,-1 0 1 0 0,1 0-1 0 0,0 0 1 0 0,0 0-1 0 0,1 1 0 0 0,-1-1 1 0 0,0 1-1 0 0,0-1 1 0 0,-1 3-1 0 0,3-3-31 0 0,1 0 0 0 0,0 0 0 0 0,0-1 0 0 0,0 1-1 0 0,0 0 1 0 0,0-1 0 0 0,0 1 0 0 0,0-1-1 0 0,0 0 1 0 0,0 1 0 0 0,0-1 0 0 0,0 0 0 0 0,0 1-1 0 0,0-1 1 0 0,0 0 0 0 0,0 0 0 0 0,2 0-1 0 0,-1 0 4 0 0,39 8-9 0 0,-1 1 0 0 0,0 1 0 0 0,0 3 1 0 0,53 24-1 0 0,-92-36 16 0 0,0 0 0 0 0,1 0 0 0 0,-1 0 0 0 0,0 0 0 0 0,0 0 0 0 0,0 0 0 0 0,0 1 0 0 0,0-1 0 0 0,-1 0-1 0 0,1 0 1 0 0,0 1 0 0 0,0-1 0 0 0,-1 1 0 0 0,1-1 0 0 0,-1 1 0 0 0,1-1 0 0 0,-1 1 0 0 0,0-1 0 0 0,0 1 0 0 0,1-1 0 0 0,-1 1 0 0 0,0-1 0 0 0,0 1 0 0 0,-1 1 0 0 0,1 0-4 0 0,0-1 1 0 0,0 0-1 0 0,-1 1 1 0 0,1-1-1 0 0,-1 0 0 0 0,0 0 1 0 0,1 1-1 0 0,-1-1 1 0 0,0 0-1 0 0,0 0 0 0 0,-1 0 1 0 0,1 0-1 0 0,0 0 1 0 0,-1 0-1 0 0,1-1 0 0 0,-4 4 1 0 0,-14 6 14 0 0,0 0 1 0 0,-1-2 0 0 0,0 0-1 0 0,-30 8 1 0 0,32-11 0 0 0,-3 1-3 0 0,-15 6-175 0 0,-1-1 0 0 0,-1-2 0 0 0,-45 6 0 0 0,48-10-1108 0 0,4 9-1576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7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566 283 2048 0 0,'0'0'-542'0'0,"23"-23"3270"0"0,-17 16-1795 0 0,0 0 1 0 0,-1 0-1 0 0,6-10 0 0 0,3-7 136 0 0,-2-1-1 0 0,10-29 1 0 0,-11 12-103 0 0,-11 39-892 0 0,1 0 1 0 0,-1 0 0 0 0,0 0-1 0 0,0 0 1 0 0,0 0 0 0 0,-1 0-1 0 0,1 0 1 0 0,-1 0 0 0 0,1 0-1 0 0,-1 1 1 0 0,0-1 0 0 0,-2-4-1 0 0,0 4-57 0 0,1 1 0 0 0,-1-1 0 0 0,0 1 0 0 0,0 0 0 0 0,0 0-1 0 0,-1 0 1 0 0,1 0 0 0 0,-6-2 0 0 0,4 2 10 0 0,-1 0-24 0 0,0 0-1 0 0,0 0 1 0 0,-1 1-1 0 0,1 0 1 0 0,0 0-1 0 0,0 0 1 0 0,-1 1-1 0 0,1 0 1 0 0,0 0 0 0 0,-1 0-1 0 0,-10 3 1 0 0,-9 3 5 0 0,-36 13 0 0 0,55-17-11 0 0,-159 65-75 0 0,118-49 46 0 0,40-16 28 0 0,0 1 1 0 0,0 0 0 0 0,0 0 0 0 0,0 1-1 0 0,0 0 1 0 0,-12 8 0 0 0,8-2 0 0 0,0 0 0 0 0,0 1 1 0 0,1 1-1 0 0,1-1 0 0 0,0 2 1 0 0,0-1-1 0 0,1 2 0 0 0,1-1 1 0 0,0 1-1 0 0,1 0 0 0 0,1 0 1 0 0,0 1-1 0 0,1 0 0 0 0,0 0 1 0 0,-4 28-1 0 0,7-35-5 0 0,1 1 0 0 0,-2-1-1 0 0,1 0 1 0 0,-5 9 0 0 0,5-12 25 0 0,0 1 0 0 0,0-1 0 0 0,0 1 1 0 0,0 0-1 0 0,1-1 0 0 0,0 1 0 0 0,0 0 1 0 0,0 0-1 0 0,1 0 0 0 0,0 0 0 0 0,1 8 1 0 0,0-10-3 0 0,-1 0 1 0 0,1 1 0 0 0,0-1 0 0 0,0 0 0 0 0,1 0 0 0 0,-1 0 0 0 0,1 0 0 0 0,0 0 0 0 0,0 0 0 0 0,0 0-1 0 0,0 0 1 0 0,1-1 0 0 0,0 1 0 0 0,0-1 0 0 0,0 0 0 0 0,0 0 0 0 0,0 0 0 0 0,0 0 0 0 0,1 0 0 0 0,0-1-1 0 0,-1 1 1 0 0,1-1 0 0 0,0 0 0 0 0,0 0 0 0 0,6 1 0 0 0,34 11 30 0 0,-1-3 0 0 0,87 11-1 0 0,-119-21-56 0 0,-1 2-1 0 0,0-1 0 0 0,0 1 0 0 0,13 6 1 0 0,-12-4-253 0 0,0-1 1 0 0,0-1 0 0 0,0 0 0 0 0,13 2-1 0 0,19-3-1737 0 0,-21-2 323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7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172 176 8170 0 0,'-7'-15'334'0'0,"-3"-38"246"0"0,4 22 683 0 0,-11-36-1 0 0,17 67-1259 0 0,0-1-1 0 0,0 1 0 0 0,0-1 1 0 0,-1 1-1 0 0,1-1 1 0 0,0 1-1 0 0,0 0 0 0 0,0-1 1 0 0,0 1-1 0 0,-1-1 1 0 0,1 1-1 0 0,0 0 0 0 0,-1-1 1 0 0,1 1-1 0 0,0-1 1 0 0,-1 1-1 0 0,1 0 0 0 0,0-1 1 0 0,-1 1-1 0 0,1 0 1 0 0,0 0-1 0 0,-1-1 0 0 0,1 1 1 0 0,-1 0-1 0 0,1 0 1 0 0,-1 0-1 0 0,1 0 0 0 0,-1-1 1 0 0,1 1-1 0 0,0 0 1 0 0,-1 0-1 0 0,1 0 0 0 0,-1 0 1 0 0,1 0-1 0 0,-1 0 1 0 0,1 0-1 0 0,-1 0 1 0 0,1 0-1 0 0,-1 0 0 0 0,1 1 1 0 0,-1-1-1 0 0,1 0 1 0 0,-1 0-1 0 0,1 0 0 0 0,0 1 1 0 0,-1-1-1 0 0,1 0 1 0 0,-1 1-1 0 0,-1 0-7 0 0,1 0 0 0 0,-1 0 0 0 0,1 1-1 0 0,0-1 1 0 0,-1 0 0 0 0,1 1 0 0 0,0 0 0 0 0,0-1 0 0 0,0 1-1 0 0,0-1 1 0 0,-1 5 0 0 0,-14 54 37 0 0,2 1-1 0 0,-10 115 0 0 0,24-175-30 0 0,-1 14-11 0 0,-1-1-1 0 0,0 0 1 0 0,-1 0 0 0 0,-1 0 0 0 0,-7 20-1 0 0,6-24-14 0 0,2 0 0 0 0,0 0 0 0 0,0 0-1 0 0,1 1 1 0 0,0-1 0 0 0,0 1-1 0 0,1-1 1 0 0,1 19 0 0 0,1-23-485 0 0,0 1 1 0 0,0 0 0 0 0,0 0 0 0 0,5 11 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82 73 11666 0 0,'0'-1'70'0'0,"0"0"-1"0"0,0 0 0 0 0,0 0 0 0 0,0 1 0 0 0,1-1 0 0 0,-1 0 0 0 0,0 0 0 0 0,1 1 0 0 0,-1-1 0 0 0,0 0 0 0 0,1 1 0 0 0,-1-1 0 0 0,1 0 0 0 0,-1 1 0 0 0,2-2 0 0 0,35-8 222 0 0,2 2 0 0 0,60-6 0 0 0,-17 3-573 0 0,-51 6-85 0 0,43-7-4618 0 0</inkml:trace>
  <inkml:trace contextRef="#ctx0" brushRef="#br0" timeOffset="1">5 365 9762 0 0,'-5'0'3193'0'0,"7"0"-3185"0"0,-1 0 56 0 0,15-1-64 0 0,18-4-8 0 0,4-1 8 0 0,8 0 0 0 0,7-2 0 0 0,14-3-1513 0 0,4-1-807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7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44 306 2361 0 0,'-1'-33'3687'0'0,"-4"-17"-2364"0"0,-1-32 23 0 0,4-48 1407 0 0,2 129-2761 0 0,0 1 0 0 0,0-1 0 0 0,0 1 0 0 0,0-1 0 0 0,0 1 0 0 0,1 0-1 0 0,-1-1 1 0 0,0 1 0 0 0,0-1 0 0 0,0 1 0 0 0,0-1 0 0 0,0 1 0 0 0,1-1-1 0 0,-1 1 1 0 0,0 0 0 0 0,0-1 0 0 0,1 1 0 0 0,-1 0 0 0 0,0-1 0 0 0,1 1-1 0 0,-1 0 1 0 0,0-1 0 0 0,1 1 0 0 0,-1 0 0 0 0,1-1 0 0 0,-1 1 8 0 0,1 0 0 0 0,-1 1 0 0 0,1-1 0 0 0,-1 0 1 0 0,0 0-1 0 0,1 0 0 0 0,-1 1 0 0 0,0-1 0 0 0,1 0 1 0 0,-1 1-1 0 0,0-1 0 0 0,1 0 0 0 0,-1 1 0 0 0,0-1 0 0 0,1 0 1 0 0,-1 1-1 0 0,0-1 0 0 0,0 0 0 0 0,0 1 0 0 0,1-1 0 0 0,-1 1 1 0 0,0-1-1 0 0,0 1 0 0 0,0-1 0 0 0,0 0 0 0 0,0 1 0 0 0,0-1 1 0 0,0 1-1 0 0,0-1 0 0 0,0 1 0 0 0,0-1 0 0 0,0 0 1 0 0,0 1-1 0 0,0-1 0 0 0,0 1 0 0 0,2 100-2 0 0,-15 136 0 0 0,5-134 6 0 0,-1 11 77 0 0,-5 127-181 0 0,14-238-82 0 0,0-2 32 0 0,0 0-1 0 0,0 0 0 0 0,0 0 1 0 0,0 0-1 0 0,0 0 0 0 0,0 0 1 0 0,0 0-1 0 0,0 0 0 0 0,1 0 1 0 0,-1 0-1 0 0,0 0 0 0 0,1 0 1 0 0,-1 0-1 0 0,1 1 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7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111 109 10354 0 0,'-3'-8'78'0'0,"2"6"-210"0"0,4 8 241 0 0,-2-2-79 0 0,-1 1 0 0 0,1 0 0 0 0,0-1 1 0 0,-1 1-1 0 0,0-1 0 0 0,0 1 0 0 0,-1 0 0 0 0,1-1 0 0 0,-2 6 1 0 0,1-4-4 0 0,-5 26-2 0 0,-1-1 0 0 0,-2 0 0 0 0,-20 50 0 0 0,17-54-9 0 0,2 1 0 0 0,1 0 0 0 0,1 1 0 0 0,-7 53 0 0 0,13-71 36 0 0,1 0 0 0 0,1 0 0 0 0,0 0-1 0 0,0 1 1 0 0,1-1 0 0 0,1 0 0 0 0,0 0-1 0 0,0-1 1 0 0,1 1 0 0 0,7 17 0 0 0,-8-26-14 0 0,0 1-1 0 0,0 0 1 0 0,0-1 0 0 0,0 0 0 0 0,1 1 0 0 0,-1-1 0 0 0,1 0-1 0 0,-1 0 1 0 0,1-1 0 0 0,0 1 0 0 0,0 0 0 0 0,0-1 0 0 0,0 0-1 0 0,0 0 1 0 0,0 0 0 0 0,3 1 0 0 0,2 0 14 0 0,-1 0 0 0 0,1-1 0 0 0,-1 0 0 0 0,1 0 0 0 0,14-1 0 0 0,-15-1-15 0 0,-1-1 0 0 0,0 1 0 0 0,1-1 1 0 0,-1 0-1 0 0,0-1 0 0 0,0 0 0 0 0,-1 0 1 0 0,11-6-1 0 0,7-5 69 0 0,-19 12-91 0 0,-1 1 0 0 0,0-2 0 0 0,0 1 1 0 0,-1 0-1 0 0,1 0 0 0 0,0-1 0 0 0,-1 0 0 0 0,0 1 0 0 0,1-1 0 0 0,-1 0 1 0 0,0 0-1 0 0,-1 0 0 0 0,1 0 0 0 0,0-1 0 0 0,-1 1 0 0 0,2-5 0 0 0,1-6 73 0 0,-1-1 1 0 0,3-26-1 0 0,-4 28-3 0 0,-1 0 1 0 0,2 0 0 0 0,4-12-1 0 0,0 6 47 0 0,-3 9-23 0 0,0-1-1 0 0,0 0 1 0 0,-1 0-1 0 0,0 0 1 0 0,1-20-1 0 0,-3 10-21 0 0,-2 0 0 0 0,0 0 1 0 0,-2 0-1 0 0,0 0 0 0 0,-1 1 0 0 0,-1-1 0 0 0,-1 1 0 0 0,-1 0 1 0 0,-1 0-1 0 0,-17-32 0 0 0,15 33-99 0 0,8 14-9 0 0,-1 0-1 0 0,1 0 1 0 0,-1 0-1 0 0,0 1 1 0 0,0-1-1 0 0,0 1 1 0 0,0-1 0 0 0,-1 1-1 0 0,0 0 1 0 0,0 1-1 0 0,0-1 1 0 0,0 1-1 0 0,-1-1 1 0 0,-4-1 0 0 0,-59-26-820 0 0,64 30 678 0 0,1 0 0 0 0,0 0-1 0 0,0 0 1 0 0,-1 0 0 0 0,1 0-1 0 0,-1 1 1 0 0,1 0-1 0 0,-1 0 1 0 0,1 0 0 0 0,0 0-1 0 0,-1 0 1 0 0,1 0 0 0 0,-1 1-1 0 0,1 0 1 0 0,-1 0 0 0 0,1 0-1 0 0,0 0 1 0 0,0 0-1 0 0,-6 3 1 0 0,-18 10-2300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1 293 6513 0 0,'0'0'108'0'0,"6"20"3102"0"0,-5-19-3159 0 0,0 0 0 0 0,0-1 0 0 0,-1 1 1 0 0,1-1-1 0 0,0 1 0 0 0,0-1 0 0 0,1 0 0 0 0,-1 1 0 0 0,0-1 0 0 0,0 0 0 0 0,0 0 0 0 0,0 1 0 0 0,0-1 0 0 0,0 0 0 0 0,0 0 0 0 0,0 0 0 0 0,0-1 0 0 0,0 1 0 0 0,1 0 0 0 0,-1 0 0 0 0,0 0 0 0 0,1-2 0 0 0,27-11 158 0 0,-17 8-70 0 0,-7 2-127 0 0,-1 0 0 0 0,1 0 0 0 0,-1 0 0 0 0,0-1 0 0 0,0 1 0 0 0,0-1 0 0 0,-1 0 0 0 0,1 0 0 0 0,-1 0 0 0 0,0-1 0 0 0,0 1 0 0 0,0-1 0 0 0,2-8 0 0 0,4-6 5 0 0,-1 0 0 0 0,6-24 0 0 0,-9 27 265 0 0,0 1-1 0 0,12-26 1 0 0,-8 27-407 0 0,-9 14 121 0 0,1 0 0 0 0,-1 0 0 0 0,0 0 0 0 0,0 0 0 0 0,0 0 0 0 0,0 0 0 0 0,0 0 0 0 0,0 0 0 0 0,1 0 0 0 0,-1 0 0 0 0,0 0 0 0 0,0 0 0 0 0,0 0 0 0 0,0 0 0 0 0,0 0 0 0 0,0 1 0 0 0,1-1 0 0 0,-1 0 0 0 0,0 0 0 0 0,0 0 0 0 0,0 0 0 0 0,0 0 0 0 0,0 0 0 0 0,0 0 0 0 0,0 0 0 0 0,0 0 0 0 0,0 0 0 0 0,0 1 0 0 0,1-1 0 0 0,-1 0 0 0 0,0 0 0 0 0,0 0 0 0 0,0 0 0 0 0,0 0 0 0 0,0 0 0 0 0,0 1 0 0 0,0-1 0 0 0,0 0 0 0 0,0 0 0 0 0,0 0 0 0 0,0 0 0 0 0,0 0 0 0 0,0 0 0 0 0,0 1 0 0 0,0-1 0 0 0,0 0 0 0 0,0 0 0 0 0,0 0 0 0 0,0 0 0 0 0,0 0 0 0 0,-2 31-101 0 0,2-31 111 0 0,-5 29-28 0 0,-9 31-1 0 0,8-42 37 0 0,2 0 0 0 0,0 0 0 0 0,1 0 0 0 0,1 0 0 0 0,0 33 0 0 0,3-49-1 0 0,-1 0 0 0 0,1 0 0 0 0,-1 0 0 0 0,1-1 0 0 0,-1 1 0 0 0,1 0 0 0 0,0-1 0 0 0,0 1 0 0 0,0 0 0 0 0,0-1-1 0 0,0 1 1 0 0,0-1 0 0 0,1 0 0 0 0,-1 1 0 0 0,0-1 0 0 0,1 0 0 0 0,-1 0 0 0 0,1 0 0 0 0,-1 1 0 0 0,1-2 0 0 0,0 1 0 0 0,-1 0 0 0 0,1 0 0 0 0,0-1 0 0 0,0 1 0 0 0,-1 0 0 0 0,1-1 0 0 0,0 0 0 0 0,0 1 0 0 0,0-1 0 0 0,3 0 0 0 0,1 0 17 0 0,1 0 0 0 0,-1 0 0 0 0,1 0 0 0 0,-1-1 0 0 0,0 0 0 0 0,1 0 0 0 0,-1-1 0 0 0,8-2 0 0 0,0-1 14 0 0,-10 3-30 0 0,0 1 0 0 0,0-1 0 0 0,0 0 0 0 0,0 1-1 0 0,0-2 1 0 0,0 1 0 0 0,0 0 0 0 0,-1-1 0 0 0,1 0 0 0 0,3-4-1 0 0,7-9 13 0 0,-2 0-1 0 0,0 0 0 0 0,-1-2 1 0 0,-1 1-1 0 0,0-1 0 0 0,-1-1 1 0 0,-1 1-1 0 0,-1-1 0 0 0,-1-1 1 0 0,-1 1-1 0 0,6-36 0 0 0,-11 51-21 0 0,1-1-1 0 0,1 1 0 0 0,-1 0 1 0 0,0-1-1 0 0,1 1 0 0 0,3-5 1 0 0,-3 5-28 0 0,0 0 1 0 0,-1 1 0 0 0,1-1-1 0 0,-1 0 1 0 0,0 0 0 0 0,0 0-1 0 0,0 0 1 0 0,1-7 0 0 0,-16 33-244 0 0,4 5 264 0 0,1 0 1 0 0,2 0-1 0 0,0 1 0 0 0,2-1 1 0 0,1 1-1 0 0,1 1 0 0 0,1-1 1 0 0,5 55-1 0 0,-2-73 6 0 0,2 0 0 0 0,-1-1-1 0 0,1 1 1 0 0,1-1 0 0 0,6 14-1 0 0,8 19 62 0 0,-17-39-60 0 0,0 1 0 0 0,1-1 0 0 0,-1 0 0 0 0,1 1 0 0 0,0-1 0 0 0,0 0 0 0 0,0 0 0 0 0,1 0 0 0 0,-1-1 0 0 0,1 1 0 0 0,-1-1 0 0 0,1 1 0 0 0,0-1 0 0 0,4 3 0 0 0,4 1-166 0 0,0 0-1 0 0,24 7 1 0 0,0 2-1613 0 0,-14-3-1261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8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464 10 10946 0 0,'-1'-1'4'0'0,"1"1"0"0"0,-1-1-1 0 0,0 0 1 0 0,0 0 0 0 0,0 1 0 0 0,0-1-1 0 0,0 0 1 0 0,0 1 0 0 0,0-1-1 0 0,0 1 1 0 0,0-1 0 0 0,-1 1-1 0 0,1 0 1 0 0,0-1 0 0 0,0 1-1 0 0,0 0 1 0 0,0 0 0 0 0,-1 0 0 0 0,-1 0-1 0 0,1 0 36 0 0,0 1-1 0 0,-1 0 1 0 0,1-1-1 0 0,0 1 1 0 0,0 0-1 0 0,0 0 1 0 0,-1 0-1 0 0,1 1 1 0 0,-3 1-1 0 0,-1 4-13 0 0,0 0 0 0 0,0-1 0 0 0,1 2 1 0 0,0-1-1 0 0,-7 13 0 0 0,3-6-15 0 0,-6 12-14 0 0,1 1-1 0 0,1 0 0 0 0,2 0 0 0 0,0 1 0 0 0,2 1 1 0 0,-7 38-1 0 0,3 11-25 0 0,-3 91 0 0 0,-12 389 27 0 0,26-537 13 0 0,-1-1-1 0 0,0 0 0 0 0,-10 30 0 0 0,6-25 3 0 0,-6 41-1 0 0,8 13-40 0 0,3-40 301 0 0,-8 46-1 0 0,8-74-166 0 0,-1 0 0 0 0,0 0 1 0 0,0 0-1 0 0,-1 0 0 0 0,0 0 0 0 0,-1-1 0 0 0,-1 0 1 0 0,-9 15-1 0 0,12-23-94 0 0,1 0 0 0 0,-1-1 0 0 0,0 1-1 0 0,1 0 1 0 0,-1-1 0 0 0,0 0 0 0 0,0 0 0 0 0,0 0 0 0 0,0 0 0 0 0,0 0 0 0 0,-4 0 0 0 0,-20 8-109 0 0,25-7-86 0 0,-1-1 0 0 0,0 1-1 0 0,0-1 1 0 0,0 0 0 0 0,1 0 0 0 0,-1 0-1 0 0,-1 0 1 0 0,1 0 0 0 0,0-1-1 0 0,0 0 1 0 0,-5 1 0 0 0,-4-1-1707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0 119 11658 0 0,'0'-1'93'0'0,"0"0"0"0"0,0 1 0 0 0,0-1 0 0 0,1 0 0 0 0,-1 1 0 0 0,0-1 0 0 0,0 0 0 0 0,1 1 0 0 0,-1-1 0 0 0,0 1 0 0 0,1-1 0 0 0,-1 1 0 0 0,0-1 0 0 0,1 1-1 0 0,-1-1 1 0 0,1 1 0 0 0,-1-1 0 0 0,1 0 0 0 0,33-11 158 0 0,0 1 0 0 0,0 2-1 0 0,1 2 1 0 0,57-6 0 0 0,0-1-377 0 0,16-8-1018 0 0,-37 3-3872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504 38 9154 0 0,'-3'0'157'0'0,"1"-1"0"0"0,-1 0 0 0 0,0 0 0 0 0,1 0 0 0 0,0 0 0 0 0,-1-1 0 0 0,-3-2 0 0 0,-2-1 11 0 0,-2 1-148 0 0,0 0 0 0 0,-1 0 0 0 0,0 2 1 0 0,0-1-1 0 0,0 1 0 0 0,0 1 0 0 0,0 0 0 0 0,0 0 0 0 0,0 1 0 0 0,0 1 0 0 0,0-1 0 0 0,0 2 0 0 0,0 0 0 0 0,0 0 0 0 0,0 1 0 0 0,1 0 0 0 0,-1 1 0 0 0,1 0 1 0 0,0 1-1 0 0,-11 7 0 0 0,10-6-27 0 0,4-3-1 0 0,0 1 1 0 0,0 0-1 0 0,1 0 0 0 0,-1 1 0 0 0,1 0 0 0 0,0 0 1 0 0,0 1-1 0 0,1-1 0 0 0,0 1 0 0 0,0 0 0 0 0,-7 12 1 0 0,-7 16 21 0 0,2 0 0 0 0,2 2 1 0 0,1-1-1 0 0,1 2 0 0 0,3 0 1 0 0,0 0-1 0 0,-3 42 0 0 0,10-65 49 0 0,0-1-1 0 0,-8 23 1 0 0,7-27 2 0 0,1 1 0 0 0,0-1 1 0 0,1 1-1 0 0,0 0 1 0 0,1-1-1 0 0,-1 20 1 0 0,2-21-14 0 0,2 1 0 0 0,-1-1-1 0 0,1 1 1 0 0,0-1 0 0 0,1 0 0 0 0,4 9 0 0 0,0 3 100 0 0,-6-18-125 0 0,0 1 1 0 0,1-1 0 0 0,-1 1 0 0 0,1-1 0 0 0,-1 0 0 0 0,1 1 0 0 0,0-1 0 0 0,0 0 0 0 0,0 0-1 0 0,0 0 1 0 0,0-1 0 0 0,1 1 0 0 0,-1 0 0 0 0,0-1 0 0 0,1 1 0 0 0,-1-1 0 0 0,1 0 0 0 0,0 0-1 0 0,-1 0 1 0 0,4 1 0 0 0,8 1 74 0 0,1 0 1 0 0,27 2-1 0 0,10 2 58 0 0,-15 5-65 0 0,-26-7-82 0 0,0-1 0 0 0,0-1-1 0 0,0 0 1 0 0,21 2 0 0 0,-14-5-446 0 0,1 0 1 0 0,0-1-1 0 0,-1 0 1 0 0,36-9 0 0 0,-25 3-1254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 50 10882 0 0,'0'0'30'0'0,"0"-1"-43"0"0,0 0 0 0 0,0 1 1 0 0,0-1-1 0 0,0 1 0 0 0,0-1 1 0 0,1 0-1 0 0,-1 1 1 0 0,0-1-1 0 0,0 1 0 0 0,1-1 1 0 0,-1 1-1 0 0,0-1 0 0 0,1 1 1 0 0,-1-1-1 0 0,0 1 0 0 0,1-1 1 0 0,-1 1-1 0 0,1-1 1 0 0,-1 1-1 0 0,2-1 0 0 0,2-1 20 0 0,62-25-7 0 0,-60 25-2 0 0,0 0 0 0 0,0 1 1 0 0,1-1-1 0 0,-1 1 0 0 0,0 1 0 0 0,0-1 0 0 0,1 1 0 0 0,-1 0 0 0 0,10 2 0 0 0,-15-1-2 0 0,1 0 0 0 0,0-1 0 0 0,-1 1-1 0 0,0 0 1 0 0,1 1 0 0 0,-1-1 0 0 0,0 0-1 0 0,1 0 1 0 0,-1 0 0 0 0,0 1-1 0 0,0-1 1 0 0,0 1 0 0 0,0-1 0 0 0,0 1-1 0 0,0-1 1 0 0,-1 1 0 0 0,2 2 0 0 0,9 30-32 0 0,-9-25 37 0 0,-1 0-1 0 0,0-1 0 0 0,0 1 0 0 0,-1 0 1 0 0,0 0-1 0 0,-1 0 0 0 0,0-1 1 0 0,0 1-1 0 0,-1 0 0 0 0,-4 13 0 0 0,-2 1 44 0 0,-2-1-1 0 0,-19 35 1 0 0,17-31 42 0 0,9-19-41 0 0,1-1-1 0 0,-1 0 0 0 0,-1 1 0 0 0,-4 6 1 0 0,-28 26 396 0 0,26-29-74 0 0,1 1 0 0 0,0-1 0 0 0,-11 17 0 0 0,15-20 98 0 0,-9 13 418 0 0,14-20-864 0 0,0 1 1 0 0,0-1 0 0 0,0 0 0 0 0,-1 1 0 0 0,1-1 0 0 0,0 1 0 0 0,0-1 0 0 0,0 0 0 0 0,0 1 0 0 0,0-1 0 0 0,0 1 0 0 0,0-1 0 0 0,0 0 0 0 0,0 1 0 0 0,0-1 0 0 0,0 1 0 0 0,0-1 0 0 0,0 0 0 0 0,0 1 0 0 0,0-1 0 0 0,0 1 0 0 0,0-1 0 0 0,1 0 0 0 0,-1 1 0 0 0,0-1 0 0 0,0 0 0 0 0,0 1 0 0 0,1-1 0 0 0,-1 0 0 0 0,0 1 0 0 0,1-1 0 0 0,-1 0 0 0 0,0 1 0 0 0,0-1 0 0 0,1 0 0 0 0,-1 0-1 0 0,0 0 1 0 0,1 1 0 0 0,-1-1 0 0 0,1 0 0 0 0,-1 0 0 0 0,0 0 0 0 0,1 0 0 0 0,-1 0 0 0 0,1 1 0 0 0,25 3-88 0 0,-1 0 0 0 0,1-2 0 0 0,0-1 0 0 0,0-1-1 0 0,0-1 1 0 0,0-2 0 0 0,0 0 0 0 0,35-10 0 0 0,-48 10-1103 0 0,1-2-1 0 0,-1 1 1 0 0,20-12 0 0 0,-13 6-1084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8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 12835 0 0,'0'0'136'0'0,"2"0"-184"0"0,1 0 0 0 0,23-1 56 0 0,-1-1-56 0 0,2 2 16 0 0,-4 0-32 0 0,-1 0-312 0 0,-2 2 24 0 0,-2 1-1705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10 722 12955 0 0,'-2'0'696'0'0,"-1"0"-544"0"0,2 0-152 0 0,-1 0-160 0 0,1 0-88 0 0,1 1-48 0 0,0 1-40 0 0,20 1-2497 0 0,0-5 1521 0 0</inkml:trace>
  <inkml:trace contextRef="#ctx0" brushRef="#br0" timeOffset="1">456 4 6513 0 0,'-9'-2'6263'0'0,"2"0"-6743"0"0,1 15 455 0 0,-1 23 59 0 0,1 0 1 0 0,2 1 0 0 0,1 66-1 0 0,2-38-48 0 0,-5 47-72 0 0,-1 71 274 0 0,8-145-525 0 0,1 0 0 0 0,13 66-1 0 0,-12-89-1274 0 0,1-1-355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137 144 6801 0 0,'-2'1'224'0'0,"1"-1"1"0"0,-1 0-1 0 0,0 1 0 0 0,1-1 0 0 0,-1 1 0 0 0,1-1 0 0 0,-1 1 0 0 0,1 0 0 0 0,-1 0 0 0 0,1-1 0 0 0,0 1 0 0 0,-1 0 0 0 0,1 0 0 0 0,0 0 0 0 0,0 1 0 0 0,0-1 0 0 0,-1 0 0 0 0,1 0 0 0 0,-1 3 0 0 0,-14 25-748 0 0,15-27 670 0 0,-11 25-9 0 0,0 0 1 0 0,2 2 0 0 0,2-1-1 0 0,-8 41 1 0 0,13-57-80 0 0,0 0 0 0 0,-7 20-1 0 0,7-26-27 0 0,0 0 0 0 0,1 1 0 0 0,0-1-1 0 0,0 0 1 0 0,1 1 0 0 0,0-1 0 0 0,0 1 0 0 0,0-1-1 0 0,1 1 1 0 0,0-1 0 0 0,0 1 0 0 0,1-1-1 0 0,0 1 1 0 0,2 9 0 0 0,-2-14 5 0 0,0 0 1 0 0,0-1-1 0 0,0 1 1 0 0,0-1-1 0 0,1 0 1 0 0,-1 1-1 0 0,0-1 1 0 0,1 0-1 0 0,-1 0 0 0 0,1 0 1 0 0,-1 0-1 0 0,1 0 1 0 0,0 0-1 0 0,-1 0 1 0 0,1 0-1 0 0,0-1 1 0 0,3 2-1 0 0,31 4 98 0 0,-24-6-109 0 0,1-1 1 0 0,-1-1-1 0 0,0 0 1 0 0,1-1 0 0 0,-1-1-1 0 0,-1 0 1 0 0,1 0-1 0 0,0-1 1 0 0,-1 0-1 0 0,0-1 1 0 0,12-9 0 0 0,0 4 58 0 0,-18 9-59 0 0,-1 0-1 0 0,1 0 0 0 0,-1 0 0 0 0,0-1 1 0 0,0 0-1 0 0,7-5 0 0 0,9-12 132 0 0,0 0 0 0 0,24-34 0 0 0,-38 45-131 0 0,1-1 0 0 0,-2 1 1 0 0,0-2-1 0 0,0 1 0 0 0,-1 0 0 0 0,0-1 0 0 0,0 0 1 0 0,-1 0-1 0 0,1-14 0 0 0,-2 15-11 0 0,0 0 0 0 0,1 1-1 0 0,6-16 1 0 0,-5 17 5 0 0,-1-1 0 0 0,-1 1 0 0 0,1 0 0 0 0,-1-1 0 0 0,1-13 0 0 0,-3 14-35 0 0,1 0 0 0 0,-2 1 0 0 0,1-1 0 0 0,-1 0 0 0 0,0 1 0 0 0,-1-1 1 0 0,-4-13-1 0 0,5 18-7 0 0,0 0 1 0 0,-1 0 0 0 0,1 1-1 0 0,-1-1 1 0 0,1 0 0 0 0,-1 1 0 0 0,0 0-1 0 0,0-1 1 0 0,0 1 0 0 0,0 0-1 0 0,-1 0 1 0 0,1 0 0 0 0,-1 0 0 0 0,1 1-1 0 0,-1-1 1 0 0,1 0 0 0 0,-1 1-1 0 0,0 0 1 0 0,0 0 0 0 0,0 0 0 0 0,1 0-1 0 0,-5 0 1 0 0,-2-2-59 0 0,0 1 1 0 0,0-1-1 0 0,-9-4 1 0 0,12 4-13 0 0,-1 0-1 0 0,1 1 1 0 0,-1 0 0 0 0,1 0-1 0 0,-1 1 1 0 0,1 0 0 0 0,-12-1 0 0 0,12 2-304 0 0,1 0-1 0 0,0 1 1 0 0,-1-1 0 0 0,1 1 0 0 0,0 0 0 0 0,-8 3-1 0 0,-5 4-1890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3 371 7642 0 0,'-3'-5'2744'0'0,"76"-114"-2345"0"0,28-49-243 0 0,-101 168-151 0 0,0 0 0 0 0,0 0 0 0 0,0 0 0 0 0,0-1 0 0 0,0 1-1 0 0,0 0 1 0 0,0 0 0 0 0,0 0 0 0 0,0 0 0 0 0,0 0 0 0 0,1 0 0 0 0,-1-1 0 0 0,0 1 0 0 0,0 0-1 0 0,0 0 1 0 0,0 0 0 0 0,0 0 0 0 0,0 0 0 0 0,0 0 0 0 0,0 0 0 0 0,0 0 0 0 0,0-1 0 0 0,0 1 0 0 0,0 0-1 0 0,1 0 1 0 0,-1 0 0 0 0,0 0 0 0 0,0 0 0 0 0,0 0 0 0 0,0 0 0 0 0,0 0 0 0 0,0 0 0 0 0,1 0 0 0 0,-1 0-1 0 0,0 0 1 0 0,0 0 0 0 0,0 0 0 0 0,0 0 0 0 0,0 0 0 0 0,0 0 0 0 0,1 0 0 0 0,-1 0 0 0 0,0 0 0 0 0,0 0-1 0 0,0 0 1 0 0,0 0 0 0 0,0 0 0 0 0,0 0 0 0 0,0 0 0 0 0,1 0 0 0 0,-1 0 0 0 0,0 0 0 0 0,0 0 0 0 0,0 0-1 0 0,0 1 1 0 0,0-1 0 0 0,0 0 0 0 0,0 0 0 0 0,1 0 0 0 0,0 11 88 0 0,-4 14-67 0 0,-13 46 50 0 0,10-49 66 0 0,0 1 1 0 0,2 0-1 0 0,-3 44 1 0 0,7-67-122 0 0,0 1 0 0 0,1 0 0 0 0,-1 0 0 0 0,0-1 1 0 0,1 1-1 0 0,-1 0 0 0 0,0-1 0 0 0,1 1 0 0 0,-1 0 0 0 0,1-1 0 0 0,-1 1 0 0 0,1-1 1 0 0,0 1-1 0 0,-1-1 0 0 0,1 1 0 0 0,-1-1 0 0 0,1 1 0 0 0,0-1 0 0 0,-1 0 0 0 0,1 1 1 0 0,0-1-1 0 0,0 0 0 0 0,-1 0 0 0 0,1 1 0 0 0,1-1 0 0 0,18 4 86 0 0,-19-4-83 0 0,5 1 5 0 0,-1-1-1 0 0,1 0 1 0 0,-1 0-1 0 0,1-1 1 0 0,-1 0 0 0 0,1 0-1 0 0,-1 0 1 0 0,0-1-1 0 0,1 1 1 0 0,-1-1-1 0 0,5-3 1 0 0,12-4 16 0 0,-14 6-31 0 0,-1 0 0 0 0,0-1 0 0 0,0 0 0 0 0,0 0 0 0 0,0-1 0 0 0,-1 0 0 0 0,0 0 0 0 0,10-11 0 0 0,4-6 4 0 0,17-26 1 0 0,-28 36-3 0 0,2-6-5 0 0,-1 0 0 0 0,-1-1-1 0 0,0 0 1 0 0,-1 0 0 0 0,-1-1 0 0 0,6-30 0 0 0,-3 35-252 0 0,-10 15 233 0 0,0-1 0 0 0,0 1-1 0 0,0 0 1 0 0,0 0 0 0 0,1-1 0 0 0,-1 1 0 0 0,0 0 0 0 0,0 0 0 0 0,0-1 0 0 0,1 1 0 0 0,-1 0-1 0 0,0 0 1 0 0,0 0 0 0 0,1 0 0 0 0,-1-1 0 0 0,0 1 0 0 0,1 0 0 0 0,-1 0 0 0 0,0 0 0 0 0,0 0-1 0 0,1 0 1 0 0,-1 0 0 0 0,0 0 0 0 0,1 0 0 0 0,-1 0 0 0 0,0-1 0 0 0,1 1 0 0 0,-1 1 0 0 0,0-1 0 0 0,1 0-1 0 0,-1 0 1 0 0,0 0 0 0 0,1 0 0 0 0,-1 0 0 0 0,0 0 0 0 0,0 0 0 0 0,1 0 0 0 0,-1 0 0 0 0,0 1-1 0 0,1-1 1 0 0,-1 0 0 0 0,0 0 0 0 0,0 0 0 0 0,1 1 0 0 0,-1-1 0 0 0,0 0 0 0 0,0 0 0 0 0,0 1-1 0 0,1-1 1 0 0,-1 0 0 0 0,0 0 0 0 0,0 1 0 0 0,5 10-16 0 0,-1-1 0 0 0,-1 1 0 0 0,0 0 0 0 0,-1 0 0 0 0,3 20 0 0 0,-3 61 73 0 0,1 3-953 0 0,-2-84 399 0 0,1 1-1 0 0,0 0 0 0 0,1 0 1 0 0,0-1-1 0 0,9 20 0 0 0,-2-11-1176 0 0,-5-4-182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262 1 10658 0 0,'-5'0'21'0'0,"0"0"-1"0"0,0 0 0 0 0,0 1 1 0 0,0-1-1 0 0,1 1 0 0 0,-1 0 1 0 0,0 0-1 0 0,0 1 1 0 0,1-1-1 0 0,-8 5 0 0 0,8-4-25 0 0,1 1-1 0 0,0 0 0 0 0,0 0 1 0 0,0 0-1 0 0,0 0 0 0 0,0 0 1 0 0,1 1-1 0 0,-1-1 1 0 0,1 1-1 0 0,0 0 0 0 0,0 0 1 0 0,-1 5-1 0 0,-6 12 70 0 0,2 1-1 0 0,1 0 1 0 0,-5 31-1 0 0,-4 73 70 0 0,5-40-105 0 0,-47 530 265 0 0,55-592-268 0 0,-1 1-1 0 0,-12 46 0 0 0,9-46 4 0 0,0 1 0 0 0,-2 40-1 0 0,6 21 35 0 0,-4 56-1476 0 0,3-121-185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52 11811 0 0,'0'0'2000'0'0,"2"-2"-1904"0"0,1 0-96 0 0,11-1 104 0 0,24-3 0 0 0,7 2 0 0 0,9-1-8 0 0,4 0-16 0 0,-1 2-80 0 0,-3-1-168 0 0,-8-1-32 0 0,-6 0-1088 0 0,-7 2-1169 0 0,-4-1-591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504 37 4497 0 0,'-4'-1'451'0'0,"0"0"1"0"0,0 0-1 0 0,0 0 0 0 0,1-1 1 0 0,-1 1-1 0 0,0-1 0 0 0,1 0 1 0 0,-4-3-1 0 0,-12-5-29 0 0,13 8-351 0 0,-1 0 1 0 0,0 0-1 0 0,0 0 1 0 0,0 1-1 0 0,0 0 1 0 0,1 0 0 0 0,-1 1-1 0 0,0 0 1 0 0,0 0-1 0 0,0 1 1 0 0,0 0-1 0 0,-11 3 1 0 0,4 0-8 0 0,1 0 0 0 0,-1 1 0 0 0,1 1 0 0 0,1 0 0 0 0,-17 11 1 0 0,21-11-41 0 0,0 0 1 0 0,1 1 0 0 0,0 0-1 0 0,0 0 1 0 0,1 0 0 0 0,-8 12-1 0 0,-32 52 144 0 0,-24 55 382 0 0,61-106-371 0 0,0 1 0 0 0,1-1-1 0 0,1 1 1 0 0,-6 33 0 0 0,10-41-83 0 0,0 0-1 0 0,-7 16 1 0 0,6-20-28 0 0,1 1 0 0 0,0 0 1 0 0,0 0-1 0 0,-1 18 0 0 0,3-24-32 0 0,1 0 0 0 0,0 0 0 0 0,0 0 0 0 0,1 0 0 0 0,-1 0-1 0 0,1 0 1 0 0,-1 0 0 0 0,1 0 0 0 0,1 0 0 0 0,-1-1 0 0 0,0 1 0 0 0,1 0 0 0 0,0-1 0 0 0,0 1 0 0 0,4 6-1 0 0,-2-6-7 0 0,0 0 0 0 0,0-1 0 0 0,1 1 0 0 0,-1-1-1 0 0,1 0 1 0 0,0 0 0 0 0,0 0 0 0 0,0-1 0 0 0,0 0-1 0 0,9 3 1 0 0,55 11 113 0 0,-52-13-108 0 0,-1 1 0 0 0,1 0 0 0 0,19 8 1 0 0,-26-8-309 0 0,0-1 1 0 0,1-1 0 0 0,-1 0 0 0 0,0 0 0 0 0,1-1-1 0 0,-1-1 1 0 0,1 1 0 0 0,-1-2 0 0 0,1 1 0 0 0,-1-2-1 0 0,1 1 1 0 0,15-5 0 0 0,3-2-2757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9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54 14 8842 0 0,'0'0'1043'0'0,"8"-1"-434"0"0,7-1-378 0 0,14-3 41 0 0,32 0 0 0 0,-52 4-267 0 0,0 2 1 0 0,-1-1-1 0 0,1 1 0 0 0,-1 0 0 0 0,1 1 0 0 0,-1 0 0 0 0,1 0 1 0 0,10 5-1 0 0,-16-4-5 0 0,0-1 0 0 0,-1 1-1 0 0,1 0 1 0 0,-1 0 0 0 0,0 0 0 0 0,0 0 0 0 0,0 0 0 0 0,0 1 0 0 0,-1-1 0 0 0,1 0-1 0 0,-1 1 1 0 0,1 4 0 0 0,6 11 4 0 0,-6-15 1 0 0,0 1-1 0 0,0-1 1 0 0,0 1 0 0 0,-1-1-1 0 0,0 1 1 0 0,0 0-1 0 0,0 0 1 0 0,0-1-1 0 0,-1 1 1 0 0,0 0-1 0 0,0 0 1 0 0,0 0-1 0 0,-1 5 1 0 0,-2 3 10 0 0,-1 0 0 0 0,0-1 0 0 0,-8 18 0 0 0,7-19-20 0 0,2-5 7 0 0,0-1-1 0 0,0 0 0 0 0,0 0 1 0 0,-1 0-1 0 0,0 0 1 0 0,0-1-1 0 0,0 1 0 0 0,-1-1 1 0 0,0 0-1 0 0,-5 4 1 0 0,-60 35 33 0 0,34-23 11 0 0,29-15-2 0 0,-1-1-1 0 0,1 0 0 0 0,-1 0 0 0 0,0 0 1 0 0,0-1-1 0 0,-9 2 0 0 0,16-4-33 0 0,1-1 1 0 0,-1 0-1 0 0,1 0 0 0 0,-1 0 0 0 0,0 0 1 0 0,1 0-1 0 0,-1 1 0 0 0,0-1 0 0 0,1 0 0 0 0,-1 1 1 0 0,1-1-1 0 0,-1 0 0 0 0,1 1 0 0 0,-1-1 1 0 0,1 1-1 0 0,-1-1 0 0 0,1 1 0 0 0,-1-1 1 0 0,1 1-1 0 0,0-1 0 0 0,-1 1 0 0 0,1-1 0 0 0,0 1 1 0 0,-1 0-1 0 0,1 0 0 0 0,0 1 8 0 0,-1-1 0 0 0,1 1 0 0 0,0-1 1 0 0,0 1-1 0 0,1-1 0 0 0,-1 1 0 0 0,0-1 0 0 0,0 1 0 0 0,1-1 0 0 0,-1 0 0 0 0,2 3 0 0 0,20 34 234 0 0,-20-35-239 0 0,8 10 13 0 0,-2 1-1 0 0,0 0 1 0 0,-1 0-1 0 0,0 1 1 0 0,-1 0 0 0 0,-1 0-1 0 0,5 20 1 0 0,-8-26-7 0 0,-1-1 0 0 0,0 1 0 0 0,0 0 1 0 0,-1 0-1 0 0,0 0 0 0 0,-1 0 1 0 0,0 0-1 0 0,0 0 0 0 0,-1 0 0 0 0,0 0 1 0 0,0 0-1 0 0,-1-1 0 0 0,0 1 1 0 0,-7 11-1 0 0,6-12-16 0 0,2-3-12 0 0,0-1 0 0 0,-1 1 1 0 0,1-1-1 0 0,-1 0 0 0 0,0 0 0 0 0,0 0 0 0 0,0-1 1 0 0,0 1-1 0 0,-1-1 0 0 0,0 0 0 0 0,1 0 0 0 0,-1 0 1 0 0,-8 4-1 0 0,-12 5-396 0 0,-8 4-3419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 4 12307 0 0,'-3'0'608'0'0,"2"0"-568"0"0,-1 0-104 0 0,1 0-24 0 0,-1-2-32 0 0,2 0-144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1 554 11875 0 0,'0'0'128'0'0,"0"1"-176"0"0,0 1-24 0 0,0 0 56 0 0,0-1-112 0 0,1 1 15 0 0,1-1-87 0 0,1 1-424 0 0,22 8-3729 0 0</inkml:trace>
  <inkml:trace contextRef="#ctx0" brushRef="#br0" timeOffset="1">629 1 10402 0 0,'-12'0'929'0'0,"5"0"-779"0"0,1 0 0 0 0,-1 0 1 0 0,1 0-1 0 0,0 1 0 0 0,-8 2 1 0 0,12-2-148 0 0,0-1 1 0 0,0 1-1 0 0,0 0 1 0 0,0 0-1 0 0,0 1 1 0 0,0-1-1 0 0,0 0 1 0 0,0 1 0 0 0,0-1-1 0 0,1 1 1 0 0,-1-1-1 0 0,1 1 1 0 0,-1 0-1 0 0,1 0 1 0 0,0 0-1 0 0,-1-1 1 0 0,1 1-1 0 0,-1 4 1 0 0,-9 20 7 0 0,1 1 0 0 0,2 0-1 0 0,-10 54 1 0 0,-2 89 0 0 0,16-127-28 0 0,2-31 22 0 0,0-1-1 0 0,-1 0 1 0 0,0 1-1 0 0,-7 15 1 0 0,5-16-10 0 0,1 1-1 0 0,0 0 1 0 0,-3 22 0 0 0,4-13-110 0 0,2 0 0 0 0,3 41 0 0 0,5-20-2433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191 241 12107 0 0,'-2'0'23'0'0,"1"0"1"0"0,0 0 0 0 0,-1 0-1 0 0,1 1 1 0 0,0-1 0 0 0,-1 1-1 0 0,1-1 1 0 0,0 1 0 0 0,0-1 0 0 0,0 1-1 0 0,0 0 1 0 0,-1 0 0 0 0,1-1-1 0 0,0 1 1 0 0,0 0 0 0 0,0 0-1 0 0,1 0 1 0 0,-1 0 0 0 0,0 0 0 0 0,0 0-1 0 0,-1 3 1 0 0,-12 29-123 0 0,9-20 135 0 0,-97 194 205 0 0,99-201-227 0 0,-14 40-3 0 0,15-37-4 0 0,-1 0-1 0 0,0-1 1 0 0,-5 11-1 0 0,7-18 2 0 0,0 1 0 0 0,0-1 1 0 0,1 1-1 0 0,-1-1 0 0 0,0 1 0 0 0,1-1 0 0 0,-1 1 0 0 0,1-1 0 0 0,-1 1 0 0 0,1 0 0 0 0,0-1 0 0 0,-1 1 0 0 0,1 0 0 0 0,0-1 0 0 0,0 1 0 0 0,0 0 0 0 0,1-1 0 0 0,-1 1 0 0 0,0-1 0 0 0,1 4 0 0 0,0-4 10 0 0,0 0 0 0 0,0 0 0 0 0,0 0 0 0 0,0 0 0 0 0,0 0 0 0 0,0 0 0 0 0,1 0 0 0 0,-1 0 0 0 0,0 0 0 0 0,0-1 0 0 0,1 1 0 0 0,-1 0 0 0 0,0-1 0 0 0,1 1 0 0 0,-1-1 0 0 0,0 0 0 0 0,1 1 0 0 0,2-1 0 0 0,4 1 18 0 0,0-1 1 0 0,-1 0 0 0 0,1 0 0 0 0,0-1-1 0 0,0 0 1 0 0,0 0 0 0 0,10-4 0 0 0,-7 1-32 0 0,0-1 1 0 0,0 0-1 0 0,12-8 1 0 0,12-6 22 0 0,-28 15-14 0 0,1 0 1 0 0,-1-1-1 0 0,0-1 0 0 0,0 1 0 0 0,-1-1 1 0 0,1 0-1 0 0,-1-1 0 0 0,-1 1 0 0 0,1-1 1 0 0,-1 0-1 0 0,0-1 0 0 0,4-9 0 0 0,1-3 33 0 0,0 1 0 0 0,-2-2 0 0 0,11-38-1 0 0,-5-30 83 0 0,-11 68-106 0 0,0-1-1 0 0,1 1 0 0 0,11-33 0 0 0,-12 45-71 0 0,0 0 1 0 0,-1 1 0 0 0,0-1-1 0 0,0 0 1 0 0,-1 0 0 0 0,0 0-1 0 0,0 0 1 0 0,-1 0 0 0 0,0 0-1 0 0,-1-1 1 0 0,0 1 0 0 0,0 0 0 0 0,-1 1-1 0 0,0-1 1 0 0,-1 0 0 0 0,-5-12-1 0 0,7 20-192 0 0,-1-1 0 0 0,1 1 0 0 0,-1-1-1 0 0,0 1 1 0 0,0-1 0 0 0,0 1 0 0 0,1 0-1 0 0,-1 0 1 0 0,0 0 0 0 0,0 0 0 0 0,-3-1 0 0 0,-1 0-199 0 0,-15-5-1414 0 0,0 5-565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4 526 8618 0 0,'0'0'577'0'0,"0"0"-545"0"0,0 0 0 0 0,-1 0 0 0 0,1 0 0 0 0,0-1 0 0 0,0 1-1 0 0,0 0 1 0 0,-1 0 0 0 0,1 0 0 0 0,0 0 0 0 0,0-1 0 0 0,0 1 0 0 0,0 0 0 0 0,0 0-1 0 0,-1-1 1 0 0,1 1 0 0 0,0 0 0 0 0,0 0 0 0 0,0 0 0 0 0,0-1 0 0 0,0 1-1 0 0,0 0 1 0 0,0 0 0 0 0,0-1 0 0 0,0 1 0 0 0,0 0 0 0 0,0 0 0 0 0,0-1-1 0 0,0 1 1 0 0,0 0 0 0 0,0 0 0 0 0,0-1 0 0 0,0 1 0 0 0,0 0 0 0 0,0 0-1 0 0,0-1 1 0 0,1 1 0 0 0,17-36 22 0 0,-11 25-31 0 0,-1-1 1 0 0,6-17-1 0 0,-6 11-51 0 0,2 0 0 0 0,16-32 0 0 0,-22 47 22 0 0,24-46-291 0 0,-3 0 1 0 0,23-70-1 0 0,-43 108 315 0 0,-1 0 1 0 0,1-21-1 0 0,-2 22 9 0 0,0 0-1 0 0,0 0 1 0 0,5-14-1 0 0,3 11 32 0 0,-9 13-49 0 0,0 0 1 0 0,1-1 0 0 0,-1 1 0 0 0,0 0-1 0 0,0 0 1 0 0,0 0 0 0 0,0-1 0 0 0,1 1 0 0 0,-1 0-1 0 0,0 0 1 0 0,0 0 0 0 0,1 0 0 0 0,-1 0-1 0 0,0 0 1 0 0,0-1 0 0 0,0 1 0 0 0,1 0 0 0 0,-1 0-1 0 0,0 0 1 0 0,0 0 0 0 0,1 0 0 0 0,-1 0 0 0 0,0 0-1 0 0,1 0 1 0 0,-1 0 0 0 0,0 0 0 0 0,0 0-1 0 0,1 0 1 0 0,-1 0 0 0 0,0 1 0 0 0,0-1 0 0 0,0 0-1 0 0,1 0 1 0 0,-1 0 0 0 0,0 0 0 0 0,0 0 0 0 0,1 0-1 0 0,-1 1 1 0 0,0-1 0 0 0,0 0 0 0 0,0 0-1 0 0,1 0 1 0 0,-1 0 0 0 0,0 1 0 0 0,0-1 0 0 0,0 0-1 0 0,0 0 1 0 0,0 1 0 0 0,0-1 0 0 0,1 0-1 0 0,-1 0 1 0 0,0 1 0 0 0,0-1 0 0 0,0 0 0 0 0,0 0-1 0 0,0 1 1 0 0,0-1 0 0 0,0 0 0 0 0,0 0 0 0 0,0 1-1 0 0,0-1 1 0 0,0 0 0 0 0,2 17 73 0 0,0 1 0 0 0,-1-1 0 0 0,-1 0 0 0 0,-3 27 1 0 0,-16 72 306 0 0,19-116-387 0 0,-2 10 82 0 0,0-1 0 0 0,1 0 0 0 0,0 0-1 0 0,1 1 1 0 0,0 16 0 0 0,1-23-64 0 0,-1-1 0 0 0,1 0 0 0 0,-1 0 0 0 0,1 0 0 0 0,0 0 0 0 0,0 1 0 0 0,0-1 0 0 0,0 0 0 0 0,0 0 0 0 0,0-1 0 0 0,1 1 0 0 0,-1 0 0 0 0,1 0 0 0 0,-1-1 0 0 0,1 1 0 0 0,-1 0 0 0 0,1-1 0 0 0,0 0 0 0 0,0 1 0 0 0,0-1 0 0 0,0 0 0 0 0,0 0 0 0 0,0 0 0 0 0,0 0 0 0 0,0-1 0 0 0,0 1 0 0 0,1 0 0 0 0,-1-1 0 0 0,3 1 0 0 0,1-1 5 0 0,1 1 0 0 0,-1-1 0 0 0,1 0 0 0 0,-1-1 0 0 0,0 1 0 0 0,1-1 0 0 0,-1-1 0 0 0,0 1 0 0 0,0-1 0 0 0,8-3-1 0 0,16-4 33 0 0,-23 7-55 0 0,-1-1 0 0 0,1 0 0 0 0,-1 0 1 0 0,0 0-1 0 0,0-1 0 0 0,-1 0 0 0 0,1 0 0 0 0,-1 0 0 0 0,0-1 0 0 0,0 0 0 0 0,5-6 1 0 0,9-11 34 0 0,19-32 0 0 0,-35 51-33 0 0,13-24 9 0 0,26-57 0 0 0,-17 30-30 0 0,-25 53 8 0 0,0 1 0 0 0,1-1 1 0 0,-1 0-1 0 0,1 0 1 0 0,-1 0-1 0 0,0 1 0 0 0,1-1 1 0 0,-1 0-1 0 0,1 0 0 0 0,0 1 1 0 0,-1-1-1 0 0,1 1 0 0 0,0-1 1 0 0,-1 0-1 0 0,1 1 1 0 0,0-1-1 0 0,0 1 0 0 0,0 0 5 0 0,-1 0 0 0 0,0 0 0 0 0,1 0 0 0 0,-1 0 0 0 0,0 0 0 0 0,0 1 1 0 0,1-1-1 0 0,-1 0 0 0 0,0 0 0 0 0,1 0 0 0 0,-1 1 0 0 0,0-1 0 0 0,0 0 0 0 0,0 0 0 0 0,1 1 0 0 0,-1-1 0 0 0,0 0 0 0 0,0 1 0 0 0,0-1 0 0 0,0 0 0 0 0,0 1 0 0 0,1-1 0 0 0,-1 0 0 0 0,0 1 0 0 0,0-1 0 0 0,0 0 0 0 0,0 1 0 0 0,2 30-36 0 0,-12 69 65 0 0,6-73-121 0 0,1 0 0 0 0,1 0 0 0 0,2 30 0 0 0,0-53-259 0 0,1 0-1 0 0,0 0 1 0 0,-1 1-1 0 0,2-1 0 0 0,-1 0 1 0 0,0 0-1 0 0,4 7 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299 2 12635 0 0,'-2'-1'9'0'0,"-1"1"1"0"0,0 0 0 0 0,0 0 0 0 0,1 0 0 0 0,-1 0-1 0 0,0 1 1 0 0,1-1 0 0 0,-1 1 0 0 0,0-1-1 0 0,1 1 1 0 0,-1 0 0 0 0,1 0 0 0 0,-1 0 0 0 0,1 0-1 0 0,-1 1 1 0 0,1-1 0 0 0,0 1 0 0 0,0-1 0 0 0,-1 1-1 0 0,1 0 1 0 0,1 0 0 0 0,-1 0 0 0 0,0 0-1 0 0,0 0 1 0 0,1 0 0 0 0,-1 1 0 0 0,1-1 0 0 0,0 1-1 0 0,-2 2 1 0 0,-80 199 96 0 0,63-146-60 0 0,-20 96-1 0 0,5 78-79 0 0,32-211 32 0 0,-1-1-1 0 0,-8 24 1 0 0,6-26-9 0 0,1 2-1 0 0,-4 25 0 0 0,6 25 20 0 0,2 0-1 0 0,9 75 0 0 0,0 79 41 0 0,-11-184-6 0 0,-11 51 1 0 0,6-48-374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3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61 12747 0 0,'0'0'1240'0'0,"1"-2"-1152"0"0,4 1-40 0 0,29-7 8 0 0,6 2-16 0 0,9-2 8 0 0,2 0-80 0 0,0 1-24 0 0,-4-3-120 0 0,-1 0-984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399 131 3113 0 0,'0'0'313'0'0,"-12"-25"3583"0"0,7 11-3071 0 0,2-1 1 0 0,0 1 0 0 0,0-1-1 0 0,2 1 1 0 0,-1-20 0 0 0,1 46-819 0 0,0-1-1 0 0,-1 0 1 0 0,0 0 0 0 0,-6 14-1 0 0,-1 11-2 0 0,-71 272-26 0 0,46-182 19 0 0,-55 122-33 0 0,60-178 76 0 0,3 1 0 0 0,-21 91 0 0 0,32-97-109 0 0,-6 31 160 0 0,16-31-3998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68 151 6369 0 0,'-1'-23'3891'0'0,"0"17"-3446"0"0,0-1-1 0 0,1 1 0 0 0,0-1 0 0 0,2-11 0 0 0,-2 16-411 0 0,1 0-1 0 0,0 0 0 0 0,-1 0 1 0 0,1 0-1 0 0,0 0 0 0 0,0 0 1 0 0,0 0-1 0 0,0 0 0 0 0,0 0 1 0 0,1 1-1 0 0,-1-1 0 0 0,1 0 1 0 0,-1 1-1 0 0,1-1 0 0 0,-1 1 1 0 0,1-1-1 0 0,0 1 0 0 0,0 0 1 0 0,2-1-1 0 0,6-3 0 0 0,1 1 0 0 0,21-6 1 0 0,-21 7-51 0 0,0 0 0 0 0,0-1 0 0 0,10-5 0 0 0,-17 7 14 0 0,-1 1-1 0 0,1-1 0 0 0,-1 1 0 0 0,1 0 0 0 0,-1 0 0 0 0,1 0 0 0 0,0 0 1 0 0,0 1-1 0 0,-1 0 0 0 0,1 0 0 0 0,0 0 0 0 0,0 0 0 0 0,-1 0 0 0 0,1 1 1 0 0,4 1-1 0 0,-5-2 4 0 0,-1 1-1 0 0,1 0 1 0 0,-1 0 0 0 0,1 0-1 0 0,-1 0 1 0 0,0 0 0 0 0,0 1 0 0 0,1-1-1 0 0,-1 1 1 0 0,0 0 0 0 0,0-1 0 0 0,0 1-1 0 0,-1 0 1 0 0,1 0 0 0 0,0 0 0 0 0,-1 0-1 0 0,1 0 1 0 0,-1 1 0 0 0,0-1 0 0 0,0 0-1 0 0,2 5 1 0 0,3 15 40 0 0,15 30-1 0 0,-18-43-17 0 0,0 0-1 0 0,-1 0 0 0 0,0 0 0 0 0,0 0 0 0 0,-1 1 1 0 0,0-1-1 0 0,-1 0 0 0 0,0 1 0 0 0,0-1 0 0 0,-1 1 1 0 0,0-1-1 0 0,-1 0 0 0 0,0 1 0 0 0,0-1 0 0 0,-1 0 1 0 0,0-1-1 0 0,-1 1 0 0 0,0 0 0 0 0,0-1 0 0 0,-9 14 1 0 0,5-12 19 0 0,1-1 1 0 0,-1 1 0 0 0,-1-1-1 0 0,0-1 1 0 0,0 0 0 0 0,0 0-1 0 0,-21 13 1 0 0,-44 19 533 0 0,69-37-623 0 0,34-7-177 0 0,-6 2 239 0 0,-2-2-22 0 0,-1 1 0 0 0,1 1-1 0 0,0 1 1 0 0,0 0 0 0 0,-1 2 0 0 0,1 0-1 0 0,0 2 1 0 0,0 0 0 0 0,-1 1 0 0 0,0 1-1 0 0,0 1 1 0 0,36 16 0 0 0,-55-22 11 0 0,0 1-1 0 0,1-1 1 0 0,-1 1 0 0 0,1 0-1 0 0,-1 0 1 0 0,0 0 0 0 0,0-1-1 0 0,0 1 1 0 0,1 0 0 0 0,-1 1-1 0 0,0-1 1 0 0,0 0 0 0 0,0 0-1 0 0,-1 0 1 0 0,1 1 0 0 0,0-1 0 0 0,0 0-1 0 0,-1 1 1 0 0,1-1 0 0 0,-1 0-1 0 0,1 1 1 0 0,-1-1 0 0 0,1 1-1 0 0,-1-1 1 0 0,0 3 0 0 0,6 18 23 0 0,-1-7-8 0 0,-3-11-10 0 0,0 0 0 0 0,0 0 0 0 0,-1 0-1 0 0,0 0 1 0 0,0 1 0 0 0,0-1 0 0 0,0 0-1 0 0,0 1 1 0 0,-1-1 0 0 0,0 1 0 0 0,0-1 0 0 0,0 0-1 0 0,-1 1 1 0 0,1-1 0 0 0,-1 1 0 0 0,0-1-1 0 0,-2 6 1 0 0,0-4 1 0 0,0 0 0 0 0,-1 0 0 0 0,0-1-1 0 0,1 1 1 0 0,-2-1 0 0 0,1 0 0 0 0,-1 0 0 0 0,1-1-1 0 0,-1 1 1 0 0,-1-1 0 0 0,1 0 0 0 0,-1 0 0 0 0,-10 5 0 0 0,-8 3 18 0 0,0-2 0 0 0,-32 9 0 0 0,29-10 43 0 0,-16 6 11 0 0,-1-2 0 0 0,-48 7-1 0 0,83-18-61 0 0,0 0-1 0 0,0 1 1 0 0,0 0 0 0 0,-10 5-1 0 0,12-5-12 0 0,0 0-1 0 0,0 0 1 0 0,0 0-1 0 0,-1-1 1 0 0,1-1-1 0 0,0 1 1 0 0,-16 0-1 0 0,18-2 216 0 0,3 0-341 0 0,0 1 0 0 0,1-1 0 0 0,-1 0 0 0 0,0-1 0 0 0,1 1 0 0 0,-1 0 0 0 0,0 0 0 0 0,1-1 0 0 0,-1 1 0 0 0,-2-2 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23 47 9826 0 0,'-23'-3'3345'0'0,"36"-2"-2944"0"0,150-27 284 0 0,-135 29-1457 0 0,-1 1 0 0 0,1 1 0 0 0,0 1 0 0 0,29 5 0 0 0,-47-4-1044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50 12307 0 0,'0'0'59'0'0,"0"-1"0"0"0,0 1 0 0 0,0-1 0 0 0,0 1 0 0 0,0 0 0 0 0,0-1 0 0 0,1 1 1 0 0,-1 0-1 0 0,0-1 0 0 0,0 1 0 0 0,0 0 0 0 0,1-1 0 0 0,-1 1 0 0 0,0 0 0 0 0,0-1 1 0 0,1 1-1 0 0,-1 0 0 0 0,0-1 0 0 0,0 1 0 0 0,1 0 0 0 0,-1 0 0 0 0,0 0 0 0 0,1-1 1 0 0,-1 1-1 0 0,1 0 0 0 0,0 0 0 0 0,232-27 423 0 0,-107 14-6993 0 0,-104 12 2798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143 24 7026 0 0,'-8'-8'4373'0'0,"-7"-7"-3231"0"0,14 15-1139 0 0,1 0 0 0 0,-1 0 0 0 0,1 0-1 0 0,-1-1 1 0 0,1 1 0 0 0,-1 0 0 0 0,0 0 0 0 0,1 0-1 0 0,-1 0 1 0 0,1 0 0 0 0,-1 0 0 0 0,0 0-1 0 0,1 0 1 0 0,-1 0 0 0 0,1 0 0 0 0,-1 1 0 0 0,0-1-1 0 0,1 0 1 0 0,-1 0 0 0 0,1 0 0 0 0,-1 1-1 0 0,1-1 1 0 0,-1 0 0 0 0,1 1 0 0 0,-1-1 0 0 0,1 0-1 0 0,-1 1 1 0 0,1-1 0 0 0,0 1 0 0 0,-1-1-1 0 0,1 1 1 0 0,-1-1 0 0 0,1 1 0 0 0,0-1 0 0 0,0 1-1 0 0,-1-1 1 0 0,1 1 0 0 0,0-1 0 0 0,0 1-1 0 0,-1 0 1 0 0,-6 29-9 0 0,5-22 5 0 0,-13 53 29 0 0,-7 68 0 0 0,20-119-31 0 0,-1 1 1 0 0,0-1-1 0 0,0 1 0 0 0,-8 16 1 0 0,6-16 14 0 0,0 1 1 0 0,1 0 0 0 0,-3 13-1 0 0,3 3-5 0 0,1 0 0 0 0,0 46 0 0 0,5-19-2381 0 0,0-45 685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154 4 10386 0 0,'-29'-3'1454'0'0,"27"3"-1450"0"0,0 1 0 0 0,0 0 0 0 0,0 0-1 0 0,0 0 1 0 0,1 0 0 0 0,-1 0 0 0 0,0 0 0 0 0,1 0 0 0 0,-1 0 0 0 0,1 1 0 0 0,0-1 0 0 0,-1 0 0 0 0,1 1-1 0 0,0 0 1 0 0,0-1 0 0 0,0 1 0 0 0,0 0 0 0 0,-1 2 0 0 0,-12 38-121 0 0,7-18 93 0 0,-11 33 38 0 0,9-28 7 0 0,-18 40 0 0 0,23-60-23 0 0,1-1 0 0 0,0 1-1 0 0,0 0 1 0 0,1 0 0 0 0,0 0 0 0 0,0 15-1 0 0,1-18 93 0 0,1 0 0 0 0,0-1 0 0 0,0 1-1 0 0,1 0 1 0 0,0 0 0 0 0,0-1 0 0 0,0 1 0 0 0,0-1-1 0 0,1 1 1 0 0,0-1 0 0 0,5 10 0 0 0,-3-11-26 0 0,0-1 1 0 0,0 0 0 0 0,0 1-1 0 0,0-2 1 0 0,1 1 0 0 0,-1 0 0 0 0,1-1-1 0 0,-1 0 1 0 0,9 2 0 0 0,-5-1-7 0 0,1-1 0 0 0,-1 0-1 0 0,1-1 1 0 0,0 1 0 0 0,0-2 0 0 0,-1 1 0 0 0,1-2 0 0 0,0 1 0 0 0,0-1 0 0 0,0 0 0 0 0,12-4 0 0 0,-3 0 57 0 0,0-1-1 0 0,-1 0 0 0 0,1-2 0 0 0,21-12 1 0 0,-10 6-13 0 0,-22 12-86 0 0,-1-1-1 0 0,0 0 1 0 0,0 0 0 0 0,-1-1 0 0 0,9-6 0 0 0,-8 5 4 0 0,0 0 0 0 0,-1-1 1 0 0,0 1-1 0 0,0-1 0 0 0,-1-1 0 0 0,0 1 1 0 0,0 0-1 0 0,0-1 0 0 0,-1 0 0 0 0,0 0 1 0 0,0 0-1 0 0,-1 0 0 0 0,0-1 0 0 0,0 1 0 0 0,-1-1 1 0 0,1-7-1 0 0,-1 8 7 0 0,1 1 1 0 0,-1 0-1 0 0,1 0 1 0 0,4-9-1 0 0,-4 10-12 0 0,0 1 0 0 0,0-1-1 0 0,0 1 1 0 0,-1-1 0 0 0,0 0-1 0 0,0 0 1 0 0,0 1 0 0 0,-1-1-1 0 0,0-9 1 0 0,0 9-21 0 0,-1-1 0 0 0,0 1 0 0 0,0 0 0 0 0,0-1 0 0 0,-1 1-1 0 0,-2-7 1 0 0,3 10-1 0 0,0 0-1 0 0,-1 0 0 0 0,1 0 0 0 0,0 0 0 0 0,0 1 0 0 0,-1-1 0 0 0,1 0 1 0 0,-1 1-1 0 0,0-1 0 0 0,1 1 0 0 0,-1 0 0 0 0,0-1 0 0 0,0 1 0 0 0,0 0 1 0 0,0 0-1 0 0,0 0 0 0 0,-4-1 0 0 0,-34-13-279 0 0,33 12 146 0 0,0 0-1 0 0,-1 0 0 0 0,1 1 1 0 0,-1 0-1 0 0,0 0 0 0 0,0 0 1 0 0,0 1-1 0 0,1 1 1 0 0,-11-1-1 0 0,12 2-304 0 0,0-1 1 0 0,0 1-1 0 0,0 0 1 0 0,0 1-1 0 0,0 0 1 0 0,0 0-1 0 0,1 0 1 0 0,-1 0-1 0 0,1 1 1 0 0,0 0-1 0 0,0 0 1 0 0,0 0-1 0 0,0 1 1 0 0,0 0-1 0 0,1 0 1 0 0,-5 5-1 0 0,-2 9-2554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74 91 7698 0 0,'15'-13'6536'0'0,"-17"15"-6484"0"0,0 1 1 0 0,0 0-1 0 0,0 1 1 0 0,0-1-1 0 0,1 0 1 0 0,-1 0-1 0 0,1 1 1 0 0,0-1-1 0 0,-1 7 1 0 0,-6 12-10 0 0,2-8-26 0 0,0 1 1 0 0,0 1-1 0 0,2-1 0 0 0,0 1 1 0 0,0 0-1 0 0,-1 25 0 0 0,4-32-23 0 0,0 0 0 0 0,-1-1 0 0 0,0 1 0 0 0,-6 14 0 0 0,5-16 2 0 0,0 0 0 0 0,1 1-1 0 0,0-1 1 0 0,0 1 0 0 0,1-1 0 0 0,0 1-1 0 0,0 8 1 0 0,1-10 2 0 0,1 0 1 0 0,-1-1-1 0 0,1 1 0 0 0,0 0 0 0 0,0-1 0 0 0,1 1 1 0 0,0-1-1 0 0,0 1 0 0 0,0-1 0 0 0,1 0 0 0 0,-1 0 0 0 0,1 0 1 0 0,1 0-1 0 0,-1-1 0 0 0,1 1 0 0 0,-1-1 0 0 0,1 0 1 0 0,0 0-1 0 0,1 0 0 0 0,-1 0 0 0 0,1-1 0 0 0,0 0 1 0 0,-1 0-1 0 0,2 0 0 0 0,-1 0 0 0 0,0-1 0 0 0,0 0 1 0 0,1 0-1 0 0,-1 0 0 0 0,11 1 0 0 0,26 2-17 0 0,-30-4 18 0 0,-1 0 1 0 0,19 5 0 0 0,2 4 16 0 0,-19-6-16 0 0,1 1-1 0 0,-1-2 0 0 0,1 0 0 0 0,25 2 0 0 0,-10-4-7 0 0,1-2 1 0 0,-1-1-1 0 0,32-6 0 0 0,-43 5 14 0 0,-1-2 0 0 0,1 0-1 0 0,-1 0 1 0 0,0-2 0 0 0,-1 0 0 0 0,20-12-1 0 0,-31 16 19 0 0,0 0 0 0 0,0 0 0 0 0,0-1-1 0 0,-1 1 1 0 0,1-1 0 0 0,-1 0 0 0 0,0-1-1 0 0,0 1 1 0 0,0-1 0 0 0,-1 1-1 0 0,0-1 1 0 0,0 0 0 0 0,0 0 0 0 0,0-1-1 0 0,-1 1 1 0 0,0 0 0 0 0,0-1 0 0 0,1-6-1 0 0,3-32 176 0 0,-5 34-143 0 0,0 0 0 0 0,4-18 0 0 0,3 2 27 0 0,-4 18-44 0 0,-1-1 0 0 0,-1 0 0 0 0,1 0-1 0 0,-2-1 1 0 0,2-17 0 0 0,-3 18-35 0 0,0-1 0 0 0,-1 1 0 0 0,0 0 1 0 0,0 1-1 0 0,-1-1 0 0 0,0 0 0 0 0,-1 0 0 0 0,0 1 0 0 0,-1-1 0 0 0,1 1 0 0 0,-2 0 1 0 0,1 0-1 0 0,-1 0 0 0 0,-8-9 0 0 0,7 11-210 0 0,0 0 1 0 0,0 0-1 0 0,0 1 0 0 0,-1 0 1 0 0,0 0-1 0 0,0 0 0 0 0,0 1 1 0 0,-1 0-1 0 0,1 1 0 0 0,-1 0 1 0 0,0 0-1 0 0,0 0 0 0 0,0 1 1 0 0,-1 0-1 0 0,-12-1 0 0 0,-33-3-2030 0 0,-9-13-2060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119 136 1800 0 0,'-10'-7'7089'0'0,"-8"-8"-5338"0"0,14 11-1494 0 0,-9-9 1009 0 0,13 13-1256 0 0,0 0 0 0 0,0 0-1 0 0,0 0 1 0 0,0-1 0 0 0,0 1 0 0 0,0 0 0 0 0,0 0-1 0 0,0 0 1 0 0,-1 0 0 0 0,1-1 0 0 0,0 1-1 0 0,0 0 1 0 0,0 0 0 0 0,0 0 0 0 0,0 0-1 0 0,0 0 1 0 0,0-1 0 0 0,-1 1 0 0 0,1 0 0 0 0,0 0-1 0 0,0 0 1 0 0,0 0 0 0 0,0 0 0 0 0,-1 0-1 0 0,1 0 1 0 0,0 0 0 0 0,0 0 0 0 0,0-1-1 0 0,0 1 1 0 0,-1 0 0 0 0,1 0 0 0 0,0 0 0 0 0,0 0-1 0 0,0 0 1 0 0,-1 0 0 0 0,1 0 0 0 0,0 0-1 0 0,0 0 1 0 0,0 1 0 0 0,0-1 0 0 0,-1 0-1 0 0,1 0 1 0 0,0 0 0 0 0,0 0 0 0 0,0 0 0 0 0,0 0-1 0 0,-1 0 1 0 0,1 0 0 0 0,0 0 0 0 0,0 0-1 0 0,0 1 1 0 0,0-1 0 0 0,-1 0 0 0 0,-5 376-30 0 0,-2-266 458 0 0,-30 141 0 0 0,28-190-33 0 0,7-42-319 0 0,2-1-1 0 0,2 35 0 0 0,0-13 62 0 0,1-30-23 0 0,5-11 10 0 0,-6 1-128 0 0,0-1 1 0 0,0 0-1 0 0,1-1 0 0 0,-1 1 0 0 0,0 0 0 0 0,0 0 0 0 0,0 0 0 0 0,0-1 0 0 0,-1 1 0 0 0,1 0 0 0 0,1-3 0 0 0,82-195 251 0 0,-7 19-157 0 0,-66 152-99 0 0,32-80-71 0 0,59-108 0 0 0,-84 184-50 0 0,2 1 0 0 0,0 0 0 0 0,3 2-1 0 0,0 0 1 0 0,1 1 0 0 0,2 2 0 0 0,47-38 0 0 0,-71 62-96 0 0,1 0 1 0 0,-1 0-1 0 0,1 1 0 0 0,0-1 0 0 0,-1 1 1 0 0,1-1-1 0 0,4 0 0 0 0,7 48-6216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262 207 7434 0 0,'-14'-25'2979'0'0,"5"12"-2625"0"0,9 13-353 0 0,0 0 1 0 0,-1 0-1 0 0,1-1 1 0 0,0 1-1 0 0,-1 0 0 0 0,1 0 1 0 0,0 0-1 0 0,-1 0 1 0 0,1 0-1 0 0,0-1 0 0 0,-1 1 1 0 0,1 0-1 0 0,0 0 1 0 0,-1 0-1 0 0,1 0 0 0 0,0 0 1 0 0,-1 0-1 0 0,1 0 1 0 0,0 0-1 0 0,-1 0 0 0 0,1 0 1 0 0,0 1-1 0 0,-1-1 1 0 0,1 0-1 0 0,0 0 0 0 0,-1 0 1 0 0,1 0-1 0 0,0 0 0 0 0,-1 1 1 0 0,1-1-1 0 0,0 0 1 0 0,-1 0-1 0 0,1 0 0 0 0,0 1 1 0 0,0-1-1 0 0,0 0 1 0 0,-1 1-1 0 0,1-1 0 0 0,0 0 1 0 0,0 0-1 0 0,0 1 1 0 0,-1-1-1 0 0,1 0 0 0 0,0 1 1 0 0,0-1-1 0 0,0 0 1 0 0,0 1-1 0 0,0-1 0 0 0,0 0 1 0 0,0 1-1 0 0,0-1 1 0 0,0 1-1 0 0,-109 345 786 0 0,97-314-270 0 0,-2 0-1 0 0,-2-2 1 0 0,-30 47 0 0 0,39-64-489 0 0,6-11 33 0 0,0 0-1 0 0,1-1 1 0 0,-1 1-1 0 0,0 0 1 0 0,0 0 0 0 0,-1-1-1 0 0,1 1 1 0 0,0-1-1 0 0,0 1 1 0 0,-1-1-1 0 0,1 1 1 0 0,-1-1 0 0 0,-1 2-1 0 0,2-3-55 0 0,1-1 0 0 0,0 1 0 0 0,0 0-1 0 0,0 0 1 0 0,0 0 0 0 0,-1 0 0 0 0,1 0 0 0 0,0 0-1 0 0,0-1 1 0 0,0 1 0 0 0,0 0 0 0 0,0 0 0 0 0,-1 0-1 0 0,1 0 1 0 0,0-1 0 0 0,0 1 0 0 0,0 0 0 0 0,0 0 0 0 0,0 0-1 0 0,0 0 1 0 0,0-1 0 0 0,0 1 0 0 0,0 0 0 0 0,0 0-1 0 0,0 0 1 0 0,0-1 0 0 0,0 1 0 0 0,0 0 0 0 0,0 0-1 0 0,0 0 1 0 0,0-1 0 0 0,0 1 0 0 0,0 0 0 0 0,0 0 0 0 0,0 0-1 0 0,0-1 1 0 0,0 1 0 0 0,0 0 0 0 0,1 0 0 0 0,-1 0-1 0 0,0 0 1 0 0,0-1 0 0 0,0 1 0 0 0,0 0 0 0 0,1 0-1 0 0,6-39 16 0 0,2 1-1 0 0,23-63 1 0 0,-4 16 50 0 0,-18 50-50 0 0,13-48-22 0 0,4 0-1 0 0,42-86 1 0 0,-65 160-14 0 0,-1 3 15 0 0,-1 1-1 0 0,0 0 1 0 0,1-1 0 0 0,0 1 0 0 0,1 0-1 0 0,-1 1 1 0 0,1-1 0 0 0,0 0 0 0 0,0 1 0 0 0,0 0-1 0 0,0 0 1 0 0,9-6 0 0 0,-10 9-5 0 0,22-9-49 0 0,-25 10 54 0 0,1 0 0 0 0,0-1 0 0 0,-1 1 0 0 0,1 0 0 0 0,0 0 0 0 0,-1 0 0 0 0,1 0 0 0 0,0 0 0 0 0,-1 0 0 0 0,1 0 0 0 0,0 1 0 0 0,-1-1 0 0 0,1 0 0 0 0,0 0 0 0 0,-1 0 0 0 0,1 1 0 0 0,0-1-1 0 0,-1 0 1 0 0,1 1 0 0 0,-1-1 0 0 0,1 0 0 0 0,-1 1 0 0 0,1-1 0 0 0,-1 1 0 0 0,1-1 0 0 0,-1 1 0 0 0,1-1 0 0 0,-1 1 0 0 0,0-1 0 0 0,1 1 0 0 0,-1-1 0 0 0,0 1 0 0 0,1 0 0 0 0,-1-1 0 0 0,0 1 0 0 0,1 1 0 0 0,27 158 56 0 0,2 14 94 0 0,-11-50 369 0 0,-12-66-350 0 0,-7-47-136 0 0,1 0 1 0 0,0 1 0 0 0,1-1 0 0 0,0-1-1 0 0,0 1 1 0 0,1 0 0 0 0,1 0 0 0 0,8 16-1 0 0,7 16-3134 0 0,-6-11-192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19 11266 0 0,'2'0'907'0'0,"129"-3"540"0"0,8-11-6074 0 0,-114 12 2019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36 14 1832 0 0,'-36'1'11328'0'0,"54"-3"-10605"0"0,32-3-808 0 0,52-2-633 0 0,-87 7-541 0 0,0 1-1 0 0,22 4 1 0 0,-23-2-561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 61 10850 0 0,'-4'0'775'0'0,"-14"0"-332"0"0,14-1-256 0 0,8-1 549 0 0,218-49-4392 0 0,-189 45 2203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916 119 11530 0 0,'-22'-5'1387'0'0,"19"4"-1398"0"0,-1 0-1 0 0,1 1 1 0 0,0-1 0 0 0,0 0 0 0 0,0 1-1 0 0,0 0 1 0 0,-5 0 0 0 0,3 0 2 0 0,0 1 0 0 0,0 0 1 0 0,1 1-1 0 0,-1-1 0 0 0,0 1 1 0 0,0 0-1 0 0,1 0 0 0 0,-1 0 1 0 0,1 1-1 0 0,-1 0 0 0 0,-6 6 1 0 0,-3 3 15 0 0,1 0-1 0 0,-12 16 1 0 0,-8 9-47 0 0,-7 1 70 0 0,0-2 0 0 0,-85 57 1 0 0,105-80 19 0 0,-1-1 1 0 0,-1-1 0 0 0,0-1-1 0 0,0-1 1 0 0,-1-1 0 0 0,1-1-1 0 0,-2-1 1 0 0,1-1 0 0 0,-26 2-1 0 0,40-6 33 0 0,0 1 0 0 0,0 0 1 0 0,0 0-1 0 0,-13 6 0 0 0,16-5 6 0 0,0-1 1 0 0,0 1 0 0 0,0-1-1 0 0,-1-1 1 0 0,1 1-1 0 0,-1-1 1 0 0,0-1 0 0 0,1 1-1 0 0,-1-1 1 0 0,0 0 0 0 0,-7-1-1 0 0,9 0-27 0 0,0 0-1 0 0,0 0 1 0 0,0-1-1 0 0,0 1 1 0 0,0-1-1 0 0,0 0 1 0 0,1 0-1 0 0,-1-1 1 0 0,-6-4-1 0 0,8 5-32 0 0,1-1 0 0 0,-1 0-1 0 0,1 1 1 0 0,0-1-1 0 0,0 0 1 0 0,0 0-1 0 0,0 0 1 0 0,0-1-1 0 0,0 1 1 0 0,1 0-1 0 0,0-1 1 0 0,0 1 0 0 0,-2-6-1 0 0,-2-14 81 0 0,3 12-84 0 0,0 0 0 0 0,-1 0 0 0 0,-6-13 0 0 0,6 16-39 0 0,0-1-1 0 0,0 0 0 0 0,1-1 0 0 0,1 1 1 0 0,-1 0-1 0 0,1-1 0 0 0,1 1 0 0 0,0-1 1 0 0,0 1-1 0 0,3-15 0 0 0,-1 11-8 0 0,0 0 0 0 0,1 1-1 0 0,1-1 1 0 0,0 1 0 0 0,1 0 0 0 0,1 0 0 0 0,7-13-1 0 0,-12 23 12 0 0,0 0 0 0 0,1-1 1 0 0,-1 1-1 0 0,1 0 0 0 0,-1 0 0 0 0,1 0 0 0 0,0 0 0 0 0,0 0 0 0 0,0 1 0 0 0,0-1 0 0 0,0 1 0 0 0,0-1 0 0 0,0 1 0 0 0,0 0 0 0 0,1-1 0 0 0,3 0 0 0 0,1-1-31 0 0,0 0-3 0 0,-3 0 9 0 0,0 0 1 0 0,1 1-1 0 0,0 0 1 0 0,0 0 0 0 0,-1 0-1 0 0,1 1 1 0 0,0-1 0 0 0,0 1-1 0 0,1 1 1 0 0,-1-1 0 0 0,0 1-1 0 0,0-1 1 0 0,0 1 0 0 0,0 1-1 0 0,0-1 1 0 0,8 3-1 0 0,-4-1 38 0 0,-1 2 0 0 0,1-1 0 0 0,-1 1-1 0 0,0 1 1 0 0,0 0 0 0 0,-1 0-1 0 0,1 0 1 0 0,-1 1 0 0 0,-1 0-1 0 0,1 0 1 0 0,-1 1 0 0 0,11 12 0 0 0,2 9-8 0 0,0 1 1 0 0,15 33 0 0 0,-23-42 25 0 0,-10-17-15 0 0,16 29 21 0 0,1-1 0 0 0,40 52 0 0 0,-51-74-14 0 0,0-1 0 0 0,1 0-1 0 0,1 0 1 0 0,-1-1 0 0 0,1 0-1 0 0,0-1 1 0 0,0 0 0 0 0,1 0 0 0 0,0-1-1 0 0,0 0 1 0 0,0-1 0 0 0,1 0-1 0 0,16 3 1 0 0,-11-3 15 0 0,5 0 27 0 0,-1 1 0 0 0,21 8 1 0 0,-32-10-33 0 0,1-1 0 0 0,-1 1 1 0 0,1-1-1 0 0,-1-1 0 0 0,1 0 1 0 0,0 0-1 0 0,-1-1 0 0 0,1 0 0 0 0,14-3 1 0 0,-9 1 8 0 0,0-1 1 0 0,0-1-1 0 0,0-1 1 0 0,-1 0-1 0 0,19-8 1 0 0,-2 0-7 0 0,-24 11-11 0 0,-1-1 1 0 0,1 1-1 0 0,-1-1 0 0 0,0 0 1 0 0,0-1-1 0 0,0 1 0 0 0,6-7 0 0 0,-3 3 12 0 0,-1-1-1 0 0,0 1 0 0 0,-1-2 0 0 0,1 1 0 0 0,-2-1 1 0 0,1 0-1 0 0,-1-1 0 0 0,-1 1 0 0 0,1-1 0 0 0,-2 0 1 0 0,1-1-1 0 0,-2 1 0 0 0,5-19 0 0 0,-6 20 16 0 0,0 0 0 0 0,1 0 0 0 0,5-12 0 0 0,-6 14-22 0 0,1 1 0 0 0,-1 0 1 0 0,0-1-1 0 0,0 0 0 0 0,-1 1 0 0 0,0-1 0 0 0,0 0 0 0 0,-1-9 0 0 0,-1 3-19 0 0,-1 0 0 0 0,-1 0 0 0 0,0 1 0 0 0,-7-17 0 0 0,2 2-61 0 0,6 22 5 0 0,0 0-1 0 0,0 0 1 0 0,0 1-1 0 0,0-1 1 0 0,-1 0-1 0 0,1 1 1 0 0,-1-1-1 0 0,-1 1 1 0 0,-6-8-1 0 0,3 6-121 0 0,0 0-1 0 0,-1 1 0 0 0,0-1 0 0 0,-15-6 1 0 0,-24-9-816 0 0,-8 5-852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69 140 2048 0 0,'0'0'3593'0'0,"0"-28"-2271"0"0,0 23-1006 0 0,-1 0 1 0 0,0 1 0 0 0,0-1-1 0 0,0 1 1 0 0,-1-1-1 0 0,0 1 1 0 0,1 0 0 0 0,-2 0-1 0 0,1 0 1 0 0,-5-7-1 0 0,4 7-104 0 0,1 0-1 0 0,-1 0 0 0 0,1 0 1 0 0,0-1-1 0 0,0 1 0 0 0,0-1 0 0 0,1 1 1 0 0,-1-1-1 0 0,1 0 0 0 0,-1-8 0 0 0,-17 422 517 0 0,14-310-550 0 0,3 191 173 0 0,3-281-364 0 0,3 30-4679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27 227 9890 0 0,'-4'0'57'0'0,"-15"0"14"0"0,15-2-65 0 0,11-3-7 0 0,35-15 61 0 0,1 1 0 0 0,1 3 0 0 0,55-14 0 0 0,145-20 233 0 0,-179 39-206 0 0,245-38 1467 0 0,3 26-359 0 0,-294 23-1866 0 0,-13-1 80 0 0,0 1 0 0 0,0 0-1 0 0,1 0 1 0 0,-1 0 0 0 0,0 1-1 0 0,6 1 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31 5873 0 0,'0'0'3649'0'0,"20"-8"-1127"0"0,13 1-1826 0 0,62-6-1 0 0,-9 10-4251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25 7170 0 0,'0'0'6981'0'0,"10"-2"-6281"0"0,151-14-1315 0 0,-126 10-602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59 3529 0 0,'-11'-4'4071'0'0,"14"3"-3904"0"0,-1-1 0 0 0,1 0 0 0 0,0 1 0 0 0,1-1 0 0 0,-1 1 0 0 0,0 0 0 0 0,0 0 0 0 0,0 0-1 0 0,6-1 1 0 0,3 0 65 0 0,39-11 94 0 0,1 4 1 0 0,0 1-1 0 0,0 3 1 0 0,68 1-1 0 0,-5 4 257 0 0,-66 0-4171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 0 6897 0 0,'8'5'2989'0'0,"-23"198"-2580"0"0,2-72-467 0 0,7 192-207 0 0,6-246-993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162 16 7362 0 0,'0'0'92'0'0,"0"-1"-43"0"0,0 1 1 0 0,1-1-1 0 0,-1 1 0 0 0,0-1 1 0 0,0 1-1 0 0,0 0 1 0 0,0-1-1 0 0,0 1 0 0 0,0-1 1 0 0,0 1-1 0 0,0-1 1 0 0,0 1-1 0 0,0-1 1 0 0,0 1-1 0 0,0-1 0 0 0,0 1 1 0 0,0 0-1 0 0,0-1 1 0 0,-1 1-1 0 0,1-1 0 0 0,0 1 1 0 0,0-1-1 0 0,0 1 1 0 0,-1 0-1 0 0,1-1 0 0 0,0 1 1 0 0,-1 0-1 0 0,1-1 1 0 0,0 1-1 0 0,-1 0 1 0 0,1-1-1 0 0,0 1 0 0 0,-1 0 1 0 0,1 0-1 0 0,0-1 1 0 0,-1 1-1 0 0,1 0 0 0 0,-1 0 1 0 0,1 0-1 0 0,-1-1 1 0 0,1 1-1 0 0,0 0 1 0 0,-1 0-1 0 0,1 0 0 0 0,-1 0 1 0 0,1 0-1 0 0,-1 0 1 0 0,1 0-1 0 0,-1 0 0 0 0,1 0 1 0 0,-1 0-1 0 0,1 0 1 0 0,0 1-1 0 0,-2-1 63 0 0,1 21-110 0 0,-2 0-1 0 0,0 0 1 0 0,-11 34 0 0 0,3-10 5 0 0,-56 202 146 0 0,48-182-14 0 0,-7 51 11 0 0,23-93-317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224 1 10202 0 0,'-3'0'34'0'0,"0"0"0"0"0,0 0 1 0 0,0 1-1 0 0,0-1 0 0 0,0 1 0 0 0,0 0 0 0 0,0 0 0 0 0,0 0 0 0 0,0 0 0 0 0,1 1 0 0 0,-1-1 1 0 0,0 1-1 0 0,1-1 0 0 0,0 1 0 0 0,-1 0 0 0 0,-2 3 0 0 0,1-1-27 0 0,0 1 1 0 0,1-1-1 0 0,-1 1 0 0 0,1 0 1 0 0,0 0-1 0 0,1 0 0 0 0,-1 1 1 0 0,-1 6-1 0 0,1-3-15 0 0,0 0 0 0 0,1 0 0 0 0,0 0-1 0 0,1 0 1 0 0,0 0 0 0 0,0 0 0 0 0,1 1 0 0 0,1-1 0 0 0,-1 0-1 0 0,4 17 1 0 0,-2-20 11 0 0,-1-1-1 0 0,1 0 1 0 0,1 0 0 0 0,-1 0-1 0 0,1 0 1 0 0,-1 0-1 0 0,1 0 1 0 0,1-1 0 0 0,-1 1-1 0 0,1-1 1 0 0,-1 0-1 0 0,1 0 1 0 0,1 0 0 0 0,-1-1-1 0 0,0 1 1 0 0,1-1-1 0 0,8 4 1 0 0,57 30 37 0 0,28 14 88 0 0,-91-45 16 0 0,0 1 1 0 0,0 0-1 0 0,-1 0 1 0 0,0 1-1 0 0,0-1 1 0 0,0 1-1 0 0,-1 1 0 0 0,-1-1 1 0 0,7 14-1 0 0,-11-21-113 0 0,1 0 0 0 0,0 0 1 0 0,-1 0-1 0 0,1 0 0 0 0,-1 0 0 0 0,1 0 0 0 0,-1 0 0 0 0,1 0 0 0 0,-1 0 0 0 0,0 0 0 0 0,0 0 0 0 0,1 0 0 0 0,-1 0 0 0 0,0 0 0 0 0,0 0 0 0 0,0 0 0 0 0,0 1 0 0 0,0-1 0 0 0,-1 0 1 0 0,1 0-1 0 0,0 0 0 0 0,0 0 0 0 0,-1 0 0 0 0,1 0 0 0 0,0 0 0 0 0,-1 0 0 0 0,1 0 0 0 0,-1 0 0 0 0,0 0 0 0 0,1 0 0 0 0,-1 0 0 0 0,0-1 0 0 0,1 1 0 0 0,-1 0 0 0 0,0 0 0 0 0,0-1 1 0 0,0 1-1 0 0,0 0 0 0 0,-1 0 0 0 0,-5 2 30 0 0,1-1 0 0 0,0-1 0 0 0,0 1 0 0 0,-1-1 0 0 0,-12 1 0 0 0,-11 3 141 0 0,2 5-87 0 0,15-5-50 0 0,-1 0 0 0 0,1-1 0 0 0,-1 0-1 0 0,-24 2 1 0 0,-133-2-285 0 0,116-5-996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10 181 11867 0 0,'-9'-15'1274'0'0,"10"14"-1207"0"0,0 0-1 0 0,0 0 0 0 0,1 1 1 0 0,-1-1-1 0 0,0 0 0 0 0,1 1 0 0 0,-1-1 1 0 0,0 1-1 0 0,1 0 0 0 0,-1-1 0 0 0,1 1 1 0 0,-1 0-1 0 0,3 0 0 0 0,5-1 27 0 0,6-3-94 0 0,178-48 515 0 0,-146 37-1596 0 0,0-2 1 0 0,43-24-1 0 0,-49 18-2366 0 0,-24 18 611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0:42:00.4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0 328 11074 0 0,'1'-2'42'0'0,"-1"1"0"0"0,0-1 0 0 0,1 1-1 0 0,-1-1 1 0 0,0 1 0 0 0,1-1-1 0 0,0 1 1 0 0,-1-1 0 0 0,1 1 0 0 0,0 0-1 0 0,0-1 1 0 0,0 1 0 0 0,2-2-1 0 0,-3 2-18 0 0,0 1 0 0 0,1-1 0 0 0,-1 1 0 0 0,1 0 0 0 0,-1-1 0 0 0,0 1 0 0 0,1 0 0 0 0,-1-1 0 0 0,1 1 0 0 0,-1 0 0 0 0,1 0 0 0 0,-1 0 0 0 0,1-1 0 0 0,-1 1 0 0 0,1 0 0 0 0,-1 0 0 0 0,1 0 0 0 0,-1 0 0 0 0,1 0 0 0 0,-1 0 0 0 0,1 0 0 0 0,-1 0 0 0 0,1 0 0 0 0,-1 0 0 0 0,1 0 0 0 0,-1 0 0 0 0,1 0 0 0 0,-1 1 0 0 0,1-1 0 0 0,-1 0 0 0 0,1 0 0 0 0,-1 0 0 0 0,1 1 0 0 0,-1-1 0 0 0,0 0 0 0 0,1 1 0 0 0,-1-1 0 0 0,1 0 0 0 0,-1 1 0 0 0,0-1 0 0 0,1 0 0 0 0,-1 1 0 0 0,0-1 0 0 0,1 1 0 0 0,-1-1 0 0 0,0 1 0 0 0,5 7-19 0 0,-1 0 1 0 0,0-1-1 0 0,-1 2 0 0 0,0-1 1 0 0,0 0-1 0 0,-1 1 1 0 0,2 11-1 0 0,5 66 1 0 0,-6-41-16 0 0,13 190 48 0 0,-10-120 95 0 0,-6-108-71 0 0,2 18-66 0 0,-2-24 107 0 0,0 0-1 0 0,0 0 1 0 0,1 0 0 0 0,-1 0-1 0 0,0 0 1 0 0,0 0 0 0 0,1 0-1 0 0,-1 0 1 0 0,0 0 0 0 0,1 0-1 0 0,-1 0 1 0 0,1 0 0 0 0,0-1-1 0 0,-1 1 1 0 0,1 0 0 0 0,0 0-1 0 0,1 1 1 0 0,-1-3-32 0 0,0 0 0 0 0,-1 1-1 0 0,1-1 1 0 0,0 0 0 0 0,0 0-1 0 0,0 1 1 0 0,0-1 0 0 0,-1 0 0 0 0,1 0-1 0 0,0 0 1 0 0,-1 0 0 0 0,1 0 0 0 0,0 0-1 0 0,-1 0 1 0 0,0 0 0 0 0,1-1-1 0 0,0-1 1 0 0,5-15 39 0 0,2 0 0 0 0,0 0 1 0 0,1 1-1 0 0,1 0 0 0 0,14-18 0 0 0,70-81 92 0 0,-59 75-162 0 0,56-80-225 0 0,106-184 0 0 0,-99 145-3283 0 0,-79 129 1115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2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19 3489 0 0,'-2'-2'0'0'0,"-8"-3"304"0"0,-7-4 2608 0 0,12 8-1455 0 0,2-1-73 0 0,0 2-1808 0 0,1 0-96 0 0,0 0-544 0 0,0 2-137 0 0,1-1-183 0 0,-1 3-952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5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820 325 528 0 0,'0'0'1198'0'0,"0"-26"1101"0"0,0 19-2181 0 0,-1 1 1 0 0,0 0-1 0 0,-1 0 0 0 0,1 0 1 0 0,-1 0-1 0 0,0 0 0 0 0,-1 0 1 0 0,-5-10-1 0 0,-33-47 469 0 0,31 49-476 0 0,4 4-51 0 0,2 4-8 0 0,0 1 1 0 0,0-1-1 0 0,0 0 0 0 0,-1 1 0 0 0,0 0 0 0 0,0 0 0 0 0,-10-7 0 0 0,5 6 37 0 0,1 0 0 0 0,-1 1-1 0 0,0 1 1 0 0,-1-1 0 0 0,1 1-1 0 0,-1 1 1 0 0,-21-4 0 0 0,19 5 76 0 0,0-2 1 0 0,0 1-1 0 0,1-1 0 0 0,-22-11 1 0 0,22 10-70 0 0,0 0 0 0 0,0 1 1 0 0,-1 0-1 0 0,0 1 1 0 0,1 0-1 0 0,-1 1 0 0 0,0 1 1 0 0,0 0-1 0 0,0 1 0 0 0,0 0 1 0 0,-17 3-1 0 0,14-1-57 0 0,0 1-1 0 0,-1 1 1 0 0,2 1 0 0 0,-1 0-1 0 0,0 0 1 0 0,1 2 0 0 0,0 0-1 0 0,-20 13 1 0 0,25-12-8 0 0,0-1 1 0 0,0 1-1 0 0,1 1 0 0 0,0 0 1 0 0,-9 11-1 0 0,10-10-32 0 0,1 0 1 0 0,1 0-1 0 0,0 0 1 0 0,0 1-1 0 0,1 0 1 0 0,1 0-1 0 0,-4 12 1 0 0,-2 11-5 0 0,-5 39-1 0 0,14-67 1 0 0,-1 1 0 0 0,0-1 0 0 0,-1 0-1 0 0,1-1 1 0 0,-5 9 0 0 0,4-9-2 0 0,0 0 1 0 0,0 1 0 0 0,1 0-1 0 0,0-1 1 0 0,0 1 0 0 0,-1 7-1 0 0,1 0 5 0 0,2 1-1 0 0,-1-1 0 0 0,2 0 1 0 0,0 1-1 0 0,0-1 0 0 0,1 0 1 0 0,1 0-1 0 0,0 0 0 0 0,1 0 1 0 0,0-1-1 0 0,1 1 0 0 0,0-1 1 0 0,1 0-1 0 0,14 20 0 0 0,-17-28 17 0 0,-1 0-1 0 0,1 0 1 0 0,0 0-1 0 0,0-1 0 0 0,0 0 1 0 0,1 1-1 0 0,-1-1 1 0 0,1 0-1 0 0,0-1 0 0 0,-1 1 1 0 0,1-1-1 0 0,1 0 1 0 0,-1 0-1 0 0,0 0 0 0 0,0 0 1 0 0,1-1-1 0 0,7 2 1 0 0,46 19 46 0 0,-45-16-37 0 0,0-1 1 0 0,1-1 0 0 0,0 1 0 0 0,22 2-1 0 0,-19-6-48 0 0,0 0 0 0 0,0-2 0 0 0,0 0-1 0 0,-1-1 1 0 0,1 0 0 0 0,0-2 0 0 0,-1 0-1 0 0,0-1 1 0 0,0 0 0 0 0,0-1 0 0 0,-1-1-1 0 0,0-1 1 0 0,0 0 0 0 0,18-13 0 0 0,-17 11-236 0 0,-9 5-336 0 0,1 0-1 0 0,-1 0 1 0 0,11-11 0 0 0,-5 4-850 0 0,-1 0-788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6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11 106 2280 0 0,'0'0'682'0'0,"-7"-23"2153"0"0,4-57-1228 0 0,4 78-1468 0 0,3 5 8 0 0,4 8-55 0 0,9 26-28 0 0,19 59 0 0 0,7 19 308 0 0,-38-105-332 0 0,15 30 360 0 0,-19-39-393 0 0,-1 1 1 0 0,1-1 0 0 0,0 1 0 0 0,0-1-1 0 0,0 0 1 0 0,0 1 0 0 0,1-1 0 0 0,-1 0-1 0 0,0 0 1 0 0,0 0 0 0 0,1 0 0 0 0,-1 0-1 0 0,1 0 1 0 0,-1 0 0 0 0,1 0 0 0 0,-1-1-1 0 0,1 1 1 0 0,0-1 0 0 0,2 2 0 0 0,-2-3-8 0 0,1 1 0 0 0,-1 0 1 0 0,0-1-1 0 0,1 1 0 0 0,-1-1 1 0 0,0 0-1 0 0,0 1 0 0 0,1-1 1 0 0,-1 0-1 0 0,0 0 1 0 0,0-1-1 0 0,0 1 0 0 0,0 0 1 0 0,0-1-1 0 0,-1 1 0 0 0,1-1 1 0 0,0 0-1 0 0,-1 0 0 0 0,1 1 1 0 0,-1-1-1 0 0,0 0 0 0 0,1 0 1 0 0,-1 0-1 0 0,2-5 1 0 0,1-3 14 0 0,0-1 1 0 0,-1 0-1 0 0,5-20 1 0 0,-7 23-3 0 0,6-13-26 0 0,1 0 1 0 0,0 1 0 0 0,2 0-1 0 0,0 0 1 0 0,20-26 0 0 0,-18 25-13 0 0,-8 16 36 0 0,-1 0 0 0 0,1 1 1 0 0,0-1-1 0 0,0 1 0 0 0,0 0 1 0 0,0 0-1 0 0,1 1 0 0 0,0-1 0 0 0,0 1 1 0 0,6-3-1 0 0,-11 6-9 0 0,1 0 1 0 0,-1 0-1 0 0,0 0 0 0 0,1 0 1 0 0,-1 0-1 0 0,0 0 1 0 0,1 0-1 0 0,-1 0 0 0 0,0 0 1 0 0,0 0-1 0 0,1 1 1 0 0,-1-1-1 0 0,0 0 0 0 0,1 0 1 0 0,-1 0-1 0 0,0 1 0 0 0,0-1 1 0 0,1 0-1 0 0,-1 0 1 0 0,0 1-1 0 0,0-1 0 0 0,0 0 1 0 0,1 0-1 0 0,-1 1 1 0 0,0-1-1 0 0,0 0 0 0 0,0 1 1 0 0,0-1-1 0 0,0 0 0 0 0,0 1 1 0 0,0-1-1 0 0,0 0 1 0 0,0 1-1 0 0,0-1 0 0 0,0 0 1 0 0,0 1-1 0 0,0-1 1 0 0,0 0-1 0 0,0 1 0 0 0,0 0 1 0 0,1 17 19 0 0,-1-16-7 0 0,0 21 96 0 0,-1 0 1 0 0,-1 0-1 0 0,-1 0 0 0 0,-10 37 1 0 0,0-16 86 0 0,-25 57 0 0 0,31-88-209 0 0,-1 4-457 0 0,5-8-2858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6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7578 0 0,'-12'1'1011'0'0,"12"1"-953"0"0,1 0 1 0 0,-1-1 0 0 0,1 1-1 0 0,-1 0 1 0 0,1-1 0 0 0,0 1-1 0 0,0-1 1 0 0,0 1 0 0 0,0-1 0 0 0,0 0-1 0 0,0 1 1 0 0,0-1 0 0 0,0 0-1 0 0,1 0 1 0 0,-1 0 0 0 0,0 1 0 0 0,1-1-1 0 0,-1-1 1 0 0,1 1 0 0 0,2 1-1 0 0,31 13 303 0 0,-19-11-328 0 0,0-1-1 0 0,0 0 1 0 0,0-2-1 0 0,1 0 1 0 0,-1-1 0 0 0,31-3-1 0 0,96-22-2351 0 0,-120 19 381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6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10 664 0 0,'0'0'1518'0'0,"5"-6"1580"0"0,60 4-1506 0 0,36 1-588 0 0,-87 1-963 0 0,0 2-1 0 0,-1 0 1 0 0,1 0-1 0 0,0 1 1 0 0,13 6-1 0 0,-16-8-4 0 0,-10-1-223 0 0,0 0-1 0 0,-1 0 1 0 0,1 0 0 0 0,0 0-1 0 0,0 0 1 0 0,0 0 0 0 0,0 0-1 0 0,-1 1 1 0 0,1-1 0 0 0,0 0-1 0 0,0 0 1 0 0,-1 1 0 0 0,1-1-1 0 0,0 0 1 0 0,0 1 0 0 0,-1-1-1 0 0,1 1 1 0 0,0-1 0 0 0,-1 1-1 0 0,2 0 1 0 0,-1 2-1770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7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21 992 0 0,'2'4'5166'0'0,"5"5"-3633"0"0,6-5-1451 0 0,0 1 0 0 0,0-2 0 0 0,1 0 0 0 0,-1 0 0 0 0,1-1 0 0 0,0-1 0 0 0,21-1 0 0 0,9-2-35 0 0,45-8-1 0 0,-67 6-527 0 0,-1-1 0 0 0,0-1-1 0 0,33-14 1 0 0,-36 13-1313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8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38 6705 0 0,'0'0'423'0'0,"-17"-17"1009"0"0,17 16-1411 0 0,0 0 0 0 0,0 0 0 0 0,0 1 0 0 0,0-1 0 0 0,0 0 0 0 0,0 0 0 0 0,1 1 0 0 0,-1-1 0 0 0,0 0 0 0 0,0 0 0 0 0,1 1 0 0 0,-1-1 0 0 0,0 0 0 0 0,1 0 0 0 0,-1 1 0 0 0,1-1 0 0 0,-1 1 0 0 0,1-1 0 0 0,-1 0 0 0 0,1 1-1 0 0,-1-1 1 0 0,1 1 0 0 0,-1-1 0 0 0,1 1 0 0 0,0-1 0 0 0,-1 1 0 0 0,1 0 0 0 0,0-1 0 0 0,0 1 0 0 0,-1 0 0 0 0,1 0 0 0 0,0-1 0 0 0,0 1 0 0 0,-1 0 0 0 0,1 0 0 0 0,0 0 0 0 0,0 0 0 0 0,0 0 0 0 0,-1 0 0 0 0,1 0-1 0 0,1 0 1 0 0,1 1-22 0 0,-1-1-1 0 0,0 1 0 0 0,1-1 1 0 0,-1 1-1 0 0,0 0 0 0 0,1 0 1 0 0,-1 0-1 0 0,0 0 0 0 0,0 0 0 0 0,0 0 1 0 0,0 1-1 0 0,0-1 0 0 0,2 3 1 0 0,0 0 2 0 0,-1 0 0 0 0,0 0 0 0 0,-1 0 0 0 0,1 1 0 0 0,-1-1 0 0 0,0 1 0 0 0,0-1 0 0 0,0 1 0 0 0,1 8 0 0 0,6 49 40 0 0,-8-50-15 0 0,0 0-1 0 0,1 0 0 0 0,1 1 0 0 0,0-2 0 0 0,5 14 0 0 0,-6-17-11 0 0,1-1 0 0 0,-1 0 0 0 0,-1 1 0 0 0,1-1 0 0 0,-1 1 0 0 0,0-1-1 0 0,-1 1 1 0 0,0 0 0 0 0,0-1 0 0 0,-1 1 0 0 0,0 0 0 0 0,0-1 0 0 0,-5 14 0 0 0,2-5 39 0 0,-2-2 1 0 0,0 1 0 0 0,-1-1 0 0 0,0 0 0 0 0,-17 25 0 0 0,16-30-1 0 0,1-1 1 0 0,-1 0 0 0 0,0 0-1 0 0,-1-1 1 0 0,0 0 0 0 0,-18 11-1 0 0,-2-2 70 0 0,-35 14-1 0 0,46-23-81 0 0,-2-1 1 0 0,1 0-1 0 0,-37 5 0 0 0,51-10-9 0 0,0 0 0 0 0,0 0 0 0 0,0 1-1 0 0,1 0 1 0 0,-8 4 0 0 0,8-4 6 0 0,1-1 1 0 0,-1 1-1 0 0,0 0 1 0 0,0-1-1 0 0,0 0 0 0 0,1 0 1 0 0,-1 0-1 0 0,0 0 1 0 0,-6-1-1 0 0,9 1-29 0 0,1-1-1 0 0,-1 0 0 0 0,0 0 1 0 0,0 0-1 0 0,0 0 1 0 0,0 0-1 0 0,1 0 1 0 0,-1-1-1 0 0,0 1 1 0 0,0 0-1 0 0,1 0 1 0 0,-1-1-1 0 0,0 1 0 0 0,0 0 1 0 0,1-1-1 0 0,-1 1 1 0 0,0 0-1 0 0,1-1 1 0 0,-1 1-1 0 0,0-1 1 0 0,1 1-1 0 0,-1-1 1 0 0,1 0-1 0 0,-1 1 0 0 0,0-2 1 0 0,0-18 22 0 0,1 10-56 0 0,2 7 21 0 0,0 1 0 0 0,0 0 0 0 0,1 0 0 0 0,-1 0 0 0 0,1 1 0 0 0,-1-1 1 0 0,1 1-1 0 0,-1-1 0 0 0,1 1 0 0 0,0 0 0 0 0,4-2 0 0 0,-6 3 2 0 0,5-2 3 0 0,1 0-1 0 0,0 0 0 0 0,-1 0 1 0 0,1 1-1 0 0,0 0 0 0 0,-1 1 0 0 0,1-1 1 0 0,0 1-1 0 0,0 1 0 0 0,12 1 0 0 0,1 2 2 0 0,-1 1 0 0 0,25 11 0 0 0,-23-8-83 0 0,32 8 0 0 0,-45-15 28 0 0,-1 0 1 0 0,0 0-1 0 0,0 0 0 0 0,1-1 0 0 0,-1 0 1 0 0,0-1-1 0 0,0 1 0 0 0,13-4 0 0 0,2-3-95 0 0,0-1-1 0 0,-1-1 1 0 0,0-1-1 0 0,0-1 1 0 0,24-16 0 0 0,-23 15 132 0 0,-18 10 17 0 0,0 1-1 0 0,-1-1 1 0 0,1 0-1 0 0,-1 0 0 0 0,1 0 1 0 0,-1-1-1 0 0,3-2 1 0 0,16-19-2 0 0,-11 11 2 0 0,25-21 0 0 0,-32 30 10 0 0,0-1 1 0 0,0 1-1 0 0,0-1 1 0 0,5-7-1 0 0,-7 8 48 0 0,1 0 0 0 0,-1 0 0 0 0,1 1-1 0 0,0-1 1 0 0,1 1 0 0 0,-1 0 0 0 0,0-1 0 0 0,1 2 0 0 0,5-5-1 0 0,-14 42 249 0 0,-1-10-250 0 0,1-3 42 0 0,1 1 0 0 0,1 0 0 0 0,-1 23 0 0 0,5-44-88 0 0,-1 0-1 0 0,1-1 1 0 0,0 1-1 0 0,0-1 0 0 0,0 1 1 0 0,1-1-1 0 0,-1 1 0 0 0,0-1 1 0 0,1 0-1 0 0,-1 1 1 0 0,0-1-1 0 0,1 0 0 0 0,0 0 1 0 0,-1 0-1 0 0,1 0 0 0 0,-1 0 1 0 0,1 0-1 0 0,3 0 1 0 0,35 15 140 0 0,-33-14-128 0 0,1 0 0 0 0,0-1 1 0 0,0 1-1 0 0,0-2 0 0 0,0 1 1 0 0,0-1-1 0 0,0 0 0 0 0,1-1 1 0 0,-1 0-1 0 0,0 0 0 0 0,-1 0 1 0 0,1-1-1 0 0,0-1 0 0 0,0 1 1 0 0,-1-1-1 0 0,1-1 0 0 0,-1 1 1 0 0,0-1-1 0 0,10-7 0 0 0,-14 8 5 0 0,-1 1-1 0 0,0 0 0 0 0,1-1 1 0 0,-1 0-1 0 0,0 1 0 0 0,0-1 1 0 0,-1 0-1 0 0,1 0 1 0 0,-1 0-1 0 0,1 0 0 0 0,1-7 1 0 0,5-37 51 0 0,-7 37-70 0 0,0 1 0 0 0,0-1-1 0 0,5-12 1 0 0,5-5 7 0 0,-7 18-10 0 0,-1 0-1 0 0,0 0 1 0 0,0 0 0 0 0,0 0 0 0 0,-1-1 0 0 0,-1 1-1 0 0,1 0 1 0 0,-1-13 0 0 0,-2 12-7 0 0,0 0 0 0 0,0 0 0 0 0,-1 0 0 0 0,0 0 0 0 0,-1 0 0 0 0,0 1 0 0 0,-1-1 0 0 0,1 1 0 0 0,-2 0 0 0 0,1 0 0 0 0,-9-11 0 0 0,10 18-7 0 0,0-1-1 0 0,0 1 1 0 0,0 0 0 0 0,0 0 0 0 0,0 0-1 0 0,-1 0 1 0 0,1 0 0 0 0,-1 1-1 0 0,1 0 1 0 0,-1-1 0 0 0,0 1-1 0 0,1 1 1 0 0,-1-1 0 0 0,-5 0 0 0 0,3 0-11 0 0,1 0 0 0 0,-1 0 1 0 0,1-1-1 0 0,-1 1 1 0 0,-7-5-1 0 0,8 3-3 0 0,-1 1 0 0 0,1 0-1 0 0,-1 0 1 0 0,1 0 0 0 0,-1 0 0 0 0,1 1-1 0 0,-1 0 1 0 0,-9 0 0 0 0,14 1 13 0 0,-1-1 1 0 0,0 1-1 0 0,0 0 1 0 0,1 0-1 0 0,-1 0 1 0 0,0 1-1 0 0,1-1 1 0 0,-1 0-1 0 0,0 1 1 0 0,0-1-1 0 0,1 1 1 0 0,-1-1 0 0 0,1 1-1 0 0,-1 0 1 0 0,1 0-1 0 0,-1 0 1 0 0,1 0-1 0 0,-1 0 1 0 0,1 0-1 0 0,0 0 1 0 0,-1 0-1 0 0,1 0 1 0 0,0 1-1 0 0,0-1 1 0 0,0 0-1 0 0,0 1 1 0 0,0-1-1 0 0,0 1 1 0 0,0-1-1 0 0,1 1 1 0 0,-1 0-1 0 0,0 3 1 0 0,-2 10-92 0 0,2-8-12 0 0,0-1 1 0 0,0 0 0 0 0,-1 1-1 0 0,0-1 1 0 0,-5 12 0 0 0,4-12-139 0 0,1 0 0 0 0,0 1 1 0 0,0-1-1 0 0,0 1 0 0 0,1-1 0 0 0,0 1 1 0 0,0 0-1 0 0,0 0 0 0 0,1-1 0 0 0,0 1 1 0 0,1 0-1 0 0,0 0 0 0 0,0 0 0 0 0,0-1 1 0 0,0 1-1 0 0,1-1 0 0 0,0 1 0 0 0,4 6 1 0 0,-5-11 141 0 0,0 0 1 0 0,0 0-1 0 0,1-1 1 0 0,-1 1-1 0 0,0-1 1 0 0,1 1-1 0 0,-1-1 1 0 0,1 0-1 0 0,-1 1 1 0 0,1-1-1 0 0,0 0 1 0 0,-1 0-1 0 0,1 0 1 0 0,0 0-1 0 0,0 0 1 0 0,4 0-1 0 0,36 11-1256 0 0,-33-11 879 0 0,18 5-601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8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0 6529 0 0,'0'0'439'0'0,"-22"3"1819"0"0,12 22-1851 0 0,1 0-1 0 0,1 0 1 0 0,-7 44 0 0 0,1-8-334 0 0,-147 428-487 0 0,156-477-4506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8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32 8250 0 0,'0'0'165'0'0,"9"-15"1090"0"0,-4 12-1237 0 0,0 1 1 0 0,0 0-1 0 0,0 0 0 0 0,1 0 1 0 0,-1 0-1 0 0,0 1 1 0 0,1 0-1 0 0,0 0 0 0 0,-1 1 1 0 0,1-1-1 0 0,0 1 0 0 0,-1 0 1 0 0,1 1-1 0 0,-1 0 0 0 0,1 0 1 0 0,10 3-1 0 0,-14-3 7 0 0,0 0-1 0 0,-1 1 1 0 0,1-1-1 0 0,-1 1 0 0 0,0-1 1 0 0,1 1-1 0 0,-1-1 1 0 0,0 1-1 0 0,0 0 1 0 0,0 0-1 0 0,0-1 1 0 0,-1 1-1 0 0,1 0 1 0 0,1 4-1 0 0,8 30 276 0 0,1-6 4 0 0,-9-27-243 0 0,0 1 0 0 0,-1 0 0 0 0,1-1 0 0 0,-1 1 0 0 0,0 0 0 0 0,0 0 0 0 0,0 0 0 0 0,0 8 0 0 0,0-5-32 0 0,-2 1 0 0 0,1 0 0 0 0,-1-1 0 0 0,0 1-1 0 0,0 0 1 0 0,-1-1 0 0 0,0 1 0 0 0,-1-1 0 0 0,0 0 0 0 0,0 0-1 0 0,0 0 1 0 0,-1 0 0 0 0,0-1 0 0 0,0 1 0 0 0,0-1-1 0 0,-1 0 1 0 0,0 0 0 0 0,0-1 0 0 0,-10 9 0 0 0,-58 50-45 0 0,64-57-60 0 0,0 0 1 0 0,1 0 0 0 0,0 1 0 0 0,1 0 0 0 0,-1 1 0 0 0,1-1 0 0 0,1 1 0 0 0,-8 15-1 0 0,12-10-3550 0 0,3-13 2195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9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485 15 6073 0 0,'-3'-3'3294'0'0,"-11"-9"-3115"0"0,12 14-129 0 0,-1 0 1 0 0,1 0-1 0 0,-1 1 1 0 0,1-1-1 0 0,0 0 1 0 0,0 1-1 0 0,0 0 0 0 0,-2 3 1 0 0,-7 9 50 0 0,0 0-64 0 0,0 1 0 0 0,0 0 0 0 0,2 1 0 0 0,0 1 0 0 0,-8 21 0 0 0,-13 25 25 0 0,-3 2-15 0 0,2 0-1 0 0,-40 134 1 0 0,51-137 130 0 0,11-36 60 0 0,1 0 0 0 0,1 0-1 0 0,-6 48 1 0 0,12-68-206 0 0,-1 1 0 0 0,0-1 0 0 0,0 1 0 0 0,0-1 0 0 0,-1 0-1 0 0,-5 9 1 0 0,4-8-3 0 0,1 1 0 0 0,-1 0 0 0 0,1 0 0 0 0,-2 10 0 0 0,3 1 29 0 0,1-1-1 0 0,3 38 1 0 0,0-43-44 0 0,-2 0 0 0 0,1 1 0 0 0,-2-1 0 0 0,0 1 0 0 0,0-1 0 0 0,-7 23 1 0 0,7-35-16 0 0,0 0-1 0 0,0 0 1 0 0,0 0 0 0 0,-1 0 0 0 0,1 0 0 0 0,-1 0 0 0 0,0 0 0 0 0,1 0 0 0 0,-1-1 0 0 0,0 1 0 0 0,0-1 0 0 0,0 1-1 0 0,0-1 1 0 0,0 0 0 0 0,-1 1 0 0 0,1-1 0 0 0,0 0 0 0 0,0-1 0 0 0,-1 1 0 0 0,-2 0 0 0 0,-23 12-146 0 0,14-6-425 0 0,4-7-3169 0 0,7-1 2047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39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5 151 10074 0 0,'-5'-11'1156'0'0,"9"9"-1151"0"0,-1 0 0 0 0,1 1 0 0 0,-1 0 0 0 0,1 0 0 0 0,0 0 0 0 0,-1 0 0 0 0,1 0 0 0 0,0 1 0 0 0,4-1 0 0 0,9-1-1 0 0,51-10 30 0 0,0-3-1 0 0,106-40 1 0 0,-170 53-177 0 0,33-15 68 0 0,-35 15-287 0 0,0 1 0 0 0,0 0 0 0 0,0-1 0 0 0,0 1 0 0 0,-1-1-1 0 0,1 0 1 0 0,0 1 0 0 0,1-5 0 0 0,2-1-1625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0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81 2216 0 0,'-15'-29'2189'0'0,"11"26"-2120"0"0,1 0 1 0 0,0 0-1 0 0,-1 0 0 0 0,0 0 1 0 0,0 1-1 0 0,0 0 0 0 0,-7-3 1 0 0,-2-2 263 0 0,7 3 98 0 0,0 1 0 0 0,-1 1 0 0 0,1-1-1 0 0,-12-2 1 0 0,15 4-322 0 0,0 0-1 0 0,0 1 0 0 0,0-1 1 0 0,0 1-1 0 0,0 0 0 0 0,0 0 0 0 0,0 0 1 0 0,0 0-1 0 0,0 0 0 0 0,0 1 1 0 0,0 0-1 0 0,-5 1 0 0 0,7-1-101 0 0,-1 1-1 0 0,1-1 1 0 0,0 1-1 0 0,0-1 1 0 0,0 1-1 0 0,0-1 1 0 0,1 1-1 0 0,-1 0 1 0 0,0-1-1 0 0,1 1 1 0 0,-1 0-1 0 0,1-1 1 0 0,-1 1-1 0 0,1 0 1 0 0,0 0-1 0 0,0 0 1 0 0,0-1-1 0 0,0 4 1 0 0,-1 4 8 0 0,-19 157 96 0 0,-66 397 1308 0 0,82-535-1240 0 0,4-21-142 0 0,-1 0 1 0 0,0 0 0 0 0,-1-1-1 0 0,1 1 1 0 0,-1 0-1 0 0,-1 0 1 0 0,-4 9 0 0 0,5-13-233 0 0,1-1 0 0 0,-1 1 0 0 0,1-1 0 0 0,0 1 0 0 0,-1-1 0 0 0,1 1 0 0 0,1 0 0 0 0,-1-1 0 0 0,-1 5 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0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34 5001 0 0,'1'-3'5224'0'0,"5"-7"-4957"0"0,9 5-186 0 0,1 0-1 0 0,-1 2 1 0 0,1 0 0 0 0,0 1 0 0 0,0 0 0 0 0,0 1 0 0 0,0 1 0 0 0,0 1 0 0 0,-1 0 0 0 0,1 1 0 0 0,0 0 0 0 0,0 2 0 0 0,-1 0 0 0 0,0 0 0 0 0,28 14 0 0 0,-38-16-27 0 0,0 1 0 0 0,-1 1 0 0 0,0-1 1 0 0,1 1-1 0 0,-1 0 0 0 0,-1-1 0 0 0,1 2 1 0 0,-1-1-1 0 0,1 0 0 0 0,-1 1 0 0 0,0 0 1 0 0,-1-1-1 0 0,1 1 0 0 0,-1 0 0 0 0,0 0 1 0 0,0 1-1 0 0,-1-1 0 0 0,1 0 0 0 0,-1 1 1 0 0,0-1-1 0 0,0 8 0 0 0,0-7-24 0 0,1 1 0 0 0,0 0 0 0 0,0-1 0 0 0,7 12 0 0 0,-6-11-3 0 0,0-1 0 0 0,-1 0-1 0 0,0 1 1 0 0,0 0 0 0 0,2 7 0 0 0,-4-8-18 0 0,1 0 1 0 0,-1-1-1 0 0,0 1 1 0 0,0 0 0 0 0,-1 0-1 0 0,0 0 1 0 0,0 0-1 0 0,0 0 1 0 0,-1 0-1 0 0,0-1 1 0 0,0 1-1 0 0,-4 7 1 0 0,2-5 4 0 0,-1 0 0 0 0,-1 0 0 0 0,0-1 0 0 0,0 0 0 0 0,0 0 0 0 0,-1 0 0 0 0,-8 6 0 0 0,-10 5 32 0 0,-1 0 1 0 0,-1-2 0 0 0,-47 20-1 0 0,71-35-43 0 0,-182 71-1061 0 0,135-54-2435 0 0,39-15 1382 0 0,1-1-974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1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554 161 6801 0 0,'-3'-16'1551'0'0,"0"0"-1393"0"0,-7-35-47 0 0,9 47-40 0 0,-1-1-1 0 0,1 1 1 0 0,-1 0-1 0 0,1 0 1 0 0,-1 0-1 0 0,-1 0 1 0 0,1 1-1 0 0,0-1 1 0 0,-4-4-1 0 0,3 7-45 0 0,1-1 1 0 0,-1 1-1 0 0,1 0 1 0 0,-1 0-1 0 0,1-1 0 0 0,-1 2 1 0 0,-5-2-1 0 0,-13-6 41 0 0,16 5-36 0 0,0 1 0 0 0,0 0 0 0 0,-1 0 0 0 0,1 0 0 0 0,0 1 0 0 0,-1 0 0 0 0,0 0 0 0 0,1 0 0 0 0,-1 0-1 0 0,0 1 1 0 0,1 0 0 0 0,-7 1 0 0 0,3 0 40 0 0,-1 0-1 0 0,1 1 0 0 0,0 1 1 0 0,0-1-1 0 0,0 1 1 0 0,-13 7-1 0 0,-9 2 8 0 0,25-10-72 0 0,0 0 0 0 0,0 0 0 0 0,0 1 0 0 0,0 0 0 0 0,1 0 0 0 0,-11 7 0 0 0,-10 13 18 0 0,1 1 0 0 0,-41 51 0 0 0,55-60-12 0 0,1 0-1 0 0,1 1 1 0 0,0 0 0 0 0,1 0 0 0 0,1 1-1 0 0,1-1 1 0 0,-7 24 0 0 0,-6 16-26 0 0,14-47 16 0 0,2 0-1 0 0,-1 1 1 0 0,1 0 0 0 0,1-1 0 0 0,-1 1 0 0 0,0 13 0 0 0,3-13 89 0 0,0 1 1 0 0,0-1 0 0 0,1 1 0 0 0,0-1-1 0 0,1 1 1 0 0,6 17 0 0 0,-7-22-38 0 0,1-1 0 0 0,1 0 0 0 0,-1 0 1 0 0,1 0-1 0 0,0 0 0 0 0,0 0 0 0 0,0-1 1 0 0,1 1-1 0 0,0-1 0 0 0,0 0 0 0 0,0 0 1 0 0,0 0-1 0 0,0 0 0 0 0,6 2 0 0 0,1 0-29 0 0,1 0-1 0 0,0-1 1 0 0,0-1-1 0 0,0 0 1 0 0,1 0-1 0 0,-1-1 1 0 0,22 2-1 0 0,-23-3-26 0 0,-1 0-1 0 0,0 1 1 0 0,-1 0 0 0 0,16 8-1 0 0,-15-6-3 0 0,0-1 0 0 0,0-1 0 0 0,1 1 0 0 0,14 2 0 0 0,14-3-397 0 0,1-1 1 0 0,-1-2-1 0 0,1-2 0 0 0,-1-1 0 0 0,74-17 0 0 0,-90 15-1788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2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1 464 9250 0 0,'0'0'752'0'0,"2"-11"414"0"0,12 4-1595 0 0,-12 6 417 0 0,-1 1 0 0 0,1 0-1 0 0,-1-1 1 0 0,0 0 0 0 0,1 1 0 0 0,-1-1 0 0 0,1 0 0 0 0,-1 0-1 0 0,0 0 1 0 0,0 0 0 0 0,1 0 0 0 0,-1 0 0 0 0,0 0 0 0 0,0 0 0 0 0,0 0-1 0 0,0 0 1 0 0,0-1 0 0 0,0 1 0 0 0,-1 0 0 0 0,2-3 0 0 0,7-21 38 0 0,11-31 190 0 0,22-97 0 0 0,-33 104-136 0 0,-4 15-8 0 0,17-55-1 0 0,-12 75-316 0 0,-10 14 238 0 0,0-1 1 0 0,0 1-1 0 0,1 0 0 0 0,-1 0 0 0 0,0 0 0 0 0,0-1 0 0 0,0 1 0 0 0,1 0 0 0 0,-1 0 1 0 0,0 0-1 0 0,0-1 0 0 0,1 1 0 0 0,-1 0 0 0 0,0 0 0 0 0,1 0 0 0 0,-1 0 0 0 0,0 0 1 0 0,0 0-1 0 0,1 0 0 0 0,-1 0 0 0 0,0 0 0 0 0,1 0 0 0 0,-1 0 0 0 0,0 0 1 0 0,0 0-1 0 0,1 0 0 0 0,-1 0 0 0 0,0 0 0 0 0,1 0 0 0 0,-1 0 0 0 0,0 0 0 0 0,1 0 1 0 0,-1 0-1 0 0,0 1 0 0 0,0-1 0 0 0,1 0 0 0 0,-1 0 0 0 0,0 0 0 0 0,0 0 1 0 0,1 1-1 0 0,-1-1 0 0 0,0 0 0 0 0,0 0 0 0 0,0 1 0 0 0,0-1 0 0 0,1 0 0 0 0,-1 0 1 0 0,0 1-1 0 0,0-1 0 0 0,0 0 0 0 0,0 0 0 0 0,0 1 0 0 0,0-1 0 0 0,0 0 0 0 0,1 1 1 0 0,4 21-1 0 0,-1 0 0 0 0,-1 1 0 0 0,0 0-1 0 0,-2-1 1 0 0,-3 46 0 0 0,2 35 615 0 0,0-100-576 0 0,0 0-1 0 0,1-1 1 0 0,-1 1-1 0 0,1 0 1 0 0,-1 0 0 0 0,1-1-1 0 0,0 1 1 0 0,0 0-1 0 0,0-1 1 0 0,0 1 0 0 0,1-1-1 0 0,-1 1 1 0 0,1-1-1 0 0,-1 0 1 0 0,1 1 0 0 0,0-1-1 0 0,0 0 1 0 0,0 0-1 0 0,0 0 1 0 0,0-1-1 0 0,0 1 1 0 0,1 0 0 0 0,-1-1-1 0 0,0 1 1 0 0,1-1-1 0 0,0 0 1 0 0,-1 0 0 0 0,1 0-1 0 0,-1 0 1 0 0,1 0-1 0 0,0-1 1 0 0,0 1 0 0 0,0-1-1 0 0,-1 0 1 0 0,1 0-1 0 0,0 0 1 0 0,0 0 0 0 0,0 0-1 0 0,-1-1 1 0 0,1 1-1 0 0,0-1 1 0 0,0 0-1 0 0,-1 1 1 0 0,6-4 0 0 0,-1 2-18 0 0,0 0 0 0 0,0-1 0 0 0,0 0 1 0 0,-1 0-1 0 0,1-1 0 0 0,-1 0 1 0 0,1 0-1 0 0,-1 0 0 0 0,9-10 0 0 0,15-24 24 0 0,-2-1 0 0 0,-2-1 0 0 0,33-67 0 0 0,-55 98-36 0 0,-3 6 1 0 0,0-1 0 0 0,0 1 0 0 0,1 0 0 0 0,-1 0 0 0 0,1 0 0 0 0,0 0 0 0 0,0 0 0 0 0,0 0 0 0 0,1 0 0 0 0,-1 0 0 0 0,1 1 0 0 0,-1-1 1 0 0,1 1-1 0 0,0 0 0 0 0,0 0 0 0 0,3-2 0 0 0,-5 5-10 0 0,0-1 1 0 0,0 1-1 0 0,0 0 1 0 0,0 0-1 0 0,0 0 1 0 0,0 0-1 0 0,-1 0 1 0 0,1 0-1 0 0,0 0 1 0 0,-1 1-1 0 0,1-1 1 0 0,-1 0-1 0 0,1 0 1 0 0,-1 0-1 0 0,0 1 1 0 0,1 1 0 0 0,0-1-2 0 0,2 9 7 0 0,0 1 0 0 0,0 0 0 0 0,-2-1 0 0 0,1 1 0 0 0,-1 0 0 0 0,-1 15 0 0 0,-10 74-33 0 0,6-79 34 0 0,1 0 1 0 0,1 1-1 0 0,1-1 1 0 0,1 1-1 0 0,5 37 1 0 0,0-32-84 0 0,2 0 0 0 0,0 0 1 0 0,2 0-1 0 0,1-1 0 0 0,28 51 1 0 0,-26-64-6960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2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12875 0 0,'0'0'173'0'0,"12"5"-458"0"0,43 29 169 0 0,-39-23-195 0 0,1 0 0 0 0,0-2 0 0 0,0 1 0 0 0,27 8 0 0 0,-15-16-2185 0 0,-21-2-2370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2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0 117 5481 0 0,'0'0'451'0'0,"17"-1"2635"0"0,10-2-3070 0 0,0-2 0 0 0,0-1-1 0 0,-1-1 1 0 0,0-1 0 0 0,0-2 0 0 0,45-23 0 0 0,-56 25-387 0 0,-12 6 185 0 0,1 0 0 0 0,0 0 0 0 0,-1 0 0 0 0,0 0 0 0 0,1-1 0 0 0,4-5 0 0 0,6-7-1197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3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16 126 7242 0 0,'0'0'10'0'0,"-1"0"0"0"0,0 0 1 0 0,1 0-1 0 0,-1 0 1 0 0,1 0-1 0 0,-1 0 1 0 0,0 0-1 0 0,1 0 1 0 0,-1-1-1 0 0,0 1 1 0 0,1 0-1 0 0,-1 0 1 0 0,1-1-1 0 0,-1 1 1 0 0,1 0-1 0 0,-1-1 1 0 0,1 1-1 0 0,-1-1 1 0 0,1 1-1 0 0,-1 0 1 0 0,1-1-1 0 0,0 1 0 0 0,-1-1 1 0 0,1 1-1 0 0,0-1 1 0 0,-1 0-1 0 0,1 1 1 0 0,0-1-1 0 0,-1 1 1 0 0,1-1-1 0 0,0 0 1 0 0,0 1-1 0 0,0-1 1 0 0,0 1-1 0 0,0-1 1 0 0,0 0-1 0 0,0 1 1 0 0,0-1-1 0 0,0 0 1 0 0,0 1-1 0 0,0-1 1 0 0,0 1-1 0 0,0-1 0 0 0,0 0 1 0 0,1 1-1 0 0,-1-1 1 0 0,0 1-1 0 0,0-1 1 0 0,1 1-1 0 0,-1-1 1 0 0,0 0-1 0 0,1 1 1 0 0,-1-1-1 0 0,0 1 1 0 0,1 0-1 0 0,-1-1 1 0 0,1 1-1 0 0,-1-1 1 0 0,1 1-1 0 0,-1 0 1 0 0,2-1-1 0 0,27-19 90 0 0,-21 13 175 0 0,1 1 1 0 0,0-1-1 0 0,1 2 0 0 0,0 0 0 0 0,-1 0 0 0 0,2 0 1 0 0,17-4-1 0 0,7-4 250 0 0,-28 10-479 0 0,0 0 0 0 0,0 0 0 0 0,0 1 1 0 0,1 0-1 0 0,10-1 0 0 0,-16 3-44 0 0,1-1 1 0 0,-1 2-1 0 0,0-1 1 0 0,0 0 0 0 0,0 0-1 0 0,0 1 1 0 0,0-1-1 0 0,0 1 1 0 0,0-1 0 0 0,0 1-1 0 0,0 0 1 0 0,0 0-1 0 0,0 0 1 0 0,-1 0 0 0 0,1 0-1 0 0,0 0 1 0 0,0 1-1 0 0,-1-1 1 0 0,1 1 0 0 0,-1-1-1 0 0,0 1 1 0 0,1-1-1 0 0,-1 1 1 0 0,2 3 0 0 0,1 3 30 0 0,0 1 1 0 0,-1-1-1 0 0,0 1 1 0 0,4 15 0 0 0,-5-14 13 0 0,1 0 0 0 0,0 0 0 0 0,7 14 0 0 0,-6-16-37 0 0,-1 1 0 0 0,0-1 0 0 0,0 1 0 0 0,0 0 0 0 0,-1-1 1 0 0,-1 1-1 0 0,1 0 0 0 0,-2 0 0 0 0,1 0 0 0 0,-1 0 0 0 0,0 1 0 0 0,-1-1 0 0 0,-2 12 1 0 0,-1-5 34 0 0,0 0 1 0 0,-1-1 0 0 0,0 1-1 0 0,-1-1 1 0 0,-1 0 0 0 0,-13 21-1 0 0,7-13 64 0 0,11-18-69 0 0,-1 0 0 0 0,1 0 0 0 0,-1 0 0 0 0,0 0 0 0 0,-1-1 1 0 0,-6 7-1 0 0,-6 5 70 0 0,11-10-64 0 0,-1 0 1 0 0,0-1-1 0 0,0 1 0 0 0,0-1 0 0 0,0-1 0 0 0,-1 1 0 0 0,0-1 0 0 0,0 0 0 0 0,0-1 0 0 0,-11 5 0 0 0,5-1 226 0 0,-2 1 207 0 0,15-8-472 0 0,0 0-1 0 0,-1 0 0 0 0,1 0 0 0 0,0 0 0 0 0,-1 0 0 0 0,1-1 0 0 0,0 1 0 0 0,-1 0 0 0 0,1 0 0 0 0,0-1 0 0 0,-1 1 0 0 0,1 0 1 0 0,0 0-1 0 0,0-1 0 0 0,0 1 0 0 0,-1 0 0 0 0,1-1 0 0 0,0 1 0 0 0,0 0 0 0 0,0-1 0 0 0,0 1 0 0 0,-1 0 0 0 0,1-1 0 0 0,0 1 1 0 0,0 0-1 0 0,0-1 0 0 0,0 1 0 0 0,0-1 0 0 0,0 1 0 0 0,0 0 0 0 0,0-1 0 0 0,0 1 0 0 0,0 0 0 0 0,0-1 0 0 0,0 1 0 0 0,0 0 1 0 0,1-1-1 0 0,-1 1 0 0 0,0-1 0 0 0,0 1 0 0 0,1-1 0 0 0,-1-2-6 0 0,1-1 0 0 0,-1 1 0 0 0,1-1 0 0 0,0 1 0 0 0,0 0 0 0 0,1-1 0 0 0,-1 1 1 0 0,1 0-1 0 0,-1 0 0 0 0,1 0 0 0 0,0 0 0 0 0,0 0 0 0 0,1 0 0 0 0,-1 1 0 0 0,1-1 0 0 0,-1 1 0 0 0,1-1 0 0 0,0 1 0 0 0,-1 0 0 0 0,1 0 0 0 0,0 0 0 0 0,1 1 0 0 0,-1-1 1 0 0,0 1-1 0 0,0-1 0 0 0,1 1 0 0 0,-1 0 0 0 0,1 0 0 0 0,3 0 0 0 0,3 0 0 0 0,0 0 0 0 0,-1 0-1 0 0,1 1 1 0 0,0 0 0 0 0,0 1 0 0 0,0 0 0 0 0,-1 1-1 0 0,1 0 1 0 0,15 5 0 0 0,27 14-210 0 0,-30-11 429 0 0,35 10 0 0 0,-51-18-848 0 0,1 0 1 0 0,0-1 0 0 0,0 0-1 0 0,0-1 1 0 0,0 1-1 0 0,0-1 1 0 0,0 0 0 0 0,0-1-1 0 0,12-2 1 0 0,-13 1-1814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3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23 9770 0 0,'-10'-2'1202'0'0,"9"10"-1191"0"0,0 1 0 0 0,-1-1 1 0 0,0 0-1 0 0,-4 12 1 0 0,-1 5 8 0 0,-62 239 454 0 0,-28 135-5 0 0,95-391-364 0 0,-1 10-947 0 0,3-13-734 0 0,4-10-1192 0 0,28-62 1850 0 0,-3-2-1 0 0,29-102 1 0 0,-49 145 659 0 0,25-108-265 0 0,-26 96 979 0 0,1 0-1 0 0,2 0 1 0 0,2 1 0 0 0,20-42 0 0 0,-31 75-282 0 0,0 0 1 0 0,0 0 0 0 0,0 1 0 0 0,0-1 0 0 0,1 0 0 0 0,0 1 0 0 0,0-1-1 0 0,0 1 1 0 0,0 0 0 0 0,0 0 0 0 0,0 0 0 0 0,1 0 0 0 0,0 1 0 0 0,-1-1-1 0 0,1 1 1 0 0,0 0 0 0 0,0 0 0 0 0,0 1 0 0 0,0-1 0 0 0,1 1 0 0 0,7-2-1 0 0,-8 2-45 0 0,0 0 0 0 0,0-1 0 0 0,0 1 0 0 0,1-1 0 0 0,6-4 0 0 0,-8 4-30 0 0,1 0 0 0 0,0 0-1 0 0,-1 1 1 0 0,1-1 0 0 0,0 1 0 0 0,0 0-1 0 0,8-2 1 0 0,-6 3-12 0 0,0 0-1 0 0,-1 0 1 0 0,1 1 0 0 0,-1-1-1 0 0,1 1 1 0 0,-1 1 0 0 0,0-1-1 0 0,1 1 1 0 0,-1 0 0 0 0,0 0-1 0 0,0 0 1 0 0,0 1 0 0 0,8 5-1 0 0,-11-6-53 0 0,0-1 0 0 0,0 1 0 0 0,0 0 0 0 0,0 0-1 0 0,0-1 1 0 0,-1 1 0 0 0,1 0 0 0 0,-1 0-1 0 0,0 1 1 0 0,1-1 0 0 0,-1 0 0 0 0,0 0 0 0 0,0 1-1 0 0,0-1 1 0 0,-1 0 0 0 0,1 1 0 0 0,-1-1 0 0 0,1 1-1 0 0,-1-1 1 0 0,0 1 0 0 0,0-1 0 0 0,0 1 0 0 0,0-1-1 0 0,0 1 1 0 0,0-1 0 0 0,-1 1 0 0 0,1-1 0 0 0,-1 0-1 0 0,0 1 1 0 0,0-1 0 0 0,0 1 0 0 0,-2 2 0 0 0,1-2-44 0 0,-1 0 1 0 0,0 0 0 0 0,0 0-1 0 0,0 0 1 0 0,0 0 0 0 0,0-1-1 0 0,-1 0 1 0 0,1 1 0 0 0,-1-1-1 0 0,0-1 1 0 0,1 1 0 0 0,-1 0-1 0 0,0-1 1 0 0,0 0 0 0 0,-5 1-1 0 0,-6 3-61 0 0,-34 13-1109 0 0,-103 23 1 0 0,149-40 806 0 0,-4 0-683 0 0,3 1-2740 0 0,0 1 1890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4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652 37 8458 0 0,'0'-2'108'0'0,"0"1"1"0"0,0-1 0 0 0,0 1-1 0 0,0-1 1 0 0,-1 1 0 0 0,1 0-1 0 0,0-1 1 0 0,-1 1 0 0 0,0-1-1 0 0,1 1 1 0 0,-1 0 0 0 0,0-1-1 0 0,1 1 1 0 0,-1 0-1 0 0,0 0 1 0 0,0-1 0 0 0,0 1-1 0 0,0 0 1 0 0,0 0 0 0 0,0 0-1 0 0,-1 0 1 0 0,1 0 0 0 0,0 1-1 0 0,0-1 1 0 0,-1 0 0 0 0,1 0-1 0 0,0 1 1 0 0,-1-1-1 0 0,1 1 1 0 0,-3-1 0 0 0,1 0-109 0 0,0 1 1 0 0,0 0-1 0 0,0-1 1 0 0,-1 1-1 0 0,1 0 1 0 0,0 0-1 0 0,0 1 1 0 0,0-1-1 0 0,0 1 1 0 0,0 0-1 0 0,0-1 1 0 0,0 1-1 0 0,0 1 1 0 0,-5 1-1 0 0,1 1 44 0 0,1 0-1 0 0,-1 1 1 0 0,1 0 0 0 0,-1 0-1 0 0,1 0 1 0 0,1 1-1 0 0,-1 0 1 0 0,1 0 0 0 0,-6 8-1 0 0,-56 92 327 0 0,-14 19-77 0 0,43-74-241 0 0,-48 83-1 0 0,73-109-32 0 0,1 0 0 0 0,1 1 0 0 0,1 0-1 0 0,1 1 1 0 0,-10 53 0 0 0,17-70-13 0 0,0-1 0 0 0,-1 1 0 0 0,-1-1 0 0 0,-4 11 0 0 0,3-11 1 0 0,2-1-1 0 0,0 1 0 0 0,0 0 1 0 0,0 0-1 0 0,-1 11 0 0 0,3 8 41 0 0,1 0 0 0 0,1 0-1 0 0,2 0 1 0 0,1 0 0 0 0,11 44 0 0 0,7 46 179 0 0,-20-101-199 0 0,-1-1 0 0 0,-1 1 1 0 0,-1-1-1 0 0,0 0 1 0 0,-4 22-1 0 0,2-28-15 0 0,0 0-1 0 0,0 0 1 0 0,-1-1 0 0 0,0 1-1 0 0,-1-1 1 0 0,0 0 0 0 0,-8 11-1 0 0,11-18-16 0 0,0 0 0 0 0,0 0 0 0 0,0 0-1 0 0,0-1 1 0 0,0 1 0 0 0,0-1 0 0 0,0 1 0 0 0,-1-1-1 0 0,1 0 1 0 0,-1 0 0 0 0,1 0 0 0 0,-1 0-1 0 0,-3 0 1 0 0,-18 9-164 0 0,21-9 1 0 0,1 1 0 0 0,-1 0 1 0 0,0-1-1 0 0,1 0 1 0 0,-1 0-1 0 0,0 0 0 0 0,0 0 1 0 0,0 0-1 0 0,-5 0 1 0 0,7-1-152 0 0,-1 1 1 0 0,1-2 0 0 0,-1 1-1 0 0,1 0 1 0 0,-1 0 0 0 0,1 0-1 0 0,-1-1 1 0 0,1 1 0 0 0,0 0 0 0 0,-1-1-1 0 0,1 0 1 0 0,0 1 0 0 0,-1-1-1 0 0,0 0 1 0 0,-5-4-1928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4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0 209 9498 0 0,'0'0'1367'0'0,"13"0"-692"0"0,79-8-472 0 0,-1-3 1 0 0,0-5-1 0 0,-1-4 1 0 0,170-60-1 0 0,-144 26-2723 0 0,-83 35 1229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8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573 70 4817 0 0,'-2'-1'246'0'0,"0"0"1"0"0,0 0-1 0 0,0 0 0 0 0,0 0 0 0 0,1 0 1 0 0,-1-1-1 0 0,0 1 0 0 0,1-1 1 0 0,-1 0-1 0 0,1 1 0 0 0,-1-1 0 0 0,1 0 1 0 0,0 0-1 0 0,0 0 0 0 0,0 0 0 0 0,0 0 1 0 0,-2-4-1 0 0,3 6-217 0 0,0 0 0 0 0,0 0 0 0 0,0-1-1 0 0,0 1 1 0 0,0 0 0 0 0,0 0 0 0 0,-1 0 0 0 0,1 0 0 0 0,0 0 0 0 0,0 0-1 0 0,0-1 1 0 0,0 1 0 0 0,-1 0 0 0 0,1 0 0 0 0,0 0 0 0 0,0 0 0 0 0,0 0 0 0 0,0 0-1 0 0,-1 0 1 0 0,1 0 0 0 0,0 0 0 0 0,0 0 0 0 0,0 0 0 0 0,-1 0 0 0 0,1 0-1 0 0,0 0 1 0 0,0 0 0 0 0,0 0 0 0 0,-1 0 0 0 0,1 0 0 0 0,0 0 0 0 0,0 0-1 0 0,0 0 1 0 0,-1 0 0 0 0,1 0 0 0 0,0 0 0 0 0,0 0 0 0 0,0 0 0 0 0,0 0 0 0 0,-1 1-1 0 0,1-1 1 0 0,0 0 0 0 0,0 0 0 0 0,-13 6 269 0 0,9-3-307 0 0,-166 54 411 0 0,118-42-290 0 0,0 2 0 0 0,-51 25-1 0 0,96-39-105 0 0,0 1-1 0 0,0 0 0 0 0,0 0 0 0 0,1 1 0 0 0,-1-1 0 0 0,1 1 0 0 0,0 1 1 0 0,1-1-1 0 0,-1 1 0 0 0,1 0 0 0 0,0 0 0 0 0,1 1 0 0 0,-6 8 0 0 0,5-6 15 0 0,1 0 0 0 0,0 0-1 0 0,0 0 1 0 0,1 1-1 0 0,-4 18 1 0 0,-5 6 336 0 0,9-28-208 0 0,0 0 1 0 0,1 1-1 0 0,0-1 1 0 0,0 1-1 0 0,-1 6 1 0 0,3-11-125 0 0,0 0-1 0 0,0 0 1 0 0,0 0-1 0 0,0 0 1 0 0,0 0 0 0 0,0 0-1 0 0,1 0 1 0 0,-1 0 0 0 0,1 0-1 0 0,0 0 1 0 0,-1 0 0 0 0,1 0-1 0 0,0 0 1 0 0,0 0-1 0 0,0-1 1 0 0,0 1 0 0 0,0 0-1 0 0,1-1 1 0 0,-1 1 0 0 0,1-1-1 0 0,1 3 1 0 0,-2-3-20 0 0,1-1 0 0 0,-1 1 0 0 0,0 0 0 0 0,0-1 0 0 0,0 1 0 0 0,1-1-1 0 0,-1 1 1 0 0,0-1 0 0 0,1 1 0 0 0,-1-1 0 0 0,3 0 0 0 0,7 3 6 0 0,18 9 22 0 0,-19-8-35 0 0,-1 0 0 0 0,0 0-1 0 0,1-1 1 0 0,0 0 0 0 0,0-1-1 0 0,0 0 1 0 0,13 0 0 0 0,3-2 7 0 0,-1-2 1 0 0,0-1-1 0 0,0 0 1 0 0,0-2 0 0 0,-1-1-1 0 0,1-2 1 0 0,-1 0-1 0 0,35-17 1 0 0,-28 12-6 0 0,-25 11-2 0 0,1-1 1 0 0,-1 1 0 0 0,1-1 0 0 0,-1-1-1 0 0,0 1 1 0 0,10-8 0 0 0,-5 1 10 0 0,0-1 1 0 0,-1 0 0 0 0,0 0-1 0 0,0-1 1 0 0,-1 0 0 0 0,-1 0-1 0 0,0-1 1 0 0,0 0 0 0 0,9-25-1 0 0,1-4 19 0 0,-15 36-9 0 0,1-1-1 0 0,-1 1 0 0 0,-1-1 1 0 0,1 0-1 0 0,-1 0 0 0 0,0 0 0 0 0,-1 0 1 0 0,0 0-1 0 0,1-9 0 0 0,-2 10 3 0 0,0 0 0 0 0,0 0-1 0 0,0 0 1 0 0,-1 0 0 0 0,0 0-1 0 0,0 0 1 0 0,-1 1-1 0 0,0-1 1 0 0,0 0 0 0 0,0 1-1 0 0,0-1 1 0 0,-1 1 0 0 0,0 0-1 0 0,-5-8 1 0 0,6 11-15 0 0,0 1 1 0 0,0-1-1 0 0,0 1 1 0 0,0 0-1 0 0,0 0 1 0 0,-1 0-1 0 0,1 0 0 0 0,0 0 1 0 0,0 0-1 0 0,-1 1 1 0 0,-3-1-1 0 0,-19-8 49 0 0,21 6-42 0 0,-1 0 1 0 0,0 1-1 0 0,1 0 1 0 0,-1-1 0 0 0,-7 0-1 0 0,10 2-10 0 0,0 0 0 0 0,0 1 0 0 0,-1-1 1 0 0,1 1-1 0 0,0 0 0 0 0,-1 0 0 0 0,1 0 0 0 0,0 0 0 0 0,-1 0 0 0 0,1 0 0 0 0,-1 0 0 0 0,1 1 0 0 0,0 0 0 0 0,-3 0 0 0 0,3 1-7 0 0,0-1 0 0 0,1 1 0 0 0,-1-1 0 0 0,1 1-1 0 0,0-1 1 0 0,-1 1 0 0 0,1 0 0 0 0,0 0 0 0 0,0 0-1 0 0,0 0 1 0 0,0 0 0 0 0,1 0 0 0 0,-1 0 0 0 0,0 0-1 0 0,1 0 1 0 0,-1 3 0 0 0,-4 34-32 0 0,5-27 20 0 0,1 0 1 0 0,0 0-1 0 0,1-1 0 0 0,0 1 0 0 0,0-1 1 0 0,6 15-1 0 0,31 68-10 0 0,-6-17-52 0 0,-15-29 30 0 0,-3 1 0 0 0,16 81 1 0 0,-28-110 23 0 0,-1 0 0 0 0,-1 0 1 0 0,-1 1-1 0 0,0-1 0 0 0,-2 0 1 0 0,0 1-1 0 0,-1-1 0 0 0,-1 0 1 0 0,-11 31-1 0 0,-18 19 32 0 0,19-45 41 0 0,7-12-30 0 0,-2-1 1 0 0,0-1-1 0 0,0 0 1 0 0,-1 0-1 0 0,0 0 0 0 0,-1-2 1 0 0,0 1-1 0 0,-1-1 1 0 0,0-1-1 0 0,0 0 1 0 0,-1-1-1 0 0,1 0 1 0 0,-22 7-1 0 0,-8-2 94 0 0,28-8-51 0 0,1 0 0 0 0,-23 9 0 0 0,30-10 2 0 0,-1 0 0 0 0,1-1 1 0 0,-1 0-1 0 0,0 0 0 0 0,0-1 0 0 0,1 0 1 0 0,-1 0-1 0 0,0 0 0 0 0,0-1 0 0 0,0 0 1 0 0,-12-2-1 0 0,16 2-38 0 0,0 0 0 0 0,-1-1 0 0 0,1 0 1 0 0,0 0-1 0 0,0 0 0 0 0,0 0 0 0 0,0 0 1 0 0,0-1-1 0 0,0 0 0 0 0,0 1 0 0 0,0-1 1 0 0,0 0-1 0 0,1 0 0 0 0,-1 0 0 0 0,1-1 1 0 0,0 1-1 0 0,-1-1 0 0 0,1 1 0 0 0,0-1 1 0 0,1 0-1 0 0,-1 0 0 0 0,0 0 0 0 0,1 1 1 0 0,-1-2-1 0 0,-1-4 0 0 0,1-2-38 0 0,0 3-1 0 0,0-1 0 0 0,0 2 0 0 0,0-1 0 0 0,-7-12 0 0 0,6 13 7 0 0,0 0 0 0 0,1-1 0 0 0,0 1 0 0 0,0 0 0 0 0,1 0 0 0 0,0-1 0 0 0,0 1-1 0 0,0-1 1 0 0,1 1 0 0 0,-1-1 0 0 0,2 0 0 0 0,-1 1 0 0 0,1-1 0 0 0,0 1 0 0 0,0-1 0 0 0,1 1-1 0 0,0 0 1 0 0,0 0 0 0 0,0-1 0 0 0,1 1 0 0 0,0 1 0 0 0,0-1 0 0 0,1 0 0 0 0,-1 1 0 0 0,1 0-1 0 0,0-1 1 0 0,1 2 0 0 0,-1-1 0 0 0,10-7 0 0 0,17-10-11 0 0,2 2 0 0 0,0 1 0 0 0,37-14 0 0 0,108-36-229 0 0,-80 34-270 0 0,-23 13-1623 0 0,-44 14 82 0 0,-15 4 272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49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99 168 7562 0 0,'-3'0'42'0'0,"0"0"1"0"0,0 0 0 0 0,0-1 0 0 0,0 1-1 0 0,1-1 1 0 0,-1 1 0 0 0,0-1 0 0 0,0 0 0 0 0,1 0-1 0 0,-1-1 1 0 0,1 1 0 0 0,-1-1 0 0 0,1 1-1 0 0,0-1 1 0 0,-1 0 0 0 0,1 1 0 0 0,0-1-1 0 0,0 0 1 0 0,0-1 0 0 0,0 1 0 0 0,1 0 0 0 0,-1 0-1 0 0,1-1 1 0 0,-1 1 0 0 0,1-1 0 0 0,0 1-1 0 0,0-1 1 0 0,-2-4 0 0 0,2 1-52 0 0,-1 0 0 0 0,0 1 0 0 0,0-1 0 0 0,-6-9 1 0 0,6 11 31 0 0,-1 0 1 0 0,1 0-1 0 0,0-1 1 0 0,0 1 0 0 0,1-1-1 0 0,0 1 1 0 0,-1-1 0 0 0,2 0-1 0 0,-2-8 1 0 0,2 9-5 0 0,0 3 4 0 0,-1 0-1 0 0,1 1 1 0 0,0-1-1 0 0,0 0 1 0 0,0 0-1 0 0,0 1 1 0 0,0-1 0 0 0,0 0-1 0 0,0 1 1 0 0,0-1-1 0 0,0 0 1 0 0,0 0-1 0 0,0 1 1 0 0,0-1 0 0 0,0 0-1 0 0,1 1 1 0 0,-1-1-1 0 0,0 0 1 0 0,0 1-1 0 0,1-1 1 0 0,-1 0-1 0 0,0 1 1 0 0,1-1 0 0 0,-1 1-1 0 0,1-1 1 0 0,-1 1-1 0 0,1-1 1 0 0,-1 1-1 0 0,1-1 1 0 0,-1 1 0 0 0,1-1-1 0 0,0 1 1 0 0,-1 0-1 0 0,1-1 1 0 0,0 1-1 0 0,-1 0 1 0 0,1-1-1 0 0,0 1 1 0 0,-1 0 0 0 0,2 0-1 0 0,-1 0-18 0 0,0 1-1 0 0,-1-1 0 0 0,1 1 1 0 0,-1-1-1 0 0,1 1 1 0 0,-1 0-1 0 0,1-1 0 0 0,-1 1 1 0 0,1 0-1 0 0,-1-1 1 0 0,1 1-1 0 0,-1 0 1 0 0,0 0-1 0 0,0-1 0 0 0,1 1 1 0 0,-1 0-1 0 0,0 0 1 0 0,0 1-1 0 0,1 0 5 0 0,9 41 266 0 0,7 78 0 0 0,-12-75-51 0 0,-2-15 7 0 0,-3-22-137 0 0,1 0 0 0 0,0 0 0 0 0,0 0-1 0 0,1 0 1 0 0,0 0 0 0 0,1-1 0 0 0,0 1 0 0 0,4 8 0 0 0,-2-7 100 0 0,0 1-1 0 0,5 17 1 0 0,-8-24 24 0 0,-1 0 1 0 0,0 0-1 0 0,0 0 1 0 0,-1 0-1 0 0,1 0 1 0 0,-1 0-1 0 0,0 0 1 0 0,0 1-1 0 0,0-1 0 0 0,-2 7 1 0 0,2-10-208 0 0,0-1 0 0 0,0 0 0 0 0,0 1 0 0 0,0-1 1 0 0,0 0-1 0 0,0 0 0 0 0,0 0 0 0 0,-1 1 0 0 0,1-1 0 0 0,0 0 1 0 0,0 0-1 0 0,0 1 0 0 0,0-1 0 0 0,-1 0 0 0 0,1 0 0 0 0,0 0 1 0 0,0 0-1 0 0,0 1 0 0 0,-1-1 0 0 0,1 0 0 0 0,0 0 0 0 0,0 0 0 0 0,-1 0 1 0 0,1 0-1 0 0,0 0 0 0 0,0 0 0 0 0,-1 0 0 0 0,1 0 0 0 0,0 0 1 0 0,0 0-1 0 0,-1 0 0 0 0,1 0 0 0 0,0 0 0 0 0,-1 0 0 0 0,1 0 1 0 0,0 0-1 0 0,0 0 0 0 0,-1 0 0 0 0,1 0 0 0 0,0 0 0 0 0,0 0 0 0 0,-1 0 1 0 0,1 0-1 0 0,0-1 0 0 0,0 1 0 0 0,0 0 0 0 0,-1 0 0 0 0,1 0 1 0 0,0 0-1 0 0,0-1 0 0 0,0 1 0 0 0,-1 0 0 0 0,1 0 0 0 0,0 0 1 0 0,0-1-1 0 0,0 1 0 0 0,0 0 0 0 0,0 0 0 0 0,0-1 0 0 0,-1 1 0 0 0,1 0 1 0 0,0 0-1 0 0,0-1 0 0 0,0 1 0 0 0,-10-19-140 0 0,9 18 173 0 0,-6-14-63 0 0,1 0 0 0 0,1 0-1 0 0,0-1 1 0 0,0 1-1 0 0,2-1 1 0 0,-2-20 0 0 0,2 10-17 0 0,2 1 0 0 0,1 0 1 0 0,5-35-1 0 0,-4 52 13 0 0,0-1 1 0 0,1 1-1 0 0,0 0 1 0 0,1 0-1 0 0,-1 0 1 0 0,2 0-1 0 0,4-9 1 0 0,-5 14 7 0 0,1 0-1 0 0,0 0 1 0 0,0 1 0 0 0,0-1 0 0 0,0 1 0 0 0,1 0-1 0 0,6-3 1 0 0,-6 3 0 0 0,-1 0 9 0 0,1 1 0 0 0,-1 0 0 0 0,1 0 0 0 0,-1 0 0 0 0,1 0 0 0 0,-1 0 0 0 0,1 1 0 0 0,0 0 0 0 0,-1 0 0 0 0,1 1 0 0 0,-1-1 0 0 0,1 1 0 0 0,-1 0 0 0 0,9 3-1 0 0,3 1 7 0 0,-1 2 0 0 0,25 14-1 0 0,-27-14 8 0 0,13 10 27 0 0,-21-13-28 0 0,1 0 0 0 0,-1 0 0 0 0,1-1 0 0 0,0 0 0 0 0,11 4 0 0 0,10 1 8 0 0,-1 2-1 0 0,32 17 0 0 0,-27-14 115 0 0,-30-13-114 0 0,0 0 0 0 0,0 1 1 0 0,0-1-1 0 0,0 0 0 0 0,0 1 0 0 0,0-1 1 0 0,0 0-1 0 0,0 0 0 0 0,0 0 1 0 0,0 0-1 0 0,0 0 0 0 0,0 0 1 0 0,0 0-1 0 0,0 0 0 0 0,0 0 1 0 0,0-1-1 0 0,0 1 0 0 0,0 0 1 0 0,-1-1-1 0 0,1 1 0 0 0,0 0 0 0 0,0-1 1 0 0,0 1-1 0 0,0-1 0 0 0,0 0 1 0 0,-1 1-1 0 0,1-1 0 0 0,1-1 1 0 0,-2 2-13 0 0,0-1 1 0 0,0 1-1 0 0,0 0 1 0 0,0-1-1 0 0,0 1 1 0 0,0 0-1 0 0,0-1 0 0 0,0 1 1 0 0,0 0-1 0 0,0-1 1 0 0,0 1-1 0 0,-1 0 1 0 0,1 0-1 0 0,0-1 1 0 0,0 1-1 0 0,0 0 1 0 0,-1-1-1 0 0,1 1 1 0 0,0 0-1 0 0,0 0 1 0 0,0-1-1 0 0,-1 1 1 0 0,1 0-1 0 0,0 0 1 0 0,-1 0-1 0 0,1-1 1 0 0,0 1-1 0 0,0 0 1 0 0,-1 0-1 0 0,1 0 1 0 0,0 0-1 0 0,-1 0 1 0 0,1 0-1 0 0,0 0 1 0 0,-1 0-1 0 0,1-1 1 0 0,0 1-1 0 0,-1 0 0 0 0,1 0 1 0 0,0 0-1 0 0,-1 1 1 0 0,1-1-1 0 0,0 0 1 0 0,-1 0-1 0 0,0 0 1 0 0,-18 0-21 0 0,-27 10 170 0 0,37-8-185 0 0,0 1-1 0 0,-1-1 1 0 0,1-1-1 0 0,-11 1 1 0 0,19-2 28 0 0,0 0 0 0 0,1-1 1 0 0,-1 1-1 0 0,0 0 0 0 0,1 0 1 0 0,-1-1-1 0 0,0 1 0 0 0,1 0 1 0 0,-1-1-1 0 0,1 1 0 0 0,-1-1 1 0 0,1 1-1 0 0,-1-1 1 0 0,1 1-1 0 0,-1-1 0 0 0,1 1 1 0 0,-1-1-1 0 0,1 1 0 0 0,-1-1 1 0 0,1 0-1 0 0,0 1 0 0 0,0-1 1 0 0,-1 0-1 0 0,1 1 0 0 0,0-1 1 0 0,0 0-1 0 0,0 1 0 0 0,0-1 1 0 0,-1 0-1 0 0,1 1 1 0 0,0-1-1 0 0,0 0 0 0 0,0 0 1 0 0,1 1-1 0 0,-1-1 0 0 0,0 0 1 0 0,0 1-1 0 0,0-1 0 0 0,0 0 1 0 0,1 1-1 0 0,-1-1 0 0 0,0 0 1 0 0,1 1-1 0 0,-1-1 0 0 0,0 1 1 0 0,1-1-1 0 0,-1 0 1 0 0,1 1-1 0 0,-1-1 0 0 0,1 1 1 0 0,-1-1-1 0 0,1 1 0 0 0,0 0 1 0 0,-1-1-1 0 0,1 1 0 0 0,-1 0 1 0 0,1-1-1 0 0,0 1 0 0 0,-1 0 1 0 0,1-1-1 0 0,0 1 0 0 0,-1 0 1 0 0,2 0-1 0 0,0 0 14 0 0,-1 0 1 0 0,1 0-1 0 0,-1-1 0 0 0,1 1 1 0 0,-1 0-1 0 0,1-1 0 0 0,-1 1 1 0 0,1-1-1 0 0,-1 1 0 0 0,1-1 0 0 0,-1 1 1 0 0,0-1-1 0 0,1 0 0 0 0,-1 0 1 0 0,0 0-1 0 0,0 0 0 0 0,2-2 1 0 0,-3 3 7 0 0,-10-19-322 0 0,-3-3 73 0 0,6 7-1296 0 0,0 7-2819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0:50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0 5465 0 0,'-3'1'2621'0'0,"-11"4"-2136"0"0,-59 120 1556 0 0,-25 42-1266 0 0,75-125-433 0 0,4-4 1080 0 0,30-43-574 0 0,5-8-796 0 0,17-17 150 0 0,57-40-1 0 0,-52 43-201 0 0,-27 20 0 0 0,1 1 0 0 0,0 1 0 0 0,1 0 0 0 0,-1 1 0 0 0,1 0 0 0 0,0 1 0 0 0,0 0 0 0 0,25-1 0 0 0,-33 4-4 0 0,1-1 1 0 0,-1 1 0 0 0,0-1-1 0 0,0 0 1 0 0,0-1 0 0 0,0 1-1 0 0,0-1 1 0 0,0 0 0 0 0,6-3-1 0 0,-7 3-1 0 0,0 0 0 0 0,0 0 0 0 0,0 0 0 0 0,0 1 0 0 0,0 0 0 0 0,0-1 0 0 0,1 2 0 0 0,-1-1 0 0 0,0 0 0 0 0,5 1 0 0 0,-7 0 3 0 0,0 0 0 0 0,0 0 1 0 0,0 0-1 0 0,0 0 0 0 0,1 1 0 0 0,-1-1 0 0 0,0 1 0 0 0,0-1 0 0 0,0 1 0 0 0,-1 0 0 0 0,1 0 0 0 0,0 0 0 0 0,0 0 0 0 0,0 0 0 0 0,-1 0 0 0 0,1 1 0 0 0,0-1 0 0 0,-1 0 0 0 0,1 1 0 0 0,-1-1 0 0 0,0 1 0 0 0,2 3 0 0 0,0 0 26 0 0,-1 0 1 0 0,1 1-1 0 0,-1-1 0 0 0,-1 1 0 0 0,1-1 0 0 0,-1 1 0 0 0,0 0 0 0 0,-1-1 0 0 0,1 1 0 0 0,-1 0 1 0 0,0 0-1 0 0,0 0 0 0 0,-2 8 0 0 0,-1-7 223 0 0,-1 2 524 0 0,10-17-490 0 0,4-4-282 0 0,0 1 0 0 0,1 0 0 0 0,0 1 1 0 0,0 0-1 0 0,1 0 0 0 0,1 1 0 0 0,-1 1 0 0 0,1 0 1 0 0,24-10-1 0 0,-33 16-14 0 0,0 0 16 0 0,-1 1 0 0 0,0 0 0 0 0,0-1 0 0 0,1 1 0 0 0,-1 0 0 0 0,7 0 0 0 0,-9 1-2 0 0,0 0 0 0 0,-1 0 0 0 0,1 0 1 0 0,0 0-1 0 0,0 0 0 0 0,0 1 0 0 0,-1-1 0 0 0,1 0 0 0 0,0 0 1 0 0,-1 1-1 0 0,1-1 0 0 0,0 1 0 0 0,0-1 0 0 0,-1 1 0 0 0,1-1 1 0 0,-1 1-1 0 0,1-1 0 0 0,0 1 0 0 0,-1-1 0 0 0,1 1 0 0 0,-1 0 1 0 0,0-1-1 0 0,1 1 0 0 0,-1 0 0 0 0,1-1 0 0 0,-1 1 0 0 0,0 0 1 0 0,0 0-1 0 0,1 0 0 0 0,-1-1 0 0 0,0 1 0 0 0,0 0 0 0 0,0 0 1 0 0,0-1-1 0 0,0 1 0 0 0,0 1 0 0 0,3 31-32 0 0,-3-25 25 0 0,0 0 0 0 0,1 0 0 0 0,0 0 0 0 0,1 0 0 0 0,0 0 1 0 0,0 0-1 0 0,0 0 0 0 0,7 12 0 0 0,-6-13 61 0 0,0 1-1 0 0,0-1 1 0 0,0 1-1 0 0,-1 0 1 0 0,2 9 0 0 0,-2-8-1124 0 0,0-1 1 0 0,0 1-1 0 0,7 13 1 0 0,-8-18-856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1:34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54 114 2048 0 0,'0'0'451'0'0,"0"-6"4116"0"0,0-14-865 0 0,10 268-3564 0 0,-14-159-55 0 0,-4-1 0 0 0,-33 146-1 0 0,36-206-56 0 0,2 1 0 0 0,0 52 0 0 0,3-80-4 0 0,0-17 116 0 0,5-454 199 0 0,-4 427-296 0 0,1 1 1 0 0,9-54-1 0 0,-6 75-7 0 0,0 0 1 0 0,1 0-1 0 0,1 0 0 0 0,1 0 1 0 0,0 1-1 0 0,15-22 0 0 0,-21 40-18 0 0,-1 0 0 0 0,1 0 1 0 0,0 0-1 0 0,1 0 0 0 0,-1 1 0 0 0,0-1 0 0 0,0 1 0 0 0,1 0 0 0 0,-1-1 0 0 0,1 1 1 0 0,-1 0-1 0 0,5-1 0 0 0,13-7 92 0 0,-13 6-80 0 0,-1 0 0 0 0,1 0 0 0 0,-1 0 0 0 0,1 1 0 0 0,0 0 0 0 0,0 0 0 0 0,0 1 0 0 0,0 0 0 0 0,1 0 0 0 0,-1 1 0 0 0,0-1 0 0 0,0 2 0 0 0,1-1 0 0 0,-1 1 0 0 0,0 0 0 0 0,0 0 0 0 0,0 1 0 0 0,0 0 0 0 0,0 1 0 0 0,11 5 0 0 0,-14-7-17 0 0,-2 1 1 0 0,1 0-1 0 0,0-1 1 0 0,0 1-1 0 0,0 0 0 0 0,-1 1 1 0 0,1-1-1 0 0,-1 0 1 0 0,0 1-1 0 0,0 0 1 0 0,0-1-1 0 0,0 1 0 0 0,0 0 1 0 0,0 0-1 0 0,-1 0 1 0 0,0 0-1 0 0,1 0 1 0 0,-1 0-1 0 0,0 0 0 0 0,1 7 1 0 0,11 24 183 0 0,-10-29-156 0 0,-1 1 0 0 0,0-1-1 0 0,0 1 1 0 0,0-1-1 0 0,-1 1 1 0 0,1-1-1 0 0,0 10 1 0 0,-2 0 5 0 0,0 1 1 0 0,-1-1-1 0 0,-1 0 0 0 0,0 0 1 0 0,-1 1-1 0 0,-7 20 0 0 0,7-27-30 0 0,0-1-1 0 0,0 0 0 0 0,-1 0 1 0 0,0-1-1 0 0,-1 1 0 0 0,0-1 1 0 0,0 0-1 0 0,0 0 1 0 0,-1-1-1 0 0,0 0 0 0 0,0 0 1 0 0,-14 10-1 0 0,3-6 24 0 0,0-1 1 0 0,0-1-1 0 0,0-1 0 0 0,-1 0 1 0 0,0-1-1 0 0,-23 4 0 0 0,34-8-50 0 0,0 0 0 0 0,0 1-1 0 0,1-1 1 0 0,-11 8-1 0 0,15-9 6 0 0,1 0-1 0 0,-1 0 0 0 0,0 0 0 0 0,1 0 1 0 0,-1 1-1 0 0,1-1 0 0 0,0 1 0 0 0,-1-1 0 0 0,-1 4 1 0 0,3-4 5 0 0,0 0-1 0 0,-1-1 1 0 0,1 1 0 0 0,0 0 0 0 0,0 0 0 0 0,0-1-1 0 0,0 1 1 0 0,-1 0 0 0 0,1 0 0 0 0,0 0 0 0 0,0-1 0 0 0,0 1-1 0 0,1 0 1 0 0,-1 0 0 0 0,0-1 0 0 0,0 1 0 0 0,0 0-1 0 0,1 0 1 0 0,-1-1 0 0 0,0 1 0 0 0,1 0 0 0 0,-1 0 0 0 0,0-1-1 0 0,1 1 1 0 0,0 0 0 0 0,3 4-3 0 0,1-1 1 0 0,0 0-1 0 0,1 0 1 0 0,-1 0-1 0 0,1-1 0 0 0,8 4 1 0 0,-3-1 24 0 0,23 14 2 0 0,0 2 0 0 0,-1 1 0 0 0,36 32 0 0 0,-62-49-43 0 0,1-1 0 0 0,-1 0 1 0 0,1 0-1 0 0,1-1 0 0 0,9 4 0 0 0,8 5-727 0 0,-4-3-1046 0 0,-10-4-459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1:35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47 1936 0 0,'0'-5'3415'0'0,"0"-17"-990"0"0,1 21-2298 0 0,-1 0-1 0 0,1 0 1 0 0,-1-1-1 0 0,1 1 1 0 0,-1 0-1 0 0,1 0 1 0 0,-1 0-1 0 0,1 0 1 0 0,0 0 0 0 0,0 0-1 0 0,0 0 1 0 0,-1 1-1 0 0,1-1 1 0 0,0 0-1 0 0,0 0 1 0 0,0 1-1 0 0,0-1 1 0 0,0 0-1 0 0,1 1 1 0 0,-1-1-1 0 0,0 1 1 0 0,1-1-1 0 0,-2 17 876 0 0,-8 23-891 0 0,-1 1 0 0 0,-22 54 1 0 0,7-19-62 0 0,4-21 69 0 0,11-30-22 0 0,-9 34 0 0 0,16-51-83 0 0,1 0 0 0 0,0 0-1 0 0,0 1 1 0 0,1-1 0 0 0,0 1 0 0 0,0-1-1 0 0,0 0 1 0 0,1 1 0 0 0,2 8 0 0 0,-2-13-11 0 0,0-1 1 0 0,0 1 0 0 0,0-1 0 0 0,1 1 0 0 0,-1-1 0 0 0,1 0-1 0 0,-1 0 1 0 0,1 1 0 0 0,0-1 0 0 0,-1 0 0 0 0,1-1-1 0 0,0 1 1 0 0,0 0 0 0 0,1 0 0 0 0,-1-1 0 0 0,0 1 0 0 0,0-1-1 0 0,1 0 1 0 0,-1 0 0 0 0,1 0 0 0 0,-1 0 0 0 0,1 0-1 0 0,-1 0 1 0 0,6 0 0 0 0,-2 0-3 0 0,0 1 0 0 0,-1 0 1 0 0,1 1-1 0 0,7 3 0 0 0,-6-2 0 0 0,1 0 0 0 0,-1 0-1 0 0,1-1 1 0 0,0-1 0 0 0,1 1-1 0 0,-1-1 1 0 0,0 0 0 0 0,1-1 0 0 0,-1 0-1 0 0,1-1 1 0 0,-1 1 0 0 0,11-2 0 0 0,-8 0-156 0 0,0 0 1 0 0,-1-1-1 0 0,1-1 1 0 0,0 1-1 0 0,-1-1 1 0 0,0-1-1 0 0,1 0 1 0 0,-2-1 0 0 0,12-6-1 0 0,-2 1-770 0 0,8-6-1773 0 0,-10 1 49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1:35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3745 0 0,'0'0'2331'0'0,"12"-10"578"0"0,174-23-1266 0 0,-166 30-1639 0 0,-17 3-153 0 0,0 0 1 0 0,0 0-1 0 0,0 0 0 0 0,-1 0 0 0 0,1-1 1 0 0,0 1-1 0 0,-1-1 0 0 0,1 0 0 0 0,0 0 1 0 0,-1 0-1 0 0,1 0 0 0 0,-1-1 1 0 0,4-1-1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1:36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1800 0 0,'0'0'947'0'0,"10"0"1974"0"0,8-1-2287 0 0,-1-1 1 0 0,1-1-1 0 0,-1-1 0 0 0,22-8 1 0 0,9-1-306 0 0,-18 4-1117 0 0,57-24 1 0 0,-75 28-54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1:3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19 576 0 0,'-15'-11'5883'0'0,"15"11"-5874"0"0,-4-2 70 0 0,1 1-1 0 0,-1 0 1 0 0,0 0-1 0 0,0 0 1 0 0,0 0-1 0 0,0 1 1 0 0,0-1-1 0 0,0 1 1 0 0,0 0-1 0 0,0 0 1 0 0,0 1 0 0 0,0-1-1 0 0,0 1 1 0 0,1 0-1 0 0,-1 0 1 0 0,0 0-1 0 0,-7 3 1 0 0,7-1-65 0 0,-1 0 0 0 0,0 1 0 0 0,1-1 0 0 0,0 1 0 0 0,0 0 0 0 0,0 0 1 0 0,0 0-1 0 0,1 0 0 0 0,-1 1 0 0 0,1 0 0 0 0,0-1 0 0 0,1 1 0 0 0,-1 0 0 0 0,1 1 0 0 0,0-1 1 0 0,-2 6-1 0 0,-14 31 65 0 0,14-33 76 0 0,0 0-1 0 0,0 0 0 0 0,-4 18 1 0 0,7-23-78 0 0,1-1 0 0 0,-1 1 0 0 0,1-1 0 0 0,0 1 0 0 0,0 0 0 0 0,0-1 0 0 0,1 1 0 0 0,0-1 0 0 0,-1 1 0 0 0,1-1 0 0 0,0 1 0 0 0,0-1 0 0 0,1 1 0 0 0,2 4 0 0 0,5 7 137 0 0,1 0 1 0 0,0-1-1 0 0,1-1 0 0 0,1 1 0 0 0,25 22 1 0 0,-33-32-156 0 0,0 1 1 0 0,0 0-1 0 0,-1 0 1 0 0,0 0 0 0 0,0 1-1 0 0,0-1 1 0 0,-1 1-1 0 0,1 0 1 0 0,1 9-1 0 0,-1-7 13 0 0,-1 0 0 0 0,1-1 0 0 0,1 0 0 0 0,4 9 0 0 0,-7-14-34 0 0,1 1 0 0 0,0-1 0 0 0,-1 1 0 0 0,0-1 0 0 0,1 1 0 0 0,-1 0 1 0 0,0 0-1 0 0,0-1 0 0 0,-1 1 0 0 0,1 0 0 0 0,-1 0 0 0 0,1 0 0 0 0,-1 0 0 0 0,0 0 1 0 0,0 0-1 0 0,0 0 0 0 0,0 0 0 0 0,-1 0 0 0 0,1 0 0 0 0,-1 0 0 0 0,0-1 0 0 0,0 1 1 0 0,0 0-1 0 0,0 0 0 0 0,-3 4 0 0 0,1-3-8 0 0,-1 1 0 0 0,1-1 1 0 0,-1 0-1 0 0,0 0 0 0 0,0 0 0 0 0,-1 0 1 0 0,1-1-1 0 0,-1 0 0 0 0,0 0 0 0 0,1 0 0 0 0,-1 0 1 0 0,-7 2-1 0 0,-35 19-111 0 0,36-17-24 0 0,1-1 1 0 0,-1-1 0 0 0,-13 5-1 0 0,6 0-73 0 0,17-8 2 0 0,-1-1 0 0 0,0 0 1 0 0,0 0-1 0 0,1 0 0 0 0,-1 0 1 0 0,0 0-1 0 0,0 0 0 0 0,0 0 1 0 0,0-1-1 0 0,-1 1 1 0 0,1-1-1 0 0,-2 1 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1:38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6121 0 0,'0'0'206'0'0,"14"0"2510"0"0,68-9-1202 0 0,-16 2-1339 0 0,122-27-1 0 0,-176 30-541 0 0,1-1 0 0 0,17-8-1 0 0,4-8-3779 0 0,-25 14 1195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3:51:38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42 2385 0 0,'0'0'5107'0'0,"-16"6"-2584"0"0,3 14-2441 0 0,0 0 0 0 0,2 1 0 0 0,0 1 0 0 0,2 0-1 0 0,-12 35 1 0 0,14-32-35 0 0,0 1 0 0 0,2 0 0 0 0,0 0 0 0 0,2 0-1 0 0,1 0 1 0 0,1 1 0 0 0,3 27 0 0 0,-2-52-17 0 0,1-1 0 0 0,-1 1 0 0 0,1 0 0 0 0,0-1 0 0 0,0 1 1 0 0,0 0-1 0 0,0-1 0 0 0,0 1 0 0 0,0-1 0 0 0,0 1 0 0 0,0-1 0 0 0,0 0 0 0 0,1 0 0 0 0,-1 1 0 0 0,1-1 0 0 0,-1 0 1 0 0,1 0-1 0 0,-1 0 0 0 0,1-1 0 0 0,-1 1 0 0 0,1 0 0 0 0,0 0 0 0 0,-1-1 0 0 0,1 1 0 0 0,0-1 0 0 0,0 0 0 0 0,0 1 1 0 0,-1-1-1 0 0,3 0 0 0 0,-1 0 23 0 0,-1 0 0 0 0,1 0 0 0 0,-1 0 0 0 0,1 0 0 0 0,-1 0 0 0 0,1 0 0 0 0,0-1 0 0 0,-1 1 0 0 0,1-1 0 0 0,-1 0 0 0 0,0 0 0 0 0,1 0 0 0 0,-1 0 0 0 0,0 0 0 0 0,1 0 0 0 0,-1-1 0 0 0,0 1-1 0 0,0-1 1 0 0,0 1 0 0 0,0-1 0 0 0,3-4 0 0 0,-1 0 76 0 0,-1-1 0 0 0,0 0-1 0 0,4-14 1 0 0,5-10 179 0 0,83-190 591 0 0,-94 217-908 0 0,1 1 0 0 0,0-1 0 0 0,0 1 0 0 0,0 0 0 0 0,1 0 0 0 0,-1 0 0 0 0,1 0 0 0 0,0 0 0 0 0,0 0-1 0 0,0 1 1 0 0,0-1 0 0 0,0 1 0 0 0,0 0 0 0 0,1 0 0 0 0,-1 0 0 0 0,1 0 0 0 0,-1 1 0 0 0,1-1 0 0 0,0 1 0 0 0,0 0 0 0 0,0 0 0 0 0,-1 1 0 0 0,1-1 0 0 0,5 0-1 0 0,-9 1 10 0 0,0 1 0 0 0,0-1 0 0 0,1 0 0 0 0,-1 0 0 0 0,0 0 0 0 0,0 0 0 0 0,0 0 0 0 0,0 0 0 0 0,1 0 0 0 0,-1 1 0 0 0,0-1 0 0 0,0 0 0 0 0,0 0 0 0 0,0 0 0 0 0,1 0 0 0 0,-1 1 0 0 0,0-1 0 0 0,0 0 0 0 0,0 0 0 0 0,0 0 0 0 0,0 0 0 0 0,0 1 0 0 0,0-1 0 0 0,0 0 0 0 0,0 0 0 0 0,0 1 0 0 0,0-1-1 0 0,0 0 1 0 0,0 0 0 0 0,0 0 0 0 0,0 1 0 0 0,0-1 0 0 0,0 0 0 0 0,0 0 0 0 0,0 0 0 0 0,0 1 0 0 0,0 1 0 0 0,2 5-3 0 0,0 0 1 0 0,0-1-1 0 0,0 1 1 0 0,1 0-1 0 0,3 6 0 0 0,11 29 2 0 0,-9 12-35 0 0,-7-42 51 0 0,1 0 0 0 0,0 0 0 0 0,0-1-1 0 0,5 14 1 0 0,-7-24 9 0 0,1 0-1 0 0,-1 0 0 0 0,0 0 1 0 0,1 0-1 0 0,-1-1 1 0 0,1 1-1 0 0,-1 0 0 0 0,1 0 1 0 0,-1 0-1 0 0,1 0 0 0 0,0 0 1 0 0,0-1-1 0 0,-1 1 0 0 0,1 0 1 0 0,0-1-1 0 0,0 1 0 0 0,0 0 1 0 0,-1-1-1 0 0,1 1 0 0 0,0-1 1 0 0,2 1-1 0 0,-2-1-4 0 0,0 0 0 0 0,0 0 0 0 0,0 0 0 0 0,-1 0 0 0 0,1 0-1 0 0,0-1 1 0 0,0 1 0 0 0,0 0 0 0 0,0-1 0 0 0,0 1 0 0 0,-1-1 0 0 0,1 1-1 0 0,0-1 1 0 0,0 1 0 0 0,-1-1 0 0 0,1 1 0 0 0,0-1 0 0 0,-1 0 0 0 0,2 0 0 0 0,2-4 43 0 0,0-1 1 0 0,0 0 0 0 0,0 0 0 0 0,-1 0 0 0 0,3-6 0 0 0,0 0 36 0 0,1 1 1 0 0,11-16-1 0 0,-10 17-33 0 0,-1-1 0 0 0,9-18 0 0 0,0-1 77 0 0,-12 24-74 0 0,0-1-1 0 0,0 0 0 0 0,-1 0 0 0 0,3-10 1 0 0,-5 14-56 0 0,-1 0 0 0 0,1 1 0 0 0,-1-1-1 0 0,0 0 1 0 0,0 0 0 0 0,0 0 0 0 0,0 0 0 0 0,0 0 0 0 0,-1 0 0 0 0,1 1 0 0 0,-1-1 0 0 0,0 0 0 0 0,0 0 0 0 0,0 1 0 0 0,-2-5 0 0 0,1 4-9 0 0,1 0 0 0 0,-1 1 1 0 0,1-1-1 0 0,-1 1 0 0 0,0 0 0 0 0,0 0 1 0 0,0 0-1 0 0,0 0 0 0 0,-1 0 0 0 0,1 0 1 0 0,0 0-1 0 0,-1 1 0 0 0,0-1 0 0 0,-3-1 1 0 0,-1 1-26 0 0,0 0 1 0 0,-1 0 0 0 0,1 0-1 0 0,-9 0 1 0 0,-25-6-218 0 0,19 1 17 0 0,13 3 59 0 0,-1 1 0 0 0,0 0 0 0 0,0 0 0 0 0,0 1 0 0 0,0 1 1 0 0,0 0-1 0 0,-1 0 0 0 0,-9 1 0 0 0,5 2-1171 0 0,1 0 0 0 0,0 1-1 0 0,-20 8 1 0 0,15-5-2540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47:32.9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104 48 664 0 0,'0'0'498'0'0,"-22"-11"2181"0"0,10 4-2542 0 0,0 0-1 0 0,-1 1 1 0 0,0 0 0 0 0,-15-4 0 0 0,25 10-349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49:53.1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104 48 664 0 0,'0'0'498'0'0,"-22"-11"2181"0"0,10 4-2542 0 0,0 0-1 0 0,-1 1 1 0 0,0 0 0 0 0,-15-4 0 0 0,25 10-349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49:53.1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100 184 120 0 0,'0'0'1998'0'0,"-30"-3"3554"0"0,28 1-5378 0 0,1 0 0 0 0,-1 0 0 0 0,1 1 1 0 0,-1-1-1 0 0,0 0 0 0 0,0 1 0 0 0,0-1 1 0 0,0 1-1 0 0,0 0 0 0 0,0 0 0 0 0,0-1 1 0 0,-1 1-1 0 0,1 1 0 0 0,0-1 0 0 0,-1 0 0 0 0,1 1 1 0 0,0-1-1 0 0,-1 1 0 0 0,1-1 0 0 0,-1 1 1 0 0,1 0-1 0 0,-4 1 0 0 0,5-2-143 0 0,1 1-1 0 0,-1 0 1 0 0,0 0-1 0 0,1 0 1 0 0,-1 0-1 0 0,0 0 1 0 0,1 0-1 0 0,-1 0 1 0 0,0 1 0 0 0,1-1-1 0 0,-1 0 1 0 0,1 0-1 0 0,-1 0 1 0 0,0 1-1 0 0,1-1 1 0 0,-1 0-1 0 0,1 1 1 0 0,-1-1-1 0 0,1 0 1 0 0,-1 1-1 0 0,1-1 1 0 0,-1 1-1 0 0,-1 15 189 0 0,2-5-96 0 0,1-9-101 0 0,0 0-1 0 0,-1 0 0 0 0,1 1 0 0 0,0-1 0 0 0,0 0 0 0 0,0 0 0 0 0,1 0 1 0 0,-1 0-1 0 0,0-1 0 0 0,1 1 0 0 0,-1 0 0 0 0,1-1 0 0 0,0 1 1 0 0,-1 0-1 0 0,4 1 0 0 0,-1 0 121 0 0,0 0 0 0 0,0 0 0 0 0,1 0 0 0 0,-1-1 0 0 0,0 0 0 0 0,8 3 0 0 0,-10-5-124 0 0,-1 0 0 0 0,1 0 0 0 0,0 0 0 0 0,0-1 0 0 0,-1 1 0 0 0,1 0 1 0 0,0-1-1 0 0,-1 1 0 0 0,1-1 0 0 0,-1 0 0 0 0,1 1 0 0 0,-1-1 0 0 0,1 0 0 0 0,-1 0 1 0 0,1 0-1 0 0,-1 0 0 0 0,0 0 0 0 0,1 0 0 0 0,-1-1 0 0 0,0 1 0 0 0,0 0 0 0 0,0-1 0 0 0,0 1 1 0 0,0-1-1 0 0,0 1 0 0 0,0-1 0 0 0,0-2 0 0 0,4-4-10 0 0,-1-1 0 0 0,0 0 1 0 0,3-14-1 0 0,-1-1 22 0 0,-2 0 1 0 0,0 0 0 0 0,-2 0-1 0 0,0-33 1 0 0,-2 57-34 0 0,-1-1 1 0 0,1 0-1 0 0,0 1 0 0 0,0-1 1 0 0,-1 0-1 0 0,1 1 0 0 0,0-1 0 0 0,-1 0 1 0 0,1 1-1 0 0,0-1 0 0 0,-1 1 1 0 0,1-1-1 0 0,-1 1 0 0 0,1-1 0 0 0,-1 1 1 0 0,1-1-1 0 0,-1 1 0 0 0,0 0 1 0 0,1-1-1 0 0,-1 1 0 0 0,1 0 0 0 0,-1-1 1 0 0,0 1-1 0 0,1 0 0 0 0,-1 0 1 0 0,0-1-1 0 0,0 1 0 0 0,1 0 0 0 0,-1 0 1 0 0,0 0-1 0 0,1 0 0 0 0,-1 0 1 0 0,0 0-1 0 0,1 0 0 0 0,-1 0 0 0 0,0 1 1 0 0,0-1-1 0 0,1 0 0 0 0,-1 0 1 0 0,0 1-1 0 0,-33 8-36 0 0,31-8 48 0 0,1-1-13 0 0,0 1 1 0 0,0-1-1 0 0,-1 1 1 0 0,1 0 0 0 0,0-1-1 0 0,0 1 1 0 0,0 0-1 0 0,0 0 1 0 0,0 1-1 0 0,1-1 1 0 0,-1 0-1 0 0,0 1 1 0 0,0-1 0 0 0,1 1-1 0 0,-1-1 1 0 0,1 1-1 0 0,-1 0 1 0 0,1 0-1 0 0,0 0 1 0 0,0 0 0 0 0,0 0-1 0 0,0 0 1 0 0,0 0-1 0 0,0 0 1 0 0,0 0-1 0 0,1 0 1 0 0,-1 0-1 0 0,1 0 1 0 0,0 1 0 0 0,-1 2-1 0 0,0 2-40 0 0,-1 0 1 0 0,0-1-1 0 0,0 1 0 0 0,-1 0 0 0 0,-4 7 1 0 0,4-9-374 0 0,1 0 1 0 0,0 1-1 0 0,0-1 0 0 0,0 0 1 0 0,0 1-1 0 0,1-1 1 0 0,0 1-1 0 0,-1 11 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9T21:51:27.7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14989 14613 594 0,'0'0'2'0,"0"-1"12"0,0-1 36 0,0 1 10 15,-2-1 11-15,1 0-3 0,-1 1-23 0,0-1 0 0,1 0 1 16,-1 1 19-16,0-1-7 0,1 0-1 0,-1 1-4 16,0-1-15-16,2 0-8 0,0 1-3 0,0-1-3 15,0 0-16-15,0 1-4 0,0-1 0 0,0 0-1 16,0 1-7-16,0 1 12 0,0 0 0 0,0 0 6 16,0 0 1-16,0 1-7 0,0 1-4 0,0 1 1 15,0 2-1-15,0 12 1 0,0-1 2 0,0 1-2 16,0-1 4-16,2 3 4 0,0-5 2 0,-1 3 0 0,1-2 12 15,0-2 4-15,1 0-5 0,0 0 2 0,-1-3-4 16,0 0 3-16,-1 0-1 0,1-2-1 0,1 2-6 0,0 0-1 16,-1-3 0-16,1 1-2 0,1-1-8 0,1 3 0 15,-2-2-1-15,0-2 1 0,1-1-3 0,-3-1 6 16,1-1-2-16,3 0 4 0,6-1 0 0,9 11 6 16,7-5 5-16,2-6-1 0,3-8-1 0,7-11-1 15,6 10-6-15,6-34 5 0,5 0-9 0,2-2-6 16,3-2-1-16,3 2-2 0,1 2 2 0,6 0-4 15,1 1 1-15,6-6-1 0,1-2 0 0,-6-6 4 16,-2-4-2-16,-5 0 1 0,-7-2-7 0,1 8 5 0,-4 4 0 16,-5 5 2-16,-2 6-2 0,1 9 0 0,-7 0-4 15,1 8 0-15,2 1-31 0,-3 4-54 0,-1 0-12 16,-6 3-22-16,-3 2-117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108 166 64 0 0,'0'-33'5215'0'0,"0"-17"-1976"0"0,-1-33 1601 0 0,-10 110-4444 0 0,1 30-312 0 0,2 0 0 0 0,2 0 1 0 0,4 101-1 0 0,0-27 36 0 0,-1-91 77 0 0,-9 42 0 0 0,6-46 333 0 0,-3 68 0 0 0,15 186 2002 0 0,-7-288-2543 0 0,1 0-1 0 0,-1 0 0 0 0,1 0 0 0 0,-1 0 1 0 0,0 0-1 0 0,0 0 0 0 0,0 0 1 0 0,0 0-1 0 0,0-1 0 0 0,0 1 1 0 0,0 0-1 0 0,-1-1 0 0 0,1 1 0 0 0,0-1 1 0 0,-1 1-1 0 0,0-1 0 0 0,1 0 1 0 0,-1 1-1 0 0,0-1 0 0 0,0 0 1 0 0,-2 1-1 0 0,2-2-1531 0 0,1-1 1508 0 0,0 1 0 0 0,0 0 0 0 0,1-1 0 0 0,-1 1 0 0 0,0-1 0 0 0,1 1-1 0 0,-1-1 1 0 0,0 1 0 0 0,1-1 0 0 0,-1 1 0 0 0,0-1 0 0 0,1 0 0 0 0,-1 1 0 0 0,1-1-1 0 0,-1 0 1 0 0,1 0 0 0 0,0 1 0 0 0,-1-2 0 0 0,1-8-1317 0 0,0 3-4171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802 63 1392 0 0,'-5'-5'8018'0'0,"-8"-7"-4556"0"0,-5 4-2981 0 0,0 0-1 0 0,-1 2 0 0 0,1 0 1 0 0,-2 1-1 0 0,1 1 1 0 0,-1 0-1 0 0,1 2 1 0 0,-1 0-1 0 0,0 2 0 0 0,1 0 1 0 0,-28 3-1 0 0,23 1-383 0 0,0 1 0 0 0,0 0 0 0 0,0 2 0 0 0,1 1 1 0 0,0 0-1 0 0,0 2 0 0 0,1 1 0 0 0,-35 22 0 0 0,38-21-113 0 0,15-11 16 0 0,1 1 0 0 0,0 0 0 0 0,-1 1 1 0 0,1-1-1 0 0,0 0 0 0 0,0 1 0 0 0,0 0 0 0 0,1 0 1 0 0,-1 0-1 0 0,1 0 0 0 0,-1 0 0 0 0,1 0 0 0 0,-2 5 1 0 0,-8 13 20 0 0,-21 27 0 0 0,21-33-16 0 0,2 0 0 0 0,-1 2 0 0 0,-11 25 0 0 0,2 9-3 0 0,1 0-1 0 0,4 1 0 0 0,-16 85 1 0 0,29-126-4 0 0,-1-1-1 0 0,0 1 1 0 0,-7 15 0 0 0,7-18-1 0 0,-1 0-1 0 0,1 0 0 0 0,1 1 0 0 0,0 0 0 0 0,0-1 1 0 0,-1 14-1 0 0,3-12-3 0 0,1 0 0 0 0,0 0 1 0 0,1 0-1 0 0,0 0 0 0 0,1 0 1 0 0,0 0-1 0 0,0 0 0 0 0,8 15 0 0 0,4 12-22 0 0,-11-28 31 0 0,1 0-1 0 0,0-1 0 0 0,0 1 0 0 0,1-1 1 0 0,0 0-1 0 0,0 0 0 0 0,1 0 0 0 0,10 8 1 0 0,66 52-53 0 0,-75-63 44 0 0,26 21 2 0 0,2-1 1 0 0,1-2-1 0 0,1-1 0 0 0,1-3 1 0 0,1 0-1 0 0,0-3 1 0 0,1-2-1 0 0,79 18 0 0 0,-30-9-24 0 0,-65-16 27 0 0,-1 0 0 0 0,51 6-1 0 0,-47-11 24 0 0,0-1-1 0 0,1-2 1 0 0,-1 0-1 0 0,1-2 0 0 0,-1-2 1 0 0,0 0-1 0 0,0-2 0 0 0,-1 0 1 0 0,0-2-1 0 0,32-16 1 0 0,-10 7 10 0 0,-38 14-16 0 0,0 0-1 0 0,-1 0 1 0 0,20-11 0 0 0,5-8 24 0 0,-1-1 0 0 0,40-37-1 0 0,-60 47 13 0 0,-1 1 0 0 0,0-2 0 0 0,-1 0 0 0 0,-1 0 0 0 0,0-1 0 0 0,-1-1 0 0 0,10-22 0 0 0,-5-8 236 0 0,-13 36-180 0 0,1 1 0 0 0,8-20 0 0 0,-6 17-35 0 0,0 0 0 0 0,-1 0 0 0 0,-1 0 0 0 0,0-1-1 0 0,-1 1 1 0 0,0-1 0 0 0,-1 0 0 0 0,0 0-1 0 0,-3-26 1 0 0,-4-10 73 0 0,-16-64 1 0 0,18 96-126 0 0,-1-6 7 0 0,-2 1 1 0 0,0-1 0 0 0,-1 1-1 0 0,-1 1 1 0 0,-1-1-1 0 0,-14-20 1 0 0,20 38-25 0 0,0 0-1 0 0,0 0 1 0 0,-1 1-1 0 0,0-1 1 0 0,0 1-1 0 0,0 0 1 0 0,0 0-1 0 0,-1 1 1 0 0,0 0-1 0 0,1 0 1 0 0,-1 0-1 0 0,0 1 1 0 0,-12-4-1 0 0,-5 0 6 0 0,1 1 0 0 0,-37-3 0 0 0,45 6-14 0 0,-1-1 1 0 0,0-1 0 0 0,-19-7-1 0 0,20 6-2 0 0,0 0 0 0 0,-1 1-1 0 0,-26-3 1 0 0,5 5-90 0 0,-1 1-1 0 0,1 2 1 0 0,-1 1-1 0 0,-38 8 1 0 0,48-4-728 0 0,1 0 1 0 0,0 2-1 0 0,-35 15 1 0 0,49-18-137 0 0,10-5 688 0 0,0 1 0 0 0,0 0 0 0 0,0-1 0 0 0,0 1 0 0 0,0 0 0 0 0,0 0 0 0 0,0 1 0 0 0,1-1-1 0 0,-1 0 1 0 0,0 1 0 0 0,1-1 0 0 0,-1 1 0 0 0,1-1 0 0 0,-1 1 0 0 0,1 0 0 0 0,0-1 0 0 0,-1 1 0 0 0,0 4 0 0 0,-7 16-3543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24 10042 0 0,'-7'-8'4377'0'0,"-6"-8"-2235"0"0,15 60-1430 0 0,9 53 0 0 0,-6-63-549 0 0,-1 0 0 0 0,-2 0-1 0 0,-2 52 1 0 0,-2-72-42 0 0,0 2-1234 0 0,2-6-4096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48 8090 0 0,'-16'-22'5748'0'0,"15"1"-4543"0"0,3 17-470 0 0,3 15-348 0 0,0 12-280 0 0,-1 1 0 0 0,3 47 1 0 0,-6-46 3 0 0,1-1 1 0 0,2 0-1 0 0,8 33 1 0 0,-12-55-69 0 0,1 0 0 0 0,-1 0-1 0 0,1 0 1 0 0,0 0 0 0 0,0 0 0 0 0,0 0 0 0 0,0 0 0 0 0,0-1 0 0 0,0 1-1 0 0,0 0 1 0 0,1-1 0 0 0,-1 1 0 0 0,1-1 0 0 0,-1 1 0 0 0,1-1-1 0 0,-1 0 1 0 0,1 1 0 0 0,0-1 0 0 0,0 0 0 0 0,0 0 0 0 0,-1 0-1 0 0,1-1 1 0 0,2 2 0 0 0,7 2 101 0 0,-7-2-84 0 0,1 1 1 0 0,-1-2-1 0 0,1 1 0 0 0,0 0 1 0 0,0-1-1 0 0,0 0 0 0 0,0 0 0 0 0,-1 0 1 0 0,1-1-1 0 0,0 1 0 0 0,0-1 1 0 0,0-1-1 0 0,0 1 0 0 0,7-2 0 0 0,1-1 47 0 0,-1-1-1 0 0,1-1 0 0 0,-1 0 0 0 0,0-1 1 0 0,0-1-1 0 0,-1 1 0 0 0,0-2 1 0 0,0 0-1 0 0,0 0 0 0 0,-1 0 0 0 0,-1-2 1 0 0,1 1-1 0 0,-1-1 0 0 0,-1 0 0 0 0,14-22 1 0 0,-20 27-84 0 0,6-7 62 0 0,-1 0 0 0 0,8-21 0 0 0,-14 30-285 0 0,4-8-5385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25 111 4881 0 0,'0'-19'2386'0'0,"-2"-1"-1"0"0,0 1 1 0 0,-6-24-1 0 0,3 33-1523 0 0,1 17-391 0 0,1 16-270 0 0,14 232 471 0 0,1-37-320 0 0,-14-128-242 0 0,1-1-4504 0 0,1-70 1283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99 9866 0 0,'-1'0'114'0'0,"-1"1"-1"0"0,1-1 1 0 0,0 0 0 0 0,-1 0 0 0 0,1 1-1 0 0,0-1 1 0 0,-1 1 0 0 0,1-1-1 0 0,0 1 1 0 0,0 0 0 0 0,-1-1-1 0 0,1 1 1 0 0,0 0 0 0 0,0 0-1 0 0,-1 1 1 0 0,-2 8 36 0 0,0 0-1 0 0,1 0 1 0 0,0 0-1 0 0,1 0 1 0 0,0 1-1 0 0,1 0 1 0 0,0 16-1 0 0,-2 10 206 0 0,-1 2 13 0 0,4-30-201 0 0,-1 0-1 0 0,0-1 1 0 0,0 1 0 0 0,0 0 0 0 0,-1-1-1 0 0,-1 1 1 0 0,1-1 0 0 0,-9 16 0 0 0,8-18 63 0 0,-1 0 1 0 0,0 1 0 0 0,1-1-1 0 0,0 1 1 0 0,1 0 0 0 0,0 0 0 0 0,0 0-1 0 0,0 0 1 0 0,1 0 0 0 0,-1 11-1 0 0,-3-6 825 0 0,3-9-514 0 0,2-10 8 0 0,1-3-538 0 0,32-177 60 0 0,-27 163-73 0 0,1 1 1 0 0,1-1 0 0 0,1 2 0 0 0,1-1 0 0 0,22-37 0 0 0,-29 56 15 0 0,0 1 0 0 0,0-1 0 0 0,0 1-1 0 0,1-1 1 0 0,-1 1 0 0 0,8-5 0 0 0,-10 7-13 0 0,1 0 0 0 0,-1 0-1 0 0,1 0 1 0 0,-1 0-1 0 0,1 1 1 0 0,-1-1-1 0 0,1 0 1 0 0,0 1-1 0 0,0-1 1 0 0,-1 1-1 0 0,1 0 1 0 0,0-1 0 0 0,0 1-1 0 0,-1 0 1 0 0,1 0-1 0 0,0 0 1 0 0,0 1-1 0 0,0-1 1 0 0,-1 0-1 0 0,4 1 1 0 0,-4 0 1 0 0,0 0 1 0 0,0 0 0 0 0,0 0-1 0 0,0 0 1 0 0,0 0-1 0 0,0 0 1 0 0,0 0-1 0 0,0 0 1 0 0,-1 0-1 0 0,1 0 1 0 0,-1 1 0 0 0,1-1-1 0 0,-1 0 1 0 0,1 0-1 0 0,-1 0 1 0 0,1 1-1 0 0,-1 0 1 0 0,5 28 12 0 0,-4-22-7 0 0,8 100 42 0 0,-7-72 175 0 0,1-1-1 0 0,11 46 0 0 0,-14-80-202 0 0,1 0 1 0 0,-1 0-1 0 0,1 0 0 0 0,-1 0 0 0 0,1 0 0 0 0,0 0 1 0 0,0 0-1 0 0,-1 0 0 0 0,1 0 0 0 0,0 0 0 0 0,0-1 1 0 0,0 1-1 0 0,0 0 0 0 0,0 0 0 0 0,0-1 1 0 0,0 1-1 0 0,0-1 0 0 0,0 1 0 0 0,0-1 0 0 0,1 1 1 0 0,-1-1-1 0 0,0 0 0 0 0,0 1 0 0 0,0-1 1 0 0,1 0-1 0 0,-1 0 0 0 0,0 0 0 0 0,0 0 0 0 0,0 0 1 0 0,1 0-1 0 0,-1 0 0 0 0,0-1 0 0 0,0 1 1 0 0,0 0-1 0 0,1-1 0 0 0,-1 1 0 0 0,0 0 0 0 0,0-1 1 0 0,0 0-1 0 0,0 1 0 0 0,0-1 0 0 0,0 0 0 0 0,0 1 1 0 0,0-1-1 0 0,0 0 0 0 0,0 0 0 0 0,0 0 1 0 0,-1 0-1 0 0,2-2 0 0 0,6-12-12 0 0,0-1 1 0 0,-1 0-1 0 0,5-19 1 0 0,7-15 3 0 0,-4 13 8 0 0,-1 3-8 0 0,28-50 0 0 0,-36 74-21 0 0,0 1 0 0 0,0 1 0 0 0,1-1 0 0 0,0 1 0 0 0,0 0 0 0 0,1 1 0 0 0,0-1 0 0 0,0 2 0 0 0,18-12 0 0 0,-25 17 6 0 0,0 1 0 0 0,0-1 0 0 0,0 1 0 0 0,-1-1 0 0 0,1 1 1 0 0,0-1-1 0 0,0 1 0 0 0,0 0 0 0 0,0 0 0 0 0,0-1 0 0 0,0 1 0 0 0,0 0 0 0 0,0 0 0 0 0,0 0 0 0 0,0 0 0 0 0,0 0 0 0 0,0 0 0 0 0,0 0 1 0 0,0 0-1 0 0,0 1 0 0 0,0-1 0 0 0,0 0 0 0 0,-1 1 0 0 0,1-1 0 0 0,0 0 0 0 0,0 1 0 0 0,0-1 0 0 0,0 1 0 0 0,0-1 0 0 0,-1 1 1 0 0,1 0-1 0 0,0-1 0 0 0,0 1 0 0 0,-1 0 0 0 0,1 0 0 0 0,-1-1 0 0 0,1 1 0 0 0,-1 0 0 0 0,1 0 0 0 0,-1 0 0 0 0,1 0 0 0 0,-1 0 1 0 0,0-1-1 0 0,1 1 0 0 0,-1 0 0 0 0,0 0 0 0 0,1 2 0 0 0,1 7-6 0 0,-1 0 1 0 0,1-1-1 0 0,-1 20 1 0 0,0-14 7 0 0,0-5 8 0 0,1 1 1 0 0,1 0 0 0 0,0-1 0 0 0,8 19 0 0 0,-5-15 13 0 0,-2-1 0 0 0,5 18 0 0 0,-5-4 59 0 0,1 28-1 0 0,-3-33-1227 0 0,0-1 0 0 0,9 40 0 0 0,-11-61 1000 0 0,0 2-150 0 0,1 0 0 0 0,-1-1 0 0 0,1 1 0 0 0,-1-1 0 0 0,1 1 0 0 0,0 0 0 0 0,-1-1 0 0 0,1 1 0 0 0,0-1 0 0 0,0 0 0 0 0,0 1 0 0 0,0-1 0 0 0,0 0 0 0 0,0 1 0 0 0,1-1 0 0 0,-1 0 0 0 0,2 1-1 0 0,12 1-2734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118 197 10298 0 0,'0'-8'2675'0'0,"0"-7"2529"0"0,-11 71-4769 0 0,-2 0 1 0 0,-32 88-1 0 0,-1-1 372 0 0,43-126-295 0 0,3-11 78 0 0,4-11-81 0 0,32-83-399 0 0,29-106 0 0 0,25-64-58 0 0,-88 251-39 0 0,12-22-67 0 0,-14 28 48 0 0,1 0 1 0 0,-1 0-1 0 0,1 0 0 0 0,-1 1 0 0 0,1-1 0 0 0,-1 0 0 0 0,1 0 1 0 0,-1 1-1 0 0,1-1 0 0 0,0 0 0 0 0,-1 1 0 0 0,1-1 0 0 0,0 0 1 0 0,0 1-1 0 0,-1-1 0 0 0,1 1 0 0 0,0-1 0 0 0,0 1 1 0 0,0 0-1 0 0,0-1 0 0 0,-1 1 0 0 0,1 0 0 0 0,0 0 0 0 0,0-1 1 0 0,2 1-1 0 0,-2 1-1 0 0,0-1 0 0 0,0 1 0 0 0,0 0 1 0 0,0-1-1 0 0,0 1 0 0 0,0 0 1 0 0,0 0-1 0 0,0 0 0 0 0,-1 0 0 0 0,1-1 1 0 0,0 1-1 0 0,0 0 0 0 0,-1 1 0 0 0,1-1 1 0 0,-1 0-1 0 0,2 2 0 0 0,7 21 32 0 0,-7-18-33 0 0,13 45 12 0 0,-3 0-1 0 0,7 56 1 0 0,1 10 71 0 0,1-33 2 0 0,-9-43 91 0 0,9 70 0 0 0,-21-110-234 0 0,0 0 0 0 0,0-1 0 0 0,0 1 0 0 0,0 0 1 0 0,1 0-1 0 0,-1 0 0 0 0,0-1 0 0 0,0 1 0 0 0,-1 0 0 0 0,1 0 0 0 0,0-1 0 0 0,0 1 0 0 0,0 0 0 0 0,0 0 1 0 0,-1 0-1 0 0,1-1 0 0 0,0 1 0 0 0,-1 0 0 0 0,1-1 0 0 0,0 1 0 0 0,-1 0 0 0 0,1-1 0 0 0,-1 1 0 0 0,1 0 1 0 0,-1-1-1 0 0,0 1 0 0 0,1-1 0 0 0,-1 1 0 0 0,0-1 0 0 0,1 1 0 0 0,-1-1 0 0 0,-1 1 0 0 0,-1-1-117 0 0,1 1 0 0 0,-1-1 0 0 0,0 0 0 0 0,1 0 0 0 0,-1 0 0 0 0,0-1 0 0 0,1 1 0 0 0,-5-1 0 0 0,0-1 75 0 0,0 0 0 0 0,0-1 0 0 0,1 0 0 0 0,-1 0 0 0 0,1 0 0 0 0,-1-1 1 0 0,1 1-1 0 0,0-2 0 0 0,0 1 0 0 0,1-1 0 0 0,-1 0 0 0 0,-4-5 0 0 0,-1-3 87 0 0,1 0 0 0 0,0 0 1 0 0,0-1-1 0 0,-8-18 0 0 0,14 24 196 0 0,0 0 1 0 0,1 1-1 0 0,-4-16 0 0 0,7 23-150 0 0,1-1 0 0 0,-1 1 0 0 0,0-1 0 0 0,1 1 0 0 0,-1 0 0 0 0,0-1-1 0 0,1 1 1 0 0,-1-1 0 0 0,1 1 0 0 0,-1 0 0 0 0,0 0 0 0 0,1-1 0 0 0,-1 1-1 0 0,1 0 1 0 0,-1 0 0 0 0,1-1 0 0 0,-1 1 0 0 0,1 0 0 0 0,-1 0 0 0 0,1 0-1 0 0,-1 0 1 0 0,1 0 0 0 0,-1 0 0 0 0,1 0 0 0 0,1 0 0 0 0,16-1 91 0 0,-15 1-57 0 0,200 0 1160 0 0,-83 1-3921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464 59 3897 0 0,'0'-6'5281'0'0,"-1"-10"-3825"0"0,-5-5 1504 0 0,6 20-2873 0 0,0 0-1 0 0,-1 0 0 0 0,1 0 1 0 0,0 1-1 0 0,0-1 0 0 0,-1 0 1 0 0,1 0-1 0 0,-1 1 1 0 0,1-1-1 0 0,-1 0 0 0 0,1 1 1 0 0,-1-1-1 0 0,1 0 0 0 0,-1 1 1 0 0,1-1-1 0 0,-1 1 0 0 0,0-1 1 0 0,1 1-1 0 0,-1-1 1 0 0,0 1-1 0 0,1 0 0 0 0,-2-1 1 0 0,1 9 518 0 0,4 47-261 0 0,21 109-1 0 0,-6-61-215 0 0,-2 48 189 0 0,-4 195-1 0 0,-4-127 517 0 0,-2-116-534 0 0,-11 165 0 0 0,0-231-109 0 0,3 0-1 0 0,0-1 1 0 0,3 1-1 0 0,8 66 0 0 0,-6-70 4 0 0,-3-29-135 0 0,0 1 0 0 0,0 0 0 0 0,0-1 0 0 0,1 1-1 0 0,-1-1 1 0 0,1 1 0 0 0,1-1 0 0 0,2 8 0 0 0,-2 13 227 0 0,-2-25-274 0 0,4 17 170 0 0,-4-17-197 0 0,0 2-10 0 0,0-1 16 0 0,0-1 18 0 0,0 0-7 0 0,0 1-1 0 0,1-1 1 0 0,-1 0-1 0 0,0 0 1 0 0,0 1 0 0 0,0-1-1 0 0,0 0 1 0 0,0 0-1 0 0,0 1 1 0 0,0-1-1 0 0,1 0 1 0 0,-1 0 0 0 0,0 1-1 0 0,0-1 1 0 0,0 0-1 0 0,1 0 1 0 0,-1 0-1 0 0,0 1 1 0 0,0-1 0 0 0,0 0-1 0 0,1 0 1 0 0,-1 0-1 0 0,0 0 1 0 0,0 0-1 0 0,1 0 1 0 0,-1 1-1 0 0,0-1 1 0 0,1 0 0 0 0,-1 0-1 0 0,0 0 1 0 0,0 0-1 0 0,1 0 1 0 0,-1 0-1 0 0,0 0 1 0 0,1 0 0 0 0,-1 0-1 0 0,0 0 1 0 0,0 0-1 0 0,1 0 1 0 0,-1-1-1 0 0,0 1 1 0 0,0 0 0 0 0,1 0-1 0 0,3 0 15 0 0,-4 0-5 0 0,-4 0 406 0 0,-395 8-39 0 0,387-8-368 0 0,0 1 0 0 0,0 0 0 0 0,0 1 0 0 0,0 0 0 0 0,1 1 0 0 0,-1 1 0 0 0,1 0 0 0 0,0 0-1 0 0,-15 8 1 0 0,19-7-616 0 0,-4 2 2038 0 0,5-7-4885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47 194 5945 0 0,'-1'-17'886'0'0,"0"0"0"0"0,-2 0 0 0 0,-4-18 0 0 0,-2-8 1254 0 0,7 29-1407 0 0,-1-16 1166 0 0,3 28-1763 0 0,0 1 0 0 0,-1 0 0 0 0,1 0 0 0 0,0-1-1 0 0,-1 1 1 0 0,1 0 0 0 0,-1 0 0 0 0,1 0 0 0 0,-1 0 0 0 0,1 0-1 0 0,-1-1 1 0 0,0 1 0 0 0,1 0 0 0 0,-1 0 0 0 0,0 0-1 0 0,-2-1 1 0 0,3 2-117 0 0,0 0 0 0 0,-1 1 1 0 0,1-1-1 0 0,0 0 0 0 0,-1 0 0 0 0,1 0 0 0 0,0 0 0 0 0,-1 0 0 0 0,1 1 0 0 0,0-1 0 0 0,0 0 1 0 0,-1 0-1 0 0,1 1 0 0 0,0-1 0 0 0,-1 0 0 0 0,1 0 0 0 0,0 1 0 0 0,0-1 0 0 0,0 0 0 0 0,-1 1 1 0 0,1-1-1 0 0,0 0 0 0 0,0 1 0 0 0,0-1 0 0 0,0 0 0 0 0,0 1 0 0 0,0-1 0 0 0,0 0 0 0 0,-1 1 1 0 0,1-1-1 0 0,0 1 0 0 0,0-1 0 0 0,0 0 0 0 0,1 1 0 0 0,-1 0 0 0 0,-2 17-26 0 0,2-16 56 0 0,-1 35 42 0 0,1 0 0 0 0,3 0 0 0 0,1 0 0 0 0,13 56 0 0 0,-8-51-46 0 0,51 361 294 0 0,-55-349-318 0 0,13 196 203 0 0,3 56 633 0 0,-20-296-746 0 0,-1 0 0 0 0,0 1 0 0 0,0-1 0 0 0,-1 0 0 0 0,-3 16 0 0 0,4-23-916 0 0,5-10-567 0 0,9-20-2747 0 0,-5 10 131 0 0,-5 9 1519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2 7314 0 0,'-12'0'2595'0'0,"9"0"-2311"0"0,1-1 0 0 0,0 1-1 0 0,0 0 1 0 0,-1 0 0 0 0,1 0 0 0 0,0 0 0 0 0,0 0 0 0 0,-1 1-1 0 0,1-1 1 0 0,0 1 0 0 0,0-1 0 0 0,0 1 0 0 0,0 0 0 0 0,0 0 0 0 0,0 0-1 0 0,0 0 1 0 0,0 0 0 0 0,-2 2 0 0 0,4-3-228 0 0,0 0 0 0 0,0 0 0 0 0,0 0 0 0 0,0 0 0 0 0,0 0 0 0 0,0 1 0 0 0,0-1 0 0 0,0 0 0 0 0,0 0 0 0 0,0 0 0 0 0,0 0 0 0 0,0 0 0 0 0,0 0 1 0 0,0 1-1 0 0,0-1 0 0 0,0 0 0 0 0,0 0 0 0 0,0 0 0 0 0,0 0 0 0 0,0 0 0 0 0,0 0 0 0 0,0 0 0 0 0,1 1 0 0 0,-1-1 0 0 0,0 0 0 0 0,0 0 0 0 0,0 0 0 0 0,0 0 0 0 0,0 0 0 0 0,0 0 0 0 0,0 0 0 0 0,1 0 0 0 0,-1 0 0 0 0,0 0 0 0 0,0 0 0 0 0,0 0 1 0 0,0 0-1 0 0,0 0 0 0 0,0 0 0 0 0,1 0 0 0 0,-1 0 0 0 0,0 0 0 0 0,0 0 0 0 0,0 0 0 0 0,0 0 0 0 0,0 0 0 0 0,0 0 0 0 0,1 0 0 0 0,-1 0 0 0 0,0 0 0 0 0,0 0 0 0 0,0 0 0 0 0,17 1 613 0 0,19-2-579 0 0,-11-1 63 0 0,27-3 45 0 0,1 3 1 0 0,-1 2-1 0 0,94 12 1 0 0,-105-9 645 0 0,-24-3-3915 0 0,-8 0-1190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8514 0 0,'0'0'368'0'0,"-7"0"4536"0"0,-17 0-1661 0 0,24 0-3225 0 0,0 0 1 0 0,0 0-1 0 0,0 0 1 0 0,0 0-1 0 0,-1 0 1 0 0,1 0-1 0 0,0 0 1 0 0,0 0-1 0 0,0 0 1 0 0,0 0-1 0 0,0 0 1 0 0,0 0-1 0 0,0 0 1 0 0,-1 0-1 0 0,1 0 1 0 0,0 0-1 0 0,0 0 1 0 0,0 0-1 0 0,0 0 1 0 0,0 0-1 0 0,0 0 1 0 0,0 0-1 0 0,0 1 1 0 0,0-1-1 0 0,0 0 1 0 0,-1 0-1 0 0,1 0 0 0 0,0 0 1 0 0,0 0-1 0 0,0 0 1 0 0,0 0-1 0 0,0 0 1 0 0,0 0-1 0 0,0 1 1 0 0,0-1-1 0 0,0 0 1 0 0,0 0-1 0 0,0 0 1 0 0,0 0-1 0 0,0 0 1 0 0,0 0-1 0 0,0 0 1 0 0,0 0-1 0 0,0 1 1 0 0,0-1-1 0 0,0 0 1 0 0,0 0-1 0 0,0 0 1 0 0,0 0-1 0 0,0 0 1 0 0,0 0-1 0 0,0 0 1 0 0,0 0-1 0 0,0 1 0 0 0,0-1 1 0 0,1 0-1 0 0,-1 0 1 0 0,0 0-1 0 0,0 0 1 0 0,0 0-1 0 0,0 0 1 0 0,0 0-1 0 0,0 0 1 0 0,9 10 302 0 0,13 8-278 0 0,8 3-14 0 0,-20-13 18 0 0,0 0 0 0 0,0-1 0 0 0,1-1 0 0 0,0 0 1 0 0,0 0-1 0 0,19 6 0 0 0,-29-12-16 0 0,-1 0 1 0 0,1 0-1 0 0,0 0 1 0 0,0 0-1 0 0,-1 0 1 0 0,1 0 0 0 0,0 1-1 0 0,0-1 1 0 0,-1 0-1 0 0,1 1 1 0 0,0-1-1 0 0,-1 0 1 0 0,1 1-1 0 0,0-1 1 0 0,-1 1 0 0 0,1-1-1 0 0,-1 1 1 0 0,1-1-1 0 0,0 1 1 0 0,-1-1-1 0 0,1 1 1 0 0,-1 0-1 0 0,0-1 1 0 0,1 1 0 0 0,-1 0-1 0 0,0-1 1 0 0,1 1-1 0 0,-1 0 1 0 0,0-1-1 0 0,0 1 1 0 0,1 0-1 0 0,-1 0 1 0 0,0-1 0 0 0,0 1-1 0 0,0 0 1 0 0,0 0-1 0 0,0-1 1 0 0,0 1-1 0 0,0 0 1 0 0,0 0-1 0 0,0-1 1 0 0,-1 1 0 0 0,1 0-1 0 0,0 0 1 0 0,0-1-1 0 0,-1 1 1 0 0,0 1-1 0 0,0 1-4 0 0,-1-1 0 0 0,0 1-1 0 0,0 0 1 0 0,0-1 0 0 0,0 1 0 0 0,-1-1-1 0 0,1 0 1 0 0,-1 0 0 0 0,-3 3-1 0 0,-35 14 36 0 0,34-16-205 0 0,1-1-1 0 0,-1 1 1 0 0,1 0 0 0 0,0 1-1 0 0,0 0 1 0 0,0 0-1 0 0,0 0 1 0 0,0 0 0 0 0,-7 9-1 0 0,4-1-5745 0 0,8-9 3260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5 9186 0 0,'-34'-1'4298'0'0,"21"3"-3905"0"0,22 4-45 0 0,21 3 135 0 0,-5-7-125 0 0,-1 0-1 0 0,1-1 0 0 0,26-3 1 0 0,-34 2-207 0 0,-4-1 118 0 0,0 0 0 0 0,-1-1 0 0 0,1 0 1 0 0,0-1-1 0 0,0 0 0 0 0,19-8 0 0 0,-32 11-236 0 0,0 0-1 0 0,0 0 1 0 0,0 0 0 0 0,0-1-1 0 0,0 1 1 0 0,1 0-1 0 0,-1 0 1 0 0,0 0-1 0 0,0 0 1 0 0,0 0-1 0 0,0 0 1 0 0,0 0 0 0 0,0 0-1 0 0,0 0 1 0 0,1 0-1 0 0,-1 0 1 0 0,0 0-1 0 0,0 0 1 0 0,0 0 0 0 0,0 0-1 0 0,0 0 1 0 0,0 0-1 0 0,0 0 1 0 0,1 0-1 0 0,-1 0 1 0 0,0 1 0 0 0,0-1-1 0 0,0 0 1 0 0,0 0-1 0 0,0 0 1 0 0,0 0-1 0 0,0 0 1 0 0,0 0 0 0 0,1 0-1 0 0,-1 0 1 0 0,0 0-1 0 0,0 0 1 0 0,0 0-1 0 0,0 1 1 0 0,0-1 0 0 0,0 0-1 0 0,0 0 1 0 0,0 0-1 0 0,0 0 1 0 0,0 0-1 0 0,0 0 1 0 0,0 0 0 0 0,0 1-1 0 0,0 9 590 0 0,-7 23-757 0 0,2-15 301 0 0,-3 53 68 0 0,0 98 1 0 0,7-118-202 0 0,-1 38 172 0 0,-24 137-1 0 0,10-99 97 0 0,-1 135 0 0 0,12-149-117 0 0,3 44 89 0 0,2-31 8 0 0,-7 145-40 0 0,-1-214-6885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35 169 3721 0 0,'-7'-22'3869'0'0,"2"7"-3372"0"0,0-12 1881 0 0,-1-45 0 0 0,6 40 3366 0 0,-10 456-4192 0 0,10-381-1093 0 0,-1-21-1316 0 0,1 0-4120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0 334 5401 0 0,'0'0'8845'0'0,"15"11"-6313"0"0,22-6-1886 0 0,1-2-1 0 0,58-2 0 0 0,76-13-156 0 0,37-2-416 0 0,31 14 2321 0 0,-240 0-2388 0 0,1 0 0 0 0,-1-1-1 0 0,0 1 1 0 0,1 0 0 0 0,-1 0 0 0 0,0-1-1 0 0,1 1 1 0 0,-1 0 0 0 0,0 0 0 0 0,0-1 0 0 0,1 1-1 0 0,-1-1 1 0 0,0 1 0 0 0,0 0 0 0 0,0-1 0 0 0,1 1-1 0 0,-1 0 1 0 0,0-1 0 0 0,0 1 0 0 0,0-1-1 0 0,0 1 1 0 0,0 0 0 0 0,0-1 0 0 0,0 1 0 0 0,0-1-1 0 0,0 1 1 0 0,0 0 0 0 0,0-1 0 0 0,0-17 7 0 0,0 14 2 0 0,0-22-5 0 0,-1-41-37 0 0,15-121 0 0 0,-14 187 21 0 0,0 1 1 0 0,0-1-1 0 0,0 0 0 0 0,0 0 0 0 0,1 0 1 0 0,-1 1-1 0 0,0-1 0 0 0,0 0 0 0 0,1 0 1 0 0,-1 1-1 0 0,0-1 0 0 0,1 0 1 0 0,-1 1-1 0 0,1-1 0 0 0,-1 0 0 0 0,1 1 1 0 0,-1-1-1 0 0,2 0 0 0 0,-2 1 4 0 0,0 0 0 0 0,1 0-1 0 0,-1 0 1 0 0,1 0 0 0 0,-1 0-1 0 0,0 0 1 0 0,1 0 0 0 0,-1 0 0 0 0,1 0-1 0 0,-1 0 1 0 0,0 1 0 0 0,1-1-1 0 0,-1 0 1 0 0,0 0 0 0 0,1 0 0 0 0,-1 1-1 0 0,0-1 1 0 0,1 0 0 0 0,-1 0-1 0 0,0 1 1 0 0,1-1 0 0 0,-1 0-1 0 0,0 0 1 0 0,0 1 0 0 0,1 0 0 0 0,15 28-28 0 0,-14-25 31 0 0,60 155 0 0 0,-2-3 26 0 0,9-27 195 0 0,-68-127-200 0 0,-1-1-1 0 0,1 0 0 0 0,0 0 0 0 0,-1 0 0 0 0,1 0 1 0 0,0 0-1 0 0,0 0 0 0 0,0 0 0 0 0,0 0 0 0 0,0 0 1 0 0,0 0-1 0 0,0 0 0 0 0,1-1 0 0 0,-1 1 0 0 0,0 0 1 0 0,0-1-1 0 0,1 1 0 0 0,-1-1 0 0 0,0 0 0 0 0,0 1 1 0 0,1-1-1 0 0,-1 0 0 0 0,1 0 0 0 0,-1 1 0 0 0,0-1 1 0 0,1 0-1 0 0,-1-1 0 0 0,0 1 0 0 0,1 0 0 0 0,-1 0 1 0 0,0 0-1 0 0,1-1 0 0 0,-1 1 0 0 0,0-1 0 0 0,1 1 1 0 0,1-2-1 0 0,-1 1-14 0 0,1-1 0 0 0,-1 0 0 0 0,1 0 0 0 0,-1 0 0 0 0,0 0 0 0 0,0 0 0 0 0,1 0 0 0 0,-2 0 0 0 0,1-1 0 0 0,0 1 0 0 0,0-1 0 0 0,-1 1 0 0 0,1-1 0 0 0,-1 0 0 0 0,2-4 0 0 0,16-66 10 0 0,-6 23-2 0 0,19-49-1 0 0,-32 98-16 0 0,1 0-1 0 0,0-1 0 0 0,-1 1 1 0 0,1 0-1 0 0,0 0 1 0 0,0 1-1 0 0,0-1 0 0 0,0 0 1 0 0,0 0-1 0 0,0 0 0 0 0,0 0 1 0 0,0 1-1 0 0,0-1 1 0 0,0 1-1 0 0,0-1 0 0 0,0 1 1 0 0,0-1-1 0 0,0 1 1 0 0,1-1-1 0 0,-1 1 0 0 0,0 0 1 0 0,0 0-1 0 0,1 0 0 0 0,-1 0 1 0 0,0 0-1 0 0,0 0 1 0 0,1 0-1 0 0,-1 0 0 0 0,0 0 1 0 0,0 0-1 0 0,3 1 1 0 0,-3 0-2 0 0,1-1 0 0 0,0 0 0 0 0,0 1 1 0 0,-1 0-1 0 0,1-1 0 0 0,0 1 1 0 0,0 0-1 0 0,-1 0 0 0 0,1 0 1 0 0,-1 0-1 0 0,1 0 0 0 0,-1 0 0 0 0,0 1 1 0 0,1-1-1 0 0,-1 0 0 0 0,0 1 1 0 0,0-1-1 0 0,0 1 0 0 0,0-1 1 0 0,1 3-1 0 0,4 17 33 0 0,1 0 0 0 0,1 0 0 0 0,17 32 0 0 0,-23-50-27 0 0,-1-1 14 0 0,0 0 1 0 0,0-1-1 0 0,0 1 0 0 0,0 0 1 0 0,0-1-1 0 0,0 1 0 0 0,1-1 0 0 0,-1 0 1 0 0,0 1-1 0 0,1-1 0 0 0,1 1 1 0 0,-2-1-9 0 0,0-1-1 0 0,1 0 1 0 0,-1 0 0 0 0,0 0 0 0 0,0 0 0 0 0,0-1 0 0 0,0 1 0 0 0,1 0 0 0 0,-1 0 0 0 0,0-1 0 0 0,0 1 0 0 0,0-1 0 0 0,0 1-1 0 0,0-1 1 0 0,0 1 0 0 0,0-1 0 0 0,0 0 0 0 0,0 1 0 0 0,0-1 0 0 0,1-1 0 0 0,60-47-47 0 0,-47 40 29 0 0,1 1 0 0 0,-1 1-1 0 0,1 0 1 0 0,1 1 0 0 0,-1 1 0 0 0,1 1-1 0 0,0 0 1 0 0,0 1 0 0 0,23-1 0 0 0,-31 3 10 0 0,0-1 0 0 0,0-1 1 0 0,0 1-1 0 0,0-1 0 0 0,11-6 1 0 0,-9 4-3 0 0,0 1 1 0 0,0 0-1 0 0,14-2 1 0 0,29-1 0 0 0,1 2 0 0 0,99 5 0 0 0,-63 2 1 0 0,20-1 8 0 0,116-2 37 0 0,-157-7 53 0 0,-36 0-1348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93 8354 0 0,'0'-2'257'0'0,"0"0"1"0"0,0-1-1 0 0,1 1 1 0 0,-1 0-1 0 0,1 0 1 0 0,-1 0-1 0 0,1 0 1 0 0,0 0-1 0 0,0 0 1 0 0,0 0-1 0 0,0 0 1 0 0,0 0-1 0 0,0 1 1 0 0,0-1-1 0 0,1 0 1 0 0,-1 1-1 0 0,1-1 1 0 0,-1 1-1 0 0,1-1 1 0 0,0 1-1 0 0,-1 0 1 0 0,5-3-1 0 0,3 0-118 0 0,1-1 0 0 0,0 1 0 0 0,17-4 0 0 0,16-8 198 0 0,-39 14-331 0 0,-1 0 1 0 0,0 1 0 0 0,0-1 0 0 0,1 1 0 0 0,-1 0 0 0 0,0 0 0 0 0,1 1 0 0 0,-1-1-1 0 0,5 0 1 0 0,-6 1 4 0 0,-1 0-1 0 0,0 0 1 0 0,0 0 0 0 0,0 0-1 0 0,0 1 1 0 0,0-1-1 0 0,0 0 1 0 0,0 0-1 0 0,0 1 1 0 0,0-1 0 0 0,0 1-1 0 0,0-1 1 0 0,0 1-1 0 0,0-1 1 0 0,0 1-1 0 0,0 0 1 0 0,0-1 0 0 0,0 1-1 0 0,0 0 1 0 0,-1 0-1 0 0,1-1 1 0 0,0 1-1 0 0,-1 0 1 0 0,1 0 0 0 0,0 0-1 0 0,-1 0 1 0 0,1 0-1 0 0,-1 0 1 0 0,0 0-1 0 0,1 0 1 0 0,-1 0 0 0 0,0 0-1 0 0,1 0 1 0 0,-1 2-1 0 0,13 40 339 0 0,-10-37-273 0 0,0 1 0 0 0,-1 0 0 0 0,0-1-1 0 0,0 1 1 0 0,-1 0 0 0 0,0 0 0 0 0,0 0-1 0 0,0 10 1 0 0,-2-10 48 0 0,0 1-1 0 0,-1-1 0 0 0,0 1 0 0 0,0-1 1 0 0,-1 0-1 0 0,-6 12 0 0 0,-2 8 237 0 0,7-20-250 0 0,0 0-1 0 0,0-1 1 0 0,0 0 0 0 0,-1 0-1 0 0,0 0 1 0 0,0 0-1 0 0,0-1 1 0 0,-1 0 0 0 0,0 0-1 0 0,0-1 1 0 0,0 1 0 0 0,-10 4-1 0 0,4-1 182 0 0,0 0-1 0 0,-14 14 1 0 0,20-16-120 0 0,0 0 0 0 0,-1-1 0 0 0,0 0 0 0 0,0 0 1 0 0,-13 6-1 0 0,3-2 139 0 0,16-8-286 0 0,0-1-1 0 0,0 1 1 0 0,1-1-1 0 0,-1 1 1 0 0,0 0-1 0 0,0 0 1 0 0,1 0-1 0 0,-1-1 1 0 0,0 1-1 0 0,1 0 1 0 0,-1 0-1 0 0,1 0 0 0 0,-1 0 1 0 0,1 0-1 0 0,0 0 1 0 0,-1 0-1 0 0,1 0 1 0 0,0 0-1 0 0,0 0 1 0 0,0 0-1 0 0,-1 0 1 0 0,1 0-1 0 0,0 0 1 0 0,0 0-1 0 0,1 0 1 0 0,-1 0-1 0 0,0 0 1 0 0,0 0-1 0 0,0 0 1 0 0,1 0-1 0 0,-1 0 1 0 0,0 0-1 0 0,1 0 1 0 0,-1 0-1 0 0,1 0 0 0 0,-1 0 1 0 0,1 0-1 0 0,0 0 1 0 0,-1-1-1 0 0,1 1 1 0 0,0 0-1 0 0,1 1 1 0 0,10 3-17 0 0,0 0 0 0 0,0 0 0 0 0,0-1 0 0 0,0-1 0 0 0,1 0 0 0 0,0-1 0 0 0,-1 0 0 0 0,1-1 1 0 0,0 0-1 0 0,0-1 0 0 0,0 0 0 0 0,24-5 0 0 0,-17 1-890 0 0,0 0-1 0 0,35-14 1 0 0,-32 8-2956 0 0,42-23 0 0 0,-38 16-268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10 9314 0 0,'-10'0'1769'0'0,"-29"0"2198"0"0,32 0-3784 0 0,-1 1 1 0 0,1 0 0 0 0,-1 0 0 0 0,1 1 0 0 0,-1-1-1 0 0,1 1 1 0 0,0 1 0 0 0,0 0 0 0 0,-12 6 0 0 0,14-6-139 0 0,1-1 0 0 0,0 1 1 0 0,0 0-1 0 0,0 0 0 0 0,0 1 1 0 0,0-1-1 0 0,1 1 0 0 0,0 0 1 0 0,-1 0-1 0 0,1 0 0 0 0,-4 7 1 0 0,3-3-2 0 0,-3 2 30 0 0,2-1-1 0 0,-1 2 0 0 0,1-1 0 0 0,1 0 1 0 0,-5 18-1 0 0,6-19-1 0 0,0 1 1 0 0,0-1-1 0 0,-5 10 1 0 0,4-11-4 0 0,1 0 0 0 0,0 0 0 0 0,0 0 0 0 0,-3 17 0 0 0,5-18-16 0 0,1-1 0 0 0,0 1 0 0 0,0 0 1 0 0,0-1-1 0 0,1 1 0 0 0,1 8 0 0 0,-2-13-29 0 0,1-1 0 0 0,-1 1 0 0 0,1 0 0 0 0,-1 0 0 0 0,1-1 0 0 0,0 1-1 0 0,0 0 1 0 0,0-1 0 0 0,0 1 0 0 0,0-1 0 0 0,0 1 0 0 0,0-1 0 0 0,0 1 0 0 0,0-1 0 0 0,1 0-1 0 0,-1 0 1 0 0,1 0 0 0 0,-1 0 0 0 0,1 0 0 0 0,-1 0 0 0 0,1 0 0 0 0,0 0 0 0 0,-1 0 0 0 0,1-1-1 0 0,0 1 1 0 0,2 0 0 0 0,2 0 54 0 0,1 1 1 0 0,0 0-1 0 0,-1 1 0 0 0,8 3 1 0 0,-10-4-23 0 0,1 0 0 0 0,-1 0 0 0 0,1 0 1 0 0,0 0-1 0 0,0-1 0 0 0,0 0 0 0 0,0 0 0 0 0,0 0 1 0 0,8 0-1 0 0,-6-2 13 0 0,-1 1 1 0 0,1-1 0 0 0,0 0-1 0 0,-1 0 1 0 0,1-1 0 0 0,-1 0-1 0 0,0 0 1 0 0,0-1 0 0 0,1 0-1 0 0,-2 0 1 0 0,1 0 0 0 0,0-1-1 0 0,10-8 1 0 0,-10 6-19 0 0,0 0-1 0 0,-1 0 1 0 0,1-1 0 0 0,-1 0-1 0 0,-1 0 1 0 0,1 0-1 0 0,-1-1 1 0 0,0 1 0 0 0,-1-1-1 0 0,4-11 1 0 0,7-19 95 0 0,-9 27-78 0 0,-1-1 1 0 0,0 1-1 0 0,3-16 1 0 0,-6 22-60 0 0,-1 1 1 0 0,1-1 0 0 0,-1 1 0 0 0,0-1 0 0 0,-1 1 0 0 0,1-1 0 0 0,-1 1 0 0 0,0-1 0 0 0,0 1-1 0 0,0 0 1 0 0,-1-1 0 0 0,-3-6 0 0 0,3 7-10 0 0,0 0 0 0 0,0 0 0 0 0,-1 0 0 0 0,1 1 0 0 0,-1-1 0 0 0,0 1 0 0 0,0 0 0 0 0,0 0 0 0 0,0 0 0 0 0,-1 0 0 0 0,1 0 0 0 0,-1 1 0 0 0,0-1 0 0 0,1 1 0 0 0,-1 0 0 0 0,0 0 0 0 0,0 1 0 0 0,-1-1 0 0 0,1 1 0 0 0,0 0 0 0 0,-7-1 0 0 0,-4-2-21 0 0,2 1-66 0 0,0 0 0 0 0,1-1 1 0 0,-14-7-1 0 0,20 9-105 0 0,0-1-1 0 0,-1 1 1 0 0,0 0-1 0 0,1 0 1 0 0,-1 1-1 0 0,0 0 1 0 0,-13-1 0 0 0,-11 2-5501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85 11498 0 0,'0'-2'183'0'0,"-1"0"0"0"0,1 0 0 0 0,-1 0 0 0 0,1 1 0 0 0,-1-1 0 0 0,0 0 0 0 0,0 1 0 0 0,0-1 0 0 0,0 0 0 0 0,-1-1 0 0 0,-4-7 505 0 0,1-3 392 0 0,4 9-773 0 0,-1 1 0 0 0,1-1-1 0 0,0 1 1 0 0,-1-1-1 0 0,0 1 1 0 0,0-1 0 0 0,0 1-1 0 0,0 0 1 0 0,0 0-1 0 0,-4-4 1 0 0,6 7-296 0 0,-1 0 0 0 0,1 0 0 0 0,0 1 0 0 0,0-1 0 0 0,-1 0 0 0 0,1 0-1 0 0,0 0 1 0 0,-1 0 0 0 0,1 0 0 0 0,0 0 0 0 0,0 1 0 0 0,-1-1 0 0 0,1 0 0 0 0,0 0 0 0 0,0 0 0 0 0,0 1 0 0 0,-1-1 0 0 0,1 0 0 0 0,0 0-1 0 0,0 0 1 0 0,0 1 0 0 0,0-1 0 0 0,0 0 0 0 0,-1 1 0 0 0,1-1 0 0 0,0 0 0 0 0,0 0 0 0 0,0 1 0 0 0,0-1 0 0 0,0 0 0 0 0,0 0 0 0 0,0 1-1 0 0,0-1 1 0 0,0 0 0 0 0,0 1 0 0 0,0-1 0 0 0,0 0 0 0 0,0 1 0 0 0,0-1 0 0 0,0 0 0 0 0,1 1 0 0 0,-9 70 630 0 0,1 120 0 0 0,-1 28 64 0 0,-2-140-674 0 0,-3 30 234 0 0,10-37-4543 0 0,5-67 346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146 228 12475 0 0,'-25'-1'2078'0'0,"18"0"-1762"0"0,0 0 0 0 0,0 1-1 0 0,1 1 1 0 0,-1-1 0 0 0,-11 3-1 0 0,16-3-306 0 0,0 1 0 0 0,0 0-1 0 0,0 0 1 0 0,0 0-1 0 0,0 0 1 0 0,0 0 0 0 0,0 0-1 0 0,0 1 1 0 0,0-1-1 0 0,1 1 1 0 0,-1-1 0 0 0,1 1-1 0 0,-1 0 1 0 0,1-1 0 0 0,0 1-1 0 0,-1 0 1 0 0,1 0-1 0 0,0 0 1 0 0,0 0 0 0 0,0 0-1 0 0,-1 4 1 0 0,-3 20 15 0 0,4-21-21 0 0,1-1 0 0 0,-1 1 0 0 0,-1-1 0 0 0,1 1 0 0 0,0-1 0 0 0,-4 8 0 0 0,2-7-16 0 0,0 1 0 0 0,1 0 0 0 0,0 0 0 0 0,-3 12 0 0 0,5-16 8 0 0,-1 0-1 0 0,1 0 0 0 0,0 0 0 0 0,0 0 0 0 0,0 1 0 0 0,0-1 1 0 0,0 0-1 0 0,1 4 0 0 0,0-6 4 0 0,-1 1 0 0 0,0 0-1 0 0,0 0 1 0 0,1-1 0 0 0,-1 1 0 0 0,1 0 0 0 0,-1-1-1 0 0,0 1 1 0 0,1-1 0 0 0,-1 1 0 0 0,1-1 0 0 0,0 1 0 0 0,-1-1-1 0 0,1 1 1 0 0,-1-1 0 0 0,1 1 0 0 0,0-1 0 0 0,-1 0-1 0 0,1 1 1 0 0,0-1 0 0 0,-1 0 0 0 0,1 0 0 0 0,0 1-1 0 0,1-1 1 0 0,35 12-25 0 0,-31-9 25 0 0,0 0 0 0 0,1-1 0 0 0,-1 0 0 0 0,1 0 0 0 0,-1-1 0 0 0,10 1 0 0 0,1-1 5 0 0,-1-2 0 0 0,0 0 0 0 0,1-1 0 0 0,-1 0 0 0 0,0-2 0 0 0,0 1 0 0 0,0-2 0 0 0,-1 0 0 0 0,27-14 1 0 0,-19 9 10 0 0,-19 9-8 0 0,1-1 0 0 0,-1 0 1 0 0,0 0-1 0 0,0 0 0 0 0,0 0 1 0 0,-1 0-1 0 0,1-1 0 0 0,0 0 1 0 0,-1 0-1 0 0,4-4 1 0 0,83-111 746 0 0,-81 105-547 0 0,-1-1 0 0 0,-1 0-1 0 0,0-1 1 0 0,-1 0 0 0 0,0 0 0 0 0,-2 0 0 0 0,5-20 0 0 0,3 4 512 0 0,-10 29-608 0 0,-1-1 0 0 0,1 0 0 0 0,-1 1 0 0 0,0-1 0 0 0,0 0 0 0 0,0 1 0 0 0,0-1 0 0 0,0 0 0 0 0,-1 0 0 0 0,0 0 0 0 0,1 0 0 0 0,-1 0 0 0 0,0 0 0 0 0,0 0 0 0 0,-1-3 0 0 0,1 5-96 0 0,-1 0 0 0 0,0-1-1 0 0,0 1 1 0 0,0 0 0 0 0,0 0 0 0 0,0 0 0 0 0,0 0 0 0 0,0 0 0 0 0,0 0-1 0 0,0 0 1 0 0,0 1 0 0 0,0-1 0 0 0,0 0 0 0 0,-1 1 0 0 0,1-1 0 0 0,0 1-1 0 0,-1-1 1 0 0,1 1 0 0 0,0-1 0 0 0,-1 1 0 0 0,1 0 0 0 0,-3 0-1 0 0,0-1-7 0 0,-1 0 0 0 0,1 1 0 0 0,-1 0 0 0 0,0 0 0 0 0,-7 1-1 0 0,7 1-2 0 0,-1 0 0 0 0,1 0 0 0 0,0 1-1 0 0,-1 0 1 0 0,1 0 0 0 0,0 0 0 0 0,1 0 0 0 0,-1 1-1 0 0,1 0 1 0 0,-1 0 0 0 0,1 0 0 0 0,0 0-1 0 0,1 1 1 0 0,-1 0 0 0 0,1 0 0 0 0,0 0 0 0 0,0 0-1 0 0,-4 11 1 0 0,0 0-18 0 0,0 0 0 0 0,2 1 0 0 0,0 0 0 0 0,1 0 0 0 0,-3 23 0 0 0,-3-5-6 0 0,8-32 15 0 0,1 1 0 0 0,0-1 0 0 0,0 0 0 0 0,0 0 1 0 0,0 1-1 0 0,0-1 0 0 0,1 1 0 0 0,-1-1 0 0 0,1 1 0 0 0,0-1 0 0 0,0 0 1 0 0,0 1-1 0 0,1-1 0 0 0,-1 1 0 0 0,2 4 0 0 0,-1-6 10 0 0,0-1-1 0 0,0 0 0 0 0,0 1 0 0 0,0-1 1 0 0,0 0-1 0 0,0 0 0 0 0,1 0 1 0 0,-1 0-1 0 0,0 0 0 0 0,1 0 1 0 0,-1 0-1 0 0,0 0 0 0 0,1 0 0 0 0,1 0 1 0 0,25 9 38 0 0,-26-9-40 0 0,8 2 4 0 0,-1-1 1 0 0,1-1-1 0 0,0 0 1 0 0,18 0-1 0 0,-21-1-4 0 0,1 0 0 0 0,-1 0 0 0 0,1 1 0 0 0,-1 0 0 0 0,0 1 0 0 0,1-1 0 0 0,-1 1 0 0 0,0 0 0 0 0,12 6 0 0 0,-17-6 0 0 0,0 0 0 0 0,0 0 1 0 0,0 0-1 0 0,0 0 0 0 0,0 0 0 0 0,0 1 1 0 0,-1-1-1 0 0,1 1 0 0 0,-1-1 1 0 0,0 1-1 0 0,1-1 0 0 0,-1 1 0 0 0,-1 0 1 0 0,1 0-1 0 0,0-1 0 0 0,-1 1 1 0 0,1 0-1 0 0,-1 0 0 0 0,0 0 1 0 0,0 5-1 0 0,5 22-1 0 0,2-9 15 0 0,-3-12 4 0 0,-1 0 1 0 0,0 1-1 0 0,-1-1 1 0 0,0 1-1 0 0,0 0 1 0 0,-1 0 0 0 0,0 15-1 0 0,-2-9 12 0 0,-1-1 1 0 0,-1 0-1 0 0,0 0 0 0 0,-5 15 0 0 0,5-21 79 0 0,0-1 0 0 0,-1 0 0 0 0,0 0 0 0 0,0 0 0 0 0,-1 0 0 0 0,1 0 0 0 0,-2-1 0 0 0,-7 9 0 0 0,12-15-67 0 0,0 0-1 0 0,0 0 0 0 0,0 0 0 0 0,0 0 1 0 0,0 0-1 0 0,0 0 0 0 0,0-1 0 0 0,0 1 1 0 0,0 0-1 0 0,0-1 0 0 0,0 1 0 0 0,-1-1 1 0 0,1 1-1 0 0,0-1 0 0 0,0 1 0 0 0,-1-1 1 0 0,1 0-1 0 0,0 0 0 0 0,-1 0 0 0 0,1 1 1 0 0,0-1-1 0 0,-1 0 0 0 0,1-1 0 0 0,-2 1 1 0 0,1-1-27 0 0,1 0 0 0 0,-1 0 1 0 0,1 0-1 0 0,-1 0 1 0 0,1 0-1 0 0,-1 0 1 0 0,1 0-1 0 0,0-1 1 0 0,0 1-1 0 0,-1-1 0 0 0,1 1 1 0 0,0-1-1 0 0,0 1 1 0 0,1-1-1 0 0,-2-2 1 0 0,-2-4-19 0 0,1 0 1 0 0,0-1-1 0 0,1 1 1 0 0,0-1 0 0 0,0 0-1 0 0,0-9 1 0 0,2-1-3 0 0,1 1 0 0 0,0-1-1 0 0,2 0 1 0 0,0 1 0 0 0,1 0 0 0 0,1 0 0 0 0,1 0 0 0 0,0 0 0 0 0,1 1-1 0 0,18-32 1 0 0,-12 23 2 0 0,-11 20 3 0 0,1 0 0 0 0,-1 0 0 0 0,1 0 0 0 0,1 1 0 0 0,-1 0-1 0 0,7-8 1 0 0,5-1-6 0 0,0 1 0 0 0,0 1 0 0 0,2 0 0 0 0,-1 2 0 0 0,1-1-1 0 0,1 2 1 0 0,0 1 0 0 0,0 0 0 0 0,32-9 0 0 0,-35 11-93 0 0,-6 2-3138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74 1128 0 0,'0'0'399'0'0,"-17"-23"8231"0"0,16-12-3457 0 0,2 19-3250 0 0,-7 170-1538 0 0,21 62-159 0 0,1 12 29 0 0,-11 239 1908 0 0,2-288-299 0 0,-11-175-3943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540 224 6193 0 0,'1'-16'2177'0'0,"1"-1"-1"0"0,5-24 0 0 0,-4 25-1483 0 0,0-1-1 0 0,1-25 0 0 0,-4 39-613 0 0,0 0 0 0 0,0 0-1 0 0,0 0 1 0 0,0 1 0 0 0,0-1-1 0 0,-1 0 1 0 0,0 0 0 0 0,1 0 0 0 0,-1 0-1 0 0,0 0 1 0 0,0 1 0 0 0,-1-1-1 0 0,1 0 1 0 0,0 1 0 0 0,-1-1 0 0 0,0 1-1 0 0,0 0 1 0 0,1-1 0 0 0,-1 1-1 0 0,-1 0 1 0 0,1 0 0 0 0,0 0 0 0 0,0 0-1 0 0,-1 1 1 0 0,1-1 0 0 0,-1 1-1 0 0,1-1 1 0 0,-1 1 0 0 0,0 0 0 0 0,0 0-1 0 0,1 0 1 0 0,-1 0 0 0 0,0 1-1 0 0,0-1 1 0 0,0 1 0 0 0,0 0 0 0 0,0-1-1 0 0,0 1 1 0 0,0 1 0 0 0,0-1-1 0 0,0 0 1 0 0,0 1 0 0 0,1-1 0 0 0,-1 1-1 0 0,-3 1 1 0 0,-1 1-68 0 0,0 1 0 0 0,1-1 0 0 0,-1 1 0 0 0,1 1 0 0 0,0-1 0 0 0,1 1 0 0 0,-1 0 0 0 0,1 0 0 0 0,0 1 0 0 0,0-1 1 0 0,0 1-1 0 0,1 0 0 0 0,0 1 0 0 0,0-1 0 0 0,-4 10 0 0 0,0 2 17 0 0,0 0 0 0 0,2 0 1 0 0,0 0-1 0 0,1 1 0 0 0,-3 19 1 0 0,6-28-15 0 0,-1 0 1 0 0,1-1 0 0 0,-7 14 0 0 0,5-16-2 0 0,1 1 1 0 0,1-1 0 0 0,-1 1 0 0 0,1 0 0 0 0,1 0 0 0 0,-2 11 0 0 0,4-11 6 0 0,-1 0 0 0 0,1 0-1 0 0,1-1 1 0 0,-1 1 0 0 0,2 0 0 0 0,-1-1 0 0 0,1 1 0 0 0,0-1 0 0 0,0 0 0 0 0,1 0 0 0 0,6 10-1 0 0,11 22 201 0 0,0-7-7 0 0,-18-27-158 0 0,1 0 1 0 0,-1-1-1 0 0,0 1 1 0 0,0 1-1 0 0,0-1 1 0 0,-1 0-1 0 0,3 9 1 0 0,8 21 567 0 0,-11-30-393 0 0,1 1 1 0 0,-1 0-1 0 0,-1-1 1 0 0,1 1-1 0 0,1 11 0 0 0,-3-14-177 0 0,0-1 0 0 0,0 1 1 0 0,0-1-1 0 0,-1 1 0 0 0,1 0 0 0 0,-1-1 0 0 0,0 1 0 0 0,0-1 0 0 0,0 1 1 0 0,0-1-1 0 0,0 1 0 0 0,0-1 0 0 0,0 0 0 0 0,-1 0 0 0 0,0 0 0 0 0,1 0 0 0 0,-4 4 1 0 0,-1-1 7 0 0,0 0 1 0 0,0-1-1 0 0,0 1 0 0 0,-1-1 1 0 0,0-1-1 0 0,1 1 1 0 0,-1-1-1 0 0,-12 4 1 0 0,-63 14 246 0 0,34-14-202 0 0,36-5-93 0 0,0-1 0 0 0,0 1 0 0 0,0 1 0 0 0,1 0 0 0 0,-1 1 0 0 0,-13 6 0 0 0,20-8-23 0 0,0 1 0 0 0,0-1 0 0 0,0 0 0 0 0,0 0 0 0 0,0 0-1 0 0,-1-1 1 0 0,1 0 0 0 0,-1 0 0 0 0,1 0 0 0 0,-1-1 0 0 0,1 1-1 0 0,-1-1 1 0 0,1-1 0 0 0,-1 1 0 0 0,-8-3 0 0 0,13 3-151 0 0,0-1 0 0 0,-1 0-1 0 0,1 0 1 0 0,0-1 0 0 0,0 1 0 0 0,0 0 0 0 0,-1 0 0 0 0,1 0 0 0 0,0-1 0 0 0,1 1 0 0 0,-1-1 0 0 0,0 1 0 0 0,0 0-1 0 0,0-1 1 0 0,1 0 0 0 0,-1 1 0 0 0,1-1 0 0 0,-1-2 0 0 0,0 0-186 0 0,0 0 1 0 0,1-1-1 0 0,-1 1 0 0 0,1 0 0 0 0,0 0 1 0 0,1-6-1 0 0,1 2-443 0 0,0 0 0 0 0,0 0 1 0 0,1 0-1 0 0,1 0 0 0 0,6-11 0 0 0,-3 5-852 0 0,5-12-1751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2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2 258 11122 0 0,'0'-14'1564'0'0,"-1"4"-1033"0"0,1 1 1 0 0,0-1-1 0 0,1 0 1 0 0,0 1-1 0 0,0-1 1 0 0,1 1 0 0 0,0-1-1 0 0,1 1 1 0 0,4-9-1 0 0,-6 13-468 0 0,1 1 0 0 0,0 0 0 0 0,1-1 0 0 0,-1 1 0 0 0,1 1 0 0 0,-1-1 0 0 0,1 0 0 0 0,0 0 0 0 0,1 1 0 0 0,-1 0 0 0 0,0 0 0 0 0,1 0 0 0 0,0 0 0 0 0,0 0 0 0 0,0 1 0 0 0,4-3 0 0 0,15-5 293 0 0,42-15 0 0 0,-41 18-232 0 0,34-18-1 0 0,-55 24-119 0 0,1-1 0 0 0,-1 1 1 0 0,0-1-1 0 0,1 1 0 0 0,-1 0 0 0 0,1 1 1 0 0,-1-1-1 0 0,1 0 0 0 0,-1 1 0 0 0,1 0 0 0 0,-1 0 1 0 0,1 0-1 0 0,6 1 0 0 0,-8 0-1 0 0,0-1-1 0 0,0 1 1 0 0,0 0-1 0 0,0 0 1 0 0,0 0 0 0 0,0 0-1 0 0,-1 0 1 0 0,1 0-1 0 0,0 0 1 0 0,0 1 0 0 0,-1-1-1 0 0,1 1 1 0 0,-1-1-1 0 0,1 1 1 0 0,-1 0 0 0 0,0-1-1 0 0,0 1 1 0 0,0 0-1 0 0,0 0 1 0 0,0 0 0 0 0,0 0-1 0 0,0 0 1 0 0,-1 0-1 0 0,2 3 1 0 0,9 83 85 0 0,-3-57-59 0 0,-3-16-6 0 0,-2 0 0 0 0,1 1 0 0 0,0 17 0 0 0,-3 1 146 0 0,-3-1 0 0 0,0 0 0 0 0,-2 0 0 0 0,-2 0 0 0 0,-1-1 0 0 0,-19 56 0 0 0,23-80-85 0 0,0 0 0 0 0,1 0 1 0 0,0-1-1 0 0,0 1 0 0 0,1 0 0 0 0,0 0 0 0 0,1 1 0 0 0,-1-1 0 0 0,2 0 0 0 0,-1 0 0 0 0,1 0 1 0 0,0 0-1 0 0,1 0 0 0 0,3 11 0 0 0,-4-18-53 0 0,0 1 0 0 0,0 0 0 0 0,1-1-1 0 0,-1 1 1 0 0,1-1 0 0 0,-1 0 0 0 0,1 1 0 0 0,-1-1 0 0 0,1 0 0 0 0,0 0 0 0 0,-1 0 0 0 0,1 0-1 0 0,0 0 1 0 0,0 0 0 0 0,3 0 0 0 0,31 8 184 0 0,-27-8-170 0 0,0 0 0 0 0,1-1 0 0 0,0 0 0 0 0,-1-1 0 0 0,0 0 0 0 0,1-1 0 0 0,-1 0 0 0 0,0 0 0 0 0,12-5 0 0 0,-4 0 16 0 0,0-1-1 0 0,0 0 1 0 0,27-19 0 0 0,1-3 16 0 0,-28 16-1040 0 0,2 2-3526 0 0,-15 10 2057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78 471 6473 0 0,'0'-11'2520'0'0,"-9"-31"531"0"0,-21-68 0 0 0,0 3-1408 0 0,26 85-1210 0 0,2 1 0 0 0,0-1 0 0 0,2-29 0 0 0,0 30 45 0 0,0 19-324 0 0,1-1-1 0 0,-1 1 1 0 0,1-1 0 0 0,0 1 0 0 0,-1 0-1 0 0,1-1 1 0 0,0 1 0 0 0,3-4-1 0 0,-3 4-124 0 0,0 0 0 0 0,0 0-1 0 0,0-1 1 0 0,0 1-1 0 0,0 0 1 0 0,-1-1-1 0 0,1 1 1 0 0,0-4-1 0 0,-1 5-43 0 0,0 0 0 0 0,0 1 0 0 0,0-1 0 0 0,1 0 0 0 0,-1 0 0 0 0,0 1 0 0 0,0-1 0 0 0,1 0 0 0 0,-1 1 0 0 0,0-1 0 0 0,1 0 0 0 0,-1 1 0 0 0,1-1 0 0 0,-1 0 0 0 0,1 1 0 0 0,-1-1 0 0 0,1 1 0 0 0,-1-1 0 0 0,1 1 0 0 0,0-1 0 0 0,1 0 0 0 0,5 2-4438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361 151 1632 0 0,'0'0'1743'0'0,"9"-6"4284"0"0,3-1-3948 0 0,-6 0-1497 0 0,0 0 0 0 0,-1 0 0 0 0,0-1-1 0 0,-1 0 1 0 0,1 0 0 0 0,3-11 0 0 0,-7 17-440 0 0,0 0 0 0 0,-1 0 0 0 0,1 0 0 0 0,-1 0 0 0 0,1 0 1 0 0,-1 0-1 0 0,0 0 0 0 0,0 0 0 0 0,0 0 0 0 0,0 0 0 0 0,0 0 0 0 0,0 0 0 0 0,-1 0 0 0 0,1 0 0 0 0,-1 0 0 0 0,1 0 0 0 0,-1 0 1 0 0,0 0-1 0 0,0 0 0 0 0,0 0 0 0 0,-2-2 0 0 0,1 2-58 0 0,0-1 0 0 0,0 1 0 0 0,-1 0 0 0 0,1 0 0 0 0,-1 1 0 0 0,1-1 0 0 0,-1 0 0 0 0,0 1 0 0 0,0 0 0 0 0,0-1 0 0 0,0 1 0 0 0,-5-1 0 0 0,-1 0-22 0 0,0 1 0 0 0,1 0 0 0 0,-1 0 0 0 0,0 1 0 0 0,0 0 0 0 0,1 1 0 0 0,-1 0 0 0 0,0 0 0 0 0,-12 4 0 0 0,9-1-24 0 0,1 1 1 0 0,-1 0-1 0 0,1 1 0 0 0,0 1 0 0 0,1-1 0 0 0,0 2 0 0 0,0-1 0 0 0,0 2 0 0 0,1-1 0 0 0,0 1 0 0 0,1 0 0 0 0,0 1 1 0 0,0 0-1 0 0,-11 21 0 0 0,7-7-6 0 0,0 0 0 0 0,2 1-1 0 0,1 1 1 0 0,1-1 0 0 0,-10 52 0 0 0,2 98-2 0 0,15-162-29 0 0,0-5 7 0 0,0 0 0 0 0,-1 0 0 0 0,0 1 0 0 0,0-1 0 0 0,-6 11 0 0 0,5-10 4 0 0,0-1 0 0 0,0 1 1 0 0,0 0-1 0 0,-1 11 0 0 0,4-8 20 0 0,-1 1 1 0 0,1 0-1 0 0,1-1 0 0 0,0 1 0 0 0,1-1 0 0 0,0 1 1 0 0,1-1-1 0 0,1 0 0 0 0,-1 0 0 0 0,2 0 0 0 0,0-1 1 0 0,0 1-1 0 0,8 10 0 0 0,-12-20-30 0 0,1 3 13 0 0,1 1-1 0 0,1-1 1 0 0,-1 1-1 0 0,1-1 1 0 0,0 0-1 0 0,0 0 1 0 0,0-1-1 0 0,0 1 1 0 0,1-1-1 0 0,0 0 1 0 0,0 0-1 0 0,0 0 1 0 0,9 4-1 0 0,1-1 27 0 0,0 0-1 0 0,1-1 1 0 0,0-1-1 0 0,0 0 1 0 0,21 3-1 0 0,-27-6-8 0 0,0 1-1 0 0,0 0 1 0 0,13 6 0 0 0,-15-5 16 0 0,1-1-1 0 0,0 0 1 0 0,1 0 0 0 0,17 2-1 0 0,-12-4 8 0 0,0-1-1 0 0,0-1 0 0 0,0 0 1 0 0,0-1-1 0 0,-1 0 0 0 0,1-2 1 0 0,0 1-1 0 0,-1-2 0 0 0,0 0 0 0 0,0-1 1 0 0,0 0-1 0 0,-1-1 0 0 0,15-10 1 0 0,-15 9-1 0 0,-5 3-28 0 0,0 0-1 0 0,-1-1 0 0 0,1 1 1 0 0,-1-1-1 0 0,10-11 0 0 0,3-7 66 0 0,0 0 0 0 0,-2-1 0 0 0,-1-1 0 0 0,-1-1 0 0 0,-1 0 0 0 0,-1-1 0 0 0,11-34 1 0 0,-13 2 22 0 0,-4 35-65 0 0,-3 14-27 0 0,-1-1 0 0 0,-1 0 0 0 0,0 0 0 0 0,-1 0-1 0 0,2-14 1 0 0,-4 3-2 0 0,-1 0 1 0 0,-1 0-1 0 0,-1 0 0 0 0,0 1 0 0 0,-2-1 0 0 0,-1 1 0 0 0,-1 0 0 0 0,0 0 0 0 0,-19-35 1 0 0,15 30-29 0 0,10 24 6 0 0,0-1 1 0 0,0 0 0 0 0,-1 1-1 0 0,1-1 1 0 0,-1 1 0 0 0,0-1-1 0 0,0 1 1 0 0,0 0 0 0 0,0 0-1 0 0,-1 0 1 0 0,1 0 0 0 0,-5-3-1 0 0,-3-1-6 0 0,0 1 0 0 0,-1 1 0 0 0,0 0-1 0 0,0 0 1 0 0,0 1 0 0 0,-15-3 0 0 0,-17-7-33 0 0,35 11-25 0 0,-1 0 1 0 0,1 1 0 0 0,0 0-1 0 0,0 1 1 0 0,-1 0 0 0 0,1 0-1 0 0,-1 1 1 0 0,1 0 0 0 0,-1 0-1 0 0,1 1 1 0 0,0 0-1 0 0,-10 2 1 0 0,-6 4-803 0 0,0 1-1 0 0,-37 18 1 0 0,34-14-218 0 0,23-10 719 0 0,-1 0 1 0 0,1 0-1 0 0,0 0 0 0 0,0 1 1 0 0,0-1-1 0 0,0 1 1 0 0,0 0-1 0 0,1 0 1 0 0,-1 0-1 0 0,1 1 1 0 0,0-1-1 0 0,0 1 1 0 0,0 0-1 0 0,1-1 1 0 0,-1 1-1 0 0,1 1 1 0 0,0-1-1 0 0,-3 7 0 0 0,-8 20-3888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35 226 5745 0 0,'0'0'634'0'0,"-22"14"7023"0"0,22-15-7557 0 0,-1 1-1 0 0,0 0 1 0 0,1 0 0 0 0,-1 0-1 0 0,1 0 1 0 0,-1-1-1 0 0,0 1 1 0 0,1 0-1 0 0,-1-1 1 0 0,1 1-1 0 0,-1 0 1 0 0,1-1-1 0 0,-1 1 1 0 0,1-1 0 0 0,-1 1-1 0 0,1-1 1 0 0,0 1-1 0 0,-1-1 1 0 0,1 1-1 0 0,-1-1 1 0 0,1 1-1 0 0,0-1 1 0 0,0 1-1 0 0,-1-1 1 0 0,1 0 0 0 0,0 1-1 0 0,0-1 1 0 0,0 1-1 0 0,0-1 1 0 0,0 0-1 0 0,0 1 1 0 0,0-1-1 0 0,0 0 1 0 0,0 0-1 0 0,1-26 51 0 0,0 23 89 0 0,1-6-60 0 0,0 0 0 0 0,1 0-1 0 0,1 0 1 0 0,-1 0 0 0 0,2 0 0 0 0,5-9-1 0 0,-6 10-11 0 0,-2 7-127 0 0,-1-1 0 0 0,1 1 0 0 0,0 0 0 0 0,0 0 0 0 0,0 0 0 0 0,0 0 1 0 0,0 0-1 0 0,0 1 0 0 0,0-1 0 0 0,1 0 0 0 0,4-1 0 0 0,34-15 304 0 0,-9 5-220 0 0,-28 11-102 0 0,0 1 0 0 0,0-1 0 0 0,-1 0 0 0 0,2 1 0 0 0,-1 0 0 0 0,0 0 0 0 0,0 0 0 0 0,0 1 0 0 0,0-1 0 0 0,0 1 0 0 0,1 0 0 0 0,-1 0 0 0 0,6 1 0 0 0,2 1 59 0 0,-1 1 0 0 0,0 1 0 0 0,15 5-1 0 0,-18-5-45 0 0,1-1 0 0 0,-1 0 0 0 0,1 0 0 0 0,0-1 0 0 0,-1 0 0 0 0,15 1 1 0 0,-21-3-110 0 0,-1 0-1 0 0,0 0 1 0 0,1 0 0 0 0,-1-1 0 0 0,0 1 0 0 0,1 0 0 0 0,-1-1 0 0 0,0 1 0 0 0,0-1 0 0 0,1 1 0 0 0,-1-1 0 0 0,0 1 0 0 0,0-1 0 0 0,0 0 0 0 0,1 0 0 0 0,-1 0 0 0 0,0 0 0 0 0,0 1 0 0 0,0-1 0 0 0,-1-1 0 0 0,1 1 0 0 0,1-1 0 0 0,9-27-1993 0 0,-10 27 1965 0 0,7-26-2192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58 11955 0 0,'-5'-57'4474'0'0,"9"93"-3444"0"0,1-10-825 0 0,2 209 1304 0 0,-2-18-554 0 0,-4-202-823 0 0,-1-4 48 0 0,1 0 0 0 0,0 0 0 0 0,1 0 0 0 0,0 0 0 0 0,0 0 1 0 0,6 16-1 0 0,-7-27-138 0 0,-1 1 0 0 0,1-1 0 0 0,-1 0 0 0 0,1 1 1 0 0,-1-1-1 0 0,1 1 0 0 0,-1-1 0 0 0,1 0 0 0 0,0 1 0 0 0,-1-1 1 0 0,1 0-1 0 0,-1 0 0 0 0,1 1 0 0 0,0-1 0 0 0,-1 0 1 0 0,1 0-1 0 0,0 0 0 0 0,-1 0 0 0 0,1 0 0 0 0,0 0 0 0 0,-1 0 1 0 0,1 0-1 0 0,0 0 0 0 0,-1 0 0 0 0,1 0 0 0 0,0 0 1 0 0,-1-1-1 0 0,1 1 0 0 0,-1 0 0 0 0,1 0 0 0 0,0-1 0 0 0,-1 1 1 0 0,1 0-1 0 0,-1-1 0 0 0,1 1 0 0 0,-1-1 0 0 0,1 1 1 0 0,-1-1-1 0 0,1 1 0 0 0,-1-1 0 0 0,1 1 0 0 0,-1-1 0 0 0,0 1 1 0 0,1-1-1 0 0,-1 0 0 0 0,6-13 31 0 0,-1 1 0 0 0,-1-1 0 0 0,0 0 0 0 0,-1 0 0 0 0,1-17 0 0 0,1 1 10 0 0,52-256 356 0 0,-39 201-341 0 0,-17 79-109 0 0,0 1-1 0 0,1-1 1 0 0,0 1 0 0 0,0-1 0 0 0,1 1 0 0 0,3-7 0 0 0,10-25-1932 0 0,-15 33 1576 0 0,1-3-2415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6 14027 0 0,'-40'-3'3815'0'0,"33"2"-3683"0"0,0 0 0 0 0,0 1 0 0 0,-1-1 0 0 0,1 1 0 0 0,0 1-1 0 0,0-1 1 0 0,0 1 0 0 0,0 1 0 0 0,0-1 0 0 0,-11 5 0 0 0,15-5-131 0 0,-1 0 0 0 0,0 1 0 0 0,1-1 0 0 0,-1 1 0 0 0,1 0 0 0 0,-1 0 0 0 0,1 0-1 0 0,0 1 1 0 0,0-1 0 0 0,0 1 0 0 0,0-1 0 0 0,0 1 0 0 0,1 0 0 0 0,-1 0-1 0 0,1 1 1 0 0,0-1 0 0 0,0 0 0 0 0,0 1 0 0 0,-2 4 0 0 0,-14 44-38 0 0,16-41 25 0 0,-2 0 0 0 0,0 0 1 0 0,-7 15-1 0 0,8-21 3 0 0,1 0 1 0 0,0 0 0 0 0,0 1-1 0 0,0-1 1 0 0,0 0-1 0 0,1 1 1 0 0,0-1 0 0 0,0 0-1 0 0,0 1 1 0 0,1-1-1 0 0,0 1 1 0 0,0 0 0 0 0,1-1-1 0 0,-1 1 1 0 0,1-1-1 0 0,0 1 1 0 0,0-1 0 0 0,1 0-1 0 0,2 7 1 0 0,2 1 11 0 0,-5-11 0 0 0,0 1 1 0 0,0-1-1 0 0,0 1 1 0 0,0 0-1 0 0,0-1 0 0 0,1 0 1 0 0,-1 1-1 0 0,1-1 0 0 0,0 0 1 0 0,0 0-1 0 0,0 0 1 0 0,0 0-1 0 0,0 0 0 0 0,0-1 1 0 0,4 4-1 0 0,24 11 72 0 0,-11-5 133 0 0,1 0 0 0 0,-1 1 0 0 0,23 20 0 0 0,-38-28-74 0 0,-1 0 0 0 0,0 0 0 0 0,0 0-1 0 0,0 0 1 0 0,-1 0 0 0 0,1 0 0 0 0,-1 1 0 0 0,2 6 0 0 0,-3-10-115 0 0,0 0 0 0 0,-1 1 1 0 0,1-1-1 0 0,-1 1 1 0 0,0-1-1 0 0,1 1 0 0 0,-1-1 1 0 0,0 1-1 0 0,0-1 0 0 0,0 0 1 0 0,0 1-1 0 0,0-1 0 0 0,0 1 1 0 0,0-1-1 0 0,-1 1 1 0 0,1-1-1 0 0,-1 1 0 0 0,1-1 1 0 0,-1 1-1 0 0,1-1 0 0 0,-1 0 1 0 0,0 0-1 0 0,1 1 0 0 0,-1-1 1 0 0,0 0-1 0 0,0 0 1 0 0,0 0-1 0 0,0 1 0 0 0,0-1 1 0 0,0-1-1 0 0,-1 1 0 0 0,1 0 1 0 0,-2 1-1 0 0,-14 5-223 0 0,0-1 0 0 0,-1-1 0 0 0,-28 5-1 0 0,-2 1-1396 0 0,8 0-1106 0 0,3 1-635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12683 0 0,'-1'0'471'0'0,"0"0"0"0"0,0 0 0 0 0,0 0-1 0 0,0 0 1 0 0,0 0 0 0 0,0 0 0 0 0,0 0 0 0 0,0 1 0 0 0,0-1 0 0 0,0 0 0 0 0,0 1 0 0 0,0-1 0 0 0,1 1 0 0 0,-2 0 0 0 0,-2 45 167 0 0,3 1 1 0 0,6 55 0 0 0,0 11 0 0 0,-5-69-503 0 0,1 17-14 0 0,-3 0 1 0 0,-13 81-1 0 0,8-90-758 0 0,5-17-6759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14771 0 0,'1'0'5394'0'0,"18"0"-4815"0"0,184-20 1205 0 0,-23 2-1363 0 0,-80 15-157 0 0,-57 2-6948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13755 0 0,'-1'8'2229'0'0,"0"-8"-2110"0"0,1 1-1 0 0,0-1 0 0 0,0 1 1 0 0,0-1-1 0 0,-1 1 1 0 0,1-1-1 0 0,0 1 0 0 0,0-1 1 0 0,0 1-1 0 0,0 0 1 0 0,0-1-1 0 0,0 1 0 0 0,0-1 1 0 0,0 1-1 0 0,1-1 1 0 0,-1 1-1 0 0,0-1 0 0 0,0 1 1 0 0,0-1-1 0 0,0 1 1 0 0,1-1-1 0 0,-1 1 0 0 0,0-1 1 0 0,1 1-1 0 0,-1-1 1 0 0,0 0-1 0 0,1 1 0 0 0,-1-1 1 0 0,0 1-1 0 0,1-1 1 0 0,-1 0-1 0 0,1 1 0 0 0,-1-1 1 0 0,1 0-1 0 0,-1 0 1 0 0,0 1-1 0 0,1-1 0 0 0,0 0 1 0 0,15 8-163 0 0,0-2 0 0 0,30 9 0 0 0,-11-7-6522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21 9098 0 0,'-1'0'291'0'0,"0"0"1"0"0,0-1-1 0 0,0 1 0 0 0,0-1 1 0 0,0 1-1 0 0,1-1 1 0 0,-1 1-1 0 0,0-1 0 0 0,0 0 1 0 0,0 0-1 0 0,1 1 0 0 0,-1-1 1 0 0,0 0-1 0 0,1 0 1 0 0,-2-1-1 0 0,-8-8 2747 0 0,9 10-3004 0 0,0 0 1 0 0,1 1-1 0 0,-1-1 1 0 0,1 0-1 0 0,-1 0 0 0 0,1 1 1 0 0,-1-1-1 0 0,1 0 0 0 0,-1 1 1 0 0,1-1-1 0 0,-1 0 1 0 0,1 1-1 0 0,0-1 0 0 0,-1 1 1 0 0,1-1-1 0 0,0 1 0 0 0,-1-1 1 0 0,1 1-1 0 0,0-1 1 0 0,-1 1-1 0 0,1-1 0 0 0,0 1 1 0 0,0-1-1 0 0,0 1 1 0 0,0-1-1 0 0,-1 1 0 0 0,1-1 1 0 0,0 1-1 0 0,0 0 0 0 0,0 0 1 0 0,-10 37 340 0 0,2 0 1 0 0,-6 54 0 0 0,3 83 366 0 0,6-75-411 0 0,4 442 724 0 0,6-163-827 0 0,-26-139-50 0 0,1-24 143 0 0,20-20-377 0 0,-6-185-6613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72 13867 0 0,'-19'-5'2502'0'0,"18"5"-2373"0"0,0 0-1 0 0,0-1 1 0 0,0 1-1 0 0,1 0 1 0 0,-1-1 0 0 0,0 1-1 0 0,0 0 1 0 0,0-1 0 0 0,1 1-1 0 0,-1-1 1 0 0,0 1-1 0 0,0-1 1 0 0,1 0 0 0 0,-1 1-1 0 0,1-1 1 0 0,-1 0-1 0 0,0 1 1 0 0,1-1 0 0 0,-1-1-1 0 0,9 5 327 0 0,5 2-341 0 0,0 2 1 0 0,0 0-1 0 0,0 0 0 0 0,-1 1 0 0 0,0 1 1 0 0,0 0-1 0 0,-1 0 0 0 0,17 20 0 0 0,-13-10 108 0 0,-1 1 0 0 0,0 0 0 0 0,17 36 0 0 0,23 71 449 0 0,-39-90-464 0 0,-12-31-139 0 0,18 40 237 0 0,-19-43-262 0 0,0 0 0 0 0,0 1 0 0 0,0-1 0 0 0,1 0 0 0 0,-1-1 1 0 0,1 1-1 0 0,0 0 0 0 0,0-1 0 0 0,0 0 0 0 0,6 5 0 0 0,-6-6 8 0 0,0 1 0 0 0,0 0 0 0 0,1-1 0 0 0,-1 0 0 0 0,0 1 0 0 0,1-1 0 0 0,-1-1 0 0 0,1 1 0 0 0,-1 0 0 0 0,1-1 0 0 0,0 0 0 0 0,-1 0 0 0 0,1 0 0 0 0,-1 0 0 0 0,1 0 0 0 0,-1-1 0 0 0,1 0 0 0 0,-1 1 0 0 0,1-2 0 0 0,-1 1 0 0 0,1 0 0 0 0,-1 0 0 0 0,4-3 0 0 0,5-3-14 0 0,-1 1 1 0 0,0-1-1 0 0,-1-1 0 0 0,0 0 0 0 0,0 0 1 0 0,-1-1-1 0 0,1 0 0 0 0,-2 0 0 0 0,0-1 0 0 0,0-1 1 0 0,8-14-1 0 0,84-155-1058 0 0,-6 8-4153 0 0,-67 126 2512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22 467 7426 0 0,'0'0'373'0'0,"-22"6"9964"0"0,27-12-9210 0 0,26-62-326 0 0,13 1-605 0 0,3 2-1 0 0,3 2 0 0 0,94-91 1 0 0,-138 148-197 0 0,1 0 1 0 0,-1 1-1 0 0,1-1 1 0 0,1 2 0 0 0,-1-1-1 0 0,1 1 1 0 0,0 0-1 0 0,14-5 1 0 0,-21 9-1 0 0,-1 0 0 0 0,1 0 0 0 0,-1 0 0 0 0,0 0 0 0 0,1-1 0 0 0,-1 1 0 0 0,1 0 0 0 0,-1 0 0 0 0,1 0 0 0 0,-1 0 0 0 0,1 0 0 0 0,-1 1 0 0 0,1-1 0 0 0,-1 0 0 0 0,1 0 0 0 0,-1 0 0 0 0,1 0 0 0 0,-1 0 0 0 0,0 1 0 0 0,1-1 0 0 0,-1 0 0 0 0,1 0 0 0 0,-1 1 0 0 0,0-1 0 0 0,1 0 0 0 0,-1 1 0 0 0,0-1 0 0 0,1 0 0 0 0,-1 1 0 0 0,0-1 0 0 0,1 0 0 0 0,-1 1 0 0 0,0-1 0 0 0,1 2 0 0 0,2 16 14 0 0,-3-12-9 0 0,50 263 779 0 0,-38-214-633 0 0,-7-37-93 0 0,0-1 1 0 0,1 0 0 0 0,1 0-1 0 0,1-1 1 0 0,0 0 0 0 0,1 0-1 0 0,16 20 1 0 0,-12-28-2991 0 0,-7-4 492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94 132 768 0 0,'0'0'919'0'0,"-12"-21"7764"0"0,6 19-8041 0 0,0 1-1 0 0,0 0 1 0 0,1 0-1 0 0,-1 0 1 0 0,0 0-1 0 0,0 1 1 0 0,0 0-1 0 0,-9 2 1 0 0,-5-2 22 0 0,20 0-562 0 0,3-2-36 0 0,0 0-1 0 0,1 0 0 0 0,-1 0 1 0 0,0 0-1 0 0,1 1 0 0 0,-1-1 1 0 0,1 1-1 0 0,7-2 0 0 0,70-16 120 0 0,88-9 0 0 0,-124 21-151 0 0,95-4-1 0 0,-11 1-11 0 0,92-4 9 0 0,-16 30-39 0 0,-81-3 103 0 0,-85-10-110 0 0,13 2 23 0 0,1-2 1 0 0,71-6-1 0 0,-112 1 6 0 0,163-12 7 0 0,378 8 48 0 0,-490 6-70 0 0,83 2 27 0 0,110-2 65 0 0,-194 1-81 0 0,-1 3 1 0 0,99 18-1 0 0,-119-15-5 0 0,-4-4 35 0 0,0-1-1 0 0,63-4 1 0 0,-63 0-20 0 0,0 1 0 0 0,60 7 0 0 0,-56-2-8 0 0,1-2 0 0 0,51-3 0 0 0,-20-1-4 0 0,-52 1 0 0 0,29-5 0 0 0,-30 3 0 0 0,30-1 1 0 0,-36 6-2684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414 145 832 0 0,'0'0'1095'0'0,"0"-34"6299"0"0,0-77-1494 0 0,-1 111-5866 0 0,0 1 0 0 0,0-1 0 0 0,0 0 0 0 0,0 1 0 0 0,0-1 0 0 0,0 1 0 0 0,0-1 0 0 0,0 1 0 0 0,0 0 0 0 0,0-1 1 0 0,0 1-1 0 0,1 0 0 0 0,-1 0 0 0 0,0 0 0 0 0,0 1 0 0 0,-5 11 68 0 0,1 1 0 0 0,0 0 0 0 0,1 0 0 0 0,1 0 0 0 0,-3 16 0 0 0,-2 74 88 0 0,23 423 248 0 0,-9-432-320 0 0,-4 95 756 0 0,-2-111 652 0 0,-1-76-1496 0 0,1-1 0 0 0,-1 0 0 0 0,1 1-1 0 0,-1-1 1 0 0,0 0 0 0 0,0 0 0 0 0,0 1-1 0 0,0-1 1 0 0,0 0 0 0 0,0 0 0 0 0,0 0 0 0 0,-1 0-1 0 0,1 0 1 0 0,-1-1 0 0 0,0 1 0 0 0,1 0-1 0 0,-1-1 1 0 0,0 1 0 0 0,0-1 0 0 0,0 0 0 0 0,0 0-1 0 0,0 1 1 0 0,-3 0 0 0 0,-7 3 11 0 0,-1 1-1 0 0,-24 6 1 0 0,24-8 73 0 0,-22 4 71 0 0,-1 0 0 0 0,-50 3 0 0 0,20-3-105 0 0,43 1-33 0 0,17-1-60 0 0,6-8 13 0 0,0 1 1 0 0,0-1 0 0 0,0 1 0 0 0,1-1 0 0 0,-1 1-1 0 0,0-1 1 0 0,1 1 0 0 0,-1-1 0 0 0,0 0 0 0 0,1 1-1 0 0,-1-1 1 0 0,1 1 0 0 0,-1-1 0 0 0,1 0 0 0 0,-1 1-1 0 0,1-1 1 0 0,-1 0 0 0 0,1 0 0 0 0,-1 1-1 0 0,1-1 1 0 0,-1 0 0 0 0,2 0 0 0 0,23 9-10 0 0,1-2 0 0 0,1-1 0 0 0,-1-1 0 0 0,47 2 0 0 0,17 3 37 0 0,67 26-3 0 0,-156-36-19 0 0,0 0 0 0 0,0 0 1 0 0,1 1-1 0 0,-1-1 0 0 0,0 0 1 0 0,0 1-1 0 0,0-1 0 0 0,0 1 0 0 0,0 0 1 0 0,0-1-1 0 0,1 1 0 0 0,-2 0 1 0 0,1 0-1 0 0,0-1 0 0 0,0 1 0 0 0,0 0 1 0 0,0 0-1 0 0,0 0 0 0 0,-1 0 0 0 0,1 0 1 0 0,0 0-1 0 0,-1 0 0 0 0,1 1 1 0 0,-1-1-1 0 0,1 0 0 0 0,-1 0 0 0 0,0 0 1 0 0,1 0-1 0 0,-1 1 0 0 0,0-1 1 0 0,0 0-1 0 0,0 0 0 0 0,0 1 0 0 0,0-1 1 0 0,0 0-1 0 0,0 0 0 0 0,0 1 1 0 0,-1-1-1 0 0,1 0 0 0 0,0 0 0 0 0,-2 2 1 0 0,1 0 7 0 0,0 0 1 0 0,-1 0-1 0 0,0 0 1 0 0,1 0 0 0 0,-1 0-1 0 0,0-1 1 0 0,-1 1-1 0 0,1 0 1 0 0,0-1 0 0 0,-1 0-1 0 0,1 0 1 0 0,-1 1-1 0 0,-5 2 1 0 0,-38 15 64 0 0,0-2 1 0 0,-68 16-1 0 0,19-6 62 0 0,68-20-146 0 0,17-6 6 0 0,0 1 0 0 0,0 0 1 0 0,0 1-1 0 0,0 0 0 0 0,1 0 0 0 0,-1 1 0 0 0,1 1 0 0 0,0-1 0 0 0,-13 12 0 0 0,22-16-2 0 0,-1-1-1 0 0,1 0 0 0 0,-1 0 0 0 0,1 1 0 0 0,-1-1 0 0 0,1 0 1 0 0,0 1-1 0 0,-1-1 0 0 0,1 0 0 0 0,0 1 0 0 0,-1-1 1 0 0,1 0-1 0 0,0 1 0 0 0,-1-1 0 0 0,1 1 0 0 0,0-1 0 0 0,0 1 1 0 0,-1-1-1 0 0,1 1 0 0 0,0-1 0 0 0,0 1 0 0 0,0-1 0 0 0,0 1 1 0 0,0-1-1 0 0,0 1 0 0 0,0-1 0 0 0,0 1 0 0 0,0-1 1 0 0,0 1-1 0 0,0-1 0 0 0,0 1 0 0 0,0-1 0 0 0,0 1 0 0 0,0-1 1 0 0,1 1-1 0 0,-1-1 0 0 0,0 1 0 0 0,0-1 0 0 0,1 1 0 0 0,-1 0 1 0 0,20 6-39 0 0,-9-4 62 0 0,14 8-9 0 0,-14-6-5 0 0,0-1-1 0 0,0 0 0 0 0,0 0 0 0 0,15 2 1 0 0,289 40 8 0 0,-296-44-8 0 0,-15-2-3 0 0,0 0 0 0 0,1 1 0 0 0,-1-1 0 0 0,1 1 0 0 0,-1 0 0 0 0,0 0 0 0 0,0 0 0 0 0,0 0 0 0 0,0 1 0 0 0,0 0 0 0 0,5 2 0 0 0,-8-2 1 0 0,0-1 0 0 0,-1 0 0 0 0,0 0 0 0 0,1 1 1 0 0,-1-1-1 0 0,0 0 0 0 0,1 1 0 0 0,-1-1 0 0 0,0 0 0 0 0,0 1 1 0 0,0-1-1 0 0,0 0 0 0 0,0 1 0 0 0,-1-1 0 0 0,1 0 0 0 0,0 1 1 0 0,-1-1-1 0 0,1 0 0 0 0,0 0 0 0 0,-2 2 0 0 0,-12 27 47 0 0,6-22-43 0 0,-1 0-1 0 0,1 0 1 0 0,-1 0-1 0 0,-1-1 1 0 0,1-1-1 0 0,-15 8 0 0 0,-5 5-9 0 0,17-11 0 0 0,-37 26 34 0 0,-64 34 0 0 0,111-68-35 0 0,0 1-1 0 0,1 0 1 0 0,-1 0 0 0 0,1 0 0 0 0,-1 0 0 0 0,1 0 0 0 0,-1 0 0 0 0,1 0-1 0 0,-2 3 1 0 0,2-3 0 0 0,1-1 0 0 0,0 1 0 0 0,0-1 0 0 0,0 0 0 0 0,-1 1 0 0 0,1-1 0 0 0,0 1 0 0 0,0-1 0 0 0,0 0 0 0 0,0 1 0 0 0,0-1 0 0 0,0 1 0 0 0,0-1-1 0 0,0 0 1 0 0,0 1 0 0 0,0-1 0 0 0,0 1 0 0 0,0-1 0 0 0,0 1 0 0 0,0-1 0 0 0,1 0 0 0 0,-1 1 0 0 0,0-1 0 0 0,0 1 0 0 0,0-1 0 0 0,1 1 0 0 0,2 1-8 0 0,-1 1 0 0 0,1-1 0 0 0,0 1 1 0 0,0-1-1 0 0,1 0 0 0 0,-1 0 0 0 0,6 2 0 0 0,17 12-19 0 0,-21-11 26 0 0,-1 0 0 0 0,-1 0 0 0 0,1 0 1 0 0,-1 1-1 0 0,0-1 0 0 0,0 1 0 0 0,0-1 0 0 0,-1 1 0 0 0,2 7 0 0 0,14 59-21 0 0,-16-61 22 0 0,12 81 7 0 0,4 140 0 0 0,-16-222 1 0 0,-1 0-1 0 0,1 0 1 0 0,1 1-1 0 0,0-2 1 0 0,7 17-1 0 0,-5-13-9 0 0,0 0 0 0 0,4 21 0 0 0,1 44 21 0 0,0 113 1 0 0,-8-147-6 0 0,-5 372 378 0 0,1-348 0 0 0,2-40-8622 0 0,0-28 8096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20 4417 0 0,'-34'0'5200'0'0,"8"-1"-2201"0"0,0 1 1 0 0,-52 8-1 0 0,77-8-2925 0 0,-1 1 1 0 0,1-1-1 0 0,0 0 0 0 0,0 0 1 0 0,0 1-1 0 0,-1-1 1 0 0,1 0-1 0 0,0 1 1 0 0,0-1-1 0 0,0 1 0 0 0,0 0 1 0 0,0-1-1 0 0,0 1 1 0 0,0 0-1 0 0,-2 1 1 0 0,3-2-63 0 0,0 1 1 0 0,0-1 0 0 0,0 0 0 0 0,0 1 0 0 0,1-1-1 0 0,-1 0 1 0 0,0 1 0 0 0,0-1 0 0 0,0 1 0 0 0,0-1-1 0 0,0 0 1 0 0,0 1 0 0 0,1-1 0 0 0,-1 0 0 0 0,0 1-1 0 0,0-1 1 0 0,0 0 0 0 0,1 0 0 0 0,-1 1 0 0 0,0-1-1 0 0,1 0 1 0 0,-1 0 0 0 0,0 1 0 0 0,0-1 0 0 0,1 0 0 0 0,-1 0-1 0 0,0 0 1 0 0,1 1 0 0 0,-1-1 0 0 0,1 0 0 0 0,5 3 7 0 0,0-1 0 0 0,0 0 0 0 0,0 0 0 0 0,10 2 0 0 0,5-1 54 0 0,0-1 1 0 0,1-1-1 0 0,-1-1 0 0 0,28-3 1 0 0,87-18 337 0 0,-98 15-225 0 0,13-4 9 0 0,-6 2-92 0 0,83-6 0 0 0,-67 13 66 0 0,1 3 0 0 0,75 12 1 0 0,-116-13 251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 11747 0 0,'-9'6'6720'0'0,"107"-13"-4348"0"0,-81 6-5266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13443 0 0,'0'12'5621'0'0,"2"-10"-5537"0"0,1-1 1 0 0,-1 0-1 0 0,0 0 0 0 0,1 0 0 0 0,-1 0 0 0 0,1-1 1 0 0,-1 1-1 0 0,1 0 0 0 0,0-1 0 0 0,-1 0 1 0 0,1 0-1 0 0,-1 0 0 0 0,5 0 0 0 0,34-4-207 0 0,-11-7-3589 0 0,-18 5 779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81 240 3105 0 0,'-6'-127'10010'0'0,"1"116"-8258"0"0,5 11-1732 0 0,-1 0 0 0 0,1 0 1 0 0,0 0-1 0 0,0-1 0 0 0,0 1 1 0 0,0 0-1 0 0,-1 0 0 0 0,1 0 1 0 0,0 0-1 0 0,0 0 1 0 0,0 0-1 0 0,0-1 0 0 0,-1 1 1 0 0,1 0-1 0 0,0 0 0 0 0,0 0 1 0 0,0 0-1 0 0,-1 0 0 0 0,1 0 1 0 0,0 0-1 0 0,0 0 1 0 0,-1 0-1 0 0,1 0 0 0 0,0 0 1 0 0,0 0-1 0 0,0 0 0 0 0,-1 0 1 0 0,1 0-1 0 0,0 0 0 0 0,0 0 1 0 0,0 0-1 0 0,-1 1 1 0 0,1-1-1 0 0,0 0 0 0 0,0 0 1 0 0,0 0-1 0 0,0 0 0 0 0,-1 0 1 0 0,1 0-1 0 0,0 1 0 0 0,0-1 1 0 0,0 0-1 0 0,0 0 1 0 0,0 0-1 0 0,-1 0 0 0 0,1 1 1 0 0,0-1-1 0 0,0 0 0 0 0,0 0 1 0 0,0 0-1 0 0,0 1 0 0 0,0-1 1 0 0,0 0-1 0 0,0 0 0 0 0,0 0 1 0 0,0 1-1 0 0,0-1 1 0 0,0 0-1 0 0,0 0 0 0 0,0 0 1 0 0,0 1-1 0 0,0-1 0 0 0,0 0 1 0 0,0 1-1 0 0,-10 50 669 0 0,-4 94 0 0 0,11-108-471 0 0,-2 22 68 0 0,-9 199 1602 0 0,5-354-1630 0 0,7 39-225 0 0,-1-30-15 0 0,3 0 0 0 0,14-105 1 0 0,-12 182-39 0 0,0-1 1 0 0,1 0-1 0 0,0 1 0 0 0,1 0 1 0 0,0 0-1 0 0,0 0 1 0 0,1 0-1 0 0,9-14 1 0 0,-12 23 18 0 0,-1 0 0 0 0,0 0 1 0 0,1 0-1 0 0,-1 0 1 0 0,0 0-1 0 0,1 0 0 0 0,0 0 1 0 0,-1 0-1 0 0,1 0 1 0 0,-1 1-1 0 0,1-1 1 0 0,2 0-1 0 0,10-5-15 0 0,-11 4 7 0 0,0 0 0 0 0,0 1 1 0 0,0-1-1 0 0,0 1 1 0 0,0 0-1 0 0,0 0 1 0 0,1 0-1 0 0,-1 0 0 0 0,0 0 1 0 0,0 1-1 0 0,1 0 1 0 0,-1-1-1 0 0,0 1 1 0 0,1 1-1 0 0,-1-1 0 0 0,6 1 1 0 0,-7 0 9 0 0,1 0 1 0 0,-1-1-1 0 0,0 1 1 0 0,0 0-1 0 0,0 0 1 0 0,0 0-1 0 0,0 0 1 0 0,0 1-1 0 0,0-1 0 0 0,-1 1 1 0 0,1-1-1 0 0,0 1 1 0 0,-1-1-1 0 0,1 1 1 0 0,-1 0-1 0 0,1 0 1 0 0,-1 0-1 0 0,0 0 1 0 0,0 0-1 0 0,0 0 0 0 0,0 0 1 0 0,0 0-1 0 0,-1 0 1 0 0,2 4-1 0 0,0 6 21 0 0,-1-6-3 0 0,0 0-1 0 0,1 1 0 0 0,0-1 1 0 0,0 0-1 0 0,4 8 0 0 0,-3-8-1 0 0,-1-1 0 0 0,0 1 0 0 0,0 0 0 0 0,0-1 0 0 0,-1 1 0 0 0,0 0 1 0 0,0 0-1 0 0,-1 0 0 0 0,1 0 0 0 0,-1 0 0 0 0,-1 0 0 0 0,1 0 0 0 0,-1 0 0 0 0,0 0 0 0 0,-2 8 0 0 0,0-5 31 0 0,0-1 0 0 0,0 1 0 0 0,-1-1 0 0 0,0 0 0 0 0,-1 0 0 0 0,1 0 0 0 0,-1-1 0 0 0,-1 0-1 0 0,-10 11 1 0 0,12-14-32 0 0,0-1 0 0 0,-1 0-1 0 0,0 0 1 0 0,0 0 0 0 0,0 0 0 0 0,-5 1-1 0 0,-22 14 132 0 0,31-18-144 0 0,0 0 0 0 0,1 1 0 0 0,-1-1 0 0 0,0 0 0 0 0,1 1 0 0 0,-1-1 0 0 0,1 1 1 0 0,-1-1-1 0 0,0 1 0 0 0,1-1 0 0 0,-1 1 0 0 0,1-1 0 0 0,0 1 0 0 0,-1 0 0 0 0,1-1 1 0 0,-1 1-1 0 0,1 0 0 0 0,0-1 0 0 0,0 1 0 0 0,-1 0 0 0 0,1-1 0 0 0,0 1 0 0 0,0 0 1 0 0,0 0-1 0 0,0-1 0 0 0,0 1 0 0 0,0 0 0 0 0,0 0 0 0 0,0-1 0 0 0,0 2 0 0 0,1 0 4 0 0,1 0-1 0 0,-1 0 1 0 0,1-1 0 0 0,-1 1-1 0 0,1-1 1 0 0,0 1-1 0 0,0-1 1 0 0,3 3-1 0 0,-3-3-1 0 0,186 120 404 0 0,-183-118-569 0 0,0 0 0 0 0,0-1 0 0 0,0 0-1 0 0,1 0 1 0 0,-1 0 0 0 0,1-1 0 0 0,6 2 0 0 0,-9-3-685 0 0,0 0 1 0 0,0 0-1 0 0,0 0 1 0 0,0 0-1 0 0,0 0 1 0 0,-1 0-1 0 0,1-1 1 0 0,0 1-1 0 0,5-3 1 0 0,-2 0-2550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28 3161 0 0,'-13'-3'7608'0'0,"-6"-11"-2867"0"0,3 4-2897 0 0,16 10-1813 0 0,-1 0 0 0 0,1 0 0 0 0,0 0-1 0 0,-1 0 1 0 0,1 0 0 0 0,-1 0 0 0 0,1 0-1 0 0,0 0 1 0 0,-1 1 0 0 0,1-1-1 0 0,-1 0 1 0 0,1 0 0 0 0,0 0 0 0 0,-1 0-1 0 0,1 1 1 0 0,0-1 0 0 0,-1 0 0 0 0,1 0-1 0 0,0 1 1 0 0,0-1 0 0 0,-1 0 0 0 0,1 1-1 0 0,0-1 1 0 0,0 0 0 0 0,-1 1 0 0 0,1-1-1 0 0,0 0 1 0 0,0 1 0 0 0,0-1-1 0 0,0 1 1 0 0,0-1 0 0 0,-1 0 0 0 0,1 1-1 0 0,0-1 1 0 0,0 1 0 0 0,0-1 0 0 0,0 0-1 0 0,0 1 1 0 0,0-1 0 0 0,0 1 0 0 0,1-1-1 0 0,-4 25 50 0 0,3-21 22 0 0,-14 266 1670 0 0,12-180-1006 0 0,3-89-754 0 0,-1 0 1 0 0,1 1 0 0 0,-1-1 0 0 0,1 0 0 0 0,0 0-1 0 0,-1 0 1 0 0,1 0 0 0 0,0 0 0 0 0,0 0 0 0 0,0 0-1 0 0,0 0 1 0 0,-1 0 0 0 0,1 0 0 0 0,0 0 0 0 0,1-1-1 0 0,-1 1 1 0 0,0 0 0 0 0,0-1 0 0 0,0 1 0 0 0,0-1-1 0 0,2 1 1 0 0,27 9 38 0 0,-9-7 5 0 0,0 0 1 0 0,0-2-1 0 0,1 0 1 0 0,24-3-1 0 0,8 0 255 0 0,-39 1-1275 0 0,-2-6-7318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6473 0 0,'-10'0'7648'0'0,"-9"0"-4080"0"0,80 1-2241 0 0,-30 0-2349 0 0,0 0-5794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5953 0 0,'0'0'1454'0'0,"0"10"4788"0"0,0 1-3884 0 0,2-9-2297 0 0,0 0-1 0 0,0 0 1 0 0,0 0-1 0 0,0 0 0 0 0,1-1 1 0 0,-1 1-1 0 0,1-1 1 0 0,-1 0-1 0 0,0 0 0 0 0,1 0 1 0 0,4 2-1 0 0,29 5-1463 0 0,-24-6 101 0 0,1-2-1435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19 5105 0 0,'-15'-6'2970'0'0,"14"5"-2676"0"0,1 1-1 0 0,-1-1 1 0 0,1 0 0 0 0,-1 1 0 0 0,1-1-1 0 0,-1 0 1 0 0,1 1 0 0 0,-1-1-1 0 0,0 1 1 0 0,1-1 0 0 0,-1 1 0 0 0,0-1-1 0 0,1 1 1 0 0,-1-1 0 0 0,0 1-1 0 0,-1-1 1 0 0,-15-1 985 0 0,16 2-1223 0 0,-31 0 2134 0 0,31 0-2185 0 0,0 1 1 0 0,1 0-1 0 0,-1-1 1 0 0,0 1 0 0 0,1 0-1 0 0,-1-1 1 0 0,1 1-1 0 0,-1 0 1 0 0,1-1-1 0 0,-1 1 1 0 0,1 0-1 0 0,-1 0 1 0 0,1 0-1 0 0,0 0 1 0 0,0 0-1 0 0,-1-1 1 0 0,1 1 0 0 0,0 0-1 0 0,0 2 1 0 0,0-3 47 0 0,0 0-40 0 0,0 1 0 0 0,0-1 0 0 0,0 0-1 0 0,0 1 1 0 0,0-1 0 0 0,0 0 0 0 0,0 1 0 0 0,-1-1 0 0 0,1 0 0 0 0,0 1 0 0 0,0-1-1 0 0,0 0 1 0 0,0 1 0 0 0,0-1 0 0 0,-1 0 0 0 0,1 1 0 0 0,0-1 0 0 0,0 0 0 0 0,-1 0-1 0 0,1 1 1 0 0,0-1 0 0 0,0 0 0 0 0,-1 0 0 0 0,1 1 0 0 0,0-1 0 0 0,-1 0 0 0 0,1 0 0 0 0,0 0-1 0 0,-1 0 1 0 0,1 1 0 0 0,0-1 0 0 0,-1 0 0 0 0,1 0 0 0 0,-1 0 0 0 0,-3 0-1 0 0,4 0-3 0 0,0 1 0 0 0,-1-1 0 0 0,1 0 0 0 0,0 0 0 0 0,-1 0 0 0 0,1 0 0 0 0,0 0 0 0 0,-1 0 0 0 0,1 0 0 0 0,0 0 0 0 0,-1 0 0 0 0,1 0 0 0 0,0 0 0 0 0,-1 0 0 0 0,1 0 0 0 0,-1 0 0 0 0,1 0 0 0 0,0 0 0 0 0,-1 0 0 0 0,1 0 0 0 0,0-1 0 0 0,-1 1 0 0 0,1 0 0 0 0,0 0 1 0 0,0 0-1 0 0,-1 0 0 0 0,1-1 0 0 0,0 1 0 0 0,0 0 0 0 0,-1 0 0 0 0,1-1 0 0 0,0 1 0 0 0,0 0 0 0 0,-1-1 0 0 0,1 1 0 0 0,0 0 0 0 0,0-1 0 0 0,0 1 0 0 0,5-6 111 0 0,-5 6-107 0 0,0 0 0 0 0,1 0 0 0 0,-1 0 0 0 0,0 0 1 0 0,0-1-1 0 0,0 1 0 0 0,0 0 0 0 0,0 0 0 0 0,0 0 1 0 0,1 0-1 0 0,-1 0 0 0 0,0 0 0 0 0,0 0 0 0 0,0-1 1 0 0,0 1-1 0 0,0 0 0 0 0,0 0 0 0 0,0 0 0 0 0,0 0 1 0 0,0 0-1 0 0,0-1 0 0 0,0 1 0 0 0,0 0 0 0 0,0 0 1 0 0,0 0-1 0 0,0 0 0 0 0,0 0 0 0 0,0-1 1 0 0,0 1-1 0 0,0 0 0 0 0,0 0 0 0 0,0 0 0 0 0,0 0 1 0 0,0 0-1 0 0,0-1 0 0 0,0 1 0 0 0,0 0 0 0 0,0 0 1 0 0,0 0-1 0 0,0 0 0 0 0,0 0 0 0 0,0-1 0 0 0,0 1 1 0 0,0 0-1 0 0,-1 0 0 0 0,1 0 0 0 0,0 0 0 0 0,0 0 1 0 0,0 0-1 0 0,0 0 0 0 0,0 0 0 0 0,0-1 0 0 0,-1 1 1 0 0,1 0-1 0 0,0 0 0 0 0,0 0 0 0 0,0 0 0 0 0,0 0 1 0 0,-1 0 6 0 0,1 0-25 0 0,0 0 9 0 0,0 0-1 0 0,0-1 1 0 0,0 1-1 0 0,-1 0 1 0 0,1 0-1 0 0,0 0 1 0 0,0 0-1 0 0,0-1 1 0 0,0 1-1 0 0,-1 0 1 0 0,1 0-1 0 0,0 0 1 0 0,0 0 0 0 0,0 0-1 0 0,-1 0 1 0 0,1 0-1 0 0,0 0 1 0 0,0 0-1 0 0,0 0 1 0 0,-1 0-1 0 0,1 0 1 0 0,0 0-1 0 0,0 0 1 0 0,0 0-1 0 0,-1 0 1 0 0,1 0-1 0 0,0 0 1 0 0,0 0-1 0 0,0 0 1 0 0,-1 0-1 0 0,1 0 1 0 0,0 0 0 0 0,0 0-1 0 0,0 0 1 0 0,-1 0-1 0 0,1 0 1 0 0,0 1-1 0 0,0-1 1 0 0,0 0-1 0 0,-1 0 1 0 0,1 0-1 0 0,0 0 1 0 0,0 0-1 0 0,0 1 1 0 0,0-1-1 0 0,0 0 1 0 0,0 0-1 0 0,-1 0 1 0 0,1 1 0 0 0,0-1-1 0 0,0 0 1 0 0,0 0-1 0 0,0 0 1 0 0,0 1-1 0 0,0-1 1 0 0,0 0-1 0 0,0 0 1 0 0,0 0-1 0 0,0 1 1 0 0,0-1-1 0 0,0 1 0 0 0,-1 0-1 0 0,1 0 1 0 0,-1 0-1 0 0,1-1 0 0 0,-1 1 1 0 0,1 0-1 0 0,-1 0 1 0 0,0-1-1 0 0,1 1 1 0 0,-1 0-1 0 0,0-1 0 0 0,1 1 1 0 0,-1 0-1 0 0,0-1 1 0 0,0 1-1 0 0,0-1 1 0 0,0 0-1 0 0,1 1 0 0 0,-1-1 1 0 0,0 0-1 0 0,-2 1 1 0 0,3-1 31 0 0,-29 0 129 0 0,28 0-163 0 0,1 0 1 0 0,0 0-1 0 0,-1 0 1 0 0,1 0-1 0 0,-1 0 0 0 0,1 0 1 0 0,-1 0-1 0 0,1 0 0 0 0,0 0 1 0 0,-1 0-1 0 0,1 0 1 0 0,-1 0-1 0 0,1 0 0 0 0,0 0 1 0 0,-1 1-1 0 0,1-1 0 0 0,-1 0 1 0 0,1 0-1 0 0,0 0 0 0 0,-1 1 1 0 0,1-1-1 0 0,0 0 1 0 0,-1 1-1 0 0,1-1 0 0 0,-1 1 1 0 0,-1 1 6 0 0,-5 2-19 0 0,7-4 13 0 0,0 0-1 0 0,-1 0 1 0 0,1 1-1 0 0,0-1 1 0 0,-1 0 0 0 0,1 0-1 0 0,0 0 1 0 0,-1 0-1 0 0,1 0 1 0 0,0 1-1 0 0,0-1 1 0 0,-1 0 0 0 0,1 0-1 0 0,0 1 1 0 0,0-1-1 0 0,-1 0 1 0 0,1 0 0 0 0,0 1-1 0 0,0-1 1 0 0,0 0-1 0 0,-1 1 1 0 0,1-1-1 0 0,0 0 1 0 0,0 1 0 0 0,0-1-1 0 0,0 0 1 0 0,0 1-1 0 0,-22 2 39 0 0,22-3-51 0 0,-29 0 95 0 0,28 0-82 0 0,0 1 1 0 0,0-1 0 0 0,-1 0 0 0 0,1 0-1 0 0,0 0 1 0 0,0 0 0 0 0,0 0 0 0 0,0 0-1 0 0,0 0 1 0 0,-1-1 0 0 0,1 1-1 0 0,0 0 1 0 0,0-1 0 0 0,0 1 0 0 0,0 0-1 0 0,0-1 1 0 0,0 1 0 0 0,0-1 0 0 0,0 0-1 0 0,0 1 1 0 0,0-1 0 0 0,0 0-1 0 0,0 0 1 0 0,1 1 0 0 0,-2-2 0 0 0,2 1-3 0 0,0 0 0 0 0,0 0 0 0 0,0 0 0 0 0,1 1 0 0 0,-1-1 0 0 0,0 0 0 0 0,0 0 0 0 0,1 0 0 0 0,-1 1 0 0 0,0-1 0 0 0,1 0 0 0 0,-1 1 0 0 0,1-1 0 0 0,-1 0 0 0 0,1 1 0 0 0,-1-1 0 0 0,1 0 0 0 0,-1 1 0 0 0,1-1 0 0 0,0 1 0 0 0,-1-1 0 0 0,1 1 0 0 0,1-1 0 0 0,3-2 27 0 0,0 1 0 0 0,0 0 0 0 0,1 0 0 0 0,-1 0 0 0 0,0 1 0 0 0,1 0 0 0 0,-1 0 0 0 0,1 0 0 0 0,-1 1 0 0 0,1 0 0 0 0,-1 0 0 0 0,1 0 0 0 0,-1 1 0 0 0,1-1 0 0 0,-1 1 0 0 0,1 1 0 0 0,-1-1 0 0 0,1 1 0 0 0,-1 0 0 0 0,0 0 0 0 0,8 5 0 0 0,-10-4 12 0 0,0 0 0 0 0,0 0 0 0 0,0 0 0 0 0,-1 0 0 0 0,1 0 0 0 0,-1 1 0 0 0,0-1 0 0 0,0 1 0 0 0,0 0 0 0 0,2 7-1 0 0,11 45 271 0 0,-10-34-175 0 0,-2-11-85 0 0,-2-6-12 0 0,0-1 0 0 0,0 1 0 0 0,0-1 0 0 0,1 1 1 0 0,0-1-1 0 0,3 6 0 0 0,-3-6 10 0 0,1 1-1 0 0,-1 0 0 0 0,0 1 1 0 0,0-1-1 0 0,0 0 1 0 0,-1 0-1 0 0,0 1 0 0 0,0-1 1 0 0,0 1-1 0 0,-1-1 1 0 0,0 1-1 0 0,0-1 0 0 0,-2 12 1 0 0,1-7 9 0 0,-2 0-1 0 0,1 0 1 0 0,-1-1 0 0 0,-1 1 0 0 0,0-1-1 0 0,-8 16 1 0 0,3-8-9 0 0,7-13-26 0 0,0 0 0 0 0,0 0 0 0 0,0-1 1 0 0,-1 1-1 0 0,1-1 0 0 0,-1 1 0 0 0,1-1 1 0 0,-1 0-1 0 0,-6 5 0 0 0,-6 4 29 0 0,2-2 27 0 0,1-1 1 0 0,-1 1-1 0 0,0-2 0 0 0,-1 0 1 0 0,0 0-1 0 0,0-2 0 0 0,-1 1 1 0 0,-15 3-1 0 0,16-3 78 0 0,-5 4-13 0 0,19-11-139 0 0,0 0 1 0 0,-1 0-1 0 0,1 1 0 0 0,-1-1 1 0 0,1 0-1 0 0,0 0 1 0 0,-1 0-1 0 0,1 0 0 0 0,-1 0 1 0 0,1 0-1 0 0,0 0 0 0 0,-1 0 1 0 0,1 0-1 0 0,-1 0 0 0 0,1 0 1 0 0,-1 0-1 0 0,1 0 1 0 0,-1 0-1 0 0,1 0 0 0 0,0 0 1 0 0,-1-1-1 0 0,1 1 0 0 0,-1 0 1 0 0,1 0-1 0 0,0 0 0 0 0,-1-1 1 0 0,1 1-1 0 0,0 0 0 0 0,-1-1 1 0 0,1 1-1 0 0,0 0 1 0 0,0-1-1 0 0,-1 1 0 0 0,1-1 1 0 0,-1 1-6 0 0,1-1 0 0 0,0 0 0 0 0,0 1 0 0 0,0-1 0 0 0,-1 0 1 0 0,1 1-1 0 0,0-1 0 0 0,0 0 0 0 0,0 1 0 0 0,0-1 1 0 0,0 0-1 0 0,0 1 0 0 0,0-1 0 0 0,1 0 0 0 0,-1 1 0 0 0,0-1 1 0 0,0 0-1 0 0,0 1 0 0 0,1-1 0 0 0,-1 1 0 0 0,0-1 0 0 0,1 0 1 0 0,-1 1-1 0 0,0-1 0 0 0,1 1 0 0 0,-1-1 0 0 0,1 1 0 0 0,-1-1 1 0 0,1 1-1 0 0,-1-1 0 0 0,1 1 0 0 0,-1 0 0 0 0,2-1 1 0 0,23-12-59 0 0,-14 8 36 0 0,-4 1 23 0 0,1 1-1 0 0,0 0 0 0 0,0 0 0 0 0,0 0 1 0 0,0 1-1 0 0,0 0 0 0 0,1 1 0 0 0,-1 0 1 0 0,1 0-1 0 0,15 1 0 0 0,7 3 25 0 0,50 10 0 0 0,-10-2 36 0 0,-63-10-156 0 0,1 0-1 0 0,0-1 1 0 0,0 0-1 0 0,16-2 1 0 0,-20 1-503 0 0,-1 0 0 0 0,0 0 1 0 0,1-1-1 0 0,-1 0 0 0 0,0 0 0 0 0,0 0 1 0 0,4-3-1 0 0,23-13-4746 0 0,-16 5 800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31 9954 0 0,'-16'-12'5608'0'0,"13"10"-5241"0"0,-1 0 0 0 0,1 0 0 0 0,-1 0 1 0 0,1 1-1 0 0,-1 0 0 0 0,-5-2 0 0 0,8 3-325 0 0,0 0 0 0 0,0 0 0 0 0,0 0 0 0 0,0 0-1 0 0,0-1 1 0 0,0 1 0 0 0,1 1 0 0 0,-1-1 0 0 0,0 0 0 0 0,0 0 0 0 0,0 0 0 0 0,0 0-1 0 0,0 1 1 0 0,0-1 0 0 0,0 0 0 0 0,1 1 0 0 0,-1-1 0 0 0,0 0 0 0 0,0 1-1 0 0,0 0 1 0 0,1-1 0 0 0,-1 1 0 0 0,0-1 0 0 0,1 1 0 0 0,-1 0 0 0 0,0-1 0 0 0,1 1-1 0 0,-1 0 1 0 0,1 0 0 0 0,-1-1 0 0 0,1 1 0 0 0,-1 0 0 0 0,1 0 0 0 0,-1 1 0 0 0,-11 57 718 0 0,10-46-649 0 0,0 0-1 0 0,-1-1 1 0 0,0 1 0 0 0,-1-1-1 0 0,-7 16 1 0 0,7-19-83 0 0,0-1 1 0 0,1 1-1 0 0,0 0 1 0 0,0 0-1 0 0,1 0 0 0 0,-2 18 1 0 0,4-22-15 0 0,-1 1-1 0 0,1 0 1 0 0,0-1 0 0 0,1 1 0 0 0,-1-1 0 0 0,1 1 0 0 0,0-1-1 0 0,0 1 1 0 0,1-1 0 0 0,0 0 0 0 0,0 0 0 0 0,5 10 0 0 0,-3-11 12 0 0,0-1 0 0 0,0 1 0 0 0,1-1 0 0 0,-1 0 0 0 0,1-1 0 0 0,0 1 0 0 0,0-1 0 0 0,0 0 0 0 0,9 3 0 0 0,-9-4-6 0 0,-1-1 0 0 0,1 1 0 0 0,0-1 0 0 0,0 0 1 0 0,0 0-1 0 0,-1 0 0 0 0,1 0 0 0 0,0-1 1 0 0,0 0-1 0 0,-1 0 0 0 0,1-1 0 0 0,0 1 0 0 0,-1-1 1 0 0,9-4-1 0 0,12-3 53 0 0,-19 6-56 0 0,-1 1 1 0 0,1-1 0 0 0,-1 0 0 0 0,0-1-1 0 0,0 1 1 0 0,-1-1 0 0 0,1 0-1 0 0,-1 0 1 0 0,0 0 0 0 0,0-1 0 0 0,0 1-1 0 0,0-1 1 0 0,-1 0 0 0 0,0 0-1 0 0,0 0 1 0 0,0-1 0 0 0,-1 1 0 0 0,1-1-1 0 0,-1 0 1 0 0,2-9 0 0 0,-2 8 12 0 0,0-1 0 0 0,0 1 0 0 0,7-11 0 0 0,-7 13-14 0 0,1-1 0 0 0,-1 1-1 0 0,0 0 1 0 0,0-1 0 0 0,-1 1 0 0 0,0-1 0 0 0,0 0 0 0 0,1-8 0 0 0,-2 7 4 0 0,-1 0 0 0 0,0 1 1 0 0,0-1-1 0 0,0 0 1 0 0,-1 1-1 0 0,0-1 0 0 0,0 1 1 0 0,-6-12-1 0 0,6 15-19 0 0,0-1 0 0 0,0 1-1 0 0,0 0 1 0 0,0 0 0 0 0,0 0 0 0 0,-1 0-1 0 0,1 1 1 0 0,-1-1 0 0 0,0 0 0 0 0,0 1 0 0 0,0 0-1 0 0,0 0 1 0 0,0 0 0 0 0,0 0 0 0 0,-1 0-1 0 0,1 1 1 0 0,-5-2 0 0 0,-15-7-300 0 0,18 8 324 0 0,-1-1 1 0 0,1 1-1 0 0,0 0 1 0 0,-1 0-1 0 0,-9-2 0 0 0,14 4-187 0 0,-1 0-1 0 0,1 0 0 0 0,0 0 0 0 0,-1 0 0 0 0,1 0 0 0 0,0 0 1 0 0,0 1-1 0 0,-1-1 0 0 0,1 0 0 0 0,0 1 0 0 0,0-1 0 0 0,-1 1 1 0 0,1-1-1 0 0,0 1 0 0 0,0 0 0 0 0,0-1 0 0 0,0 1 0 0 0,0 0 1 0 0,0 0-1 0 0,0 0 0 0 0,0 0 0 0 0,0 0 0 0 0,0 0 0 0 0,0 0 0 0 0,0 0 1 0 0,1 0-1 0 0,-1 0 0 0 0,1 0 0 0 0,-1 1 0 0 0,0 0 0 0 0,-4 11-1910 0 0,-3 1-373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50 9794 0 0,'-1'-30'6169'0'0,"1"11"-2535"0"0,5 42-2631 0 0,3 15-861 0 0,-2 1 0 0 0,-1 0-1 0 0,-3 0 1 0 0,0 0-1 0 0,-3 0 1 0 0,-11 77-1 0 0,9-96-1491 0 0,3-6-4560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0 11987 0 0,'-14'0'3754'0'0,"7"0"-3391"0"0,1 1-1 0 0,-1 0 1 0 0,0 0 0 0 0,0 0 0 0 0,1 1 0 0 0,-1 0 0 0 0,1 0 0 0 0,-1 0-1 0 0,1 1 1 0 0,-6 4 0 0 0,7-4-297 0 0,0 0-1 0 0,0 0 1 0 0,1 0-1 0 0,-1 1 1 0 0,1 0-1 0 0,0 0 1 0 0,0 0 0 0 0,1 1-1 0 0,-1-1 1 0 0,1 1-1 0 0,0 0 1 0 0,0 0-1 0 0,1 0 1 0 0,-1 0-1 0 0,1 0 1 0 0,0 0 0 0 0,0 1-1 0 0,1-1 1 0 0,-2 12-1 0 0,2-12-52 0 0,0 0 1 0 0,0 0-1 0 0,-1-1 0 0 0,1 1 0 0 0,-1 0 0 0 0,-4 7 1 0 0,3-8-9 0 0,1 1 1 0 0,-1 0 0 0 0,1-1 0 0 0,1 1 0 0 0,-1 0 0 0 0,-1 10 0 0 0,2-5 2 0 0,1 0 0 0 0,0 0 0 0 0,2 15 0 0 0,-1-21 6 0 0,0 0 0 0 0,-1 0 0 0 0,1 0 0 0 0,1 0 0 0 0,-1-1 0 0 0,0 1 0 0 0,1-1 0 0 0,0 1 0 0 0,0-1 0 0 0,0 1 0 0 0,4 5 0 0 0,0-6-125 0 0,-1 0 1 0 0,0 0 0 0 0,0 0 0 0 0,1-1 0 0 0,6 3 0 0 0,-6-3-112 0 0,-1 0-218 0 0,1-1 1 0 0,-1 1 0 0 0,0-1 0 0 0,1-1-1 0 0,-1 1 1 0 0,0-1 0 0 0,1 0-1 0 0,-1 0 1 0 0,1 0 0 0 0,-1-1-1 0 0,0 0 1 0 0,1 0 0 0 0,-1 0 0 0 0,6-2-1 0 0,8-5-1825 0 0,-1 0 0 0 0,26-15-1 0 0,-31 16 1139 0 0,-6 3 993 0 0,-1-1 0 0 0,0 1 0 0 0,0-1 0 0 0,0 0 0 0 0,-1-1 0 0 0,0 1 0 0 0,0-1 0 0 0,0 0 0 0 0,0-1 0 0 0,-1 1 0 0 0,5-12 0 0 0,-4 9 809 0 0,-1-1-1 0 0,0 0 0 0 0,-1-1 0 0 0,3-14 0 0 0,0 3 2766 0 0,-6 21-3192 0 0,1 0 0 0 0,-1 0 0 0 0,0 0 0 0 0,0 1 0 0 0,1-1 0 0 0,-1 0 0 0 0,1 0 0 0 0,-1 1 0 0 0,0-1 0 0 0,1 0 0 0 0,-1 1 0 0 0,1-1 0 0 0,0 0 0 0 0,-1 1 0 0 0,1-1 0 0 0,-1 1 0 0 0,1-1 0 0 0,0 1 0 0 0,0-1 0 0 0,-1 1 0 0 0,1 0 0 0 0,0-1 0 0 0,1 0 0 0 0,-1 2-133 0 0,0 0 1 0 0,0 0-1 0 0,0 0 0 0 0,0 0 1 0 0,0 0-1 0 0,-1 0 1 0 0,1 0-1 0 0,0 0 1 0 0,-1 0-1 0 0,1 0 0 0 0,-1 0 1 0 0,1 1-1 0 0,-1-1 1 0 0,1 0-1 0 0,-1 0 1 0 0,0 0-1 0 0,0 1 1 0 0,1-1-1 0 0,-1 0 0 0 0,0 1 1 0 0,0 1-1 0 0,0 2 142 0 0,8 23 537 0 0,8 46 1249 0 0,-15-68-1916 0 0,-1 0 0 0 0,1-1 0 0 0,-1 1 0 0 0,0 0 0 0 0,-1 0 0 0 0,1-1 0 0 0,-1 1-1 0 0,0 0 1 0 0,-1-1 0 0 0,-2 7 0 0 0,2-8-115 0 0,0-1-1 0 0,0 0 1 0 0,-1 0-1 0 0,0 0 1 0 0,1-1-1 0 0,-1 1 1 0 0,0-1-1 0 0,0 1 1 0 0,-1-1-1 0 0,1 0 1 0 0,0 0-1 0 0,-1-1 1 0 0,1 1-1 0 0,-7 1 1 0 0,-14 9-11 0 0,21-10-226 0 0,-1 0 0 0 0,1-1 0 0 0,-1 1 0 0 0,1-1 0 0 0,-1 0 0 0 0,0 0 0 0 0,0 0 0 0 0,-4 0 0 0 0,-12-4-4495 0 0,19 3 4213 0 0,0-1-1 0 0,0 1 0 0 0,0-1 1 0 0,0 0-1 0 0,1 1 1 0 0,-1-1-1 0 0,0 0 0 0 0,0 1 1 0 0,0-1-1 0 0,1 0 1 0 0,-1 0-1 0 0,0 0 0 0 0,1 0 1 0 0,-1 0-1 0 0,0-1 1 0 0,-4-11-2333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1 180 2985 0 0,'0'-9'4366'0'0,"3"-4"-3427"0"0,0 0 0 0 0,1 0 0 0 0,1 0-1 0 0,0 0 1 0 0,0 1 0 0 0,1 0 0 0 0,14-21 0 0 0,-17 30-820 0 0,0 1 0 0 0,1 0 0 0 0,-1-1 0 0 0,0 1 0 0 0,0 0 0 0 0,1 1 0 0 0,0-1 0 0 0,-1 1 0 0 0,1-1 1 0 0,0 1-1 0 0,-1 0 0 0 0,8-1 0 0 0,20-8 363 0 0,-26 8-367 0 0,-1 0 0 0 0,1-1 0 0 0,0 2-1 0 0,0-1 1 0 0,0 1 0 0 0,0 0 0 0 0,0 0 0 0 0,1 0 0 0 0,-1 0 0 0 0,0 1 0 0 0,0 0 0 0 0,0 0 0 0 0,1 1 0 0 0,6 1 0 0 0,-8-2-35 0 0,-1 1 1 0 0,1 0-1 0 0,-1 0 1 0 0,0 0-1 0 0,0 0 0 0 0,0 1 1 0 0,1-1-1 0 0,-1 1 0 0 0,-1 0 1 0 0,1 0-1 0 0,0 0 1 0 0,0 0-1 0 0,-1 0 0 0 0,1 1 1 0 0,-1-1-1 0 0,0 1 0 0 0,1 0 1 0 0,-1-1-1 0 0,-1 1 1 0 0,1 0-1 0 0,3 6 0 0 0,1 14 255 0 0,-4-16-227 0 0,0-1 0 0 0,0 1 0 0 0,1-1-1 0 0,4 10 1 0 0,-3-8 39 0 0,0 1 1 0 0,-1 0 0 0 0,0 0-1 0 0,-1 1 1 0 0,0-1 0 0 0,0 1-1 0 0,-1-1 1 0 0,0 1-1 0 0,0-1 1 0 0,-1 1 0 0 0,-2 10-1 0 0,2 1 88 0 0,0-21-225 0 0,0 1 0 0 0,0-1 1 0 0,0 1-1 0 0,0 0 0 0 0,0-1 0 0 0,0 1 1 0 0,0-1-1 0 0,0 1 0 0 0,1 0 1 0 0,-1-1-1 0 0,0 1 0 0 0,0-1 1 0 0,1 1-1 0 0,-1-1 0 0 0,0 1 1 0 0,1-1-1 0 0,-1 1 0 0 0,0-1 0 0 0,1 1 1 0 0,-1-1-1 0 0,1 1 0 0 0,-1-1 1 0 0,1 0-1 0 0,-1 1 0 0 0,1-1 1 0 0,0 1-1 0 0,18 0 95 0 0,-14-2-117 0 0,0 0 1 0 0,-1 0 0 0 0,1-1 0 0 0,-1 1 0 0 0,9-5 0 0 0,-1-3-1346 0 0,0-1 0 0 0,-1 0 0 0 0,0 0 0 0 0,15-20 0 0 0,-21 25 435 0 0,10-13-4381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140 232 1272 0 0,'0'0'78'0'0,"-20"-1"1874"0"0,-48-7 5758 0 0,61 7-6905 0 0,4 1-574 0 0,0 0 1 0 0,0-1 0 0 0,0 1 0 0 0,0-1-1 0 0,0 1 1 0 0,0-1 0 0 0,0 0-1 0 0,0 0 1 0 0,0 0 0 0 0,1-1-1 0 0,-1 1 1 0 0,0-1 0 0 0,-4-3 0 0 0,11 4-211 0 0,0 0 0 0 0,0 1 1 0 0,0-1-1 0 0,1 1 1 0 0,-1 0-1 0 0,4 0 1 0 0,-7 0-18 0 0,42 2 82 0 0,79 15 0 0 0,0 0 73 0 0,601-14 99 0 0,-464-9-181 0 0,438-36 562 0 0,-143-32 753 0 0,-412 50-1341 0 0,109-18 61 0 0,-146 32-25 0 0,151 5 0 0 0,10 0 396 0 0,-154-11 542 0 0,-77 9-770 0 0,0 2 0 0 0,42-1 0 0 0,-68 6-631 0 0,12 0 978 0 0,-6 0-5891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38 347 1632 0 0,'-5'-64'6071'0'0,"0"-3"-3731"0"0,2-101 4771 0 0,3 166-6971 0 0,-1 1 0 0 0,1-1-1 0 0,0 0 1 0 0,0 0 0 0 0,-1 0-1 0 0,1 1 1 0 0,-1-1-1 0 0,1 0 1 0 0,-1 0 0 0 0,0 1-1 0 0,0-1 1 0 0,0 1 0 0 0,0-1-1 0 0,0 0 1 0 0,0 1 0 0 0,-2-3-1 0 0,-9-12 159 0 0,14 22-290 0 0,-1 0 0 0 0,1 0 1 0 0,-1 0-1 0 0,-1 0 1 0 0,1 6-1 0 0,1 14 6 0 0,92 496 150 0 0,-74-404 394 0 0,4 125 1 0 0,-25-109 165 0 0,-5-121-1803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14 10874 0 0,'-94'0'6806'0'0,"94"0"-6786"0"0,8 0 18 0 0,98 11 77 0 0,140-6-1 0 0,110-25 395 0 0,-14 10-174 0 0,-342 10-422 0 0,0 0 0 0 0,0 0 0 0 0,0 0 0 0 0,0 0 0 0 0,0 0 0 0 0,-19 18-13993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0 6713 0 0,'-7'1'468'0'0,"0"-1"-1"0"0,0 1 0 0 0,0 1 0 0 0,-11 3 1 0 0,1 0 239 0 0,-127 33 4970 0 0,107-27-4145 0 0,37-11-1516 0 0,0 0 0 0 0,-1 0 0 0 0,1 0-1 0 0,0-1 1 0 0,-1 1 0 0 0,1 0-1 0 0,0 1 1 0 0,-1-1 0 0 0,1 0 0 0 0,0 0-1 0 0,-1 0 1 0 0,1 0 0 0 0,0 0 0 0 0,-1 0-1 0 0,1 0 1 0 0,0 0 0 0 0,-1 1 0 0 0,1-1-1 0 0,0 0 1 0 0,0 0 0 0 0,-1 0 0 0 0,1 1-1 0 0,0-1 1 0 0,0 0 0 0 0,-1 0-1 0 0,1 1 1 0 0,0-1 0 0 0,0 0 0 0 0,0 0-1 0 0,-1 1 1 0 0,1-1 0 0 0,0 0 0 0 0,0 1-1 0 0,0-1 1 0 0,0 0 0 0 0,0 1 0 0 0,0-1-1 0 0,0 0 1 0 0,0 1 0 0 0,0-1 0 0 0,0 0-1 0 0,0 1 1 0 0,0-1 0 0 0,0 0-1 0 0,0 1 1 0 0,0-1 0 0 0,0 0 0 0 0,0 1-1 0 0,0-1 1 0 0,0 0 0 0 0,0 1 0 0 0,0-1-1 0 0,1 0 1 0 0,-1 1 0 0 0,0-1 0 0 0,0 0-1 0 0,0 0 1 0 0,1 1 0 0 0,-1-1 0 0 0,0 0-1 0 0,0 0 1 0 0,1 1 0 0 0,-1-1 0 0 0,0 0-1 0 0,1 0 1 0 0,20 13 30 0 0,-21-13-41 0 0,19 7 77 0 0,0 0 0 0 0,1-1-1 0 0,0 0 1 0 0,0-2 0 0 0,38 3 0 0 0,-18-4 101 0 0,1-3-1 0 0,41-4 1 0 0,66-15 151 0 0,-74 8-224 0 0,101-2 1 0 0,-1 13-704 0 0,-174 0 307 0 0,0 0-1 0 0,1 0 0 0 0,-1 0 0 0 0,1 0 0 0 0,-1 1 1 0 0,1-1-1 0 0,-1 0 0 0 0,1 0 0 0 0,-1 0 0 0 0,1 0 1 0 0,-1 1-1 0 0,0-1 0 0 0,1 0 0 0 0,-1 0 0 0 0,1 1 1 0 0,-1-1-1 0 0,0 0 0 0 0,1 1 0 0 0,-1-1 0 0 0,0 0 1 0 0,1 1-1 0 0,-1-1 0 0 0,0 1 0 0 0,0-1 0 0 0,0 0 1 0 0,1 1-1 0 0,-1-1 0 0 0,0 1 0 0 0,0-1 0 0 0,0 1 1 0 0,0-1-1 0 0,0 1 0 0 0,1-1 0 0 0,-1 0 0 0 0,0 2 1 0 0,0 5-4598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11218 0 0,'0'0'367'0'0,"-6"1"4794"0"0,5-1-5048 0 0,0 0 0 0 0,0 0 0 0 0,0 0 0 0 0,0 1 0 0 0,0-1 0 0 0,0 0 0 0 0,1 1 0 0 0,-1-1 0 0 0,0 1 0 0 0,0-1 0 0 0,0 1 0 0 0,1-1 0 0 0,-1 1 1 0 0,0 0-1 0 0,-1 1 0 0 0,-2 12 10 0 0,0 1 1 0 0,0 0 0 0 0,1 0 0 0 0,1 0-1 0 0,1 0 1 0 0,0 18 0 0 0,10 100 120 0 0,-4-67-130 0 0,6 236 185 0 0,7 89 29 0 0,-6-292-219 0 0,5 66 174 0 0,-16-136-279 0 0,-1 0 1 0 0,-2 0-1 0 0,-7 46 0 0 0,8-70-573 0 0,0 2-831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10 9090 0 0,'-1'0'208'0'0,"0"0"1"0"0,0 0 0 0 0,0 0-1 0 0,0 0 1 0 0,0 0-1 0 0,0 0 1 0 0,0 0-1 0 0,0 1 1 0 0,0-1-1 0 0,0 0 1 0 0,0 1-1 0 0,0-1 1 0 0,0 1 0 0 0,0-1-1 0 0,0 1 1 0 0,0 0-1 0 0,1-1 1 0 0,-1 1-1 0 0,-1 1 1 0 0,3 5 1283 0 0,13-2-916 0 0,21-1 353 0 0,0-1 1 0 0,60-3-1 0 0,74-15 612 0 0,-17 1-1113 0 0,23 8-667 0 0,-170 5-1374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14419 0 0,'-15'18'3489'0'0,"15"-17"-3442"0"0,1 1 1 0 0,0-1-1 0 0,-1 0 1 0 0,1 0-1 0 0,0 0 0 0 0,0 0 1 0 0,-1 0-1 0 0,1 0 1 0 0,0 0-1 0 0,0 0 0 0 0,0 0 1 0 0,0-1-1 0 0,0 1 1 0 0,0 0-1 0 0,0 0 1 0 0,1-1-1 0 0,-1 1 0 0 0,0-1 1 0 0,0 1-1 0 0,3 0 1 0 0,26 8 83 0 0,-24-8-139 0 0,-1-1 1 0 0,1 1-1 0 0,-1-1 1 0 0,1 0-1 0 0,-1 0 1 0 0,8-2-1 0 0,-9 2-439 0 0,-1-1 0 0 0,1 0 0 0 0,-1-1 0 0 0,1 1 0 0 0,-1 0 0 0 0,5-3 0 0 0,8-8-2715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422 165 6809 0 0,'-3'-10'4478'0'0,"-5"-7"-4174"0"0,2 8 18 0 0,3 2 9 0 0,-2-5 713 0 0,0 0 0 0 0,-13-20 1 0 0,16 29-862 0 0,0 0 0 0 0,0 0 0 0 0,-1 1 0 0 0,1-1 1 0 0,-1 1-1 0 0,1 0 0 0 0,-1-1 0 0 0,0 1 0 0 0,0 0 1 0 0,0 0-1 0 0,0 1 0 0 0,0-1 0 0 0,0 1 0 0 0,0 0 1 0 0,-5-2-1 0 0,-25-11 957 0 0,29 12-1017 0 0,-1-1-1 0 0,1 1 1 0 0,-1 0 0 0 0,0 0 0 0 0,1 1-1 0 0,-1-1 1 0 0,-8 0 0 0 0,7 2-59 0 0,-1-1 0 0 0,1 1 0 0 0,0 1-1 0 0,0-1 1 0 0,-1 1 0 0 0,1 1 0 0 0,0-1 0 0 0,0 1 0 0 0,0 0 0 0 0,0 0 0 0 0,0 1 0 0 0,0-1 0 0 0,-5 5 0 0 0,3-2-36 0 0,0 1 0 0 0,1 0 0 0 0,0 1 0 0 0,1-1 0 0 0,-1 1 0 0 0,1 0-1 0 0,0 1 1 0 0,-5 9 0 0 0,1 1-21 0 0,1 0 0 0 0,0 1 0 0 0,2 0 0 0 0,0 1 0 0 0,1 0 0 0 0,1 0-1 0 0,-4 32 1 0 0,7-39 9 0 0,-1 0 0 0 0,-6 17 0 0 0,6-23-7 0 0,0 0 0 0 0,1-1 0 0 0,0 1 0 0 0,1 0 1 0 0,0 1-1 0 0,0-1 0 0 0,0 0 0 0 0,1 0 0 0 0,0 0 0 0 0,0 0 1 0 0,1 1-1 0 0,2 12 0 0 0,-2-16 3 0 0,0 1-1 0 0,1-1 1 0 0,-1 0-1 0 0,1 1 1 0 0,0-1-1 0 0,0 0 1 0 0,0 0-1 0 0,0 0 1 0 0,1-1-1 0 0,0 1 1 0 0,0 0-1 0 0,0-1 1 0 0,0 0-1 0 0,0 0 1 0 0,0 0 0 0 0,6 4-1 0 0,5 0 33 0 0,1 0 1 0 0,-1-1-1 0 0,2-1 0 0 0,-1 0 1 0 0,0-1-1 0 0,1-1 0 0 0,24 3 1 0 0,-33-5-29 0 0,0 0 0 0 0,0 1 0 0 0,0 0-1 0 0,0 0 1 0 0,10 5 0 0 0,-10-4 13 0 0,1 0 1 0 0,0 0-1 0 0,0-1 0 0 0,14 3 0 0 0,-13-4-104 0 0,0-1 0 0 0,0 0 0 0 0,0-1 0 0 0,14-2 0 0 0,16-8-7300 0 0,-27 6 3305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11 8826 0 0,'-11'-2'6859'0'0,"1"-2"-4635"0"0,-8-1-1624 0 0,18 6-585 0 0,0 0 0 0 0,0 0-1 0 0,0-1 1 0 0,-1 1 0 0 0,1 0-1 0 0,0 0 1 0 0,0 0 0 0 0,0-1 0 0 0,0 1-1 0 0,0 0 1 0 0,0 0 0 0 0,0 0-1 0 0,1-1 1 0 0,-1 1 0 0 0,0 0-1 0 0,1 1 1 0 0,-1-1 7 0 0,7 32 303 0 0,-1-1 0 0 0,-2 2 0 0 0,-1-1-1 0 0,-2 0 1 0 0,-4 56 0 0 0,-4-46 193 0 0,-15 48-1 0 0,-4 32 664 0 0,25-121-1136 0 0,1 1-1 0 0,-1-1 0 0 0,1 1 1 0 0,0 0-1 0 0,0-1 0 0 0,0 1 1 0 0,1 0-1 0 0,0 2 1 0 0,-1-4-36 0 0,0 0 0 0 0,1 0 0 0 0,-1 0 1 0 0,1 0-1 0 0,0 0 0 0 0,-1 0 1 0 0,1-1-1 0 0,0 1 0 0 0,-1 0 1 0 0,1-1-1 0 0,0 1 0 0 0,0 0 1 0 0,0-1-1 0 0,-1 1 0 0 0,1-1 1 0 0,0 1-1 0 0,0-1 0 0 0,0 1 0 0 0,0-1 1 0 0,0 0-1 0 0,0 1 0 0 0,2-1 1 0 0,8 2 0 0 0,0 0 0 0 0,1-1 0 0 0,-1-1 0 0 0,0 0 0 0 0,1 0 0 0 0,-1-1 0 0 0,19-4 1 0 0,81-24 31 0 0,-89 22-8 0 0,23-10-829 0 0,-16 4-3719 0 0,-19 9 1789 0 0,2 0-715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14179 0 0,'-12'2'4644'0'0,"0"2"-3487"0"0,13-3-1147 0 0,-1 0-1 0 0,1 0 0 0 0,1 0 1 0 0,-1 0-1 0 0,0-1 0 0 0,0 1 1 0 0,0 0-1 0 0,0 0 0 0 0,1-1 1 0 0,-1 1-1 0 0,0-1 0 0 0,0 1 1 0 0,1-1-1 0 0,-1 1 0 0 0,0-1 1 0 0,1 0-1 0 0,-1 0 0 0 0,2 0 1 0 0,-1 1 0 0 0,18 3 31 0 0,1-1-1 0 0,28 0 0 0 0,-10-2-5136 0 0</inkml:trace>
  <inkml:trace contextRef="#ctx0" brushRef="#br0" timeOffset="1">38 239 9698 0 0,'5'0'5264'0'0,"5"0"-3644"0"0,71-1 1894 0 0,4-1-6781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2745 0 0,'0'0'816'0'0,"9"-31"10070"0"0,-8 76-5487 0 0,5 139-4715 0 0,38 218 1538 0 0,-41-359-1215 0 0,-3-26-2737 0 0,2 0-6260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11010 0 0,'-1'-17'8481'0'0,"18"100"-7860"0"0,-3 0 0 0 0,-4 0 0 0 0,-3 1 1 0 0,-6 101-1 0 0,-5-125-239 0 0,1-14-1745 0 0,2-14-4856 0 0,1-29 3801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6193 0 0,'0'-12'2739'0'0,"0"5"-1722"0"0,0 0 0 0 0,0 0 0 0 0,0 0 0 0 0,4-14 0 0 0,-3 19-897 0 0,0-1 0 0 0,0 1 0 0 0,0-1 0 0 0,0 1 0 0 0,1-1 0 0 0,-1 1 0 0 0,1 0 0 0 0,0 0 1 0 0,0 0-1 0 0,-1 0 0 0 0,1 0 0 0 0,0 0 0 0 0,1 0 0 0 0,-1 1 0 0 0,0-1 0 0 0,4-1 0 0 0,0 0 17 0 0,0 0 0 0 0,1 1-1 0 0,-1 0 1 0 0,0 0 0 0 0,1 0 0 0 0,-1 1-1 0 0,1 0 1 0 0,0 1 0 0 0,-1-1 0 0 0,1 1 0 0 0,0 0-1 0 0,-1 1 1 0 0,12 1 0 0 0,-13-1-36 0 0,1 1-1 0 0,-1-1 1 0 0,0 1 0 0 0,1 0 0 0 0,-1 0 0 0 0,0 0 0 0 0,0 1-1 0 0,0 0 1 0 0,0 0 0 0 0,-1 0 0 0 0,1 0 0 0 0,-1 1 0 0 0,0 0-1 0 0,0 0 1 0 0,0 0 0 0 0,4 6 0 0 0,-3-3 50 0 0,0 1 0 0 0,-1 0-1 0 0,0 0 1 0 0,0 0 0 0 0,-1 1 0 0 0,0-1 0 0 0,0 1 0 0 0,1 9 0 0 0,6 16 453 0 0,-7-28-464 0 0,-1 0 0 0 0,0 0-1 0 0,0 0 1 0 0,-1 1 0 0 0,1-1 0 0 0,-1 8-1 0 0,-1-12-117 0 0,0 0-1 0 0,0 1 1 0 0,-1-1-1 0 0,1 0 1 0 0,-1 0-1 0 0,1 0 1 0 0,-1 0-1 0 0,0 1 1 0 0,0-1-1 0 0,0 0 0 0 0,0 0 1 0 0,0-1-1 0 0,0 1 1 0 0,-1 0-1 0 0,1 0 1 0 0,-1-1-1 0 0,1 1 1 0 0,-1 0-1 0 0,0-1 1 0 0,1 0-1 0 0,-1 1 0 0 0,-4 1 1 0 0,-17 9-217 0 0,0-2 0 0 0,-1 0-1 0 0,0-2 1 0 0,-1 0 0 0 0,0-2 0 0 0,-29 4 0 0 0,36-6-842 0 0,9 2-4263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268 107 9810 0 0,'-11'-25'4192'0'0,"4"12"-3079"0"0,6 11-925 0 0,-1-1 0 0 0,1 1 0 0 0,-1 0 1 0 0,1 0-1 0 0,-1-1 0 0 0,0 1 0 0 0,0 1 0 0 0,0-1 0 0 0,0 0 0 0 0,0 0 0 0 0,-1 1 0 0 0,-1-2 0 0 0,-35-17 1385 0 0,11 7-520 0 0,26 12-1015 0 0,0 0 1 0 0,1 0 0 0 0,-1 0 0 0 0,0 0 0 0 0,-1 0-1 0 0,1 0 1 0 0,0 1 0 0 0,0-1 0 0 0,0 1-1 0 0,0-1 1 0 0,0 1 0 0 0,-1 0 0 0 0,1 0 0 0 0,0 0-1 0 0,0 0 1 0 0,0 0 0 0 0,-1 1 0 0 0,1-1-1 0 0,0 1 1 0 0,0-1 0 0 0,0 1 0 0 0,0 0 0 0 0,0 0-1 0 0,0 0 1 0 0,0 0 0 0 0,0 0 0 0 0,0 0-1 0 0,0 1 1 0 0,1-1 0 0 0,-1 0 0 0 0,0 1 0 0 0,1-1-1 0 0,-1 1 1 0 0,1 0 0 0 0,0 0 0 0 0,0-1-1 0 0,-1 1 1 0 0,0 2 0 0 0,-9 25 49 0 0,2 1-1 0 0,0 0 1 0 0,2 0 0 0 0,-4 40 0 0 0,10-61-81 0 0,-1 1-1 0 0,0-1 1 0 0,0 0 0 0 0,-8 17 0 0 0,7-18-5 0 0,0 1 1 0 0,0 0-1 0 0,0-1 1 0 0,1 1 0 0 0,-1 16-1 0 0,3 7 14 0 0,1 0 0 0 0,1 0 1 0 0,2 0-1 0 0,2 0 0 0 0,1-1 0 0 0,12 35 0 0 0,80 176 210 0 0,-93-229-169 0 0,-1 1 1 0 0,0 0-1 0 0,-1 1 0 0 0,3 20 1 0 0,-6-27 20 0 0,0 1 0 0 0,0 0 1 0 0,-1 0-1 0 0,0 0 1 0 0,-1 0-1 0 0,0 0 0 0 0,0 0 1 0 0,-4 13-1 0 0,4-20-111 0 0,0-1-1 0 0,1 0 1 0 0,-1 0 0 0 0,0 0 0 0 0,0 0-1 0 0,1 0 1 0 0,-1 0 0 0 0,0 0-1 0 0,0 0 1 0 0,0 0 0 0 0,0 0 0 0 0,-1 0-1 0 0,1-1 1 0 0,0 1 0 0 0,0 0-1 0 0,0-1 1 0 0,-1 1 0 0 0,1-1 0 0 0,0 1-1 0 0,0-1 1 0 0,-1 0 0 0 0,1 1-1 0 0,0-1 1 0 0,-1 0 0 0 0,1 0 0 0 0,-3 0-1 0 0,3 0-353 0 0,-1 0 0 0 0,0 0 0 0 0,0 0 0 0 0,1-1 0 0 0,-1 1 0 0 0,0 0-1 0 0,0-1 1 0 0,1 1 0 0 0,-1-1 0 0 0,0 0 0 0 0,1 0 0 0 0,-1 1 0 0 0,1-1-1 0 0,-1 0 1 0 0,1 0 0 0 0,-1-1 0 0 0,1 1 0 0 0,0 0 0 0 0,-1 0 0 0 0,-1-3-1 0 0,-6-10-3298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5:13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50 10098 0 0,'-8'1'5990'0'0,"-7"1"-2918"0"0,16-1-3030 0 0,-1 0 0 0 0,1-1 1 0 0,0 1-1 0 0,-1 0 0 0 0,1-1 0 0 0,0 1 0 0 0,0-1 1 0 0,0 1-1 0 0,-1-1 0 0 0,1 0 0 0 0,0 1 0 0 0,0-1 1 0 0,0 0-1 0 0,0 0 0 0 0,0 1 0 0 0,0-1 0 0 0,-1 0 1 0 0,1 0-1 0 0,0 0 0 0 0,0 0 0 0 0,1 0 0 0 0,2 0 45 0 0,24 3 110 0 0,1-2 0 0 0,-1-1 1 0 0,1-1-1 0 0,30-5 0 0 0,118-28 122 0 0,-75 13-12 0 0,-91 20 219 0 0,-1 0 0 0 0,20 1-1 0 0,-14 0-6195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417 192 8 0 0,'3'-3'599'0'0,"-1"0"0"0"0,0 0 0 0 0,0-1 0 0 0,-1 1 0 0 0,1 0 0 0 0,0-1 0 0 0,-1 1 0 0 0,0-1 0 0 0,0 1 0 0 0,0-1 0 0 0,0 1 0 0 0,-1-1 0 0 0,1-5 0 0 0,-1-56 1007 0 0,-1 36 229 0 0,1 21-1493 0 0,0 5-78 0 0,0 1-1 0 0,0-1 1 0 0,0 0 0 0 0,0 1 0 0 0,0-1-1 0 0,-1 1 1 0 0,-1-6 0 0 0,2 8-216 0 0,-1-1 0 0 0,1 0 1 0 0,-1 0-1 0 0,1 1 0 0 0,-1-1 1 0 0,0 0-1 0 0,1 1 0 0 0,-1-1 1 0 0,0 1-1 0 0,0-1 0 0 0,1 1 1 0 0,-1-1-1 0 0,0 1 0 0 0,0-1 1 0 0,0 1-1 0 0,0 0 0 0 0,0-1 1 0 0,1 1-1 0 0,-1 0 0 0 0,0 0 0 0 0,0 0 1 0 0,0 0-1 0 0,0 0 0 0 0,0 0 1 0 0,0 0-1 0 0,-1 0 0 0 0,1 0-15 0 0,0 0 0 0 0,-1 0-1 0 0,1 1 1 0 0,0-1-1 0 0,0 0 1 0 0,0 1-1 0 0,0-1 1 0 0,-1 1 0 0 0,1 0-1 0 0,0-1 1 0 0,0 1-1 0 0,0 0 1 0 0,0-1 0 0 0,0 1-1 0 0,0 0 1 0 0,1 0-1 0 0,-1 0 1 0 0,0 0 0 0 0,0 0-1 0 0,1 0 1 0 0,-1 0-1 0 0,0 0 1 0 0,1 0-1 0 0,-1 0 1 0 0,1 0 0 0 0,-1 1-1 0 0,1-1 1 0 0,0 0-1 0 0,-1 2 1 0 0,-1 6-1 0 0,1 0 0 0 0,0 0-1 0 0,-1 10 1 0 0,1-4 130 0 0,0-3 5 0 0,1-6 0 0 0,-1 1 0 0 0,0 0 0 0 0,0-1 0 0 0,0 1 0 0 0,-5 11 0 0 0,-1-1-929 0 0,6-6-3631 0 0,1-11 4204 0 0,0-1 0 0 0,0 1 0 0 0,1 0 0 0 0,-1 0 0 0 0,0 0 0 0 0,0 0 0 0 0,1 0 0 0 0,-1 0 0 0 0,0-1 0 0 0,1 1 0 0 0,-1 0 0 0 0,0 0 0 0 0,0 0 0 0 0,1 0 0 0 0,-1 0 0 0 0,0 0 0 0 0,1 0 0 0 0,-1 0 0 0 0,0 0 0 0 0,0 0 0 0 0,1 0 0 0 0,-1 0 0 0 0,0 0 0 0 0,1 1 0 0 0,-1-1 0 0 0,0 0-1 0 0,0 0 1 0 0,1 0 0 0 0,-1 0 0 0 0,0 0 0 0 0,0 1 0 0 0,1-1 0 0 0,-1 0 0 0 0,1 1-378 0 0,10 6-1545 0 0,-11-7 2163 0 0,1 0 38 0 0,-1 1 0 0 0,1-1 1 0 0,-1 0-1 0 0,0 1 0 0 0,1-1 1 0 0,-1 0-1 0 0,1 0 0 0 0,-1 1 1 0 0,1-1-1 0 0,0 0 0 0 0,-1 0 1 0 0,1 0-1 0 0,-1 0 0 0 0,1 0 1 0 0,-1 0-1 0 0,1 0 0 0 0,-1 0 1 0 0,1 0-1 0 0,0 0 0 0 0,-1 0 1 0 0,1 0-1 0 0,-1 0 0 0 0,1 0 0 0 0,-1 0 1 0 0,1 0-1 0 0,-1-1 0 0 0,1 1 1 0 0,-1 0-1 0 0,1 0 0 0 0,-1-1 1 0 0,1 1-1 0 0,-1 0 0 0 0,1-1 1 0 0,-1 1-1 0 0,1 0 0 0 0,-1-1 1 0 0,0 1-1 0 0,1-1 0 0 0,-1 1 1 0 0,0-1-1 0 0,1 1 0 0 0,-1-1 1 0 0,0 1-1 0 0,0-1 0 0 0,0 1 0 0 0,1-1 1 0 0,-1 1-1 0 0,0-1 0 0 0,0 1 1 0 0,0-1-1 0 0,0 1 0 0 0,0-1 1 0 0,0 0-1 0 0,0 1 0 0 0,0-1 1 0 0,0 0-1 0 0,0-2 303 0 0,0 1 1 0 0,0 0-1 0 0,-1 0 0 0 0,1-1 1 0 0,-1 1-1 0 0,1 0 0 0 0,-1 0 1 0 0,0 0-1 0 0,0 0 0 0 0,0 0 0 0 0,0-1 1 0 0,0 2-1 0 0,-2-4 0 0 0,-1 1-132 0 0,2 2-243 0 0,0 1 1 0 0,1-1-1 0 0,-1 1 1 0 0,0-1-1 0 0,1 1 0 0 0,0-1 1 0 0,-1 0-1 0 0,1 0 0 0 0,0 1 1 0 0,0-1-1 0 0,0 0 0 0 0,0 0 1 0 0,1 0-1 0 0,-1 0 0 0 0,0 0 1 0 0,0-3-1 0 0,25 4 85 0 0,-24 0-68 0 0,0-28 124 0 0,-1 28-115 0 0,1 0 1 0 0,-1 0-1 0 0,1 0 0 0 0,-1 0 1 0 0,0 0-1 0 0,1 0 1 0 0,-1 0-1 0 0,0 0 1 0 0,0 1-1 0 0,1-1 1 0 0,-1 0-1 0 0,0 0 1 0 0,0 1-1 0 0,0-1 1 0 0,0 0-1 0 0,0 1 0 0 0,0-1 1 0 0,0 1-1 0 0,0-1 1 0 0,0 1-1 0 0,0 0 1 0 0,0-1-1 0 0,0 1 1 0 0,-1 0-1 0 0,1 0 1 0 0,-1 0-1 0 0,-36-5 297 0 0,34 4-309 0 0,-12 0 131 0 0,-1 0 1 0 0,-26 3-1 0 0,36-1-138 0 0,0 0 1 0 0,0 1-1 0 0,0-1 1 0 0,0 1-1 0 0,1 1 0 0 0,-1-1 1 0 0,1 1-1 0 0,-11 7 1 0 0,10-5-27 0 0,0 1-1 0 0,0 0 1 0 0,1 0 0 0 0,0 1 0 0 0,0-1 0 0 0,1 2 0 0 0,0-1-1 0 0,0 0 1 0 0,-7 17 0 0 0,-2 7 14 0 0,-11 42 1 0 0,17-50-14 0 0,-5 31-20 0 0,11-41 35 0 0,-1 0-1 0 0,-1-1 1 0 0,-8 23 0 0 0,6-22 3 0 0,1 0 0 0 0,1 1 1 0 0,0-1-1 0 0,1 1 0 0 0,1 0 1 0 0,0 0-1 0 0,1 0 0 0 0,0 0 0 0 0,1 1 1 0 0,2 18-1 0 0,1-8 66 0 0,2-1 1 0 0,0 0-1 0 0,1 0 1 0 0,1 0-1 0 0,12 25 1 0 0,-15-39-11 0 0,1 0 0 0 0,0 0 1 0 0,8 12-1 0 0,-11-20-52 0 0,0 1 1 0 0,0-1-1 0 0,0 0 0 0 0,0 0 0 0 0,1 0 0 0 0,-1 0 0 0 0,1 0 0 0 0,-1 0 0 0 0,1 0 0 0 0,0-1 0 0 0,-1 1 0 0 0,1-1 0 0 0,0 0 0 0 0,0 0 1 0 0,0 0-1 0 0,4 0 0 0 0,-2 1 16 0 0,0-1 1 0 0,1 1 0 0 0,-1 0-1 0 0,10 5 1 0 0,-11-5-12 0 0,0 0-1 0 0,0 0 1 0 0,0 0-1 0 0,1-1 1 0 0,-1 1 0 0 0,0-1-1 0 0,1 0 1 0 0,-1-1-1 0 0,6 1 1 0 0,-4-1-107 0 0,-1 0 1 0 0,1-1-1 0 0,0 0 1 0 0,-1 0-1 0 0,1 0 1 0 0,-1-1-1 0 0,1 0 1 0 0,5-3-1 0 0,39-24-5207 0 0,-49 28 5193 0 0,12-8-2302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11 7130 0 0,'-8'-5'2957'0'0,"-4"-1"-536"0"0,6 6-2203 0 0,0 0 0 0 0,0 1 0 0 0,1 0 0 0 0,-1 0 0 0 0,0 0 0 0 0,0 0 0 0 0,1 1 0 0 0,-8 3 0 0 0,10-3-199 0 0,0-1 1 0 0,1 1-1 0 0,-1-1 0 0 0,1 1 1 0 0,0 0-1 0 0,-1 0 0 0 0,1 0 0 0 0,0 0 1 0 0,0 0-1 0 0,0 1 0 0 0,1-1 1 0 0,-1 0-1 0 0,0 1 0 0 0,1 0 0 0 0,0-1 1 0 0,0 1-1 0 0,-1 0 0 0 0,1 3 1 0 0,-6 27 156 0 0,6-25-129 0 0,-1 0 1 0 0,1 0-1 0 0,-1-1 1 0 0,-1 1-1 0 0,-6 14 1 0 0,8-20-26 0 0,-1 1 1 0 0,1 0-1 0 0,-1 0 0 0 0,1 0 1 0 0,0 0-1 0 0,0 0 0 0 0,0 0 1 0 0,0 0-1 0 0,1 0 0 0 0,-1 0 1 0 0,1 0-1 0 0,0 1 0 0 0,0-1 1 0 0,0 0-1 0 0,0 0 0 0 0,1 0 1 0 0,-1 0-1 0 0,1 1 0 0 0,0-1 1 0 0,0 0-1 0 0,0 0 0 0 0,0 0 1 0 0,3 5-1 0 0,-2-5 50 0 0,1 0 1 0 0,-1-1-1 0 0,0 1 0 0 0,1-1 0 0 0,0 1 1 0 0,0-1-1 0 0,-1 0 0 0 0,1 0 1 0 0,0 0-1 0 0,1-1 0 0 0,-1 1 0 0 0,0-1 1 0 0,0 1-1 0 0,1-1 0 0 0,-1 0 0 0 0,1 0 1 0 0,-1-1-1 0 0,1 1 0 0 0,-1-1 0 0 0,8 0 1 0 0,-9 0 25 0 0,0 0-1 0 0,1 0 1 0 0,-1 0 0 0 0,1-1 0 0 0,-1 1 0 0 0,0-1 0 0 0,1 1-1 0 0,-1-1 1 0 0,0 0 0 0 0,0 0 0 0 0,1 0 0 0 0,-1-1 0 0 0,0 1 0 0 0,0 0-1 0 0,0-1 1 0 0,-1 1 0 0 0,1-1 0 0 0,3-3 0 0 0,-2 1 8 0 0,0-1 0 0 0,0 0 0 0 0,0 0 1 0 0,0 0-1 0 0,-1 0 0 0 0,0-1 0 0 0,2-5 0 0 0,-2 4-66 0 0,-1 0-1 0 0,0 0 1 0 0,0 0 0 0 0,-1-1-1 0 0,0 1 1 0 0,0 0-1 0 0,-1 0 1 0 0,0-1 0 0 0,0 1-1 0 0,0 0 1 0 0,-1 0-1 0 0,0 0 1 0 0,-1 0 0 0 0,1 1-1 0 0,-1-1 1 0 0,-1 1-1 0 0,1-1 1 0 0,-9-10-1 0 0,8 14-43 0 0,1 0 0 0 0,-1 0 0 0 0,0 0 0 0 0,0 1-1 0 0,-1-1 1 0 0,-8-3 0 0 0,-6-3-115 0 0,3 1-533 0 0,16 8 374 0 0,-1 0 0 0 0,1-1 0 0 0,-1 1 1 0 0,1 0-1 0 0,-1 0 0 0 0,0 0 0 0 0,1 0 1 0 0,-1 0-1 0 0,1 0 0 0 0,-1 0 1 0 0,0 0-1 0 0,1 0 0 0 0,-1 0 0 0 0,1 0 1 0 0,-1 0-1 0 0,1 0 0 0 0,-1 0 0 0 0,0 1 1 0 0,1-1-1 0 0,-1 0 0 0 0,1 0 0 0 0,-1 1 1 0 0,1-1-1 0 0,-1 0 0 0 0,1 1 0 0 0,-1-1 1 0 0,1 0-1 0 0,-1 1 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76 4617 0 0,'0'-15'2950'0'0,"-1"11"-2316"0"0,1-1 0 0 0,0 1 1 0 0,0 0-1 0 0,0 0 0 0 0,1 0 0 0 0,0 0 0 0 0,1-5 0 0 0,-2 7-572 0 0,1 1-1 0 0,0-1 1 0 0,0 1-1 0 0,0 0 1 0 0,0-1-1 0 0,0 1 1 0 0,0 0 0 0 0,0 0-1 0 0,1 0 1 0 0,-1 0-1 0 0,0 0 1 0 0,0 0-1 0 0,1 0 1 0 0,-1 0 0 0 0,1 1-1 0 0,-1-1 1 0 0,1 1-1 0 0,-1-1 1 0 0,1 1-1 0 0,-1-1 1 0 0,1 1 0 0 0,0 0-1 0 0,1-1 1 0 0,-1 1 4 0 0,1 0-1 0 0,-1-1 1 0 0,1 1 0 0 0,-1 0 0 0 0,1 0 0 0 0,-1 1 0 0 0,1-1-1 0 0,-1 0 1 0 0,1 1 0 0 0,-1 0 0 0 0,1-1 0 0 0,-1 1 0 0 0,0 0-1 0 0,1 0 1 0 0,-1 1 0 0 0,0-1 0 0 0,0 0 0 0 0,0 1 0 0 0,0-1 0 0 0,0 1-1 0 0,0-1 1 0 0,2 4 0 0 0,3 4 67 0 0,-2-1 0 0 0,1 1-1 0 0,-1-1 1 0 0,6 15 0 0 0,8 14-29 0 0,-15-29-68 0 0,0 0 0 0 0,0 0 0 0 0,3 13 1 0 0,-5-16-95 0 0,-1 1 0 0 0,1-1 0 0 0,0 0 1 0 0,1 0-1 0 0,-1 0 0 0 0,1 0 0 0 0,0 0 0 0 0,0 0 1 0 0,0-1-1 0 0,1 1 0 0 0,6 5 0 0 0,-9-9-279 0 0,-1-1-1 0 0,1 1 0 0 0,-1-1 0 0 0,1 1 1 0 0,0-1-1 0 0,-1 0 0 0 0,1 1 1 0 0,0-1-1 0 0,0 0 0 0 0,-1 0 0 0 0,1 1 1 0 0,0-1-1 0 0,0 0 0 0 0,-1 0 0 0 0,1 0 1 0 0,0 0-1 0 0,0 0 0 0 0,-1 0 1 0 0,1 0-1 0 0,0 0 0 0 0,0 0 0 0 0,-1-1 1 0 0,1 1-1 0 0,1 0 0 0 0,1-2-1861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70 1304 0 0,'0'-18'5762'0'0,"-8"-19"-375"0"0,7 36-5282 0 0,1 0 0 0 0,0 0 0 0 0,-1 1 0 0 0,1-1 0 0 0,0 0 0 0 0,-1 0 0 0 0,1 1 0 0 0,-1-1 0 0 0,1 0 0 0 0,-1 1 0 0 0,0-1 0 0 0,1 1 0 0 0,-1-1 0 0 0,1 1 0 0 0,-1-1 0 0 0,0 1 0 0 0,0-1 0 0 0,1 1 0 0 0,-1 0 0 0 0,0-1 0 0 0,0 1 0 0 0,1 0 0 0 0,-1-1 0 0 0,-1 1 0 0 0,-1 0-28 0 0,1 0 0 0 0,0 0-1 0 0,-1 0 1 0 0,1 0 0 0 0,0 0-1 0 0,-1 1 1 0 0,1-1 0 0 0,-4 2-1 0 0,-3 1-57 0 0,1 1 0 0 0,0 0 1 0 0,-11 7-1 0 0,11-4-1 0 0,0 0 0 0 0,1 0-1 0 0,0 0 1 0 0,0 1 0 0 0,1 0 0 0 0,-8 12 0 0 0,-8 11-10 0 0,-51 58-3333 0 0,60-72 1106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41 621 480 0 0,'0'0'159'0'0,"-16"1"6653"0"0,6 1-5266 0 0,6 0-1239 0 0,-7 2 2882 0 0,19-17-1538 0 0,81-80-1086 0 0,-63 70-471 0 0,-1-2-1 0 0,-2-1 1 0 0,35-49-1 0 0,-47 54 25 0 0,0 0 0 0 0,-2-1 0 0 0,0 0 0 0 0,-1 0 0 0 0,5-26 0 0 0,-11 42-105 0 0,0 0-1 0 0,1 0 1 0 0,0 1-1 0 0,0-1 1 0 0,0 1-1 0 0,0-1 1 0 0,7-6-1 0 0,-14 28-117 0 0,-14 39 51 0 0,-1-3 73 0 0,-21 99-1 0 0,39-143 27 0 0,0 0 0 0 0,0 0-1 0 0,1 1 1 0 0,0-1 0 0 0,2 15 0 0 0,-2-22-31 0 0,1 0 0 0 0,0 0-1 0 0,0 0 1 0 0,0 0 0 0 0,0 0 0 0 0,0 0 0 0 0,0 0-1 0 0,0 0 1 0 0,0 0 0 0 0,0-1 0 0 0,0 1-1 0 0,1-1 1 0 0,-1 1 0 0 0,0-1 0 0 0,0 1 0 0 0,1-1-1 0 0,-1 1 1 0 0,0-1 0 0 0,1 0 0 0 0,-1 0 0 0 0,0 0-1 0 0,2 0 1 0 0,31 1 196 0 0,-26-2-163 0 0,0-1-1 0 0,-1 1 1 0 0,1-2-1 0 0,-1 1 1 0 0,1-1 0 0 0,-1 0-1 0 0,0 0 1 0 0,0-1 0 0 0,0 0-1 0 0,-1 0 1 0 0,0-1 0 0 0,1 0-1 0 0,-2 0 1 0 0,1 0-1 0 0,0-1 1 0 0,-1 0 0 0 0,7-10-1 0 0,6-12 33 0 0,-1 0 0 0 0,26-59-1 0 0,-16 30-42 0 0,17-34-29 0 0,22-41 12 0 0,-53 117-100 0 0,-6 12 23 0 0,-7 3 57 0 0,0 0 0 0 0,1 0 0 0 0,-1 0 1 0 0,0 0-1 0 0,0 0 0 0 0,0 0 0 0 0,0 1 0 0 0,1-1 0 0 0,-1 0 1 0 0,0 0-1 0 0,0 0 0 0 0,0 0 0 0 0,0 0 0 0 0,0 1 1 0 0,0-1-1 0 0,1 0 0 0 0,-1 0 0 0 0,0 0 0 0 0,0 1 0 0 0,0-1 1 0 0,0 0-1 0 0,0 0 0 0 0,0 0 0 0 0,0 1 0 0 0,0-1 0 0 0,0 0 1 0 0,0 0-1 0 0,0 0 0 0 0,0 1 0 0 0,0-1 0 0 0,0 0 0 0 0,0 0 1 0 0,0 0-1 0 0,0 1 0 0 0,0-1 0 0 0,-8 56-13 0 0,-2-1 1 0 0,-23 74-1 0 0,7-32 6 0 0,20-73 9 0 0,-45 222 65 0 0,47-214-52 0 0,1 0 0 0 0,2 1-1 0 0,1-1 1 0 0,1 0-1 0 0,11 57 1 0 0,-11-80 22 0 0,0-3 50 0 0,0 0 1 0 0,1 0-1 0 0,-1 0 0 0 0,1 0 1 0 0,0 0-1 0 0,0-1 0 0 0,1 1 0 0 0,0 0 1 0 0,5 7-1 0 0,-2-9-4 0 0,0 0 0 0 0,0 0 1 0 0,0 0-1 0 0,1-1 0 0 0,11 4 0 0 0,-14-5-143 0 0,1-1 0 0 0,0 0 0 0 0,-1-1 0 0 0,1 1 0 0 0,0-1 0 0 0,0 1 0 0 0,-1-1 0 0 0,1-1 0 0 0,0 1-1 0 0,-1-1 1 0 0,1 0 0 0 0,0 0 0 0 0,-1 0 0 0 0,1-1 0 0 0,-1 1 0 0 0,1-1 0 0 0,-1 0 0 0 0,0 0 0 0 0,0-1 0 0 0,7-4-1 0 0,34-17-7842 0 0,-23 14 2203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135 131 1728 0 0,'-1'-5'4175'0'0,"-1"-10"-2744"0"0,-17-57 5299 0 0,10 54-4785 0 0,2 16-1847 0 0,-3 12 69 0 0,2 4-152 0 0,1 0-1 0 0,0 1 1 0 0,1 0-1 0 0,1 0 1 0 0,-5 22-1 0 0,-11 86 124 0 0,14-74-89 0 0,-8 81 686 0 0,15-96 537 0 0,0-35-1263 0 0,0 1 0 0 0,0 0 0 0 0,0 0 1 0 0,0 0-1 0 0,0 0 0 0 0,0 0 0 0 0,1 0 1 0 0,-1 0-1 0 0,0-1 0 0 0,0 1 0 0 0,0 0 1 0 0,0 0-1 0 0,0 0 0 0 0,1 0 0 0 0,-1 0 1 0 0,0 0-1 0 0,0 0 0 0 0,0 0 0 0 0,0 0 1 0 0,1 0-1 0 0,-1 0 0 0 0,0 0 0 0 0,0 0 1 0 0,0 0-1 0 0,0 0 0 0 0,1 0 0 0 0,-1 0 1 0 0,0 0-1 0 0,0 0 0 0 0,0 0 1 0 0,0 0-1 0 0,1 0 0 0 0,-1 0 0 0 0,0 0 1 0 0,0 0-1 0 0,0 1 0 0 0,0-1 0 0 0,0 0 1 0 0,1 0-1 0 0,-1 0 0 0 0,0 0 0 0 0,0 0 1 0 0,0 0-1 0 0,0 1 0 0 0,0-1 0 0 0,0 0 1 0 0,0 0-1 0 0,0 0 0 0 0,0 0 0 0 0,1 0 1 0 0,-1 1-1 0 0,0-1 0 0 0,0 0 0 0 0,0 0 1 0 0,0 0-1 0 0,0 0 0 0 0,0 1 0 0 0,0-1 1 0 0,0 0-1 0 0,0 0 0 0 0,0 0 0 0 0,0 0 1 0 0,0 1-1 0 0,10-14 67 0 0,29-50 0 0 0,-22 34-58 0 0,1 1-1 0 0,1 0 1 0 0,1 2-1 0 0,33-33 1 0 0,-52 57-32 0 0,1 1 1 0 0,-1-1-1 0 0,1 1 1 0 0,0 0-1 0 0,0-1 1 0 0,0 1-1 0 0,0 0 1 0 0,0 0-1 0 0,0 0 1 0 0,0 1-1 0 0,0-1 1 0 0,0 0 0 0 0,0 1-1 0 0,1-1 1 0 0,-1 1-1 0 0,0 0 1 0 0,3 0-1 0 0,-4 1 11 0 0,-1 0 0 0 0,1 0 0 0 0,-1 0-1 0 0,1 0 1 0 0,-1 1 0 0 0,0-1 0 0 0,0 0 0 0 0,1 0 0 0 0,-1 1-1 0 0,0-1 1 0 0,0 0 0 0 0,0 0 0 0 0,0 2 0 0 0,0 1-5 0 0,1 9 1 0 0,8 51 42 0 0,-8-59-27 0 0,0-1-1 0 0,0 1 1 0 0,1 0 0 0 0,-1-1 0 0 0,1 1 0 0 0,0-1-1 0 0,1 0 1 0 0,-1 1 0 0 0,1-1 0 0 0,4 5-1 0 0,-1-4 64 0 0,0-1-1 0 0,1 1 0 0 0,-1-1 0 0 0,1-1 0 0 0,0 1 1 0 0,0-1-1 0 0,0 0 0 0 0,1-1 0 0 0,-1 0 0 0 0,10 2 1 0 0,-11-4-17 0 0,1 0 0 0 0,0 0 0 0 0,0 0 0 0 0,-1-1 0 0 0,1 0 0 0 0,-1-1 0 0 0,1 1 0 0 0,-1-1 1 0 0,1 0-1 0 0,-1-1 0 0 0,0 1 0 0 0,0-1 0 0 0,0-1 0 0 0,0 1 0 0 0,-1-1 0 0 0,1 0 0 0 0,-1 0 1 0 0,0-1-1 0 0,0 1 0 0 0,4-7 0 0 0,66-101 520 0 0,-67 96-518 0 0,0 1 1 0 0,-2-1-1 0 0,1-1 0 0 0,-2 1 1 0 0,6-29-1 0 0,-10 39-50 0 0,1 0 0 0 0,0 1 0 0 0,0-1-1 0 0,0 1 1 0 0,6-9 0 0 0,-6 10-6 0 0,1 0 1 0 0,-1 0-1 0 0,0-1 1 0 0,0 1 0 0 0,-1-1-1 0 0,1 1 1 0 0,-1-1-1 0 0,0 0 1 0 0,1-9-1 0 0,-2 14-78 0 0,0-1 0 0 0,0 0 0 0 0,0 1 0 0 0,0-1 0 0 0,0 0 0 0 0,0 0-1 0 0,0 1 1 0 0,0-1 0 0 0,-1 0 0 0 0,1 1 0 0 0,0-1 0 0 0,0 1 0 0 0,-1-1 0 0 0,1 0 0 0 0,0 1 0 0 0,-1-1 0 0 0,1 1-1 0 0,0-1 1 0 0,-1 0 0 0 0,1 1 0 0 0,-1-1 0 0 0,1 1 0 0 0,-1 0 0 0 0,1-1 0 0 0,-1 1 0 0 0,1-1 0 0 0,-1 1 0 0 0,0 0 0 0 0,1-1-1 0 0,-1 1 1 0 0,1 0 0 0 0,-1 0 0 0 0,0-1 0 0 0,1 1 0 0 0,-1 0 0 0 0,0 0 0 0 0,1 0 0 0 0,-1 0 0 0 0,0 0 0 0 0,1 0-1 0 0,-2 0 1 0 0,0 0-388 0 0,0 1-1 0 0,0-1 1 0 0,0 1-1 0 0,0-1 0 0 0,0 1 1 0 0,1 0-1 0 0,-1 0 1 0 0,0 0-1 0 0,1 0 1 0 0,-1 0-1 0 0,0 0 0 0 0,1 0 1 0 0,-1 1-1 0 0,1-1 1 0 0,-2 2-1 0 0,-7 14-4461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6001 0 0,'0'0'6468'0'0,"9"4"-4044"0"0,75 2-1460 0 0,103-4 1 0 0,8-2-491 0 0,-186 0-761 0 0,16 0 985 0 0,-24 0-834 0 0,-1 0 0 0 0,1 0 0 0 0,-1 0 0 0 0,1 0 0 0 0,0 0-1 0 0,-1 0 1 0 0,1 0 0 0 0,-1 0 0 0 0,1 1 0 0 0,-1-1 0 0 0,1 0 0 0 0,-1 0-1 0 0,1 0 1 0 0,-1 1 0 0 0,1-1 0 0 0,-1 0 0 0 0,1 0 0 0 0,-1 1 0 0 0,1-1-1 0 0,-1 0 1 0 0,1 1 0 0 0,-1-1 0 0 0,0 1 0 0 0,1-1 0 0 0,-1 1-1 0 0,0-1 1 0 0,1 0 0 0 0,-1 1 0 0 0,1 0 0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10082 0 0,'0'0'372'0'0,"-14"3"3433"0"0,13 12-3717 0 0,-1 0-1 0 0,0 0 1 0 0,-7 21-1 0 0,0 3 136 0 0,-17 73 335 0 0,14-63 502 0 0,1 1 0 0 0,-5 66 1 0 0,16-111-903 0 0,0-1 1 0 0,-1 0-1 0 0,2 1 0 0 0,-1-1 1 0 0,0 1-1 0 0,1-1 1 0 0,0 0-1 0 0,0 1 1 0 0,3 6-1 0 0,-3-9-93 0 0,1 1 0 0 0,0-1 0 0 0,-1 0 0 0 0,1 0 0 0 0,0 1 1 0 0,0-2-1 0 0,1 1 0 0 0,-1 0 0 0 0,0 0 0 0 0,1-1 0 0 0,-1 1 0 0 0,1-1 0 0 0,-1 0 0 0 0,1 0 0 0 0,5 2 1 0 0,2 0-8 0 0,0-1 0 0 0,0 1 0 0 0,0-2 1 0 0,0 0-1 0 0,0 0 0 0 0,19-1 1 0 0,65-10 129 0 0,-29 1-147 0 0,-62 9-46 0 0,1 0-1 0 0,0 0 1 0 0,-1-1-1 0 0,1 0 1 0 0,-1 1-1 0 0,1-2 1 0 0,-1 1-1 0 0,1 0 1 0 0,5-4-1 0 0,6-7-6790 0 0,-12 9 4512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62 9946 0 0,'-5'-7'5372'0'0,"-3"-7"-3373"0"0,9 13-1992 0 0,-1 0 0 0 0,0 0 0 0 0,1 0 0 0 0,-1 0 0 0 0,1 0 0 0 0,0 0 0 0 0,-1 0 0 0 0,1 0 0 0 0,-1 0 0 0 0,1 0 0 0 0,0 1 0 0 0,0-1 0 0 0,0 0 0 0 0,0 0 0 0 0,-1 1 0 0 0,1-1 0 0 0,0 1 0 0 0,0-1 0 0 0,0 1 0 0 0,0-1 0 0 0,2 0 0 0 0,1-1-12 0 0,3-1-93 0 0,0 0-1 0 0,0 0 0 0 0,1 0 0 0 0,-1 1 0 0 0,1 0 0 0 0,-1 0 1 0 0,1 1-1 0 0,0 0 0 0 0,11 0 0 0 0,-14 1-608 0 0,1 1-1 0 0,0-1 1 0 0,0 1-1 0 0,-1 0 1 0 0,1 1 0 0 0,-1-1-1 0 0,1 1 1 0 0,6 3-1 0 0,-7-2-1673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6953 0 0,'2'0'7342'0'0,"14"0"-6754"0"0,124-7-175 0 0,-47-3-3954 0 0,-68 7 1308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79 7346 0 0,'-1'-1'95'0'0,"0"1"0"0"0,1 0 1 0 0,-1 0-1 0 0,1 0 1 0 0,-1 0-1 0 0,1-1 1 0 0,-1 1-1 0 0,1 0 1 0 0,-1-1-1 0 0,1 1 1 0 0,-1 0-1 0 0,1-1 0 0 0,-1 1 1 0 0,1 0-1 0 0,0-1 1 0 0,-1 1-1 0 0,1-1 1 0 0,0 1-1 0 0,-1-1 1 0 0,1 1-1 0 0,0-1 1 0 0,-1 1-1 0 0,1-1 0 0 0,0 1 1 0 0,0-1-1 0 0,0 0 1 0 0,0 1-1 0 0,0-1 1 0 0,-1 1-1 0 0,1-1 1 0 0,0 0-1 0 0,0 0 27 0 0,0 0 0 0 0,0 0 1 0 0,0 0-1 0 0,0 0 0 0 0,0 0 0 0 0,0 0 0 0 0,0 1 0 0 0,0-1 1 0 0,1 0-1 0 0,-1 0 0 0 0,0 0 0 0 0,1 0 0 0 0,-1 0 0 0 0,0 0 0 0 0,1 1 1 0 0,-1-1-1 0 0,1 0 0 0 0,-1 0 0 0 0,1 0 0 0 0,0 0 0 0 0,9-5 112 0 0,-1 0 0 0 0,0 1 0 0 0,1 1 0 0 0,0 0 0 0 0,0 0 0 0 0,1 1 0 0 0,-1 0 0 0 0,18-2 0 0 0,-14 2-62 0 0,0 2-1 0 0,1 0 1 0 0,-1 1 0 0 0,0 0-1 0 0,1 1 1 0 0,14 3 0 0 0,-24-3-116 0 0,-1 0 0 0 0,0 1 0 0 0,0-1 1 0 0,0 1-1 0 0,0 0 0 0 0,0 0 0 0 0,0 0 0 0 0,-1 0 1 0 0,1 1-1 0 0,-1 0 0 0 0,1 0 0 0 0,-1 0 1 0 0,0 0-1 0 0,0 0 0 0 0,0 0 0 0 0,-1 1 0 0 0,1-1 1 0 0,2 8-1 0 0,-1-5 4 0 0,-2 1 0 0 0,1 0 1 0 0,-1 0-1 0 0,0 0 0 0 0,0 0 0 0 0,-1 0 1 0 0,0 0-1 0 0,0 0 0 0 0,-1 0 1 0 0,-1 13-1 0 0,-1-7 15 0 0,0-1 1 0 0,-1 1-1 0 0,-1-1 1 0 0,0 0-1 0 0,0 0 0 0 0,-1 0 1 0 0,-11 17-1 0 0,1 1 47 0 0,11-22-73 0 0,-1-1 0 0 0,0 0 0 0 0,0 0 1 0 0,0-1-1 0 0,-1 1 0 0 0,0-1 0 0 0,-13 10 0 0 0,-55 35 335 0 0,48-34-232 0 0,10-6-34 0 0,1-1 0 0 0,-2-1 0 0 0,1 0 0 0 0,-20 6 0 0 0,26-9 289 0 0,-1-1 4 0 0,11-6-409 0 0,0 1 1 0 0,-1 0 0 0 0,1-1 0 0 0,0 1 0 0 0,0-1-1 0 0,0 1 1 0 0,-1 0 0 0 0,1-1 0 0 0,0 1 0 0 0,0-1-1 0 0,0 1 1 0 0,0 0 0 0 0,0-1 0 0 0,0 1 0 0 0,0-1-1 0 0,0 1 1 0 0,0-1 0 0 0,0 1 0 0 0,0 0 0 0 0,0-1-1 0 0,0 1 1 0 0,0-1 0 0 0,0 1 0 0 0,1 0 0 0 0,-1-1-1 0 0,0 1 1 0 0,0-1 0 0 0,0 1 0 0 0,1 0 0 0 0,-1-1-1 0 0,1 0 1 0 0,-1 0-5 0 0,1 0 0 0 0,0 0 0 0 0,0 0 0 0 0,0 0 0 0 0,0 0 0 0 0,0 0 0 0 0,0 0 1 0 0,1 1-1 0 0,-1-1 0 0 0,0 0 0 0 0,0 1 0 0 0,1-1 0 0 0,-1 1 0 0 0,0-1 0 0 0,1 1 0 0 0,-1-1 0 0 0,0 1 0 0 0,3 0 0 0 0,30-5 18 0 0,-29 5-16 0 0,1-1 3 0 0,0-1-1 0 0,-1 1 1 0 0,1-1 0 0 0,-1 0-1 0 0,1 0 1 0 0,6-4 0 0 0,-6 2 5 0 0,1 1 0 0 0,-1 1 0 0 0,1-1 0 0 0,10-2 0 0 0,-8 4-142 0 0,0-1 0 0 0,0 1 0 0 0,0 0 0 0 0,0 1 0 0 0,0 0 0 0 0,0 1 0 0 0,0 0 0 0 0,0 0 0 0 0,-1 0 0 0 0,1 1 0 0 0,0 1 0 0 0,-1 0 0 0 0,1 0 0 0 0,10 6 0 0 0,-12-5-4630 0 0,-4-2 2444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196 119 7330 0 0,'-4'-31'4597'0'0,"-13"-16"-2268"0"0,6 17 71 0 0,11 29-2384 0 0,0 1 0 0 0,0-1 0 0 0,0 1 0 0 0,0-1 0 0 0,-1 1 0 0 0,1 0 0 0 0,0-1 0 0 0,0 1 0 0 0,0-1 0 0 0,0 1 0 0 0,0 0 1 0 0,-1-1-1 0 0,1 1 0 0 0,0-1 0 0 0,0 1 0 0 0,-1 0 0 0 0,1-1 0 0 0,0 1 0 0 0,0 0 0 0 0,-1 0 0 0 0,1-1 0 0 0,0 1 0 0 0,-1 0 1 0 0,1-1-1 0 0,0 1 0 0 0,-1 0 0 0 0,1 0 0 0 0,-1 0 0 0 0,1 0 0 0 0,0-1 0 0 0,-1 1 0 0 0,1 0 0 0 0,-1 0 0 0 0,1 0 0 0 0,-1 0 1 0 0,1 0-1 0 0,0 0 0 0 0,-1 0 0 0 0,1 0 0 0 0,-1 0 0 0 0,1 0 0 0 0,-1 0 0 0 0,1 0 0 0 0,0 1 0 0 0,-1-1 0 0 0,1 0 0 0 0,-1 0 1 0 0,1 0-1 0 0,0 0 0 0 0,-1 1 0 0 0,1-1 0 0 0,0 0 0 0 0,-1 0 0 0 0,1 1 0 0 0,0-1 0 0 0,-1 0 0 0 0,1 1 0 0 0,-1 0 0 0 0,-13 20 221 0 0,11-13-198 0 0,0-1 1 0 0,0 1-1 0 0,1 0 0 0 0,0 0 1 0 0,0 0-1 0 0,1 0 0 0 0,0 0 0 0 0,1 0 1 0 0,0 1-1 0 0,0-1 0 0 0,0 0 0 0 0,1 0 1 0 0,1 0-1 0 0,-1 0 0 0 0,1 0 1 0 0,1 0-1 0 0,-1 0 0 0 0,1 0 0 0 0,7 11 1 0 0,-6-13-20 0 0,-1 0 0 0 0,1-1 0 0 0,0 0 0 0 0,1 0 0 0 0,-1 0 0 0 0,1-1 0 0 0,0 1 0 0 0,0-1 0 0 0,1 0 0 0 0,7 4 0 0 0,9 6-1 0 0,26 23 0 0 0,-43-33 60 0 0,0 1 1 0 0,-1-1 0 0 0,1 1-1 0 0,-1 0 1 0 0,0 0-1 0 0,0 0 1 0 0,-1 0 0 0 0,0 1-1 0 0,0-1 1 0 0,0 1 0 0 0,3 8-1 0 0,0 0 644 0 0,6 14 665 0 0,-12-27-1352 0 0,0-1-1 0 0,0 1 0 0 0,0 0 1 0 0,0-1-1 0 0,0 1 1 0 0,0 0-1 0 0,0-1 0 0 0,0 1 1 0 0,0 0-1 0 0,0-1 0 0 0,0 1 1 0 0,0 0-1 0 0,-1 0 1 0 0,1-1-1 0 0,0 1 0 0 0,-1-1 1 0 0,1 1-1 0 0,0 0 0 0 0,-1-1 1 0 0,1 1-1 0 0,-1-1 1 0 0,1 1-1 0 0,0-1 0 0 0,-1 1 1 0 0,0-1-1 0 0,1 1 0 0 0,-1-1 1 0 0,1 0-1 0 0,-1 1 1 0 0,0-1-1 0 0,1 0 0 0 0,-1 1 1 0 0,1-1-1 0 0,-1 0 1 0 0,0 0-1 0 0,1 0 0 0 0,-2 1 1 0 0,-14 2 253 0 0,0-1 1 0 0,-21 1-1 0 0,23-3-185 0 0,-1 1 0 0 0,1 1 0 0 0,0 0 0 0 0,-14 4 0 0 0,-4 8 8 0 0,26-11-89 0 0,1-1 1 0 0,-1 1-1 0 0,0-1 0 0 0,1 0 0 0 0,-1-1 1 0 0,0 1-1 0 0,0-1 0 0 0,-12 1 0 0 0,16-2-119 0 0,-4 0 117 0 0,0 0-1 0 0,0-1 1 0 0,0 1-1 0 0,0-1 1 0 0,-8-2-1 0 0,-2-7-3625 0 0,10-5-3478 0 0,6 11 4550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65 128 3241 0 0,'-4'-4'5896'0'0,"-7"-7"-3651"0"0,2 7-633 0 0,0-1-1 0 0,-19-5 1 0 0,24 8 906 0 0,60 1-2194 0 0,93-14 0 0 0,-112 8-124 0 0,0-2-1 0 0,0-1 1 0 0,58-24 0 0 0,-90 32 10 0 0,-4 2-163 0 0,0-1 1 0 0,0 1-1 0 0,1 0 1 0 0,-1 0-1 0 0,0-1 1 0 0,0 1-1 0 0,0-1 1 0 0,0 1-1 0 0,0-1 1 0 0,0 0-1 0 0,0 1 1 0 0,0-1-1 0 0,0 0 1 0 0,-1 0-1 0 0,1 1 1 0 0,0-1-1 0 0,0 0 1 0 0,-1 0-1 0 0,2-2 1 0 0,-2 3-37 0 0,-9 1-229 0 0,0 1-4186 0 0,8-2 3951 0 0,-2 0-2134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36 112 1240 0 0,'0'0'490'0'0,"6"-10"6422"0"0,5-8-1190 0 0,-4 8-3589 0 0,-11 26-1668 0 0,-1 5-479 0 0,2 6 40 0 0,1-10 50 0 0,-1 1 1 0 0,-7 27 0 0 0,0-25 1486 0 0,10-20-1551 0 0,0 1 0 0 0,-1-1 0 0 0,1 0-1 0 0,0 0 1 0 0,0 1 0 0 0,0-1 0 0 0,-1 0-1 0 0,1 1 1 0 0,0-1 0 0 0,0 0 0 0 0,-1 0-1 0 0,1 1 1 0 0,0-1 0 0 0,0 0 0 0 0,-1 0-1 0 0,1 0 1 0 0,0 1 0 0 0,-1-1-1 0 0,1 0 1 0 0,0 0 0 0 0,-1 0 0 0 0,1 0-1 0 0,0 0 1 0 0,-1 0 0 0 0,1 0 0 0 0,-1 0-1 0 0,1 0 1 0 0,0 0 0 0 0,-1 0 0 0 0,1 0-1 0 0,0 0 1 0 0,-1 0 0 0 0,1 0 0 0 0,0 0-1 0 0,-1 0 1 0 0,1 0 0 0 0,0 0 0 0 0,-1 0-1 0 0,1-1 1 0 0,0 1 0 0 0,-1 0 0 0 0,1 0-1 0 0,0 0 1 0 0,-1-1 0 0 0,1 1 0 0 0,0 0-1 0 0,0 0 1 0 0,0-1 0 0 0,-1 1-1 0 0,1 0 1 0 0,0-1 0 0 0,0 1 0 0 0,0 0-1 0 0,-1-1 1 0 0,1 1 0 0 0,0 0 0 0 0,0-1-1 0 0,0 0 1 0 0,-2-5-1 0 0,1 1 0 0 0,-1-1 0 0 0,1-1 0 0 0,1 1 0 0 0,-1 0-1 0 0,1 0 1 0 0,0 0 0 0 0,1-7 0 0 0,0-4 14 0 0,13-74-68 0 0,-14 90 40 0 0,1 0-1 0 0,-1 0 1 0 0,1 0 0 0 0,-1 0-1 0 0,1-1 1 0 0,-1 1 0 0 0,1 0-1 0 0,0 1 1 0 0,0-1 0 0 0,0 0-1 0 0,-1 0 1 0 0,1 0-1 0 0,0 0 1 0 0,0 1 0 0 0,0-1-1 0 0,0 0 1 0 0,0 1 0 0 0,0-1-1 0 0,1 1 1 0 0,-1-1 0 0 0,0 1-1 0 0,0 0 1 0 0,2-1-1 0 0,-2 0 0 0 0,1 1-1 0 0,0-1 1 0 0,-1 1-1 0 0,1-1 1 0 0,-1 1-1 0 0,1 0 1 0 0,0 0-1 0 0,0 0 1 0 0,-1 0-1 0 0,1 0 1 0 0,0 0-1 0 0,-1 0 1 0 0,1 0-1 0 0,0 1 1 0 0,-1-1-1 0 0,3 1 1 0 0,-1 2 4 0 0,0 0 1 0 0,-1 0-1 0 0,1 0 1 0 0,-1 0 0 0 0,0 1-1 0 0,0-1 1 0 0,0 1-1 0 0,0-1 1 0 0,-1 1-1 0 0,1-1 1 0 0,-1 1-1 0 0,0 0 1 0 0,1 7-1 0 0,1 3 9 0 0,-2 0 0 0 0,1 22-1 0 0,-3-13 289 0 0,1-14 118 0 0,1-23-209 0 0,2-4-199 0 0,1 0 0 0 0,1 0 0 0 0,0 0 1 0 0,2 1-1 0 0,12-26 0 0 0,-13 29-17 0 0,-5 12 4 0 0,0-1 0 0 0,1 1-1 0 0,-1 0 1 0 0,1-1 0 0 0,-1 1 0 0 0,1 0 0 0 0,-1 0-1 0 0,1 0 1 0 0,0 1 0 0 0,0-1 0 0 0,0 0 0 0 0,0 1 0 0 0,0-1-1 0 0,1 1 1 0 0,-1-1 0 0 0,0 1 0 0 0,1 0 0 0 0,-1 0-1 0 0,1 0 1 0 0,-1 1 0 0 0,1-1 0 0 0,-1 0 0 0 0,1 1-1 0 0,0 0 1 0 0,-1-1 0 0 0,1 1 0 0 0,4 1 0 0 0,-5 0 7 0 0,0 1 1 0 0,-1-1-1 0 0,1 1 0 0 0,-1-1 1 0 0,0 1-1 0 0,1-1 1 0 0,-1 1-1 0 0,0 0 1 0 0,0 0-1 0 0,0 0 1 0 0,0 0-1 0 0,-1 0 0 0 0,2 3 1 0 0,-1-2 3 0 0,3 10 18 0 0,0 1 0 0 0,-1-1-1 0 0,-1 1 1 0 0,0 0 0 0 0,-1 0 0 0 0,-1 0 0 0 0,-1 16 0 0 0,1-8-39 0 0,-3-13-1641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35 2945 0 0,'-1'-5'5439'0'0,"-1"-3"-1879"0"0,0 9-3462 0 0,1 0 0 0 0,0 0 0 0 0,0 0 0 0 0,0 0 0 0 0,0 0 1 0 0,0 0-1 0 0,0 0 0 0 0,0 1 0 0 0,0-1 0 0 0,1 0 0 0 0,-1 0 0 0 0,0 1 0 0 0,1-1 0 0 0,-1 0 0 0 0,1 1 1 0 0,-1-1-1 0 0,1 1 0 0 0,0-1 0 0 0,-1 3 0 0 0,0 2 144 0 0,-24 83 1199 0 0,17-57-431 0 0,-1 0 1 0 0,-25 56-1 0 0,31-79-416 0 0,7-14-236 0 0,7-14-230 0 0,3-15-74 0 0,-2-2-1 0 0,-1 1 0 0 0,7-46 0 0 0,-11 50-27 0 0,-2 2-19 0 0,1-6-222 0 0,-6 35 213 0 0,0 0 0 0 0,0 0 0 0 0,0 0-1 0 0,0 0 1 0 0,0 0 0 0 0,0 0 0 0 0,0 0 0 0 0,0 0 0 0 0,0 0-1 0 0,0 0 1 0 0,1 0 0 0 0,-1 1 0 0 0,0-1 0 0 0,0 0 0 0 0,0 0 0 0 0,0 0-1 0 0,0 0 1 0 0,0 0 0 0 0,0 0 0 0 0,0 0 0 0 0,0 0 0 0 0,0 0 0 0 0,0 0-1 0 0,0 0 1 0 0,0 0 0 0 0,0 0 0 0 0,0 0 0 0 0,1 0 0 0 0,-1 0-1 0 0,0 0 1 0 0,0-1 0 0 0,0 1 0 0 0,0 0 0 0 0,0 0 0 0 0,0 0 0 0 0,0 0-1 0 0,0 0 1 0 0,1 22 8 0 0,2 41 20 0 0,17 97 1 0 0,-18-147 8 0 0,0 8 100 0 0,-1 40 1 0 0,-1-37-423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36 2449 0 0,'-3'-8'11634'0'0,"16"3"-11345"0"0,1 1 0 0 0,0 0 0 0 0,0 1-1 0 0,0 0 1 0 0,17 0 0 0 0,4-2-178 0 0,-22 4-1321 0 0,-7 2-2873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102 264 904 0 0,'0'0'4269'0'0,"-35"-1"2771"0"0,20 1-4810 0 0,9-1-1753 0 0,-1 1 0 0 0,0 0 0 0 0,1 1 0 0 0,-1-1 0 0 0,-11 4 0 0 0,360-115 721 0 0,-16-5-762 0 0,-294 105-391 0 0,39-17-48 0 0,-66 28-1205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11 5521 0 0,'0'-6'11102'0'0,"0"1"-8977"0"0,-1 21-2088 0 0,-1-1-1 0 0,-6 28 1 0 0,-3 16-40 0 0,-6 259 433 0 0,17-317-417 0 0,0-1-1 0 0,0 1 1 0 0,0-1-1 0 0,0 1 1 0 0,0-1 0 0 0,0 1-1 0 0,0-1 1 0 0,0 1-1 0 0,0-1 1 0 0,0 0-1 0 0,0 1 1 0 0,0-1-1 0 0,0 1 1 0 0,0-1-1 0 0,1 1 1 0 0,-1-1-1 0 0,0 1 1 0 0,0-1-1 0 0,0 0 1 0 0,1 1-1 0 0,-1-1 1 0 0,0 0-1 0 0,1 1 1 0 0,-1-1-1 0 0,0 0 1 0 0,1 1-1 0 0,-1-1 1 0 0,0 0-1 0 0,1 1 1 0 0,-1-1-1 0 0,0 0 1 0 0,1 0-1 0 0,-1 0 1 0 0,1 1-1 0 0,-1-1 1 0 0,1 0-1 0 0,-1 0 1 0 0,0 0-1 0 0,1 0 1 0 0,-1 0-1 0 0,1 0 1 0 0,-1 0-1 0 0,1 0 1 0 0,-1 0-1 0 0,2 0 1 0 0,-1 0 14 0 0,1-1 0 0 0,-1 1-1 0 0,0-1 1 0 0,1 0 0 0 0,-1 1 0 0 0,1-1 0 0 0,-1 0 0 0 0,0 0-1 0 0,0 0 1 0 0,0 0 0 0 0,1 0 0 0 0,0-2 0 0 0,19-26 88 0 0,-2-1 1 0 0,-1-2 0 0 0,26-61 0 0 0,-30 62-87 0 0,-6 10 0 0 0,11-41 1 0 0,-14 44-20 0 0,6-5 263 0 0,-1 6-2716 0 0,-8 4-5256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1:57:10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4153 0 0,'12'-26'7235'0'0,"-10"24"-7100"0"0,0 1 1 0 0,0 0-1 0 0,0 0 1 0 0,0 1-1 0 0,0-1 1 0 0,0 0-1 0 0,0 0 1 0 0,0 1-1 0 0,1 0 1 0 0,3-1-1 0 0,17-5 914 0 0,-22 5-943 0 0,0 0 1 0 0,0 0-1 0 0,0 0 0 0 0,0 1 0 0 0,0-1 1 0 0,0 0-1 0 0,0 1 0 0 0,1-1 0 0 0,-1 1 1 0 0,0-1-1 0 0,1 1 0 0 0,-1 0 0 0 0,0-1 1 0 0,1 1-1 0 0,-1 0 0 0 0,0 0 1 0 0,1 0-1 0 0,-1 0 0 0 0,0 0 0 0 0,1 0 1 0 0,-1 1-1 0 0,0-1 0 0 0,1 0 0 0 0,1 2 1 0 0,-1-1-44 0 0,-1 0 1 0 0,1 0-1 0 0,-1 1 1 0 0,1-1-1 0 0,-1 1 1 0 0,0 0-1 0 0,1-1 1 0 0,-1 1 0 0 0,0 0-1 0 0,0-1 1 0 0,0 1-1 0 0,-1 0 1 0 0,1 0-1 0 0,1 3 1 0 0,0 6 91 0 0,1 1 1 0 0,-2 0-1 0 0,1-1 1 0 0,-1 17 0 0 0,-1-25-127 0 0,0-1 0 0 0,0 0 0 0 0,0 1 0 0 0,1-1 1 0 0,-1 0-1 0 0,1 0 0 0 0,-1 1 0 0 0,1-1 0 0 0,0 0 0 0 0,0 0 1 0 0,0 0-1 0 0,0 0 0 0 0,0 0 0 0 0,1 0 0 0 0,-1 0 1 0 0,0-1-1 0 0,1 1 0 0 0,0 0 0 0 0,2 2 0 0 0,0-1-10 0 0,0-1 0 0 0,0 0-1 0 0,1 1 1 0 0,-1-1 0 0 0,0-1 0 0 0,1 1-1 0 0,0-1 1 0 0,-1 0 0 0 0,6 1-1 0 0,5 0-10 0 0,-1-1 0 0 0,1-1 0 0 0,-1 0 0 0 0,1-1 0 0 0,19-3 0 0 0,27-13-1448 0 0,-22 3-3474 0 0,-36 13 4187 0 0,9-4-3467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0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724 234 136 0 0,'0'0'1670'0'0,"-7"-24"-705"0"0,6 12-613 0 0,-1 1 0 0 0,0 0-1 0 0,-1 0 1 0 0,0 0 0 0 0,-1 0 0 0 0,0 0-1 0 0,0 1 1 0 0,-1 0 0 0 0,-1 0-1 0 0,-12-17 1 0 0,15 23-309 0 0,-1 1-1 0 0,1-1 0 0 0,-1 1 1 0 0,0 0-1 0 0,0 1 1 0 0,0-1-1 0 0,-1 1 1 0 0,1-1-1 0 0,-1 1 1 0 0,1 1-1 0 0,-1-1 1 0 0,0 1-1 0 0,1-1 1 0 0,-1 1-1 0 0,-8 0 0 0 0,5-1-3 0 0,0 1 0 0 0,1-1 0 0 0,-1-1 0 0 0,-11-5 0 0 0,11 5-28 0 0,0-1 0 0 0,-1 1 1 0 0,1 0-1 0 0,-1 1 0 0 0,1 0 1 0 0,-1 0-1 0 0,0 1 0 0 0,0 0 1 0 0,0 1-1 0 0,1-1 0 0 0,-1 2 1 0 0,0-1-1 0 0,0 2 0 0 0,-12 2 1 0 0,3 0 0 0 0,0 1 0 0 0,1 1 0 0 0,-1 1 1 0 0,2 0-1 0 0,-1 1 0 0 0,-16 11 1 0 0,3-4-43 0 0,-10 6 36 0 0,21-5 10 0 0,0 1 0 0 0,0 1 0 0 0,2 0 0 0 0,-30 41 0 0 0,41-50-16 0 0,1 1 0 0 0,0-1 0 0 0,1 1 0 0 0,0 0 0 0 0,0 0 0 0 0,1 0 0 0 0,-2 14 0 0 0,-12 37-42 0 0,2-35 44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4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6 88 0 0,'0'0'83'0'0,"-20"0"3744"0"0,-195-3 4411 0 0,195 2-7985 0 0,16 0-235 0 0,0 1-1 0 0,0 0 0 0 0,0 0 1 0 0,0 0-1 0 0,0 0 0 0 0,0 1 1 0 0,0 0-1 0 0,0 0 0 0 0,0 0 1 0 0,0 0-1 0 0,0 0 0 0 0,-5 3 1 0 0,-3 3 47 0 0,0 0 0 0 0,1 1 0 0 0,0 0 1 0 0,0 1-1 0 0,0 0 0 0 0,1 1 0 0 0,1 0 1 0 0,0 0-1 0 0,0 1 0 0 0,1 1 0 0 0,0-1 1 0 0,-11 23-1 0 0,2 1-55 0 0,1 0-1 0 0,-18 58 1 0 0,28-71-20 0 0,-1 2 17 0 0,-6 39 0 0 0,12-55 24 0 0,-1-1 0 0 0,0 1-1 0 0,-1-1 1 0 0,0 1 0 0 0,-7 12-1 0 0,6-12-8 0 0,1 0 0 0 0,-1 0 0 0 0,1 0 0 0 0,0 0 0 0 0,-1 9 0 0 0,3-11-9 0 0,0 1-1 0 0,0-1 0 0 0,1 0 1 0 0,0 1-1 0 0,0-1 0 0 0,1 0 1 0 0,-1 0-1 0 0,1 1 0 0 0,1-1 0 0 0,-1 0 1 0 0,1 0-1 0 0,0 0 0 0 0,0 0 1 0 0,1 0-1 0 0,0-1 0 0 0,6 10 1 0 0,-8-14 0 0 0,1 1 0 0 0,-1-1 0 0 0,1 0 0 0 0,0 0-1 0 0,-1 0 1 0 0,1 0 0 0 0,0 0 0 0 0,0 0 0 0 0,3 1 0 0 0,6 4 66 0 0,-4-2-64 0 0,0 0 0 0 0,0 0 1 0 0,1-1-1 0 0,-1 0 1 0 0,1 0-1 0 0,0-1 0 0 0,0 0 1 0 0,0 0-1 0 0,0-1 0 0 0,0 0 1 0 0,0 0-1 0 0,1-1 1 0 0,-1 0-1 0 0,14-2 0 0 0,7-3 17 0 0,1-1-1 0 0,48-18 0 0 0,-22 7 3 0 0,-22 8 13 0 0,0 2-1 0 0,43-4 0 0 0,-12 8-4823 0 0,-61 3 2249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5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37 2393 0 0,'-24'-8'5653'0'0,"20"7"-5443"0"0,-10-5 586 0 0,-1 0 0 0 0,0 1 0 0 0,-22-3 0 0 0,32 7-764 0 0,0 0-1 0 0,0 1 0 0 0,0 0 0 0 0,-1 0 1 0 0,1 0-1 0 0,0 1 0 0 0,0 0 0 0 0,0 0 1 0 0,0 0-1 0 0,0 1 0 0 0,0-1 0 0 0,0 1 1 0 0,0 0-1 0 0,-6 4 0 0 0,7-3-34 0 0,0 0 1 0 0,1 1-1 0 0,-1-1 0 0 0,1 1 0 0 0,0 0 1 0 0,-1-1-1 0 0,2 1 0 0 0,-1 1 0 0 0,0-1 1 0 0,-2 8-1 0 0,-20 53 125 0 0,19-48-122 0 0,-5 27 21 0 0,10-36-25 0 0,0 0 0 0 0,-1-1 0 0 0,0 1 0 0 0,0-1 1 0 0,-1 0-1 0 0,-6 12 0 0 0,6-13 39 0 0,0-1 1 0 0,1 1 0 0 0,-1 0 0 0 0,1 0 0 0 0,0 0 0 0 0,0 0 0 0 0,1 1 0 0 0,0-1 0 0 0,0 0 0 0 0,0 1 0 0 0,1-1 0 0 0,0 0-1 0 0,1 13 1 0 0,-1-18 3 0 0,0-1 0 0 0,1 1 0 0 0,-1 0 0 0 0,0 0 0 0 0,1 0 0 0 0,-1-1 0 0 0,0 1 0 0 0,1 0 0 0 0,-1-1 0 0 0,1 1 0 0 0,-1 0 0 0 0,1-1 0 0 0,-1 1 0 0 0,1 0 0 0 0,-1-1 0 0 0,1 1 0 0 0,0-1 0 0 0,-1 1 0 0 0,1-1 0 0 0,0 1 0 0 0,-1-1 0 0 0,1 0 0 0 0,0 1 0 0 0,1-1 0 0 0,0 1-10 0 0,0-1 1 0 0,0 0-1 0 0,0 0 1 0 0,0 1-1 0 0,0-2 1 0 0,0 1-1 0 0,1 0 1 0 0,-1 0-1 0 0,3-1 1 0 0,0-1-15 0 0,-1 1 0 0 0,1 0 0 0 0,-1-1 0 0 0,0 0 0 0 0,1 0 1 0 0,-1-1-1 0 0,0 1 0 0 0,6-6 0 0 0,1-5 7 0 0,0-1 1 0 0,13-22-1 0 0,1-1 35 0 0,4-11 29 0 0,-23 36-59 0 0,1 0-1 0 0,1 1 1 0 0,0 0 0 0 0,10-12 0 0 0,-12 16 155 0 0,-5 6-152 0 0,0-1 0 0 0,-1 1 0 0 0,1 0 0 0 0,0-1-1 0 0,0 1 1 0 0,1 0 0 0 0,-1 0 0 0 0,0 0 0 0 0,0 0-1 0 0,0 0 1 0 0,1 0 0 0 0,-1 1 0 0 0,1-1 0 0 0,1-1 0 0 0,-1 34 60 0 0,22 176-170 0 0,-13-139 106 0 0,-3 0-1 0 0,-4 0 0 0 0,-4 79 1 0 0,-2-125 3 0 0,-2 1 0 0 0,0-1 1 0 0,-2 1-1 0 0,-1-1 0 0 0,0-1 1 0 0,-2 1-1 0 0,0-1 0 0 0,-2-1 1 0 0,-20 32-1 0 0,27-47-6 0 0,2-3-1 0 0,1-1 0 0 0,-1 1 0 0 0,1-1 0 0 0,-1 0 0 0 0,0 1 0 0 0,1-1 0 0 0,-1 0 0 0 0,0 0 0 0 0,-1 0 0 0 0,1 0 0 0 0,0-1 0 0 0,0 1 0 0 0,-1-1 0 0 0,1 1 0 0 0,-1-1 0 0 0,0 0 0 0 0,1 0 0 0 0,-1 0 0 0 0,-5 1 0 0 0,4-1 80 0 0,0 0 1 0 0,0 0 0 0 0,0 1 0 0 0,0-1 0 0 0,-6 4 0 0 0,8-3-77 0 0,0-1 1 0 0,0 0 0 0 0,0 0-1 0 0,0 0 1 0 0,0 0 0 0 0,-1 0-1 0 0,1 0 1 0 0,0-1 0 0 0,0 1 0 0 0,-1-1-1 0 0,1 0 1 0 0,-1 1 0 0 0,1-1-1 0 0,0 0 1 0 0,-1 0 0 0 0,1-1-1 0 0,0 1 1 0 0,-1 0 0 0 0,1-1 0 0 0,0 0-1 0 0,-5-1 1 0 0,6 1-26 0 0,0-1-1 0 0,0 1 1 0 0,0 0 0 0 0,0-1-1 0 0,0 0 1 0 0,0 1 0 0 0,1-1-1 0 0,-1 1 1 0 0,1-1 0 0 0,-1 0-1 0 0,1 0 1 0 0,-1 1 0 0 0,1-1-1 0 0,0 0 1 0 0,0 0 0 0 0,0-3-1 0 0,-3-10-10 0 0,-9-14-24 0 0,8 21 19 0 0,0 1 0 0 0,1-1 0 0 0,1 0 0 0 0,-1 0 0 0 0,1 0 1 0 0,0-1-1 0 0,0-11 0 0 0,2 8-12 0 0,1-1 0 0 0,0 1-1 0 0,1 0 1 0 0,1 0 0 0 0,0 0 0 0 0,0 0-1 0 0,1 0 1 0 0,1 1 0 0 0,10-19 0 0 0,-3-1-30 0 0,-10 26 46 0 0,-1 0 1 0 0,1 0 0 0 0,1 0 0 0 0,-1 0 0 0 0,1 0 0 0 0,0 1-1 0 0,4-7 1 0 0,21-16-15 0 0,0 2-1 0 0,1 1 1 0 0,56-35-1 0 0,-76 53 29 0 0,11-7-8 0 0,-7 3 19 0 0,1 1-1 0 0,0 0 1 0 0,1 1-1 0 0,0 1 1 0 0,19-7-1 0 0,-13 7 73 0 0,-1 0 0 0 0,20-11 0 0 0,-38 17-86 0 0,0 0 1 0 0,0 1-1 0 0,1-1 1 0 0,-1 1-1 0 0,0 0 0 0 0,0-1 1 0 0,0 1-1 0 0,1 0 1 0 0,-1 0-1 0 0,0 0 1 0 0,0 1-1 0 0,1-1 0 0 0,-1 0 1 0 0,0 1-1 0 0,0-1 1 0 0,0 1-1 0 0,0 0 0 0 0,0 0 1 0 0,0 0-1 0 0,0 0 1 0 0,0 0-1 0 0,2 2 1 0 0,2 0-294 0 0,-5-3 41 0 0,-1 0 0 0 0,1 0-1 0 0,-1 0 1 0 0,1 0 0 0 0,-1 0 0 0 0,1 0-1 0 0,-1 0 1 0 0,1 0 0 0 0,-1 0 0 0 0,1 0-1 0 0,-1 0 1 0 0,1-1 0 0 0,-1 1 0 0 0,1 0-1 0 0,-1 0 1 0 0,0 0 0 0 0,1-1 0 0 0,-1 1-1 0 0,1 0 1 0 0,-1-1 0 0 0,1 1 0 0 0,-1 0-1 0 0,0-1 1 0 0,1 1 0 0 0,-1-1 0 0 0,1 1-1 0 0,5-7-2409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5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0 2993 0 0,'0'0'864'0'0,"-20"0"3654"0"0,9 2-4163 0 0,0 0-1 0 0,0 1 1 0 0,0 0 0 0 0,0 1-1 0 0,1 0 1 0 0,-20 11-1 0 0,-21 8 215 0 0,43-20-490 0 0,1 0-1 0 0,0 1 0 0 0,0 1 0 0 0,0-1 1 0 0,0 1-1 0 0,1 0 0 0 0,0 0 0 0 0,0 1 1 0 0,0 0-1 0 0,-7 10 0 0 0,-1 2 17 0 0,2 0 1 0 0,-19 36-1 0 0,26-43-59 0 0,1-4-29 0 0,1-1 0 0 0,0 1 0 0 0,0 0 0 0 0,0-1 0 0 0,-1 11 0 0 0,3-15-6 0 0,1-1 0 0 0,0 1 0 0 0,0-1 0 0 0,0 1 0 0 0,0-1 0 0 0,0 1 0 0 0,0-1 0 0 0,0 1 0 0 0,1-1 0 0 0,-1 1 0 0 0,0-1 0 0 0,1 1 0 0 0,-1-1 0 0 0,1 0 0 0 0,0 1-1 0 0,-1-1 1 0 0,1 0 0 0 0,0 1 0 0 0,0-1 0 0 0,0 0 0 0 0,0 0 0 0 0,0 0 0 0 0,0 0 0 0 0,0 0 0 0 0,0 0 0 0 0,0 0 0 0 0,1 0 0 0 0,-1 0 0 0 0,0-1 0 0 0,0 1 0 0 0,1 0 0 0 0,2 0 0 0 0,20 8 27 0 0,3 1-13 0 0,-1 2 1 0 0,33 18 0 0 0,-52-26 8 0 0,-1 0 0 0 0,-1 0 0 0 0,1 0 0 0 0,-1 0 0 0 0,1 1 0 0 0,-1 0 0 0 0,0 0 0 0 0,-1 1 0 0 0,0-1 0 0 0,1 1 0 0 0,-2 0 1 0 0,1 0-1 0 0,-1 0 0 0 0,5 14 0 0 0,4 5 436 0 0,-10-23-386 0 0,-1 1 0 0 0,1-1 0 0 0,-1 0 0 0 0,0 1 0 0 0,1-1 0 0 0,-1 1 0 0 0,0 0 0 0 0,-1-1 0 0 0,1 1 1 0 0,0 0-1 0 0,-1-1 0 0 0,0 1 0 0 0,1 0 0 0 0,-1 0 0 0 0,0-1 0 0 0,-1 1 0 0 0,1 0 0 0 0,-1 4 0 0 0,-1-6-59 0 0,1 0 0 0 0,-1 0 1 0 0,1 0-1 0 0,-1 0 0 0 0,0-1 1 0 0,1 1-1 0 0,-1-1 0 0 0,0 1 0 0 0,0-1 1 0 0,1 0-1 0 0,-1 1 0 0 0,-2-1 1 0 0,-4 1 20 0 0,-31 11-481 0 0,1 1 1 0 0,-68 34-1 0 0,101-48-3387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6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3457 0 0,'-33'17'5644'0'0,"30"-14"-5284"0"0,2-1 887 0 0,5-2-186 0 0,2 0-1021 0 0,134 10 680 0 0,-122-9-670 0 0,-10 0-260 0 0,8 1 18 0 0,-7 4-5193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6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4049 0 0,'0'0'1915'0'0,"7"7"3410"0"0,9 5-3090 0 0,-6-8-2102 0 0,-1 0 0 0 0,1-1 0 0 0,-1 0 0 0 0,1-1 0 0 0,0 0 1 0 0,0 0-1 0 0,11-1 0 0 0,-14-1-391 0 0,0 0 0 0 0,0-1 0 0 0,0 0 0 0 0,0 0 0 0 0,0-1 1 0 0,0 0-1 0 0,0 0 0 0 0,-1 0 0 0 0,1-1 0 0 0,-1 0 0 0 0,7-5 0 0 0,2-2-1546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7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52 1256 0 0,'-3'-11'3036'0'0,"2"9"-2642"0"0,1 0-1 0 0,0 0 1 0 0,-1 0 0 0 0,1 0-1 0 0,-1 0 1 0 0,0 1 0 0 0,1-1-1 0 0,-1 0 1 0 0,-2-3-1 0 0,1 3-275 0 0,-1 0 0 0 0,0 0 0 0 0,0 0-1 0 0,0 1 1 0 0,0-1 0 0 0,0 1-1 0 0,0-1 1 0 0,0 1 0 0 0,0 0-1 0 0,-1 0 1 0 0,1 1 0 0 0,0-1 0 0 0,-1 1-1 0 0,1-1 1 0 0,0 1 0 0 0,-1 0-1 0 0,-5 1 1 0 0,-1 1 2 0 0,0 0 1 0 0,0 1-1 0 0,1 0 1 0 0,-16 7-1 0 0,22-9-96 0 0,0 1-1 0 0,0 0 1 0 0,0 0 0 0 0,1 0-1 0 0,-1 0 1 0 0,1 1 0 0 0,-1-1-1 0 0,1 1 1 0 0,0-1 0 0 0,0 1 0 0 0,-3 4-1 0 0,-18 37 121 0 0,11-20-47 0 0,-12 20 50 0 0,2 2-1 0 0,2 0 1 0 0,2 1-1 0 0,2 1 1 0 0,-12 64-1 0 0,26-103-148 0 0,-1 1 0 0 0,0-1 0 0 0,0 0 0 0 0,-5 9 0 0 0,4-12 27 0 0,1 1 0 0 0,0 0 0 0 0,1 0 0 0 0,0 0 0 0 0,0 0 0 0 0,0 0 0 0 0,1 0 0 0 0,0 8 0 0 0,1-7 51 0 0,0-1 0 0 0,1 0-1 0 0,0 1 1 0 0,3 13 0 0 0,-3-19-59 0 0,0 1 0 0 0,-1-1 0 0 0,1 0 0 0 0,1 1 0 0 0,-1-1 0 0 0,0 0 0 0 0,0 0 0 0 0,1 0 0 0 0,-1 0 0 0 0,1 0 0 0 0,0 0 0 0 0,0 0 0 0 0,0 0 0 0 0,-1-1 0 0 0,2 1 0 0 0,-1-1 0 0 0,0 0 0 0 0,2 2 0 0 0,22 9 4 0 0,-13-6 24 0 0,0-1-1 0 0,0 0 1 0 0,14 4 0 0 0,-21-8-33 0 0,0 0 1 0 0,-1-1 0 0 0,1 1-1 0 0,0-1 1 0 0,0 0-1 0 0,-1-1 1 0 0,1 0-1 0 0,0 1 1 0 0,0-2 0 0 0,10-2-1 0 0,-2-1 34 0 0,-1-1-1 0 0,1 0 0 0 0,-1-1 0 0 0,15-10 1 0 0,-23 13-35 0 0,1 0 1 0 0,-1 0 0 0 0,0-1 0 0 0,0 1 0 0 0,0-1 0 0 0,-1-1 0 0 0,1 1 0 0 0,-1-1 0 0 0,-1 1 0 0 0,1-1 0 0 0,2-7 0 0 0,3-8 38 0 0,-1 1 0 0 0,8-41 0 0 0,-13 49-21 0 0,0 1 0 0 0,1-1 0 0 0,6-12 0 0 0,-6 14-13 0 0,0 0 1 0 0,0-1-1 0 0,-1 1 0 0 0,2-15 1 0 0,-3 6 8 0 0,-1 1 0 0 0,-1 0 0 0 0,-1-1 1 0 0,-1 1-1 0 0,0 0 0 0 0,-1 0 0 0 0,-1 0 1 0 0,-1 0-1 0 0,-1 0 0 0 0,0 1 0 0 0,-13-26 0 0 0,17 41-20 0 0,0 0 0 0 0,0 0-1 0 0,0 0 1 0 0,0 0-1 0 0,0 0 1 0 0,0 0-1 0 0,0 0 1 0 0,-1 1-1 0 0,1-1 1 0 0,0 1 0 0 0,-1 0-1 0 0,1 0 1 0 0,-1-1-1 0 0,0 2 1 0 0,1-1-1 0 0,-4-1 1 0 0,-19-8-23 0 0,22 9 8 0 0,1-1-1 0 0,-1 1 0 0 0,1 0 0 0 0,-1 0 0 0 0,0 0 0 0 0,1 0 0 0 0,-1 0 1 0 0,0 1-1 0 0,0-1 0 0 0,1 1 0 0 0,-1 0 0 0 0,0 0 0 0 0,0 0 0 0 0,0 0 1 0 0,1 0-1 0 0,-5 1 0 0 0,5 0 8 0 0,0-1-1 0 0,0 1 1 0 0,1 0 0 0 0,-1-1 0 0 0,0 1 0 0 0,0 0-1 0 0,1 0 1 0 0,-1 1 0 0 0,0-1 0 0 0,1 0 0 0 0,0 0-1 0 0,-1 1 1 0 0,1-1 0 0 0,0 1 0 0 0,-1-1 0 0 0,1 1-1 0 0,0 0 1 0 0,0-1 0 0 0,0 1 0 0 0,0 0 0 0 0,1 0-1 0 0,-1 0 1 0 0,0 2 0 0 0,-5 22 3 0 0,3-14-16 0 0,0-1 0 0 0,0 1 0 0 0,-1 0 0 0 0,-7 13 0 0 0,7-14 4 0 0,0-1 0 0 0,0 1 0 0 0,1-1 1 0 0,0 1-1 0 0,1 0 0 0 0,0 0 0 0 0,1 0 0 0 0,0 0 0 0 0,1 1 0 0 0,0-1 0 0 0,1 0 1 0 0,4 21-1 0 0,-3-23-403 0 0,0 0 1 0 0,1 0-1 0 0,-1-1 0 0 0,2 1 1 0 0,5 11-1 0 0,-5-15-1428 0 0,-1 0-401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7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9258 0 0,'0'10'4945'0'0,"0"10"-3350"0"0,0 3-957 0 0,0-14-3955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8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67 944 0 0,'0'0'3681'0'0,"4"-25"3523"0"0,1 20-7051 0 0,1 1 0 0 0,0 0 0 0 0,0 0 0 0 0,0 1 0 0 0,0-1 0 0 0,1 1 0 0 0,-1 1-1 0 0,1-1 1 0 0,0 1 0 0 0,0 0 0 0 0,0 1 0 0 0,12-2 0 0 0,-8 2-107 0 0,0 0-1 0 0,0 1 1 0 0,0 0-1 0 0,0 1 1 0 0,1 0 0 0 0,-1 1-1 0 0,15 4 1 0 0,30 21 115 0 0,-53-25-159 0 0,0 0 0 0 0,1 0 1 0 0,-1 0-1 0 0,0 1 0 0 0,0-1 0 0 0,-1 1 0 0 0,1 0 1 0 0,-1 0-1 0 0,1 0 0 0 0,-1 0 0 0 0,0 0 0 0 0,0 0 1 0 0,0 0-1 0 0,0 1 0 0 0,-1-1 0 0 0,2 7 0 0 0,4 9-16 0 0,6 35 0 0 0,-11-48 14 0 0,5 51 31 0 0,-6-42-20 0 0,0 0-1 0 0,6 22 1 0 0,4-4 10 0 0,-7-24-10 0 0,-1 0 1 0 0,0 0-1 0 0,-1 1 1 0 0,0-1 0 0 0,0 0-1 0 0,-1 1 1 0 0,0 13-1 0 0,-4-1 17 0 0,-1 1-1 0 0,-1-1 0 0 0,-1 0 0 0 0,-1 0 1 0 0,-1 0-1 0 0,-12 22 0 0 0,10-20 13 0 0,6-14-7 0 0,-1 0 0 0 0,0 1 0 0 0,-7 9 0 0 0,9-17-16 0 0,1 1 0 0 0,-1-1 0 0 0,-1 1-1 0 0,1-1 1 0 0,0 0 0 0 0,-1 0-1 0 0,0 0 1 0 0,0-1 0 0 0,0 1 0 0 0,-4 1-1 0 0,-27 14 150 0 0,28-13-120 0 0,-1-1 1 0 0,1 0-1 0 0,-1 0 0 0 0,0-1 0 0 0,0 0 1 0 0,0-1-1 0 0,0 1 0 0 0,0-2 0 0 0,0 1 1 0 0,-15 0-1 0 0,22-2-50 0 0,0-1 0 0 0,0 1 0 0 0,1-1 1 0 0,-1 0-1 0 0,0 1 0 0 0,0-1 0 0 0,0 0 0 0 0,1 1 0 0 0,-1-1 0 0 0,0 0 1 0 0,1 0-1 0 0,-1 0 0 0 0,0 0 0 0 0,1 0 0 0 0,-1 0 0 0 0,1 1 0 0 0,0-1 0 0 0,-1 0 1 0 0,1 0-1 0 0,-1-2 0 0 0,0 0-7 0 0,-1 0 3 0 0,1-1 1 0 0,-1 1-1 0 0,1-1 1 0 0,0 0-1 0 0,0 0 1 0 0,0 1-1 0 0,0-1 1 0 0,1 0-1 0 0,-1 0 1 0 0,1 0-1 0 0,0 0 1 0 0,0 0-1 0 0,1 0 1 0 0,-1 0-1 0 0,1 0 0 0 0,0 0 1 0 0,0 1-1 0 0,0-1 1 0 0,0 0-1 0 0,1 1 1 0 0,-1-1-1 0 0,1 1 1 0 0,0-1-1 0 0,0 1 1 0 0,1 0-1 0 0,-1-1 1 0 0,1 1-1 0 0,5-4 0 0 0,0 0 1 0 0,0 0 0 0 0,1 1 0 0 0,0 0 0 0 0,0 0 0 0 0,1 1 0 0 0,-1 0 0 0 0,1 1 0 0 0,0 0 0 0 0,14-3 0 0 0,29-2-36 0 0,-43 8 39 0 0,0-1-1 0 0,0 1 0 0 0,0-2 1 0 0,0 1-1 0 0,-1-1 1 0 0,14-7-1 0 0,-15 7 1 0 0,0-1 0 0 0,0 1 0 0 0,0 1 0 0 0,1-1 0 0 0,-1 2-1 0 0,1-1 1 0 0,0 1 0 0 0,-1 0 0 0 0,1 1 0 0 0,0 0 0 0 0,-1 0 0 0 0,11 2 0 0 0,-2 1 18 0 0,0 0 0 0 0,0 1 0 0 0,-1 1 1 0 0,1 1-1 0 0,15 7 0 0 0,-27-11-29 0 0,0 1 1 0 0,-1-1-1 0 0,1 1 0 0 0,-1 0 0 0 0,0 1 1 0 0,0-1-1 0 0,0 1 0 0 0,4 4 0 0 0,7 11-4069 0 0,-13-16 2041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8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2 2192 0 0,'-15'-1'6078'0'0,"-5"0"-2392"0"0,18 2-3623 0 0,1-1 0 0 0,-1 1-1 0 0,1-1 1 0 0,-1 1 0 0 0,1 0 0 0 0,-1-1 0 0 0,1 1-1 0 0,0 0 1 0 0,-1 0 0 0 0,1 0 0 0 0,0 0 0 0 0,0 0 0 0 0,0 0-1 0 0,0 1 1 0 0,0-1 0 0 0,0 0 0 0 0,0 1 0 0 0,0-1-1 0 0,-1 3 1 0 0,-2 4 15 0 0,0 0 0 0 0,1 1-1 0 0,-1 0 1 0 0,2 0 0 0 0,-1 0 0 0 0,-1 12-1 0 0,-3 61 73 0 0,4-34-89 0 0,-35 221 3 0 0,16-137-44 0 0,16-70-55 0 0,1 89 1 0 0,8-135-126 0 0,-3-15 50 0 0,0-1-1 0 0,0 0 0 0 0,0 1 0 0 0,0-1 0 0 0,0 0 1 0 0,0 1-1 0 0,0-1 0 0 0,0 0 0 0 0,0 1 0 0 0,0-1 1 0 0,0 0-1 0 0,0 1 0 0 0,1-1 0 0 0,-1 0 0 0 0,0 0 0 0 0,0 1 1 0 0,0-1-1 0 0,0 0 0 0 0,1 1 0 0 0,-1-1 0 0 0,0 0 1 0 0,0 0-1 0 0,0 1 0 0 0,1-1 0 0 0,-1 0 0 0 0,0 0 1 0 0,0 0-1 0 0,1 1 0 0 0,-1-1 0 0 0,0 0 0 0 0,0 0 0 0 0,1 0 1 0 0,-1 0-1 0 0,0 0 0 0 0,1 0 0 0 0,-1 1 0 0 0,0-1 1 0 0,1 0-1 0 0,-1 0 0 0 0,2-3-2229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9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17 6409 0 0,'14'-11'3208'0'0,"-9"10"-2895"0"0,1-1-1 0 0,0 1 1 0 0,0 0 0 0 0,0 1 0 0 0,-1-1 0 0 0,1 1 0 0 0,0 0 0 0 0,0 0-1 0 0,8 2 1 0 0,-12-1-263 0 0,1 0 0 0 0,-1-1 0 0 0,0 1-1 0 0,0 0 1 0 0,0 0 0 0 0,0 0 0 0 0,0 0 0 0 0,0 0-1 0 0,0 1 1 0 0,0-1 0 0 0,0 1 0 0 0,-1-1-1 0 0,1 1 1 0 0,-1 0 0 0 0,1-1 0 0 0,-1 1 0 0 0,1 0-1 0 0,-1 0 1 0 0,0 0 0 0 0,0 0 0 0 0,0 0-1 0 0,0 0 1 0 0,0 1 0 0 0,-1-1 0 0 0,1 0-1 0 0,-1 0 1 0 0,1 3 0 0 0,0 0 88 0 0,0-1 1 0 0,1 0-1 0 0,-1 1 1 0 0,1-1-1 0 0,3 6 0 0 0,-3-6-53 0 0,0 0-1 0 0,0-1 1 0 0,0 1-1 0 0,-1 0 1 0 0,0 0-1 0 0,0 0 1 0 0,0 0 0 0 0,0 5-1 0 0,-1-2-41 0 0,0 0 0 0 0,-1 0 1 0 0,0 0-1 0 0,-1 0 0 0 0,0 0 0 0 0,0 0 0 0 0,0-1 0 0 0,-1 1 1 0 0,0-1-1 0 0,0 1 0 0 0,0-1 0 0 0,-1 0 0 0 0,0-1 1 0 0,0 1-1 0 0,-1 0 0 0 0,1-1 0 0 0,-1 0 0 0 0,0 0 0 0 0,-9 5 1 0 0,0 1-58 0 0,-1 0 1 0 0,-1-1-1 0 0,0-1 1 0 0,0 0-1 0 0,-1-1 1 0 0,-22 7 0 0 0,34-14-27 0 0,-2 2-133 0 0,-1-1 0 0 0,0 1 0 0 0,1 1 0 0 0,-8 4 0 0 0,10-6-338 0 0,-5 6-4201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9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81 1624 0 0,'-3'-5'4771'0'0,"-6"-8"-3287"0"0,6 9-1087 0 0,-1 0-1 0 0,1 0 1 0 0,0 0-1 0 0,-1 0 1 0 0,0 0 0 0 0,0 1-1 0 0,0 0 1 0 0,0-1 0 0 0,-7-2-1 0 0,8 4-105 0 0,-3-1 95 0 0,0-1 1 0 0,0 1 0 0 0,-1 0 0 0 0,-10-3-1 0 0,16 6-373 0 0,0 0 0 0 0,0-1 0 0 0,-1 1 0 0 0,1 0 0 0 0,0 0 0 0 0,-1 0 0 0 0,1 0 0 0 0,0 0 0 0 0,-1 0 0 0 0,1 0-1 0 0,0 0 1 0 0,-1 0 0 0 0,1 1 0 0 0,0-1 0 0 0,0 1 0 0 0,-1-1 0 0 0,1 1 0 0 0,0-1 0 0 0,0 1 0 0 0,0 0 0 0 0,0-1 0 0 0,0 1 0 0 0,0 0 0 0 0,0 0 0 0 0,0 0-1 0 0,0 0 1 0 0,0 0 0 0 0,0 0 0 0 0,0 0 0 0 0,1 0 0 0 0,-2 2 0 0 0,-3 8-26 0 0,1 1-1 0 0,0 0 1 0 0,-2 12-1 0 0,4-12 20 0 0,-1 0-1 0 0,-1 0 1 0 0,-5 12-1 0 0,2-10-11 0 0,1 1 0 0 0,1 0 1 0 0,1 1-1 0 0,0-1 0 0 0,1 1 0 0 0,-2 26 0 0 0,4 99-51 0 0,1-118 80 0 0,6 81 50 0 0,-2-69-32 0 0,-2 1-1 0 0,-1-1 1 0 0,-2 1-1 0 0,-2-1 1 0 0,-7 43-1 0 0,7-67-33 0 0,-23 82 222 0 0,22-84-206 0 0,1 0 0 0 0,-2 0 1 0 0,1 0-1 0 0,-1-1 1 0 0,0 0-1 0 0,-1 0 1 0 0,-11 13-1 0 0,10-16-53 0 0,0 0-1 0 0,0-1 0 0 0,0 0 1 0 0,-1 0-1 0 0,-11 4 0 0 0,17-7-134 0 0,0 0-1 0 0,-1 0 0 0 0,1 0 1 0 0,0 0-1 0 0,0-1 1 0 0,0 1-1 0 0,-1-1 1 0 0,1 0-1 0 0,0 1 0 0 0,-1-1 1 0 0,1 0-1 0 0,0 0 1 0 0,-1-1-1 0 0,1 1 1 0 0,0 0-1 0 0,0-1 0 0 0,-1 1 1 0 0,1-1-1 0 0,0 0 1 0 0,0 0-1 0 0,0 0 0 0 0,0 0 1 0 0,0 0-1 0 0,0 0 1 0 0,0-1-1 0 0,0 1 1 0 0,0 0-1 0 0,1-1 0 0 0,-1 0 1 0 0,1 1-1 0 0,-3-4 1 0 0,-6-17-1810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09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36 7258 0 0,'0'0'176'0'0,"-1"1"1"0"0,1-1-1 0 0,-1 0 1 0 0,0 0 0 0 0,1 0-1 0 0,-1 0 1 0 0,0 1 0 0 0,1-1-1 0 0,-1 0 1 0 0,1 1 0 0 0,-1-1-1 0 0,1 0 1 0 0,-1 1 0 0 0,1-1-1 0 0,-1 0 1 0 0,1 1 0 0 0,-1-1-1 0 0,1 1 1 0 0,0-1 0 0 0,-1 1-1 0 0,1 0-113 0 0,0-1 0 0 0,0 0 0 0 0,0 1 0 0 0,0-1 0 0 0,-1 0 0 0 0,1 0 0 0 0,0 1 0 0 0,0-1 0 0 0,0 0 0 0 0,0 0 0 0 0,0 1-1 0 0,0-1 1 0 0,1 0 0 0 0,-1 1 0 0 0,0-1 0 0 0,0 0 0 0 0,0 0 0 0 0,0 1 0 0 0,0-1 0 0 0,0 0 0 0 0,0 0 0 0 0,0 1 0 0 0,1-1 0 0 0,-1 0 0 0 0,0 0 0 0 0,0 0 0 0 0,0 1 0 0 0,1-1-1 0 0,-1 0 1 0 0,0 0 0 0 0,0 0 0 0 0,0 0 0 0 0,1 1 0 0 0,-1-1 0 0 0,0 0 0 0 0,0 0 0 0 0,1 0 0 0 0,-1 0 0 0 0,0 0 0 0 0,0 0 0 0 0,1 0 0 0 0,-1 0 0 0 0,0 0 0 0 0,1 0 0 0 0,-1 0-1 0 0,0 0 1 0 0,0 0 0 0 0,1 0 0 0 0,-1 0 0 0 0,0 0 0 0 0,0 0 0 0 0,1 0 0 0 0,26 1 210 0 0,0-2 0 0 0,1 0 0 0 0,-1-2 0 0 0,34-7 0 0 0,-26 3-189 0 0,70-3-1 0 0,-96 10-487 0 0,0 0 1 0 0,-1-1-1 0 0,1-1 0 0 0,-1 1 0 0 0,1-1 0 0 0,14-6 0 0 0,-8 2-1298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0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482 122 3713 0 0,'-7'-16'2976'0'0,"5"6"-2220"0"0,0-1 0 0 0,-1 1 0 0 0,0-1-1 0 0,0 1 1 0 0,-5-11 0 0 0,6 20-672 0 0,1 0 0 0 0,0 0 0 0 0,-1 0 1 0 0,1 0-1 0 0,-1 1 0 0 0,1-1 1 0 0,-1 0-1 0 0,1 1 0 0 0,-1-1 0 0 0,-2 0 1 0 0,-9-4 99 0 0,8 2-166 0 0,0 1 0 0 0,0-1 0 0 0,-1 1 1 0 0,1 0-1 0 0,-1 1 0 0 0,0-1 0 0 0,1 1 1 0 0,-1 0-1 0 0,0 0 0 0 0,0 1 1 0 0,0 0-1 0 0,0 0 0 0 0,1 0 0 0 0,-1 1 1 0 0,0 0-1 0 0,0 0 0 0 0,1 0 0 0 0,-1 1 1 0 0,0 0-1 0 0,1 0 0 0 0,0 0 0 0 0,-10 6 1 0 0,-5 1 0 0 0,17-8-16 0 0,0 1 1 0 0,-1-1-1 0 0,1 1 1 0 0,1-1-1 0 0,-1 1 1 0 0,0 0-1 0 0,0 0 1 0 0,1 0-1 0 0,-1 0 1 0 0,1 1 0 0 0,-3 2-1 0 0,-21 29 0 0 0,2 0 0 0 0,2 2 0 0 0,1 0-1 0 0,2 1 1 0 0,1 1 0 0 0,2 1 0 0 0,-18 67 0 0 0,31-93-13 0 0,0 3-4 0 0,-1 0 0 0 0,-1 0-1 0 0,-9 21 1 0 0,11-29 37 0 0,0 0 1 0 0,0 0-1 0 0,0 0 0 0 0,1 0 1 0 0,0 0-1 0 0,1 0 0 0 0,0 1 1 0 0,0-1-1 0 0,1 0 0 0 0,0 1 1 0 0,1-1-1 0 0,-1 1 0 0 0,2-1 1 0 0,-1 0-1 0 0,1 0 0 0 0,0 0 1 0 0,1 0-1 0 0,0 0 0 0 0,0 0 1 0 0,1 0-1 0 0,5 8 1 0 0,-7-12 28 0 0,1 0 1 0 0,0 0-1 0 0,0 0 1 0 0,1 0-1 0 0,-1 0 1 0 0,1-1-1 0 0,0 1 1 0 0,0-1 0 0 0,0 0-1 0 0,0 0 1 0 0,1-1-1 0 0,-1 1 1 0 0,1-1-1 0 0,0 0 1 0 0,-1 0-1 0 0,8 1 1 0 0,7 2 38 0 0,-12-3-67 0 0,0 0 0 0 0,-1 0 0 0 0,0 0 0 0 0,1 1 0 0 0,5 3 0 0 0,-3-1-32 0 0,-1-1 0 0 0,1 1 0 0 0,0-2 1 0 0,1 1-1 0 0,-1-1 0 0 0,1 0 1 0 0,-1-1-1 0 0,1-1 0 0 0,0 1 0 0 0,0-1 1 0 0,12-1-1 0 0,-15 0-482 0 0,0-1 0 0 0,0 0 1 0 0,0 0-1 0 0,0-1 0 0 0,13-4 0 0 0,-6-1-2754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1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463 225 5281 0 0,'-4'-12'1315'0'0,"-10"-46"317"0"0,12 46-1156 0 0,-1-1 0 0 0,0 1 0 0 0,0 0 0 0 0,-1 0 0 0 0,-1 0 0 0 0,0 0 0 0 0,-11-17 0 0 0,14 27-411 0 0,0 0-1 0 0,0 1 1 0 0,0-1 0 0 0,0 1 0 0 0,0 0-1 0 0,-1-1 1 0 0,1 1 0 0 0,0 0-1 0 0,-1 1 1 0 0,1-1 0 0 0,-1 0 0 0 0,1 1-1 0 0,-3-1 1 0 0,-19-7 153 0 0,19 5-203 0 0,1 1-1 0 0,-1 0 0 0 0,0 0 1 0 0,1 0-1 0 0,-1 1 1 0 0,0-1-1 0 0,0 1 0 0 0,0 1 1 0 0,0-1-1 0 0,0 1 0 0 0,0-1 1 0 0,0 1-1 0 0,0 1 1 0 0,-1-1-1 0 0,1 1 0 0 0,0 0 1 0 0,1 0-1 0 0,-1 0 1 0 0,0 1-1 0 0,0 0 0 0 0,0 0 1 0 0,1 0-1 0 0,-8 5 1 0 0,-11 4-12 0 0,19-10-4 0 0,-1 1-1 0 0,1 0 0 0 0,0 0 1 0 0,0 1-1 0 0,0-1 0 0 0,0 1 1 0 0,1 0-1 0 0,-1 0 0 0 0,1 0 1 0 0,-4 4-1 0 0,-15 19 7 0 0,2 1 0 0 0,1 1 0 0 0,-27 53 0 0 0,37-51-39 0 0,8-26 23 0 0,0 1-1 0 0,0-1 0 0 0,0 0 1 0 0,-1 0-1 0 0,1 0 1 0 0,-1 0-1 0 0,-3 5 0 0 0,4-8 26 0 0,-1 1 1 0 0,1-1-1 0 0,0 1 0 0 0,0 0 1 0 0,0-1-1 0 0,0 1 0 0 0,0 0 0 0 0,1 0 1 0 0,-1 0-1 0 0,0 0 0 0 0,1 0 0 0 0,-1 0 1 0 0,1 0-1 0 0,0 0 0 0 0,0 0 0 0 0,0 0 1 0 0,0 0-1 0 0,0 0 0 0 0,0 0 1 0 0,0 0-1 0 0,0 0 0 0 0,2 2 0 0 0,-1-2 1 0 0,0 0-1 0 0,1 0 0 0 0,-1 0 1 0 0,1-1-1 0 0,-1 1 0 0 0,1-1 1 0 0,0 1-1 0 0,-1-1 0 0 0,1 0 1 0 0,0 0-1 0 0,0 0 1 0 0,0 0-1 0 0,0 0 0 0 0,0 0 1 0 0,0 0-1 0 0,0 0 0 0 0,0-1 1 0 0,1 1-1 0 0,-1-1 0 0 0,3 0 1 0 0,2 1-5 0 0,0 0 0 0 0,0-1 0 0 0,0 0 0 0 0,0 0 0 0 0,0-1 0 0 0,0 0 1 0 0,0 0-1 0 0,0-1 0 0 0,0 1 0 0 0,-1-2 0 0 0,1 1 0 0 0,-1-1 0 0 0,1 0 0 0 0,-1 0 1 0 0,0-1-1 0 0,0 1 0 0 0,0-2 0 0 0,8-7 0 0 0,0 0 10 0 0,-1-2 0 0 0,-1 0-1 0 0,-1 0 1 0 0,0-1 0 0 0,18-31-1 0 0,-19 28 13 0 0,-3 7 7 0 0,-1 0 1 0 0,0 0-1 0 0,-1-1 0 0 0,5-14 0 0 0,-10 25-31 0 0,0 0 0 0 0,1 0 0 0 0,-1 0 0 0 0,1 0-1 0 0,-1 1 1 0 0,1-1 0 0 0,-1 0 0 0 0,1 0 0 0 0,-1 0-1 0 0,1 1 1 0 0,0-1 0 0 0,-1 0 0 0 0,1 1 0 0 0,1-2 0 0 0,-1 2-12 0 0,-1 0 0 0 0,0 0 0 0 0,1-1 1 0 0,-1 1-1 0 0,1 0 0 0 0,-1 0 0 0 0,0 0 1 0 0,1 0-1 0 0,-1 0 0 0 0,1 0 1 0 0,-1 0-1 0 0,0 0 0 0 0,1 1 0 0 0,-1-1 1 0 0,0 0-1 0 0,1 0 0 0 0,-1 0 0 0 0,1 0 1 0 0,-1 0-1 0 0,0 1 0 0 0,1-1 0 0 0,-1 0 1 0 0,0 0-1 0 0,1 1 0 0 0,-1-1 1 0 0,0 0-1 0 0,0 0 0 0 0,1 1 0 0 0,-1-1 1 0 0,0 0-1 0 0,0 1 0 0 0,1-1 0 0 0,-1 0 1 0 0,0 1-1 0 0,0-1 0 0 0,0 0 1 0 0,0 1-1 0 0,0-1 0 0 0,1 1 0 0 0,-1-1 1 0 0,0 0-1 0 0,0 1 0 0 0,0-1 0 0 0,0 1 1 0 0,5 19-35 0 0,0 1-1 0 0,-1 0 1 0 0,-1 0 0 0 0,1 22 0 0 0,-3 91-23 0 0,-2-67 103 0 0,0-48-5 0 0,-1-1 0 0 0,0 0 0 0 0,-1 1 0 0 0,-1-1-1 0 0,-1 0 1 0 0,0-1 0 0 0,-1 1 0 0 0,-1-1 0 0 0,-10 17-1 0 0,5-7 26 0 0,10-20-49 0 0,-1-1 0 0 0,1-1 1 0 0,-1 1-1 0 0,0 0 0 0 0,-6 7 1 0 0,5-9 52 0 0,0 1 0 0 0,0-1 0 0 0,0 0 1 0 0,-1 0-1 0 0,1 0 0 0 0,-1-1 0 0 0,0 1 1 0 0,0-1-1 0 0,0-1 0 0 0,-1 1 0 0 0,1-1 0 0 0,-1 1 1 0 0,1-2-1 0 0,-1 1 0 0 0,0-1 0 0 0,-9 2 0 0 0,9-2 31 0 0,0 1 0 0 0,0 0 0 0 0,0 0-1 0 0,-10 5 1 0 0,12-5-59 0 0,-1 1 1 0 0,0-1-1 0 0,1-1 0 0 0,-1 1 0 0 0,0-1 1 0 0,0 1-1 0 0,0-1 0 0 0,-10 0 1 0 0,10-1-45 0 0,1 0-1 0 0,-1-1 1 0 0,0 1 0 0 0,1-1 0 0 0,-1 0 0 0 0,-7-3 0 0 0,10 3-12 0 0,0 0 0 0 0,0 1 0 0 0,1-1 0 0 0,-1 0 0 0 0,1 0 0 0 0,-1 0 0 0 0,1 0 0 0 0,-1-1 1 0 0,1 1-1 0 0,0 0 0 0 0,-1 0 0 0 0,1-1 0 0 0,0 1 0 0 0,0-1 0 0 0,0 1 0 0 0,0-1 0 0 0,0 0 0 0 0,1 1 0 0 0,-2-5 0 0 0,-10-25-305 0 0,10 28 244 0 0,1 0-1 0 0,-1-1 1 0 0,1 1 0 0 0,-1-1-1 0 0,1 1 1 0 0,0-1 0 0 0,0 0-1 0 0,1 0 1 0 0,-1 1-1 0 0,1-1 1 0 0,0 0 0 0 0,0 0-1 0 0,0 1 1 0 0,0-1 0 0 0,1 0-1 0 0,-1 0 1 0 0,1 1-1 0 0,2-6 1 0 0,14-23-2561 0 0,-11 20 639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2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507 539 4833 0 0,'0'0'261'0'0,"-9"-21"5983"0"0,8 18-6129 0 0,-1 1 0 0 0,0 0 0 0 0,1 0 0 0 0,-1 0 0 0 0,0 0 0 0 0,-1 0-1 0 0,1 0 1 0 0,0 1 0 0 0,0-1 0 0 0,-1 0 0 0 0,1 1 0 0 0,-5-2 0 0 0,-38-11 535 0 0,35 12-518 0 0,1-1-1 0 0,0 0 1 0 0,-11-5-1 0 0,14 5-104 0 0,0 0-1 0 0,-1 1 0 0 0,1 0 0 0 0,0 0 0 0 0,-1 0 1 0 0,1 1-1 0 0,-1 0 0 0 0,0 0 0 0 0,1 0 1 0 0,-1 1-1 0 0,0 0 0 0 0,0 1 0 0 0,1-1 0 0 0,-1 1 1 0 0,-7 3-1 0 0,1-1 6 0 0,-1 2-1 0 0,2 0 1 0 0,-1 1 0 0 0,0 0-1 0 0,1 0 1 0 0,-14 11 0 0 0,3-5-23 0 0,20-11-10 0 0,0 0 1 0 0,1 0 0 0 0,-1 1-1 0 0,0-1 1 0 0,1 1 0 0 0,-1-1-1 0 0,1 1 1 0 0,-1 0-1 0 0,-3 4 1 0 0,-12 15-50 0 0,0 2 1 0 0,-28 46-1 0 0,46-69 48 0 0,-4 8-51 0 0,0 0 1 0 0,0 0-1 0 0,1 0 0 0 0,-4 10 1 0 0,7-15 42 0 0,-1 0 0 0 0,1 0 0 0 0,0 0 0 0 0,0 0 0 0 0,0 0 0 0 0,0 0 0 0 0,0 0 1 0 0,0 0-1 0 0,1-1 0 0 0,-1 1 0 0 0,1 0 0 0 0,0 0 0 0 0,0 0 0 0 0,0 0 0 0 0,0-1 0 0 0,4 6 0 0 0,-4-7 1 0 0,0 1 0 0 0,0-1 0 0 0,1 1-1 0 0,-1-1 1 0 0,1 0 0 0 0,-1 0 0 0 0,1 1-1 0 0,-1-1 1 0 0,1 0 0 0 0,0 0 0 0 0,0 0-1 0 0,-1-1 1 0 0,4 2 0 0 0,11 6-51 0 0,-10-6 61 0 0,-1 1 0 0 0,1-1 1 0 0,0 0-1 0 0,0 0 0 0 0,0 0 0 0 0,0-1 1 0 0,0 0-1 0 0,0 0 0 0 0,0-1 0 0 0,0 0 1 0 0,0 0-1 0 0,0 0 0 0 0,0-1 0 0 0,0 1 1 0 0,0-2-1 0 0,0 1 0 0 0,0-1 0 0 0,0 1 0 0 0,0-2 1 0 0,0 1-1 0 0,-1-1 0 0 0,0 0 0 0 0,1 0 1 0 0,-1 0-1 0 0,0-1 0 0 0,0 1 0 0 0,8-9 1 0 0,12-23 56 0 0,-1-1-1 0 0,-1 0 1 0 0,-2-2 0 0 0,-2-1 0 0 0,-2 0 0 0 0,-1-1 0 0 0,-2-1 0 0 0,-2 0 0 0 0,8-49-1 0 0,-13 35 56 0 0,-6 41-92 0 0,0 0 0 0 0,1 0 0 0 0,1 0-1 0 0,0 0 1 0 0,1 1 0 0 0,7-16 0 0 0,-7 19 70 0 0,-1 0 0 0 0,1-1 1 0 0,-2 1-1 0 0,1-1 0 0 0,-1 1 0 0 0,-1-1 0 0 0,0 0 0 0 0,-1 1 1 0 0,-1-15-1 0 0,1 20 33 0 0,0 4-115 0 0,0 0-1 0 0,0 1 0 0 0,0-1 0 0 0,0 0 0 0 0,0 0 0 0 0,0 1 0 0 0,-1-1 1 0 0,1 0-1 0 0,0 1 0 0 0,-1-1 0 0 0,1 0 0 0 0,0 1 0 0 0,-1-1 0 0 0,1 0 1 0 0,-1 1-1 0 0,1-1 0 0 0,-1 1 0 0 0,1-1 0 0 0,-1 1 0 0 0,1-1 0 0 0,-1 1 1 0 0,0-1-1 0 0,1 1 0 0 0,-1 0 0 0 0,0-1 0 0 0,1 1 0 0 0,-1 0 0 0 0,0 0 1 0 0,1-1-1 0 0,-1 1 0 0 0,0 0 0 0 0,1 0 0 0 0,-1 0 0 0 0,0 0 0 0 0,0 0 1 0 0,1 0-1 0 0,-1 0 0 0 0,0 0 0 0 0,0 0 0 0 0,1 0 0 0 0,-1 1 0 0 0,0-1 1 0 0,0 0-1 0 0,1 0 0 0 0,-2 1 0 0 0,0 0-16 0 0,0-1 0 0 0,1 1 0 0 0,-1-1 1 0 0,0 1-1 0 0,0 0 0 0 0,1 0 0 0 0,-1 0 0 0 0,1 0 0 0 0,-1 0 0 0 0,0 0 1 0 0,1 0-1 0 0,0 1 0 0 0,-1-1 0 0 0,1 0 0 0 0,0 1 0 0 0,0-1 0 0 0,0 1 0 0 0,0-1 1 0 0,-1 3-1 0 0,-5 26-40 0 0,-6 51 1 0 0,8-40-8 0 0,1 16-19 0 0,4-42 61 0 0,-1 0-1 0 0,0 0 1 0 0,-7 27-1 0 0,-6-4 19 0 0,9-27-10 0 0,1 1 0 0 0,0 0 1 0 0,-4 23-1 0 0,6-19 0 0 0,2-1 0 0 0,-1 1 1 0 0,2 0-1 0 0,0 0 1 0 0,1 0-1 0 0,1 0 0 0 0,5 19 1 0 0,1-8-21 0 0,1 0 0 0 0,1-1-1 0 0,17 28 1 0 0,-24-49-107 0 0,0-1 0 0 0,1 0 0 0 0,0-1 0 0 0,0 1 0 0 0,0-1 0 0 0,0 0 0 0 0,1 0 0 0 0,-1 0 0 0 0,1-1 0 0 0,0 0 0 0 0,0 0 0 0 0,7 1 0 0 0,-8-2-265 0 0,-1-1-1 0 0,0 0 1 0 0,0 0-1 0 0,1 0 1 0 0,7-1-1 0 0,10-4-2422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2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6225 0 0,'-4'0'6547'0'0,"10"1"-6445"0"0,0 0 1 0 0,-1 0-1 0 0,0 1 0 0 0,1-1 1 0 0,-1 1-1 0 0,6 3 0 0 0,13 4-88 0 0,-9-5-192 0 0,0-1 1 0 0,1-1-1 0 0,16 0 1 0 0,2-1-4885 0 0,-26-1 2149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2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5745 0 0,'-4'15'4033'0'0,"0"3"-2619"0"0,4-18-1409 0 0,0 1-1 0 0,1-1 1 0 0,-1 1-1 0 0,0 0 1 0 0,1-1-1 0 0,-1 1 1 0 0,0-1-1 0 0,1 1 0 0 0,-1-1 1 0 0,1 1-1 0 0,-1-1 1 0 0,1 1-1 0 0,-1-1 1 0 0,1 0-1 0 0,0 1 1 0 0,-1-1-1 0 0,1 0 1 0 0,-1 0-1 0 0,1 1 1 0 0,0-1-1 0 0,-1 0 1 0 0,1 0-1 0 0,0 0 1 0 0,-1 1-1 0 0,1-1 1 0 0,0 0-1 0 0,-1 0 0 0 0,1 0 1 0 0,1-1-1 0 0,2 2-185 0 0,1-2-1 0 0,-1 1 1 0 0,1 0-1 0 0,0-1 1 0 0,-1 0-1 0 0,1 0 1 0 0,-1 0-1 0 0,0-1 0 0 0,1 0 1 0 0,-1 1-1 0 0,0-1 1 0 0,0-1-1 0 0,0 1 1 0 0,4-4-1 0 0,5-3-2116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3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266 288 2929 0 0,'-2'-21'6522'0'0,"0"16"-6308"0"0,2 2-6 0 0,-1 1 0 0 0,1-1 0 0 0,-1 1-1 0 0,1 0 1 0 0,-1-1 0 0 0,0 1 0 0 0,0 0-1 0 0,0-1 1 0 0,-1 1 0 0 0,1 0 0 0 0,0 0-1 0 0,-1 0 1 0 0,0 0 0 0 0,1 0 0 0 0,-1 1-1 0 0,0-1 1 0 0,0 0 0 0 0,0 1 0 0 0,-4-3-1 0 0,0 0-11 0 0,0 1 0 0 0,0 0 0 0 0,-1 1 0 0 0,-8-3 0 0 0,12 4-159 0 0,0 1 0 0 0,0 0-1 0 0,0-1 1 0 0,0 1-1 0 0,0 0 1 0 0,0 1 0 0 0,0-1-1 0 0,-1 1 1 0 0,1-1 0 0 0,0 1-1 0 0,1 0 1 0 0,-6 2 0 0 0,3-1-26 0 0,0 1 1 0 0,1 0 0 0 0,-1 0-1 0 0,0 0 1 0 0,1 0 0 0 0,0 1-1 0 0,0-1 1 0 0,0 1 0 0 0,1 0-1 0 0,-1 1 1 0 0,1-1-1 0 0,0 1 1 0 0,-5 8 0 0 0,0 5-3 0 0,0 0 0 0 0,-8 30 0 0 0,10-27-23 0 0,2-7 4 0 0,1 0 0 0 0,-2 23 0 0 0,4-27 3 0 0,0 0 1 0 0,-1-1 0 0 0,0 1 0 0 0,0 0 0 0 0,-1-1-1 0 0,-7 17 1 0 0,8-20 11 0 0,-1 0-1 0 0,0 0 1 0 0,1 1-1 0 0,0-1 1 0 0,1 1-1 0 0,-1-1 1 0 0,1 1-1 0 0,1 0 1 0 0,-1 0-1 0 0,1-1 1 0 0,0 1-1 0 0,1 0 1 0 0,-1 0-1 0 0,2-1 1 0 0,-1 1-1 0 0,0 0 1 0 0,1-1-1 0 0,1 1 1 0 0,-1-1-1 0 0,1 0 0 0 0,3 7 1 0 0,-4-10 1 0 0,-1 0 0 0 0,1 0 0 0 0,-1 0 0 0 0,1 0 0 0 0,0-1 0 0 0,0 1 0 0 0,0 0 0 0 0,1-1 0 0 0,-1 0 0 0 0,0 1 0 0 0,1-1 0 0 0,0 0 0 0 0,-1 0 0 0 0,1 0 0 0 0,0-1 0 0 0,0 1 0 0 0,0-1 0 0 0,0 0 0 0 0,0 1 0 0 0,1-1 0 0 0,5 1 0 0 0,31 13 63 0 0,-35-12-62 0 0,1 0 0 0 0,-1-1 1 0 0,1 0-1 0 0,-1 0 0 0 0,1 0 0 0 0,0-1 1 0 0,0 0-1 0 0,0 0 0 0 0,10 0 0 0 0,-8-2 16 0 0,0 0-1 0 0,0 0 1 0 0,0-1-1 0 0,-1-1 1 0 0,1 1-1 0 0,-1-1 1 0 0,1 0-1 0 0,-1-1 1 0 0,0 0-1 0 0,0 0 1 0 0,0-1 0 0 0,-1 1-1 0 0,0-1 1 0 0,0-1-1 0 0,0 1 1 0 0,0-1-1 0 0,-1 0 1 0 0,0-1-1 0 0,5-7 1 0 0,2-4 46 0 0,-1 0 0 0 0,-1-1 0 0 0,-1 0 1 0 0,-1 0-1 0 0,0-1 0 0 0,5-26 0 0 0,-5-1 105 0 0,-7 34-134 0 0,1 1 0 0 0,4-18 0 0 0,4 1 33 0 0,-5 18-32 0 0,-2 0-1 0 0,1 0 0 0 0,-2-1 1 0 0,1 1-1 0 0,0-15 1 0 0,-3 11 5 0 0,0 0 0 0 0,-2 0 0 0 0,0 1-1 0 0,0-1 1 0 0,-1 1 0 0 0,-1-1 0 0 0,0 1 0 0 0,-1 0 0 0 0,-1 1 0 0 0,-12-23 0 0 0,10 21 24 0 0,6 12-54 0 0,1-1 0 0 0,-1 0 1 0 0,0 1-1 0 0,-1-1 0 0 0,1 1 0 0 0,0-1 0 0 0,-1 1 1 0 0,0 0-1 0 0,0 0 0 0 0,0 0 0 0 0,0 1 0 0 0,0-1 1 0 0,0 1-1 0 0,-1-1 0 0 0,0 1 0 0 0,1 0 0 0 0,-9-3 1 0 0,-18-5-16 0 0,-24-9-17 0 0,50 17 2 0 0,0 0 0 0 0,0 1 0 0 0,0-1 0 0 0,-1 1 1 0 0,1 0-1 0 0,0 0 0 0 0,-1 1 0 0 0,1-1 0 0 0,-1 1 0 0 0,1 0 0 0 0,-9 1 1 0 0,1 1-85 0 0,0 1 0 0 0,-21 8 0 0 0,28-10 66 0 0,3 0 22 0 0,0 1 0 0 0,0-1 0 0 0,0 0 0 0 0,1 0 0 0 0,-1 1 0 0 0,0-1-1 0 0,1 1 1 0 0,-1 0 0 0 0,1-1 0 0 0,0 1 0 0 0,-1 0 0 0 0,1 0 0 0 0,0 0 0 0 0,0 0 0 0 0,0 0 0 0 0,0 0 0 0 0,1 0 0 0 0,-2 4 0 0 0,-9 49-52 0 0,7-28 19 0 0,1-14 27 0 0,-2-1 1 0 0,-7 19 0 0 0,7-23-2 0 0,2 1 0 0 0,-1 0 1 0 0,1 0-1 0 0,0 1 0 0 0,1-1 1 0 0,-1 12-1 0 0,2-8-93 0 0,1 1 0 0 0,1-1 0 0 0,0 1 0 0 0,1-1 0 0 0,1 1-1 0 0,0-1 1 0 0,0 0 0 0 0,2 0 0 0 0,-1 0 0 0 0,11 18 0 0 0,-13-29-67 0 0,-1 0-1 0 0,1 0 1 0 0,0-1 0 0 0,-1 1-1 0 0,1-1 1 0 0,0 1 0 0 0,0-1-1 0 0,0 1 1 0 0,1-1 0 0 0,-1 0-1 0 0,0 0 1 0 0,0 0 0 0 0,1-1 0 0 0,-1 1-1 0 0,3 0 1 0 0,19 9-2540 0 0,-7-1 623 0 0,0-3-1019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3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7946 0 0,'0'5'5461'0'0,"0"7"-4225"0"0,0 21-898 0 0,0-22-3795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3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81 7242 0 0,'0'0'292'0'0,"-7"-22"3584"0"0,7 13-3643 0 0,0 5 23 0 0,0 1 0 0 0,0-1-1 0 0,0 1 1 0 0,0-1 0 0 0,1 1-1 0 0,-1-1 1 0 0,3-4 0 0 0,-3 6-222 0 0,1 1 1 0 0,0 0 0 0 0,0 0-1 0 0,-1 0 1 0 0,1 0 0 0 0,0 0-1 0 0,0 0 1 0 0,0 0 0 0 0,0 0-1 0 0,0 1 1 0 0,0-1 0 0 0,1 0-1 0 0,-1 1 1 0 0,0-1 0 0 0,0 1-1 0 0,0-1 1 0 0,1 1 0 0 0,-1-1-1 0 0,0 1 1 0 0,1 0-1 0 0,-1 0 1 0 0,0-1 0 0 0,0 1-1 0 0,3 0 1 0 0,-1 0-26 0 0,0 0 0 0 0,0 1 0 0 0,1-1 0 0 0,-1 0 0 0 0,0 1 0 0 0,0 0 0 0 0,0 0 0 0 0,0 0 0 0 0,0 0 0 0 0,0 0-1 0 0,0 1 1 0 0,0-1 0 0 0,0 1 0 0 0,-1 0 0 0 0,1 0 0 0 0,0 0 0 0 0,-1 0 0 0 0,0 0 0 0 0,1 0 0 0 0,-1 1 0 0 0,0-1 0 0 0,0 1 0 0 0,0-1 0 0 0,-1 1 0 0 0,1 0 0 0 0,-1 0 0 0 0,1 0 0 0 0,0 4-1 0 0,4 8 21 0 0,-2 0-1 0 0,1 1 1 0 0,-2 0-1 0 0,3 20 1 0 0,-5-30-3 0 0,1 1 0 0 0,0 0 1 0 0,0 0-1 0 0,1-1 1 0 0,4 10-1 0 0,-4-10-3 0 0,0 1 0 0 0,0-1 0 0 0,-1 1 0 0 0,1 0 0 0 0,1 11 0 0 0,-3-9 20 0 0,-1 1 1 0 0,1 0 0 0 0,-2-1 0 0 0,1 1 0 0 0,-1 0 0 0 0,-1-1-1 0 0,0 1 1 0 0,0-1 0 0 0,-1 1 0 0 0,0-1 0 0 0,0 0 0 0 0,-1 0-1 0 0,-1 0 1 0 0,-4 7 0 0 0,7-13-26 0 0,-1 2 6 0 0,1-1 1 0 0,-1 1-1 0 0,-1-1 1 0 0,1 1-1 0 0,-1-1 1 0 0,1 0-1 0 0,-1 0 1 0 0,0-1-1 0 0,-1 1 1 0 0,1-1-1 0 0,0 0 1 0 0,-10 4-1 0 0,8-4-2 0 0,-1 0-1 0 0,0-1 1 0 0,0 0 0 0 0,0 0-1 0 0,-8 0 1 0 0,9-1 13 0 0,0 0 0 0 0,0 0 0 0 0,0 1 0 0 0,1 0 0 0 0,-1 0 0 0 0,-10 5 0 0 0,11-5 24 0 0,1 0 1 0 0,-1 0 0 0 0,0 0-1 0 0,1 0 1 0 0,-8 1-1 0 0,11-3-57 0 0,-1 1-1 0 0,1-1 1 0 0,0 0 0 0 0,0 1-1 0 0,0-1 1 0 0,0 0 0 0 0,0 0-1 0 0,0 0 1 0 0,0 0 0 0 0,0 0-1 0 0,0 0 1 0 0,0 0-1 0 0,0 0 1 0 0,0-1 0 0 0,0 1-1 0 0,-1 0 1 0 0,1-1 0 0 0,0 1-1 0 0,0 0 1 0 0,0-1 0 0 0,1 1-1 0 0,-1-1 1 0 0,0 0-1 0 0,0 1 1 0 0,0-1 0 0 0,0 0-1 0 0,0 1 1 0 0,1-1 0 0 0,-1 0-1 0 0,-1-1 1 0 0,2 1-2 0 0,0 1 0 0 0,1-1-1 0 0,-1 1 1 0 0,0-1 0 0 0,0 1 0 0 0,0-1 0 0 0,0 1 0 0 0,1-1-1 0 0,-1 1 1 0 0,0-1 0 0 0,0 1 0 0 0,1-1 0 0 0,-1 1 0 0 0,0-1-1 0 0,1 1 1 0 0,-1 0 0 0 0,0-1 0 0 0,1 1 0 0 0,-1 0 0 0 0,1-1-1 0 0,-1 1 1 0 0,0 0 0 0 0,1-1 0 0 0,-1 1 0 0 0,1 0 0 0 0,-1 0-1 0 0,2-1 1 0 0,15-6-11 0 0,-15 6 6 0 0,10-3 14 0 0,-1 1 1 0 0,1 0 0 0 0,0 1 0 0 0,-1 0 0 0 0,1 1-1 0 0,0 0 1 0 0,0 1 0 0 0,0 0 0 0 0,0 1 0 0 0,21 4-1 0 0,2 3-217 0 0,-1 2 0 0 0,44 17-1 0 0,-72-25-757 0 0,1 1-1 0 0,0-2 1 0 0,0 1-1 0 0,0-1 1 0 0,0 0-1 0 0,10 0 1 0 0,-2-1-1926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4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31 3473 0 0,'0'-1'177'0'0,"-3"-25"6999"0"0,3 26-7129 0 0,0 0-1 0 0,0-1 1 0 0,0 1-1 0 0,0 0 1 0 0,0 0-1 0 0,0 0 1 0 0,0 0 0 0 0,0 0-1 0 0,-1-1 1 0 0,1 1-1 0 0,0 0 1 0 0,0 0 0 0 0,0 0-1 0 0,0 0 1 0 0,0 0-1 0 0,0-1 1 0 0,-1 1-1 0 0,1 0 1 0 0,0 0 0 0 0,0 0-1 0 0,0 0 1 0 0,0 0-1 0 0,0 0 1 0 0,-1 0-1 0 0,1 0 1 0 0,0 0 0 0 0,0 0-1 0 0,0 0 1 0 0,0 0-1 0 0,-1 0 1 0 0,1 0-1 0 0,0 0 1 0 0,0 0 0 0 0,0 0-1 0 0,-1 0 1 0 0,1 0-1 0 0,0 0 1 0 0,0 0-1 0 0,0 0 1 0 0,0 0 0 0 0,-1 0-1 0 0,-10 13 405 0 0,4-1-393 0 0,1 0-1 0 0,1 0 0 0 0,0 1 0 0 0,1-1 0 0 0,-5 25 0 0 0,-7 73 64 0 0,10-64-59 0 0,-9 41 38 0 0,-4 37-68 0 0,19-111 38 0 0,1-2-1393 0 0,-2-4-3149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4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6921 0 0,'0'-6'463'0'0,"0"-1"0"0"0,0 0 0 0 0,1 0 0 0 0,0 0 0 0 0,0 1 0 0 0,1-1 0 0 0,2-7 0 0 0,-3 12-360 0 0,0 1 1 0 0,0-1-1 0 0,-1 1 0 0 0,1 0 0 0 0,0-1 1 0 0,0 1-1 0 0,0-1 0 0 0,1 1 1 0 0,-1 0-1 0 0,0 0 0 0 0,0 0 1 0 0,1 0-1 0 0,-1 0 0 0 0,1 0 0 0 0,-1 0 1 0 0,1 0-1 0 0,-1 1 0 0 0,1-1 1 0 0,-1 0-1 0 0,1 1 0 0 0,0-1 1 0 0,-1 1-1 0 0,1 0 0 0 0,0 0 0 0 0,-1 0 1 0 0,1-1-1 0 0,0 1 0 0 0,-1 1 1 0 0,1-1-1 0 0,0 0 0 0 0,0 0 0 0 0,-1 1 1 0 0,1-1-1 0 0,2 2 0 0 0,-2-2-37 0 0,0 1-1 0 0,-1-1 0 0 0,1 1 1 0 0,0 0-1 0 0,-1-1 0 0 0,1 1 1 0 0,-1 0-1 0 0,1 0 0 0 0,-1 0 1 0 0,1 0-1 0 0,-1 0 0 0 0,0 1 0 0 0,1-1 1 0 0,-1 0-1 0 0,0 1 0 0 0,0-1 1 0 0,0 1-1 0 0,1 1 0 0 0,0 2 6 0 0,0-1 0 0 0,-1 1-1 0 0,0 0 1 0 0,0 0-1 0 0,1 6 1 0 0,6 25 279 0 0,0-17-231 0 0,-4-12-58 0 0,-1 1-1 0 0,1 1 1 0 0,-1-1 0 0 0,-1 0-1 0 0,0 1 1 0 0,0 0-1 0 0,0-1 1 0 0,-1 1 0 0 0,-1 0-1 0 0,0 15 1 0 0,0-18-4 0 0,-1 0 0 0 0,-1 0 0 0 0,1 0 0 0 0,-1 0 0 0 0,-3 8 0 0 0,4-12-46 0 0,0 0 0 0 0,0 0 1 0 0,0 0-1 0 0,0 0 0 0 0,-1 0 0 0 0,1-1 1 0 0,-1 1-1 0 0,1 0 0 0 0,-1-1 0 0 0,1 1 1 0 0,-1-1-1 0 0,0 0 0 0 0,0 1 0 0 0,1-1 0 0 0,-1 0 1 0 0,0 0-1 0 0,-4 1 0 0 0,-55 20-264 0 0,41-16-1036 0 0,19-6 1018 0 0,0 0-1 0 0,1 0 1 0 0,-1 0-1 0 0,1 0 1 0 0,-1 0-1 0 0,1 0 1 0 0,-1-1-1 0 0,0 1 1 0 0,1 0-1 0 0,-1 0 1 0 0,1 0-1 0 0,-1-1 1 0 0,1 1-1 0 0,-1 0 1 0 0,1-1-1 0 0,-1 1 1 0 0,1 0-1 0 0,-1-1 1 0 0,1 1-1 0 0,0-1 1 0 0,-1 0-1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4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354 167 6873 0 0,'1'-3'147'0'0,"0"-1"0"0"0,-1 0 0 0 0,1 1 0 0 0,0-1 0 0 0,1 0 0 0 0,-1 1 0 0 0,4-7 0 0 0,3-9 280 0 0,-6 15-227 0 0,0-1 0 0 0,-1 1 0 0 0,0 0-1 0 0,0-1 1 0 0,0 0 0 0 0,0 1-1 0 0,-1-1 1 0 0,0 1 0 0 0,0-1-1 0 0,0 0 1 0 0,0 1 0 0 0,-1-1-1 0 0,0 1 1 0 0,-2-7 0 0 0,1 9-88 0 0,-1 0 0 0 0,0-1-1 0 0,-1 1 1 0 0,1 0 0 0 0,0 1 0 0 0,-1-1 0 0 0,1 1 0 0 0,-5-2 0 0 0,0-1 6 0 0,0 1-54 0 0,-1 0 0 0 0,1 0 0 0 0,-1 1-1 0 0,1 0 1 0 0,-1 1 0 0 0,0 0 0 0 0,0 0-1 0 0,1 0 1 0 0,-1 1 0 0 0,0 1 0 0 0,0-1 0 0 0,0 2-1 0 0,1-1 1 0 0,-1 1 0 0 0,-11 4 0 0 0,-1 1 26 0 0,1 2 0 0 0,0 0 1 0 0,0 1-1 0 0,-35 25 1 0 0,50-31-68 0 0,0 1 1 0 0,1 0 0 0 0,0 0 0 0 0,0 0 0 0 0,0 0-1 0 0,1 0 1 0 0,-1 1 0 0 0,2 0 0 0 0,-1 0 0 0 0,0 0-1 0 0,1 0 1 0 0,0 0 0 0 0,1 0 0 0 0,-1 0 0 0 0,1 1-1 0 0,0-1 1 0 0,1 1 0 0 0,0 7 0 0 0,1 4 17 0 0,2 0 1 0 0,0 0-1 0 0,1-1 1 0 0,1 1 0 0 0,0-1-1 0 0,2 0 1 0 0,10 21-1 0 0,7 20-37 0 0,11 39 54 0 0,34 161 0 0 0,-59-205-15 0 0,-3 0 1 0 0,-1 0-1 0 0,-3 1 1 0 0,-8 101-1 0 0,3-142-46 0 0,0-1-1 0 0,-1 0 0 0 0,-1 0 0 0 0,0-1 1 0 0,0 1-1 0 0,-1-1 0 0 0,-1 0 1 0 0,-7 12-1 0 0,10-20-293 0 0,1-1-1 0 0,-1 1 1 0 0,0-1 0 0 0,0 0-1 0 0,0 0 1 0 0,0-1 0 0 0,0 1 0 0 0,0-1-1 0 0,0 1 1 0 0,-1-1 0 0 0,1 0-1 0 0,-7 1 1 0 0,-4-2-2026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0:15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 9402 0 0,'0'0'676'0'0,"13"0"3986"0"0,332-59-1748 0 0,-296 50-2983 0 0,21-4-418 0 0,-29-4-4287 0 0,-34 14 2732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549 231 2048 0 0,'0'0'3812'0'0,"0"-27"1169"0"0,-1-2-4687 0 0,1 12-195 0 0,2-35 0 0 0,0 45-103 0 0,-1 0 0 0 0,1 0 0 0 0,0 0 0 0 0,0 1 0 0 0,1-1 0 0 0,0 1 0 0 0,0 0 0 0 0,5-9 0 0 0,-5 12 323 0 0,-1 0-1 0 0,0-1 0 0 0,0 0 1 0 0,0 1-1 0 0,-1-1 1 0 0,1 0-1 0 0,-1 0 1 0 0,1-5-1 0 0,-3 10-266 0 0,0-1 0 0 0,1 1 0 0 0,-1 0 0 0 0,0-1 1 0 0,0 1-1 0 0,0 0 0 0 0,1 0 0 0 0,-1 0 0 0 0,0-1 0 0 0,1 1 0 0 0,-1 0 0 0 0,1 0 0 0 0,-1 0 0 0 0,0 2 1 0 0,-6 39 179 0 0,1 1 1 0 0,2-1 0 0 0,3 53-1 0 0,15 130 507 0 0,-11-198-712 0 0,15 120 147 0 0,-8-82 22 0 0,-3 0-1 0 0,-2 84 0 0 0,-6-142-114 0 0,1 1 0 0 0,-1-1-1 0 0,-1 0 1 0 0,1 0 0 0 0,-1 0 0 0 0,0 0-1 0 0,-1 0 1 0 0,-4 8 0 0 0,7-15-74 0 0,1 0-1 0 0,-1 0 1 0 0,0 0 0 0 0,0 0 0 0 0,0 0 0 0 0,0 0-1 0 0,0 0 1 0 0,0 0 0 0 0,0 0 0 0 0,0 0 0 0 0,0 0-1 0 0,0-1 1 0 0,0 1 0 0 0,0 0 0 0 0,0 0 0 0 0,0 0-1 0 0,-1 0 1 0 0,1 0 0 0 0,0 0 0 0 0,0 0 0 0 0,0 0-1 0 0,0 0 1 0 0,0 0 0 0 0,0 0 0 0 0,0 0-1 0 0,0 0 1 0 0,0 0 0 0 0,0 0 0 0 0,0 0 0 0 0,0 0-1 0 0,0-1 1 0 0,0 1 0 0 0,0 0 0 0 0,0 0 0 0 0,0 0-1 0 0,0 0 1 0 0,0 0 0 0 0,0 0 0 0 0,-1 0 0 0 0,1 0-1 0 0,0 0 1 0 0,0 0 0 0 0,0 0 0 0 0,0 0 0 0 0,0 0-1 0 0,0 0 1 0 0,0 0 0 0 0,0 0 0 0 0,0 0 0 0 0,0 0-1 0 0,0 0 1 0 0,0 0 0 0 0,0 0 0 0 0,0 0-1 0 0,0 0 1 0 0,-1 0 0 0 0,1 0 0 0 0,0 0 0 0 0,0 1-1 0 0,0-13 79 0 0,3-13-82 0 0,11-62 79 0 0,-5 34-2 0 0,6-107-1 0 0,-15 111-81 0 0,2 14 14 0 0,-3 0 0 0 0,0 0 0 0 0,-13-67-1 0 0,14 102-24 0 0,0-1-1 0 0,0 0 0 0 0,-1 1 0 0 0,1-1 1 0 0,0 0-1 0 0,0 1 0 0 0,0-1 0 0 0,-1 0 1 0 0,1 1-1 0 0,0-1 0 0 0,-1 1 0 0 0,1-1 1 0 0,0 0-1 0 0,-1 1 0 0 0,1-1 0 0 0,-1 1 1 0 0,1-1-1 0 0,-1 1 0 0 0,0-1 0 0 0,0 1 9 0 0,1 0-1 0 0,0 0 1 0 0,-1 0-1 0 0,1 0 1 0 0,0 0-1 0 0,-1 0 0 0 0,1 0 1 0 0,0 1-1 0 0,-1-1 1 0 0,1 0-1 0 0,0 0 1 0 0,-1 0-1 0 0,1 1 0 0 0,0-1 1 0 0,-1 0-1 0 0,1 0 1 0 0,0 1-1 0 0,0-1 1 0 0,-1 0-1 0 0,1 0 0 0 0,0 1 1 0 0,0-1-1 0 0,0 0 1 0 0,-1 1-1 0 0,-10 25-5 0 0,6-3 11 0 0,0 0 0 0 0,2 0 1 0 0,-1 46-1 0 0,10 73 71 0 0,-1-60-68 0 0,-4-48 8 0 0,15 215 164 0 0,-6-66 588 0 0,-10-182-751 0 0,0 0-1 0 0,0 0 0 0 0,0 0 1 0 0,-1-1-1 0 0,1 1 1 0 0,0 0-1 0 0,-1 0 1 0 0,1 0-1 0 0,-1 0 1 0 0,1-1-1 0 0,-1 1 0 0 0,0 0 1 0 0,1 0-1 0 0,-1-1 1 0 0,1 1-1 0 0,-1-1 1 0 0,0 1-1 0 0,0 0 1 0 0,1-1-1 0 0,-1 1 0 0 0,0-1 1 0 0,-1 1-1 0 0,-20 5 290 0 0,-217 5 1148 0 0,212-9-1355 0 0,0-2-1 0 0,1 0 1 0 0,-1-2 0 0 0,0-1 0 0 0,0 0 0 0 0,-29-10 0 0 0,48 11-87 0 0,1-1 0 0 0,-1-1 0 0 0,1 1 1 0 0,0-1-1 0 0,-12-8 0 0 0,-12-7 46 0 0,30 18-57 0 0,0 1 0 0 0,0-1 0 0 0,0 1 0 0 0,1 0 0 0 0,-1-1 0 0 0,0 1 0 0 0,0 0 1 0 0,0 0-1 0 0,0 0 0 0 0,0-1 0 0 0,0 1 0 0 0,0 0 0 0 0,1 0 0 0 0,-1 0 0 0 0,0 0 0 0 0,0 1 0 0 0,0-1 0 0 0,0 0 0 0 0,0 0 0 0 0,0 0 0 0 0,0 1 0 0 0,0-1 0 0 0,1 0 0 0 0,-1 1 0 0 0,0-1 1 0 0,-1 2-1 0 0,0-1 1 0 0,1 1 1 0 0,0 0-1 0 0,0-1 1 0 0,-1 1 0 0 0,1 0-1 0 0,0 0 1 0 0,0 0 0 0 0,1 0-1 0 0,-1-1 1 0 0,0 1 0 0 0,0 3-1 0 0,-1 6-9 0 0,0 0-1 0 0,1-1 0 0 0,1 16 1 0 0,21 316-12 0 0,-16-289 0 0 0,18 212 58 0 0,-20-203-34 0 0,-3-35 22 0 0,2 0 0 0 0,0 0 0 0 0,9 35 0 0 0,-7-45 5 0 0,-1 1 0 0 0,0-1-1 0 0,-1 1 1 0 0,-1 18 0 0 0,-1-35-19 0 0,0 0 0 0 0,0 0 0 0 0,0 0 0 0 0,1 0 0 0 0,-1 0 0 0 0,1 0 0 0 0,-1 0 1 0 0,0 0-1 0 0,1 0 0 0 0,0-1 0 0 0,-1 1 0 0 0,1 0 0 0 0,-1 0 0 0 0,1 0 0 0 0,0-1 0 0 0,0 1 0 0 0,-1 0 1 0 0,1-1-1 0 0,0 1 0 0 0,0-1 0 0 0,0 1 0 0 0,0-1 0 0 0,0 1 0 0 0,0-1 0 0 0,0 1 0 0 0,0-1 0 0 0,0 0 0 0 0,0 0 1 0 0,0 0-1 0 0,0 1 0 0 0,0-1 0 0 0,0 0 0 0 0,2 0 0 0 0,39-2-7 0 0,-36 2-12 0 0,123-19 56 0 0,48-3-95 0 0,-21 16 92 0 0,24-1-27 0 0,-172 7-259 0 0,-3 1-2146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21 5289 0 0,'-25'-20'11262'0'0,"25"20"-11162"0"0,7 12 821 0 0,15 16-731 0 0,2-11-17 0 0,-3-1 158 0 0,30 27 0 0 0,-47-39-229 0 0,-1 0 0 0 0,0 0 1 0 0,0 1-1 0 0,0-1 0 0 0,0 1 0 0 0,-1 0 0 0 0,0 0 0 0 0,0 0 0 0 0,0 0 0 0 0,0 0 0 0 0,-1 0 0 0 0,0 0 1 0 0,0 1-1 0 0,-1-1 0 0 0,1 1 0 0 0,-1-1 0 0 0,-1 10 0 0 0,-1-9-51 0 0,0-1 1 0 0,0 0-1 0 0,0 0 1 0 0,-1-1-1 0 0,1 1 0 0 0,-1 0 1 0 0,0-1-1 0 0,-1 0 1 0 0,1 0-1 0 0,-1 0 0 0 0,-6 5 1 0 0,-5 4 167 0 0,-31 19 0 0 0,13-11-67 0 0,16-11-546 0 0,-11 7 1257 0 0,18-6-3904 0 0,6 1-4784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44 8130 0 0,'0'-2'789'0'0,"0"-1"0"0"0,0 0 0 0 0,0 1 0 0 0,0-1 0 0 0,-1 0 1 0 0,1 1-1 0 0,-1-1 0 0 0,0 1 0 0 0,1-1 0 0 0,-3-3 0 0 0,3 6-749 0 0,0 0 0 0 0,-1-1 0 0 0,1 1 0 0 0,0 0 0 0 0,0 0 0 0 0,0 0-1 0 0,-1-1 1 0 0,1 1 0 0 0,0 0 0 0 0,0 0 0 0 0,0-1 0 0 0,0 1 0 0 0,0 0 0 0 0,-1 0 0 0 0,1-1-1 0 0,0 1 1 0 0,0 0 0 0 0,0 0 0 0 0,0-1 0 0 0,0 1 0 0 0,0 0 0 0 0,0 0 0 0 0,0-1 0 0 0,0 1-1 0 0,0 0 1 0 0,0-1 0 0 0,0 1 0 0 0,0 0 0 0 0,0 0 0 0 0,0-1 0 0 0,1 1 0 0 0,-1 0-1 0 0,0 0 1 0 0,0-1 0 0 0,0 1 0 0 0,0 0 0 0 0,0 0 0 0 0,1-1 0 0 0,-1 1 0 0 0,0 0 0 0 0,0 0-1 0 0,0 0 1 0 0,1-1 0 0 0,-1 1 0 0 0,0 0 0 0 0,0 0 0 0 0,1 0 0 0 0,-1 0 0 0 0,0 0 0 0 0,0 0-1 0 0,1-1 1 0 0,0 2 2 0 0,-1-1 0 0 0,1 0 0 0 0,0 0 0 0 0,-1 1 0 0 0,1-1-1 0 0,0 0 1 0 0,-1 1 0 0 0,1-1 0 0 0,0 1 0 0 0,-1-1 0 0 0,1 1 0 0 0,-1-1-1 0 0,1 1 1 0 0,-1-1 0 0 0,1 1 0 0 0,-1 0 0 0 0,0-1 0 0 0,1 1 0 0 0,-1 0-1 0 0,0-1 1 0 0,1 1 0 0 0,-1 1 0 0 0,17 48 55 0 0,-2 0 1 0 0,-3 1-1 0 0,-2 0 0 0 0,3 54 1 0 0,51 327 125 0 0,-34-249-149 0 0,-5-61 78 0 0,48 142-1 0 0,-48-182-41 0 0,-12-33 35 0 0,-2 1-1 0 0,8 101 1 0 0,-13 104 165 0 0,-1-21-257 0 0,-2-88 267 0 0,-3-90-162 0 0,2 0 1 0 0,16 102 0 0 0,-1-64 17 0 0,-11-52 42 0 0,22 76 0 0 0,-25-111-430 0 0,5 15 398 0 0,-7-13-4566 0 0,-4-8 1842 0 0,3-1 2221 0 0,0 0 0 0 0,-1 0 0 0 0,1 0 0 0 0,-1 0-1 0 0,-5-4-4920 0 0,1 1 2070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42 262 2577 0 0,'-3'-4'5256'0'0,"-6"-7"-2221"0"0,4 1-2142 0 0,1 0 0 0 0,0 0 0 0 0,0 0 0 0 0,1-1 0 0 0,0 0 0 0 0,1 1 0 0 0,0-1 0 0 0,1 0 0 0 0,-1-18 0 0 0,5 29-36 0 0,3 7-502 0 0,4 6-224 0 0,24 45 555 0 0,-2 2 0 0 0,41 105 1 0 0,-73-164-679 0 0,1 0 1 0 0,0 0-1 0 0,-1 0 0 0 0,1 0 1 0 0,0 0-1 0 0,0 0 1 0 0,0 0-1 0 0,0 0 1 0 0,0-1-1 0 0,0 1 1 0 0,0 0-1 0 0,0-1 1 0 0,0 1-1 0 0,0-1 1 0 0,0 1-1 0 0,1-1 0 0 0,-1 0 1 0 0,0 1-1 0 0,0-1 1 0 0,0 0-1 0 0,1 0 1 0 0,-1 0-1 0 0,0 0 1 0 0,0 0-1 0 0,1 0 1 0 0,-1 0-1 0 0,0 0 0 0 0,0 0 1 0 0,2-1-1 0 0,2 0 9 0 0,1 0-1 0 0,0 0 0 0 0,-1 0 0 0 0,1-1 0 0 0,5-3 0 0 0,5-2-16 0 0,-11 5 3 0 0,0 0 0 0 0,0 0 0 0 0,-1-1 1 0 0,1 1-1 0 0,-1-1 0 0 0,1-1 0 0 0,-1 1 0 0 0,0 0 0 0 0,5-6 0 0 0,14-22-128 0 0,-1-2-1 0 0,-1 0 1 0 0,-2-1 0 0 0,15-37-1 0 0,-8 9-1192 0 0,13-26-3554 0 0,-20 52 1407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707 162 464 0 0,'0'0'156'0'0,"0"-29"7104"0"0,0-104 1560 0 0,0 133-8734 0 0,0 14-35 0 0,-11 211 9 0 0,1-27-16 0 0,8 55 48 0 0,-1 79 140 0 0,1-271-26 0 0,-2 229 1857 0 0,-23-271-1834 0 0,-5-1-189 0 0,-18 8 41 0 0,39-21-66 0 0,1 1 0 0 0,0-1-1 0 0,-12 10 1 0 0,-16 10 25 0 0,-113 46 194 0 0,91-45-68 0 0,-84 49-1 0 0,130-66-109 0 0,-31 21 81 0 0,42-27-134 0 0,0-1-1 0 0,0 1 1 0 0,1 0 0 0 0,-1 0 0 0 0,1 0 0 0 0,0 0 0 0 0,0 0 0 0 0,0 0 0 0 0,0 1-1 0 0,0-1 1 0 0,-1 6 0 0 0,-16 41 24 0 0,12-35-813 0 0,2-6-4329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52 2913 0 0,'0'-44'9562'0'0,"0"37"-6258"0"0,0 28-2946 0 0,6 304 812 0 0,-14 358-520 0 0,-5-359-294 0 0,15-302-279 0 0,2 0-1 0 0,0 0 1 0 0,1 0-1 0 0,12 34 1 0 0,-13-47-80 0 0,1 6 30 0 0,-3-7-5101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6705 0 0,'-6'2'6941'0'0,"-6"2"-4425"0"0,13 4-2252 0 0,1 0-1 0 0,0-1 1 0 0,0 1-1 0 0,1-1 1 0 0,0 0 0 0 0,0 0-1 0 0,0 0 1 0 0,1 0-1 0 0,0-1 1 0 0,9 11-1 0 0,13 26 23 0 0,-19-34-242 0 0,0 0 1 0 0,0 0 0 0 0,1 0-1 0 0,0-1 1 0 0,0 0-1 0 0,19 13 1 0 0,-11-9-25 0 0,7 5 18 0 0,1 0 0 0 0,46 22 0 0 0,-46-27-15 0 0,1 2 0 0 0,-2 0-1 0 0,28 23 1 0 0,-30-18-22 0 0,147 133 989 0 0,-163-146-944 0 0,0 1 0 0 0,0 0 0 0 0,-1 0 0 0 0,7 14 0 0 0,-7-14-94 0 0,-1 0-1267 0 0,5 6-6086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10 278 9002 0 0,'-10'-10'5200'0'0,"10"9"-5102"0"0,0 0 0 0 0,0 0 0 0 0,0 0 0 0 0,1 0 0 0 0,-1 0 0 0 0,0 0 0 0 0,0 0 0 0 0,1 0 0 0 0,-1 0 0 0 0,0 0 0 0 0,1 0 0 0 0,-1 0 0 0 0,1 0 0 0 0,-1 0 0 0 0,1 0 0 0 0,0 0 0 0 0,-1 1 1 0 0,1-1-1 0 0,0 0 0 0 0,0 0 0 0 0,0 1 0 0 0,-1-1 0 0 0,1 0 0 0 0,1 0 0 0 0,0 0-40 0 0,1 0 0 0 0,-1 0 1 0 0,1 1-1 0 0,-1-1 0 0 0,1 0 0 0 0,0 1 0 0 0,-1 0 1 0 0,1-1-1 0 0,4 2 0 0 0,4-1-24 0 0,0 2 0 0 0,-1 0 0 0 0,21 6-1 0 0,2 4 132 0 0,24 7 279 0 0,-52-18-391 0 0,0 0-1 0 0,0 0 0 0 0,0 0 0 0 0,0-1 0 0 0,1 1 1 0 0,-1-1-1 0 0,0-1 0 0 0,10-1 0 0 0,-12 1-39 0 0,0 0 1 0 0,-1 0-1 0 0,1-1 0 0 0,-1 1 0 0 0,1-1 0 0 0,-1 0 0 0 0,0 0 1 0 0,0 0-1 0 0,0 0 0 0 0,0 0 0 0 0,0 0 0 0 0,0 0 0 0 0,0-1 1 0 0,-1 1-1 0 0,1-1 0 0 0,-1 1 0 0 0,1-1 0 0 0,-1 0 1 0 0,0 1-1 0 0,1-5 0 0 0,1-5 25 0 0,0 0 0 0 0,0 0-1 0 0,1-17 1 0 0,-3 23-32 0 0,0 1 0 0 0,0-1 0 0 0,1 1-1 0 0,0-1 1 0 0,4-7 0 0 0,-3 7 18 0 0,0 0 0 0 0,-1 0 0 0 0,0-1 0 0 0,2-10 0 0 0,-2 6-204 0 0,-1 0 0 0 0,0 1 0 0 0,-1-1 0 0 0,0 0 0 0 0,-2-15 0 0 0,-3 17-3586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9 904 0 0,'0'0'1367'0'0,"-25"-3"3978"0"0,24 2-5021 0 0,0 0-1 0 0,1 1 1 0 0,-1-1-1 0 0,0 1 1 0 0,0-1-1 0 0,0 1 1 0 0,0-1-1 0 0,0 1 1 0 0,-1 0-1 0 0,1 0 1 0 0,0 0-1 0 0,0-1 1 0 0,0 1-1 0 0,0 0 1 0 0,0 0-1 0 0,0 0 0 0 0,-2 1 1 0 0,-3-1 440 0 0,6 2-688 0 0,0 0-1 0 0,0 0 1 0 0,0 0 0 0 0,1 0-1 0 0,-1 0 1 0 0,1 0 0 0 0,-1 0-1 0 0,1 0 1 0 0,-1 0 0 0 0,2 2-1 0 0,2 4-13 0 0,-1 0-1 0 0,2 0 1 0 0,-1-1-1 0 0,1 1 1 0 0,0-1-1 0 0,9 9 1 0 0,41 38 413 0 0,-21-22-155 0 0,-17-15 247 0 0,1 0-1 0 0,1-2 1 0 0,38 24 0 0 0,-50-34-790 0 0,20 12 1014 0 0,-14-2-4717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28 1704 0 0,'-1'-8'9362'0'0,"-2"-7"-4694"0"0,2 15-4601 0 0,1-1 0 0 0,0 1 0 0 0,-1-1 0 0 0,1 1 0 0 0,0 0-1 0 0,-1-1 1 0 0,1 1 0 0 0,-1 0 0 0 0,1 0 0 0 0,0-1 0 0 0,-1 1 0 0 0,1 0 0 0 0,-1 0 0 0 0,1 0 0 0 0,-1-1 0 0 0,1 1 0 0 0,-1 0-1 0 0,1 0 1 0 0,-1 0 0 0 0,1 0 0 0 0,-1 0 0 0 0,1 0 0 0 0,-1 0 0 0 0,1 0 0 0 0,-1 0 0 0 0,1 0 0 0 0,-1 0 0 0 0,1 1-1 0 0,-1-1 1 0 0,0 0 0 0 0,-10 14 472 0 0,-2 25-490 0 0,9-16 32 0 0,0 0-1 0 0,2 1 1 0 0,1 37-1 0 0,10 73 206 0 0,-4-70-173 0 0,26 201 149 0 0,-2-22-78 0 0,-19-114-66 0 0,37 294 447 0 0,-35-347-112 0 0,4 151-1 0 0,-14-96-2710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721 76 3041 0 0,'-13'0'3794'0'0,"-208"-15"4968"0"0,184 15-6427 0 0,26 0-1682 0 0,28 0-807 0 0,-7 0 161 0 0,306-14 54 0 0,109-14 48 0 0,-312 25 346 0 0,-50-4 4 0 0,39-1 415 0 0,-102 8-857 0 0,0 0-1 0 0,1 0 0 0 0,-1 0 0 0 0,0 0 0 0 0,1 0 1 0 0,-1 0-1 0 0,0 0 0 0 0,0 0 0 0 0,1 0 0 0 0,-1 0 0 0 0,0 0 1 0 0,1 0-1 0 0,-1 0 0 0 0,0 0 0 0 0,0 0 0 0 0,1 1 1 0 0,-1-1-1 0 0,0 0 0 0 0,0 0 0 0 0,1 0 0 0 0,-1 0 1 0 0,0 1-1 0 0,0-1 0 0 0,0 0 0 0 0,1 0 0 0 0,-1 1 1 0 0,0-1-1 0 0,0 0 0 0 0,0 0 0 0 0,0 1 0 0 0,0-1 1 0 0,1 0-1 0 0,-1 0 0 0 0,0 1 0 0 0,0-1 0 0 0,0 0 1 0 0,0 0-1 0 0,0 1 0 0 0,0-1 0 0 0,0 0 0 0 0,0 1 1 0 0,0-1-1 0 0,0 0 0 0 0,0 0 0 0 0,0 1 0 0 0,0-1 1 0 0,0 0-1 0 0,0 1 0 0 0,-1-1 0 0 0,1 0 0 0 0,0 0 0 0 0,0 1 1 0 0,0-1-1 0 0,0 0 0 0 0,0 0 0 0 0,-1 1 0 0 0,1-1 1 0 0,0 0-1 0 0,0 0 0 0 0,0 0 0 0 0,-1 1 0 0 0,0 0-7 0 0,1 0 0 0 0,-1 0-1 0 0,0 0 1 0 0,0 0-1 0 0,0 0 1 0 0,0 0-1 0 0,0 0 1 0 0,0-1-1 0 0,0 1 1 0 0,0 0-1 0 0,0-1 1 0 0,0 1 0 0 0,-1 0-1 0 0,-1 0 1 0 0,-277 15 115 0 0,94-8-60 0 0,-215 20-48 0 0,99-28 0 0 0,210-5 12 0 0,-104-2-256 0 0,196 7 229 0 0,-1 0 0 0 0,0 0 0 0 0,1 0 1 0 0,-1 0-1 0 0,0 0 0 0 0,1 0 1 0 0,-1 1-1 0 0,0-1 0 0 0,1 0 1 0 0,-1 1-1 0 0,0-1 0 0 0,1 0 0 0 0,-1 1 1 0 0,1-1-1 0 0,-1 0 0 0 0,1 1 1 0 0,-1-1-1 0 0,1 1 0 0 0,-1-1 1 0 0,1 1-1 0 0,0 0 0 0 0,-1-1 0 0 0,1 1 1 0 0,0-1-1 0 0,-1 1 0 0 0,1 0 1 0 0,0-1-1 0 0,0 1 0 0 0,-1 0 0 0 0,1-1 1 0 0,0 1-1 0 0,0 0 0 0 0,0-1 1 0 0,0 1-1 0 0,0 0 0 0 0,0-1 1 0 0,0 1-1 0 0,0 1 0 0 0,5 28-23 0 0,-4-27 22 0 0,16 55 0 0 0,-10-40 1 0 0,-1 1 0 0 0,-2 0 0 0 0,5 35 0 0 0,0 174 30 0 0,-6-85-13 0 0,-2-120 7 0 0,11 144 334 0 0,-7-136-97 0 0,2 15-13 0 0,-3-35 82 0 0,-1-6-2044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9866 0 0,'-35'2'5151'0'0,"30"-2"-4806"0"0,-1 1 1 0 0,1 0-1 0 0,0 0 1 0 0,0 0-1 0 0,0 1 1 0 0,-1-1 0 0 0,-8 6-1 0 0,14-7-323 0 0,-1 0 0 0 0,1 0 0 0 0,0 0 1 0 0,0 0-1 0 0,0 0 0 0 0,0 0 0 0 0,-1 0 0 0 0,1 0 0 0 0,0 0 0 0 0,0 0 0 0 0,0 0 0 0 0,0 1 0 0 0,-1-1 0 0 0,1 0 1 0 0,0 0-1 0 0,0 0 0 0 0,0 0 0 0 0,0 0 0 0 0,0 0 0 0 0,0 1 0 0 0,-1-1 0 0 0,1 0 0 0 0,0 0 0 0 0,0 0 1 0 0,0 0-1 0 0,0 1 0 0 0,0-1 0 0 0,0 0 0 0 0,0 0 0 0 0,0 0 0 0 0,0 0 0 0 0,0 1 0 0 0,0-1 0 0 0,0 0 1 0 0,0 0-1 0 0,0 0 0 0 0,0 1 0 0 0,0-1 0 0 0,0 0 0 0 0,0 0 0 0 0,0 0 0 0 0,0 0 0 0 0,0 1 0 0 0,0-1 1 0 0,0 0-1 0 0,0 0 0 0 0,1 0 0 0 0,-1 0 0 0 0,0 1 0 0 0,0-1 0 0 0,0 0 0 0 0,0 0 0 0 0,0 0 0 0 0,0 0 0 0 0,1 0 1 0 0,-1 0-1 0 0,0 0 0 0 0,0 1 0 0 0,0-1 0 0 0,0 0 0 0 0,0 0 0 0 0,1 0 0 0 0,-1 0 0 0 0,0 0 0 0 0,22 4 390 0 0,35-2-439 0 0,-52-2 132 0 0,184 9 35 0 0,0 0 1044 0 0,-130-9-1122 0 0,-50-7-7436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12859 0 0,'3'-1'4752'0'0,"17"-7"-4347"0"0,23-8 104 0 0,28-9-23 0 0,-67 24-1271 0 0,3-1-1226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6417 0 0,'0'0'9218'0'0,"27"0"-7117"0"0,-20 1-2550 0 0,0-1 0 0 0,0 1 0 0 0,-1 1 1 0 0,8 1-1 0 0,-13-2 268 0 0,7 0-3856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481 203 2641 0 0,'0'0'420'0'0,"1"-8"3981"0"0,1-11-2912 0 0,1-2 170 0 0,0-1-1 0 0,-2 0 0 0 0,-1-37 0 0 0,-1 19-232 0 0,1 40-1402 0 0,0-1-1 0 0,0 1 1 0 0,0-1-1 0 0,0 1 1 0 0,0 0-1 0 0,0-1 1 0 0,0 1 0 0 0,0-1-1 0 0,0 1 1 0 0,0-1-1 0 0,-1 1 1 0 0,1-1-1 0 0,0 1 1 0 0,0 0-1 0 0,0-1 1 0 0,-1 1-1 0 0,1-1 1 0 0,0 1-1 0 0,0 0 1 0 0,-1-1-1 0 0,1 1 1 0 0,0 0-1 0 0,-1-1 1 0 0,1 1-1 0 0,0 0 1 0 0,-1 0 0 0 0,1-1-1 0 0,-1 1 1 0 0,1 0-1 0 0,-1 0 1 0 0,1 0-12 0 0,-1 0-1 0 0,1 0 1 0 0,-1 0 0 0 0,1 0 0 0 0,-1 0 0 0 0,1 0 0 0 0,0 1 0 0 0,-1-1 0 0 0,1 0 0 0 0,-1 0 0 0 0,1 1 0 0 0,0-1 0 0 0,-1 0 0 0 0,1 0 0 0 0,0 1 0 0 0,-1-1-1 0 0,1 0 1 0 0,0 1 0 0 0,0-1 0 0 0,-1 1 0 0 0,1-1 0 0 0,0 0 0 0 0,0 1 0 0 0,0-1 0 0 0,0 1 0 0 0,-1-1 0 0 0,1 0 0 0 0,0 1 0 0 0,0-1 0 0 0,0 1-1 0 0,0-1 1 0 0,0 1 0 0 0,0-1 0 0 0,0 1 0 0 0,-8 67 78 0 0,1 124-1 0 0,20 70-72 0 0,-12-238 1 0 0,6 62 34 0 0,3 81 1123 0 0,-10-166-1156 0 0,0 0 1 0 0,-1 0-1 0 0,1 0 1 0 0,0 0 0 0 0,-1 0-1 0 0,1 0 1 0 0,-1 0 0 0 0,1 0-1 0 0,-1 0 1 0 0,1 0 0 0 0,-1 0-1 0 0,0-1 1 0 0,1 1 0 0 0,-1 0-1 0 0,0 0 1 0 0,0-1 0 0 0,0 1-1 0 0,-1 1 1 0 0,-21 11-24 0 0,18-11 20 0 0,-21 10 49 0 0,0-1-1 0 0,0-1 1 0 0,-29 6 0 0 0,-86 15 442 0 0,62-15-261 0 0,43-12-141 0 0,28-4-56 0 0,1 0 0 0 0,0 1 0 0 0,-15 3 1 0 0,22-4-52 0 0,-1 0 1 0 0,1 0 0 0 0,-1 0 0 0 0,1 1 0 0 0,-1-1 0 0 0,1 0 0 0 0,-1 0 0 0 0,1 0 0 0 0,-1 0-1 0 0,1 0 1 0 0,-1 1 0 0 0,1-1 0 0 0,-1 0 0 0 0,1 0 0 0 0,-1 1 0 0 0,1-1 0 0 0,-1 0 0 0 0,1 1-1 0 0,0-1 1 0 0,-1 0 0 0 0,1 1 0 0 0,0-1 0 0 0,-1 0 0 0 0,1 1 0 0 0,0-1 0 0 0,0 1 0 0 0,-1-1-1 0 0,1 1 1 0 0,0-1 0 0 0,0 1 0 0 0,0-1 0 0 0,-1 1 0 0 0,1-1 0 0 0,0 1 0 0 0,0-1 0 0 0,0 1-1 0 0,0-1 1 0 0,0 1 0 0 0,0-1 0 0 0,0 1 0 0 0,0-1 0 0 0,0 1 0 0 0,1-1 0 0 0,-1 1 0 0 0,0-1 0 0 0,0 1-1 0 0,0-1 1 0 0,0 1 0 0 0,1-1 0 0 0,-1 1 0 0 0,0-1 0 0 0,1 1 0 0 0,-1-1 0 0 0,0 0 0 0 0,1 1-1 0 0,-1-1 1 0 0,0 0 0 0 0,1 1 0 0 0,-1-1 0 0 0,1 0 0 0 0,-1 1 0 0 0,1-1 0 0 0,29 19 36 0 0,-13-13-25 0 0,0 0 0 0 0,0-1 1 0 0,0 0-1 0 0,27 2 0 0 0,74 3 38 0 0,5 0-36 0 0,6 11 54 0 0,-128-21-52 0 0,0 0-1 0 0,0 0 1 0 0,0 1-1 0 0,0-1 1 0 0,0 0-1 0 0,0 0 1 0 0,0 1-1 0 0,0-1 1 0 0,0 0-1 0 0,0 1 1 0 0,0-1-1 0 0,-1 1 1 0 0,1-1-1 0 0,0 1 1 0 0,0-1-1 0 0,1 2 1 0 0,-2-1-9 0 0,0-1 1 0 0,0 0-1 0 0,0 1 1 0 0,0-1-1 0 0,0 0 1 0 0,0 1-1 0 0,0-1 1 0 0,-1 0 0 0 0,1 1-1 0 0,0-1 1 0 0,0 1-1 0 0,0-1 1 0 0,0 0-1 0 0,-1 1 1 0 0,1-1-1 0 0,0 0 1 0 0,0 0 0 0 0,0 1-1 0 0,-1-1 1 0 0,1 0-1 0 0,0 0 1 0 0,-1 1-1 0 0,1-1 1 0 0,0 0-1 0 0,-1 0 1 0 0,1 1 0 0 0,0-1-1 0 0,-1 0 1 0 0,-36 17 139 0 0,29-14-141 0 0,-157 50 684 0 0,50-19-397 0 0,67-19-180 0 0,29-9-75 0 0,-1 0-1 0 0,1 1 1 0 0,1 1-1 0 0,-34 18 0 0 0,50-24-38 0 0,-1 0-1 0 0,1 0 0 0 0,0-1 0 0 0,0 1 1 0 0,0 1-1 0 0,0-1 0 0 0,0 0 0 0 0,0 0 0 0 0,0 1 1 0 0,1-1-1 0 0,-1 1 0 0 0,1 0 0 0 0,-1-1 1 0 0,1 1-1 0 0,0 0 0 0 0,0 0 0 0 0,1-1 1 0 0,-1 1-1 0 0,1 0 0 0 0,-1 0 0 0 0,1 5 1 0 0,1-7 2 0 0,0 0 0 0 0,0-1 0 0 0,0 1 0 0 0,0 0 0 0 0,0-1 1 0 0,0 1-1 0 0,1 0 0 0 0,-1-1 0 0 0,0 0 0 0 0,0 1 0 0 0,1-1 1 0 0,-1 0-1 0 0,0 0 0 0 0,1 1 0 0 0,-1-1 0 0 0,0 0 0 0 0,1 0 0 0 0,1-1 1 0 0,2 1 6 0 0,4 2 7 0 0,1 0-1 0 0,-1 0 1 0 0,1 1-1 0 0,12 5 1 0 0,-13-4-12 0 0,1-1 1 0 0,0 0 0 0 0,21 4 0 0 0,78-2 0 0 0,-78-5-5 0 0,1 1-1 0 0,-1 2 0 0 0,44 9 1 0 0,-67-11-1 0 0,-4 0 11 0 0,0 0 1 0 0,0 0-1 0 0,-1 0 1 0 0,1 0-1 0 0,0 1 1 0 0,-1 0-1 0 0,7 3 1 0 0,-10-4-6 0 0,1-1 0 0 0,0 1 0 0 0,0 0 0 0 0,-1 0 1 0 0,1 0-1 0 0,-1 0 0 0 0,1 0 0 0 0,-1 0 1 0 0,1 0-1 0 0,-1 0 0 0 0,0 0 0 0 0,1 0 0 0 0,-1 0 1 0 0,0 0-1 0 0,0 1 0 0 0,0-1 0 0 0,1 0 1 0 0,-1 0-1 0 0,-1 0 0 0 0,1 0 0 0 0,0 0 1 0 0,0 0-1 0 0,0 1 0 0 0,-1-1 0 0 0,1 0 0 0 0,0 0 1 0 0,-1 0-1 0 0,1 0 0 0 0,-1 0 0 0 0,1 0 1 0 0,-1 0-1 0 0,0 1 0 0 0,-2 1-1 0 0,1 0-1 0 0,0 1 1 0 0,-1-1 0 0 0,0 0-1 0 0,0 0 1 0 0,1-1-1 0 0,-2 1 1 0 0,1-1 0 0 0,0 1-1 0 0,0-1 1 0 0,-1 0 0 0 0,0 0-1 0 0,-5 2 1 0 0,-10 3 23 0 0,-29 7 1 0 0,17-5 12 0 0,27-8-48 0 0,-1 1-1 0 0,1-1 1 0 0,0 1 0 0 0,0 0 0 0 0,0 0 0 0 0,0 0 0 0 0,0 1-1 0 0,0-1 1 0 0,1 1 0 0 0,-7 6 0 0 0,8-6 6 0 0,0 0 0 0 0,1 0 0 0 0,-1 0 0 0 0,1 0 0 0 0,-1 0 0 0 0,1 1 0 0 0,0-1 0 0 0,1 1 0 0 0,-1-1 0 0 0,0 0 0 0 0,1 1 0 0 0,0-1 0 0 0,0 1 0 0 0,0-1 0 0 0,1 5 0 0 0,15 123-61 0 0,0-5 24 0 0,-6-12 66 0 0,29 133 0 0 0,-13-105 101 0 0,-24-132 190 0 0,0 1-1 0 0,0 18 0 0 0,-2-27-310 0 0,1-1 0 0 0,-1 0 0 0 0,0 0 0 0 0,1 0 0 0 0,-1 0 0 0 0,1 0 0 0 0,-1 0 0 0 0,1 0 0 0 0,-1 0 0 0 0,1 0 0 0 0,0 0 0 0 0,-1 0 0 0 0,1 0 0 0 0,0-1 0 0 0,0 1 0 0 0,1 1 0 0 0,-1-1 20 0 0,0-1 0 0 0,0 1 0 0 0,0 0-1 0 0,0 0 1 0 0,0 0 0 0 0,0 0 0 0 0,-1 0-1 0 0,1 0 1 0 0,0 0 0 0 0,-1 0 0 0 0,1 0-1 0 0,-1 0 1 0 0,1 0 0 0 0,-1 1 0 0 0,1-1 0 0 0,-1 2-1 0 0,5-10 1087 0 0,-4 6-1111 0 0,0-1 0 0 0,0 1 1 0 0,0-1-1 0 0,-1 1 1 0 0,1-1-1 0 0,0 1 0 0 0,0-1 1 0 0,-1 1-1 0 0,1-1 1 0 0,-1 1-1 0 0,1-1 0 0 0,-1-2 1 0 0,0 3 0 0 0,0 1 1 0 0,-1-1-1 0 0,1 0 1 0 0,0 0-1 0 0,0 0 1 0 0,0 0-1 0 0,0 0 1 0 0,0 1-1 0 0,0-1 1 0 0,0 0-1 0 0,0 0 1 0 0,1 0-1 0 0,-1 0 1 0 0,0 1-1 0 0,0-1 1 0 0,1 0-1 0 0,-1 0 1 0 0,0 0-1 0 0,1 1 0 0 0,-1-1 1 0 0,1 0-1 0 0,-1 1 1 0 0,2-2-1 0 0,1-1 1 0 0,-3 3-22 0 0,8-40 46 0 0,-8 38-23 0 0,0 0 1 0 0,0 0 0 0 0,1 1-1 0 0,-1-1 1 0 0,1 0-1 0 0,0 0 1 0 0,-1 1-1 0 0,1-1 1 0 0,0 0 0 0 0,0 1-1 0 0,0-1 1 0 0,0 0-1 0 0,0 1 1 0 0,0 0-1 0 0,2-2 1 0 0,8-12-39 0 0,-9 8 23 0 0,-1 1-1 0 0,0-1 0 0 0,0 0 1 0 0,0-12-1 0 0,-1 12-3259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37 13635 0 0,'-15'-1'4226'0'0,"28"-3"-2850"0"0,0 2-1550 0 0,34-8 278 0 0,1 2 0 0 0,1 2 0 0 0,-1 2 1 0 0,1 2-1 0 0,71 7 0 0 0,-97-1-32 0 0,42 11-1 0 0,-42-9-417 0 0,37 6 0 0 0,-47-12-2403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8450 0 0,'0'0'5606'0'0,"0"0"-5458"0"0,0 1-1 0 0,0-1 1 0 0,1 0-1 0 0,-1 1 0 0 0,0-1 1 0 0,0 0-1 0 0,0 1 1 0 0,0-1-1 0 0,1 0 1 0 0,-1 1-1 0 0,0-1 0 0 0,0 0 1 0 0,0 0-1 0 0,1 1 1 0 0,-1-1-1 0 0,0 0 1 0 0,0 0-1 0 0,1 1 0 0 0,-1-1 1 0 0,0 0-1 0 0,1 0 1 0 0,-1 0-1 0 0,0 0 1 0 0,1 0-1 0 0,-1 1 0 0 0,0-1 1 0 0,1 0-1 0 0,-1 0 1 0 0,0 0-1 0 0,1 0 1 0 0,113 16 1101 0 0,-53-16-2211 0 0,-49-1-682 0 0,-1 0 0 0 0,23-6 0 0 0,-15 1-2584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71 268 9426 0 0,'-1'-3'123'0'0,"1"0"0"0"0,-1 0-1 0 0,0 0 1 0 0,0 1 0 0 0,0-1 0 0 0,0 0-1 0 0,-2-3 1 0 0,-2-5 17 0 0,-1-8 1013 0 0,0-1 1 0 0,1 0 0 0 0,1-1 0 0 0,1 1 0 0 0,-1-29-1 0 0,4 49-1093 0 0,0 18 374 0 0,1 98 154 0 0,-2 132 592 0 0,1-224-1228 0 0,-2 13 1034 0 0,2-37-973 0 0,0 0 1 0 0,0 0-1 0 0,0 0 1 0 0,0 0 0 0 0,0 0-1 0 0,0 0 1 0 0,0 0-1 0 0,0 0 1 0 0,0 0 0 0 0,-1 0-1 0 0,1 0 1 0 0,0 0 0 0 0,0 0-1 0 0,0 0 1 0 0,0 0-1 0 0,0 0 1 0 0,0 0 0 0 0,0 0-1 0 0,0 0 1 0 0,0 0-1 0 0,0 0 1 0 0,0 0 0 0 0,0 0-1 0 0,0 0 1 0 0,0 0-1 0 0,0 0 1 0 0,-1 1 0 0 0,1-1-1 0 0,0 0 1 0 0,0 0 0 0 0,0 0-1 0 0,0 0 1 0 0,0 0-1 0 0,0 0 1 0 0,-3-22 121 0 0,-4-35-72 0 0,0 9-27 0 0,-1-86 0 0 0,9 120-33 0 0,-1 0-1 0 0,2-1 0 0 0,0 1 1 0 0,1 1-1 0 0,0-1 0 0 0,1 0 1 0 0,0 1-1 0 0,2 0 0 0 0,-1 0 1 0 0,13-21-1 0 0,-15 29-7 0 0,1-1 1 0 0,0 1-1 0 0,0 0 0 0 0,0 0 1 0 0,1 0-1 0 0,-1 0 1 0 0,1 1-1 0 0,0 0 0 0 0,1 0 1 0 0,-1 0-1 0 0,1 1 0 0 0,-1 0 1 0 0,1 0-1 0 0,12-4 1 0 0,4-5-8 0 0,-20 11 10 0 0,0-1 0 0 0,1 1 0 0 0,-1-1 0 0 0,0 1 0 0 0,1 0 0 0 0,-1 0 0 0 0,1 0 0 0 0,-1 0 0 0 0,1 0 0 0 0,0 1 0 0 0,-1-1-1 0 0,1 1 1 0 0,0-1 0 0 0,-1 1 0 0 0,1 0 0 0 0,0 0 0 0 0,0 0 0 0 0,5 2 0 0 0,-7-1 6 0 0,1 0 0 0 0,-1 0 0 0 0,1 0-1 0 0,-1 0 1 0 0,0 0 0 0 0,1 1 0 0 0,-1-1 0 0 0,0 1 0 0 0,0-1 0 0 0,0 1 0 0 0,0-1-1 0 0,0 1 1 0 0,0-1 0 0 0,-1 1 0 0 0,1 0 0 0 0,0 0 0 0 0,-1-1 0 0 0,1 5 0 0 0,3 32 99 0 0,-4-28-78 0 0,-1-1 0 0 0,0 0 0 0 0,0 0 0 0 0,-1 0 0 0 0,-5 14 0 0 0,6-18-5 0 0,-1-1 0 0 0,0 1 0 0 0,0-1 0 0 0,-1 1 0 0 0,1-1 1 0 0,-1 0-1 0 0,0 0 0 0 0,0 0 0 0 0,0 0 0 0 0,0-1 0 0 0,-8 7 0 0 0,-13 5 67 0 0,10-7-14 0 0,1 1 0 0 0,-12 10 1 0 0,22-16-70 0 0,1-1 1 0 0,-1 1 0 0 0,0 0 0 0 0,1 0 0 0 0,0 0 0 0 0,-1 0 0 0 0,1 0 0 0 0,0 0 0 0 0,1 0 0 0 0,-1 1 0 0 0,1-1 0 0 0,-1 1 0 0 0,0 5 0 0 0,-10 24-36 0 0,10-29 34 0 0,0 0-1 0 0,0 0 1 0 0,0 0 0 0 0,1 1-1 0 0,0-1 1 0 0,0 0-1 0 0,0 1 1 0 0,0 6-1 0 0,1-8 10 0 0,0 0-1 0 0,0 0 1 0 0,0 0 0 0 0,1 0-1 0 0,-1 0 1 0 0,1 0 0 0 0,0 0-1 0 0,0 0 1 0 0,0 0 0 0 0,0 0-1 0 0,1 0 1 0 0,-1-1 0 0 0,1 1-1 0 0,-1-1 1 0 0,1 1 0 0 0,0-1-1 0 0,0 0 1 0 0,0 1 0 0 0,0-1-1 0 0,1 0 1 0 0,-1 0 0 0 0,1-1-1 0 0,-1 1 1 0 0,1 0 0 0 0,3 1-1 0 0,6 2 58 0 0,0-1 0 0 0,0 0 0 0 0,0-1 0 0 0,24 3-1 0 0,-9-1 35 0 0,-23-4-31 0 0,1 1 0 0 0,-1-1 0 0 0,0 1 0 0 0,0 0 0 0 0,5 3 1 0 0,16 7-1597 0 0,-5-9-5286 0 0,-12-3 1561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11 10298 0 0,'-9'-5'4695'0'0,"-6"-1"-1984"0"0,14 6-2673 0 0,1 0 1 0 0,-1 0 0 0 0,1 0 0 0 0,0 0-1 0 0,-1 0 1 0 0,1 0 0 0 0,-1 1-1 0 0,1-1 1 0 0,-1 0 0 0 0,1 0 0 0 0,0 0-1 0 0,-1 1 1 0 0,1-1 0 0 0,-1 0-1 0 0,1 0 1 0 0,0 1 0 0 0,-1-1 0 0 0,1 0-1 0 0,0 0 1 0 0,-1 1 0 0 0,1-1-1 0 0,0 1 1 0 0,0-1 0 0 0,-1 0 0 0 0,1 1-1 0 0,0-1 1 0 0,0 0 0 0 0,0 1-1 0 0,0-1 1 0 0,-1 1 0 0 0,1-1 0 0 0,0 1-1 0 0,0-1 1 0 0,0 1 0 0 0,-4 19 221 0 0,2-1 1 0 0,-1 30 0 0 0,-2 13 118 0 0,-6 1 163 0 0,6-37-106 0 0,1-1 0 0 0,1 1 0 0 0,0 48 0 0 0,3-73-415 0 0,0 1 1 0 0,1-1-1 0 0,-1 1 0 0 0,0-1 0 0 0,0 1 1 0 0,1-1-1 0 0,-1 1 0 0 0,1-1 1 0 0,-1 0-1 0 0,1 1 0 0 0,0-1 0 0 0,0 0 1 0 0,-1 1-1 0 0,1-1 0 0 0,0 0 0 0 0,0 0 1 0 0,0 0-1 0 0,0 0 0 0 0,0 0 0 0 0,1 0 1 0 0,-1 0-1 0 0,0 0 0 0 0,0 0 1 0 0,1 0-1 0 0,-1-1 0 0 0,0 1 0 0 0,1-1 1 0 0,-1 1-1 0 0,1-1 0 0 0,-1 1 0 0 0,1-1 1 0 0,-1 0-1 0 0,1 0 0 0 0,-1 1 0 0 0,1-1 1 0 0,1-1-1 0 0,22 8 139 0 0,-14-3-108 0 0,0 1 18 0 0,0-1 1 0 0,0 1-1 0 0,0-2 1 0 0,1 0-1 0 0,-1 0 1 0 0,22 1-1 0 0,8-4 142 0 0,0-2 0 0 0,48-8-1 0 0,-71 3-742 0 0,-16 5-406 0 0,-1 1 1 0 0,1-1 0 0 0,-1 0 0 0 0,1 0-1 0 0,-1 0 1 0 0,0 0 0 0 0,0 0 0 0 0,0 0-1 0 0,1-5 1 0 0,1 0-2721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 12291 0 0,'-20'1'7076'0'0,"23"1"-7015"0"0,1-1 1 0 0,0 0 0 0 0,-1 0-1 0 0,1-1 1 0 0,0 1 0 0 0,0-1-1 0 0,0 1 1 0 0,6-2 0 0 0,-2 1-12 0 0,51 1-110 0 0,-32-1-6066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7786 0 0,'3'4'7111'0'0,"4"4"-6473"0"0,18-8-2497 0 0,-14 0-151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59 12907 0 0,'-17'-19'3853'0'0,"17"19"-3796"0"0,0-1 0 0 0,-1 0 0 0 0,1 1 0 0 0,0-1 0 0 0,0 0 0 0 0,-1 0 1 0 0,1 1-1 0 0,0-1 0 0 0,0 0 0 0 0,0 1 0 0 0,0-1 0 0 0,0 0 0 0 0,0 0 1 0 0,0 1-1 0 0,0-1 0 0 0,0 0 0 0 0,0 0 0 0 0,1 1 0 0 0,-1-1 0 0 0,0 0 1 0 0,0 1-1 0 0,1-1 0 0 0,-1 0 0 0 0,0 1 0 0 0,1-1 0 0 0,-1 1 0 0 0,1-1 1 0 0,0-1-1 0 0,1 1-13 0 0,-1 0 0 0 0,1-1 1 0 0,0 1-1 0 0,0 0 0 0 0,0 0 0 0 0,0 0 1 0 0,1 0-1 0 0,-1 0 0 0 0,3-1 0 0 0,3 0 3 0 0,1 1 0 0 0,-1-1 0 0 0,0 1 0 0 0,12 0-1 0 0,-11 2 52 0 0,0 0 0 0 0,0 0-1 0 0,0 1 1 0 0,0 0-1 0 0,0 0 1 0 0,0 1-1 0 0,-1 0 1 0 0,0 1-1 0 0,1 0 1 0 0,-1 0 0 0 0,0 1-1 0 0,10 8 1 0 0,-13-8-46 0 0,-1 0 1 0 0,1 1-1 0 0,-1-1 1 0 0,0 1-1 0 0,0 0 1 0 0,-1 1-1 0 0,0-1 1 0 0,0 1-1 0 0,0-1 1 0 0,-1 1-1 0 0,3 11 1 0 0,-3-7 45 0 0,2 0 0 0 0,0-1-1 0 0,6 12 1 0 0,-7-16-55 0 0,-1-1 0 0 0,1 0-1 0 0,-1 1 1 0 0,0-1-1 0 0,-1 1 1 0 0,1 0 0 0 0,-1 0-1 0 0,0-1 1 0 0,-1 1 0 0 0,1 0-1 0 0,-1 0 1 0 0,0 0 0 0 0,-1 0-1 0 0,1 0 1 0 0,-1 0-1 0 0,0-1 1 0 0,-1 1 0 0 0,0 0-1 0 0,1-1 1 0 0,-2 1 0 0 0,1-1-1 0 0,-1 1 1 0 0,0-1 0 0 0,0 0-1 0 0,0 0 1 0 0,0-1-1 0 0,-1 1 1 0 0,0-1 0 0 0,0 1-1 0 0,0-1 1 0 0,-1 0 0 0 0,0-1-1 0 0,1 1 1 0 0,-1-1 0 0 0,0 0-1 0 0,-6 3 1 0 0,-36 8 92 0 0,38-12-95 0 0,0 1 0 0 0,0 0 0 0 0,0 0 0 0 0,-9 5 0 0 0,15-6-12 0 0,-1 0 0 0 0,0 0 0 0 0,0 0 0 0 0,0-1 0 0 0,0 0 0 0 0,0 1 0 0 0,0-1 0 0 0,-1-1 0 0 0,1 1 0 0 0,0-1 0 0 0,-1 0 0 0 0,1 0 0 0 0,0 0 0 0 0,0 0 0 0 0,-1-1 0 0 0,1 1 0 0 0,-4-2 0 0 0,6 1-28 0 0,1 0 1 0 0,0 0-1 0 0,0 0 1 0 0,0 0-1 0 0,0 0 1 0 0,0 0-1 0 0,0 0 1 0 0,0 0 0 0 0,0 0-1 0 0,0 0 1 0 0,0 0-1 0 0,0-1 1 0 0,1 1-1 0 0,-1 0 1 0 0,1 0-1 0 0,-1-1 1 0 0,1 1-1 0 0,-1-1 1 0 0,1 1-1 0 0,0 0 1 0 0,0-1-1 0 0,-1 1 1 0 0,1-1 0 0 0,0 1-1 0 0,0-1 1 0 0,1 1-1 0 0,-1-1 1 0 0,0 1-1 0 0,0 0 1 0 0,1-1-1 0 0,-1 1 1 0 0,1-1-1 0 0,-1 1 1 0 0,1 0-1 0 0,-1 0 1 0 0,1-1-1 0 0,0 1 1 0 0,0 0 0 0 0,1-2-1 0 0,5-1 3 0 0,1 0-1 0 0,-1 1 1 0 0,0 0 0 0 0,1 0 0 0 0,0 1-1 0 0,-1 0 1 0 0,1 0 0 0 0,0 1-1 0 0,0 0 1 0 0,0 0 0 0 0,0 1-1 0 0,9 1 1 0 0,14 1-195 0 0,56 14 0 0 0,-42-7-987 0 0,-38-8-96 0 0,1 0 0 0 0,0-1 0 0 0,0 0 0 0 0,0 0 0 0 0,0-1 0 0 0,0 0 0 0 0,0-1 0 0 0,10-2 0 0 0,2-2-3158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55 9554 0 0,'0'-1'378'0'0,"0"-1"-1"0"0,0 1 1 0 0,0 0-1 0 0,0 0 0 0 0,-1 0 1 0 0,1 0-1 0 0,0 0 1 0 0,-1 0-1 0 0,1 0 1 0 0,-1 0-1 0 0,1 0 1 0 0,-1 0-1 0 0,0 0 1 0 0,0-1-1 0 0,-22-15 1649 0 0,19 14-1491 0 0,3 2-512 0 0,0 0 0 0 0,0 1 0 0 0,1-1 0 0 0,-1 1 0 0 0,0-1-1 0 0,0 1 1 0 0,0-1 0 0 0,1 1 0 0 0,-1-1 0 0 0,0 1 0 0 0,0 0 0 0 0,0 0 0 0 0,0-1-1 0 0,0 1 1 0 0,0 0 0 0 0,0 0 0 0 0,0 0 0 0 0,0 0 0 0 0,0 0 0 0 0,0 0 0 0 0,1 0-1 0 0,-1 0 1 0 0,0 0 0 0 0,0 1 0 0 0,0-1 0 0 0,0 0 0 0 0,0 1 0 0 0,0-1 0 0 0,0 1-1 0 0,1-1 1 0 0,-1 0 0 0 0,0 1 0 0 0,0 0 0 0 0,0-1 0 0 0,1 1 0 0 0,-1 0 0 0 0,0-1 0 0 0,1 1-1 0 0,-1 0 1 0 0,1-1 0 0 0,-1 1 0 0 0,1 0 0 0 0,-1 0 0 0 0,1 0 0 0 0,-1 0 0 0 0,1 0-1 0 0,0-1 1 0 0,0 1 0 0 0,-1 0 0 0 0,1 1 0 0 0,-2 8 24 0 0,0 0 0 0 0,0 0-1 0 0,1 0 1 0 0,0 10 0 0 0,0-6 66 0 0,0 2-34 0 0,1-8-38 0 0,-1 0 0 0 0,0 0 0 0 0,0 0 0 0 0,-1 0 0 0 0,0 0 0 0 0,0 0 0 0 0,0 0 0 0 0,-5 8 0 0 0,3-9-1 0 0,1 0 1 0 0,0 1-1 0 0,0-1 0 0 0,1 1 1 0 0,0 0-1 0 0,-2 12 0 0 0,3-16 12 0 0,1 1 0 0 0,0 0 0 0 0,0-1 0 0 0,0 1-1 0 0,0-1 1 0 0,1 1 0 0 0,-1 0 0 0 0,1-1 0 0 0,0 1 0 0 0,1-1-1 0 0,-1 0 1 0 0,5 9 0 0 0,-4-11-11 0 0,0 0-1 0 0,0 0 1 0 0,0 0 0 0 0,0 0-1 0 0,0 0 1 0 0,1 0-1 0 0,-1-1 1 0 0,1 1 0 0 0,-1-1-1 0 0,1 1 1 0 0,-1-1-1 0 0,1 0 1 0 0,0 0 0 0 0,0 0-1 0 0,0-1 1 0 0,0 1-1 0 0,-1-1 1 0 0,1 1 0 0 0,4-1-1 0 0,1 0 45 0 0,0 0-1 0 0,0 0 1 0 0,0-1 0 0 0,0 0-1 0 0,-1 0 1 0 0,9-3-1 0 0,-7 2-12 0 0,0-1 0 0 0,0-1 0 0 0,11-6-1 0 0,-16 8-50 0 0,-1 0 0 0 0,0 0 0 0 0,0 0 0 0 0,-1-1 0 0 0,1 1 0 0 0,0-1-1 0 0,-1 0 1 0 0,0 0 0 0 0,1 0 0 0 0,-1 0 0 0 0,2-5 0 0 0,6-10 110 0 0,-2 0 1 0 0,0-1 0 0 0,10-38-1 0 0,-17 49-81 0 0,1 1 0 0 0,-2-1-1 0 0,1 0 1 0 0,-1 1-1 0 0,0-1 1 0 0,-1 0-1 0 0,0 0 1 0 0,0 1-1 0 0,0-1 1 0 0,-1 0-1 0 0,0 1 1 0 0,-1 0 0 0 0,-4-11-1 0 0,6 16-43 0 0,0-1 0 0 0,0 1-1 0 0,0 0 1 0 0,0 0 0 0 0,-1-1 0 0 0,1 1-1 0 0,0 0 1 0 0,-1 0 0 0 0,0 0 0 0 0,1 0-1 0 0,-1 1 1 0 0,0-1 0 0 0,0 0 0 0 0,0 1-1 0 0,0-1 1 0 0,0 1 0 0 0,0 0-1 0 0,-1 0 1 0 0,1-1 0 0 0,0 2 0 0 0,-1-1-1 0 0,1 0 1 0 0,-1 0 0 0 0,1 1 0 0 0,-4-1-1 0 0,-38-12-195 0 0,40 11 153 0 0,-1 0 0 0 0,1 0-1 0 0,0 1 1 0 0,0-1 0 0 0,-1 1 0 0 0,1 0-1 0 0,-1 1 1 0 0,1-1 0 0 0,-1 1 0 0 0,1-1 0 0 0,-1 1-1 0 0,1 1 1 0 0,-1-1 0 0 0,1 1 0 0 0,0 0 0 0 0,-1 0-1 0 0,1 0 1 0 0,-8 3 0 0 0,9-2-146 0 0,0-1 0 0 0,-1 1 1 0 0,1 0-1 0 0,1 0 0 0 0,-1 0 0 0 0,0 0 1 0 0,0 1-1 0 0,1-1 0 0 0,-1 1 0 0 0,1 0 0 0 0,0 0 1 0 0,0 0-1 0 0,0 0 0 0 0,0 0 0 0 0,1 0 1 0 0,-1 0-1 0 0,1 0 0 0 0,-1 1 0 0 0,1-1 1 0 0,-1 6-1 0 0,-11 41-4318 0 0,11-23-59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33 13947 0 0,'-7'-11'2573'0'0,"7"10"-2366"0"0,0-1-1 0 0,-1 1 1 0 0,1 0 0 0 0,-1-1-1 0 0,0 1 1 0 0,1 0-1 0 0,-1 0 1 0 0,0-1 0 0 0,0 1-1 0 0,0 0 1 0 0,0 0-1 0 0,0 0 1 0 0,0 0 0 0 0,0 0-1 0 0,0 0 1 0 0,0 1-1 0 0,-2-2 1 0 0,2 3-160 0 0,0 1 1 0 0,0 0-1 0 0,0 0 0 0 0,0 0 1 0 0,1 0-1 0 0,-1 0 1 0 0,1 0-1 0 0,0 0 0 0 0,-1 0 1 0 0,1 0-1 0 0,0 0 0 0 0,0 0 1 0 0,0 0-1 0 0,1 2 1 0 0,-1 0 24 0 0,4 173 1212 0 0,2-17-1517 0 0,-8-125-1569 0 0,-5 37 0 0 0,6-63-401 0 0,0-4-380 0 0</inkml:trace>
  <inkml:trace contextRef="#ctx0" brushRef="#br0" timeOffset="1">257 168 11658 0 0,'0'0'1301'0'0,"-14"-8"3756"0"0,9 7-4861 0 0,1 1 0 0 0,0 0 1 0 0,0 0-1 0 0,0 0 0 0 0,0 0 0 0 0,0 1 1 0 0,-1-1-1 0 0,1 1 0 0 0,0 0 1 0 0,0 0-1 0 0,0 1 0 0 0,-3 1 0 0 0,4-1-164 0 0,0 0-1 0 0,0 0 0 0 0,0 1 1 0 0,1-1-1 0 0,-1 1 1 0 0,1-1-1 0 0,-1 1 0 0 0,1 0 1 0 0,0 0-1 0 0,0 0 0 0 0,1 0 1 0 0,-1 1-1 0 0,1-1 0 0 0,-2 4 1 0 0,-3 9 25 0 0,0 0 1 0 0,2 1-1 0 0,0-1 0 0 0,-3 29 1 0 0,6-39-57 0 0,0 0 1 0 0,-1-1 0 0 0,1 1-1 0 0,-1 0 1 0 0,0-1 0 0 0,-4 7 0 0 0,4-7-2 0 0,-1 0 0 0 0,1 0 0 0 0,1 0 1 0 0,-1 1-1 0 0,1-1 0 0 0,-1 0 1 0 0,1 1-1 0 0,0 6 0 0 0,1-10-159 0 0,0 0 1 0 0,0 0-1 0 0,0 0 0 0 0,0-1 1 0 0,1 1-1 0 0,-1 0 0 0 0,0 0 0 0 0,1 0 1 0 0,-1-1-1 0 0,1 1 0 0 0,0 0 0 0 0,-1 0 1 0 0,1-1-1 0 0,0 1 0 0 0,0-1 0 0 0,0 1 1 0 0,0 0-1 0 0,1-1 0 0 0,-1 0 1 0 0,0 1-1 0 0,1-1 0 0 0,-1 0 0 0 0,0 0 1 0 0,1 0-1 0 0,0 0 0 0 0,-1 0 0 0 0,1 0 1 0 0,-1 0-1 0 0,1 0 0 0 0,0-1 0 0 0,0 1 1 0 0,0-1-1 0 0,-1 1 0 0 0,1-1 0 0 0,0 0 1 0 0,0 1-1 0 0,3-1 0 0 0,3 0-251 0 0,-1 0-1 0 0,1 0 0 0 0,-1-1 0 0 0,1 0 1 0 0,-1 0-1 0 0,1-1 0 0 0,-1 0 0 0 0,0 0 0 0 0,0-1 1 0 0,0 0-1 0 0,7-4 0 0 0,11-6-1717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10 3841 0 0,'-5'-3'8332'0'0,"-6"-3"-5902"0"0,9 6-2280 0 0,0 1 0 0 0,0-1 0 0 0,0 1-1 0 0,0 0 1 0 0,0 0 0 0 0,0 0 0 0 0,0 0 0 0 0,1 0 0 0 0,-1 0-1 0 0,0 0 1 0 0,0 1 0 0 0,1-1 0 0 0,-1 1 0 0 0,1-1-1 0 0,0 1 1 0 0,-1 0 0 0 0,1-1 0 0 0,0 1 0 0 0,0 0 0 0 0,0 0-1 0 0,0 0 1 0 0,0 0 0 0 0,0 0 0 0 0,1 0 0 0 0,-1 0 0 0 0,0 3-1 0 0,-1 5 76 0 0,-1-1 0 0 0,1 1 0 0 0,1-1-1 0 0,-1 16 1 0 0,3-15 43 0 0,0 0 0 0 0,1 0-1 0 0,0 0 1 0 0,1 0 0 0 0,0 0-1 0 0,0-1 1 0 0,1 0 0 0 0,0 1-1 0 0,1-2 1 0 0,7 13 0 0 0,-5-9 5 0 0,0 0 1 0 0,-1 0-1 0 0,-1 0 0 0 0,7 23 1 0 0,-11-33-258 0 0,-1 0 1 0 0,0 0 0 0 0,1 0-1 0 0,-1 0 1 0 0,0 0 0 0 0,0 0-1 0 0,0 0 1 0 0,0 0-1 0 0,0 0 1 0 0,0 0 0 0 0,-1-1-1 0 0,1 1 1 0 0,-1 0-1 0 0,1 0 1 0 0,-1 0 0 0 0,0 0-1 0 0,0-1 1 0 0,0 1 0 0 0,0 0-1 0 0,0-1 1 0 0,0 1-1 0 0,0 0 1 0 0,0-1 0 0 0,-1 1-1 0 0,1-1 1 0 0,0 0-1 0 0,-1 0 1 0 0,0 1 0 0 0,-2 0-1 0 0,-4 2-33 0 0,0 0 0 0 0,-1-1 0 0 0,1 0-1 0 0,-1 0 1 0 0,-12 2 0 0 0,13-4-250 0 0,0 1 0 0 0,0 1 1 0 0,-14 5-1 0 0,16-5-272 0 0,1 0 1 0 0,-1-1-1 0 0,0 1 1 0 0,0-1 0 0 0,-9 2-1 0 0,-16-2-8002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11018 0 0,'0'-1'250'0'0,"0"1"0"0"0,0-1 0 0 0,1 0 0 0 0,-1 1-1 0 0,0-1 1 0 0,1 0 0 0 0,-1 1 0 0 0,1-1 0 0 0,-1 0-1 0 0,1 1 1 0 0,-1-1 0 0 0,1 1 0 0 0,-1-1 0 0 0,1 1-1 0 0,-1-1 1 0 0,1 1 0 0 0,0 0 0 0 0,-1-1 0 0 0,1 1-1 0 0,1-1 1 0 0,19-8 798 0 0,-12 5-403 0 0,34-10 703 0 0,-36 12-1181 0 0,1 0 1 0 0,-1-1-1 0 0,0 1 0 0 0,10-6 1 0 0,-13 6-119 0 0,-1 0 1 0 0,1 0 0 0 0,-1 0 0 0 0,1 1 0 0 0,0-1 0 0 0,-1 1-1 0 0,1 0 1 0 0,0 0 0 0 0,0 1 0 0 0,0-1 0 0 0,0 1 0 0 0,0 0-1 0 0,0 0 1 0 0,0 0 0 0 0,0 0 0 0 0,0 1 0 0 0,0 0 0 0 0,7 2 0 0 0,-9-2-46 0 0,0 1 1 0 0,0 0-1 0 0,0 0 1 0 0,0 0-1 0 0,-1 0 1 0 0,1 0-1 0 0,0 0 1 0 0,-1 0-1 0 0,0 1 1 0 0,1-1 0 0 0,-1 1-1 0 0,0-1 1 0 0,0 1-1 0 0,0 3 1 0 0,5 8 9 0 0,-2-5 4 0 0,0 0 0 0 0,0 0 1 0 0,-2 1-1 0 0,1-1 0 0 0,-1 1 0 0 0,0 0 0 0 0,-1 0 0 0 0,0 0 1 0 0,-1 10-1 0 0,-2 10 256 0 0,-9 48-1 0 0,6-49 233 0 0,-2 54 0 0 0,7-81-477 0 0,0 1 0 0 0,0-1 0 0 0,0 0 0 0 0,0 1 1 0 0,1-1-1 0 0,-1 0 0 0 0,1 1 0 0 0,-1-1 1 0 0,1 0-1 0 0,0 0 0 0 0,0 0 0 0 0,0 0 0 0 0,0 0 1 0 0,0 0-1 0 0,1 0 0 0 0,-1 0 0 0 0,1 0 0 0 0,-1 0 1 0 0,1-1-1 0 0,2 2 0 0 0,-2-1-2 0 0,1 0-1 0 0,0-1 1 0 0,0 1-1 0 0,0-1 1 0 0,0 0-1 0 0,0 0 1 0 0,0 0-1 0 0,0 0 1 0 0,1-1-1 0 0,-1 1 1 0 0,0-1-1 0 0,0 0 1 0 0,4 0-1 0 0,0 0-51 0 0,-1-1 0 0 0,0 1 0 0 0,0-1 0 0 0,1-1 0 0 0,-1 1 0 0 0,0-1 0 0 0,0-1 0 0 0,0 1 0 0 0,-1-1 0 0 0,1 0 0 0 0,0 0 0 0 0,-1 0 0 0 0,0-1 0 0 0,9-7 0 0 0,-1-4-861 0 0,-1 0 0 0 0,12-21 0 0 0,16-38-6745 0 0,-28 48 2137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41 163 1376 0 0,'-1'-15'3313'0'0,"0"7"-2976"0"0,-8-67 1991 0 0,6 24 377 0 0,-2 37-1035 0 0,5 14-1644 0 0,0 0 1 0 0,0 1-1 0 0,0-1 1 0 0,0 0-1 0 0,0 0 1 0 0,0 0-1 0 0,0 1 1 0 0,0-1-1 0 0,0 0 1 0 0,0 0 0 0 0,0 0-1 0 0,0 1 1 0 0,-1-1-1 0 0,1 0 1 0 0,0 0-1 0 0,0 0 1 0 0,0 0-1 0 0,0 1 1 0 0,0-1-1 0 0,0 0 1 0 0,-1 0-1 0 0,1 0 1 0 0,0 0 0 0 0,0 0-1 0 0,0 0 1 0 0,0 1-1 0 0,0-1 1 0 0,-1 0-1 0 0,1 0 1 0 0,0 0-1 0 0,0 0 1 0 0,0 0-1 0 0,-1 0 1 0 0,1 0-1 0 0,0 0 1 0 0,0 0 0 0 0,0 0-1 0 0,-1 0 1 0 0,1 0-1 0 0,0 0 1 0 0,0 0-1 0 0,0 0 1 0 0,-1 0-1 0 0,1 0 1 0 0,0 0-1 0 0,0 0 1 0 0,0 0-1 0 0,0 0 1 0 0,-1 0-1 0 0,1 0 1 0 0,0-1 0 0 0,0 1-1 0 0,0 0 1 0 0,0 0-1 0 0,-1 0 1 0 0,1 0-1 0 0,0 0 1 0 0,0-1-1 0 0,0 1 1 0 0,0 0-1 0 0,0 0 1 0 0,0 0-1 0 0,-1 0 1 0 0,1-1 0 0 0,-5 36 98 0 0,0 0 1 0 0,3 0-1 0 0,3 71 1 0 0,0-72-27 0 0,22 242 696 0 0,-3-59 430 0 0,-12 25 963 0 0,-9-234-2352 0 0,0-1 1 0 0,0 1-1 0 0,0 0 1 0 0,-1-1 0 0 0,-5 12-1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657 114 6097 0 0,'0'0'206'0'0,"-23"-20"7069"0"0,14 16-7027 0 0,0 1 0 0 0,-1 0 1 0 0,1 1-1 0 0,-1 0 0 0 0,0 0 0 0 0,1 1 1 0 0,-1 0-1 0 0,0 1 0 0 0,0 0 1 0 0,1 1-1 0 0,-1 0 0 0 0,0 0 1 0 0,-17 5-1 0 0,-9 5 16 0 0,0 1 0 0 0,-38 18 0 0 0,70-28-246 0 0,-33 16 36 0 0,-9 4-17 0 0,40-19-34 0 0,-1 1 1 0 0,1-1 0 0 0,0 1 0 0 0,0 0 0 0 0,0 1 0 0 0,1-1 0 0 0,-1 1 0 0 0,1 0-1 0 0,1 0 1 0 0,-1 1 0 0 0,1 0 0 0 0,-6 8 0 0 0,-5 10-11 0 0,-20 47 1 0 0,22-42 13 0 0,3 1 0 0 0,0 0 0 0 0,-6 35 0 0 0,-8 96 28 0 0,22-151-35 0 0,0 1 1 0 0,-1-1 0 0 0,-1 1 0 0 0,-5 11 0 0 0,4-10 5 0 0,1-1 0 0 0,-7 26 0 0 0,7-8 14 0 0,0 0-1 0 0,2 0 1 0 0,3 50-1 0 0,0-63-5 0 0,1 0-1 0 0,1-1 0 0 0,0 0 0 0 0,1 1 1 0 0,0-1-1 0 0,2 0 0 0 0,-1-1 0 0 0,14 23 1 0 0,-14-28-9 0 0,1-1 0 0 0,-1 0 0 0 0,2 0 0 0 0,-1-1 0 0 0,1 0 0 0 0,0 0 0 0 0,1 0 0 0 0,-1-1 0 0 0,18 10 0 0 0,5 0 70 0 0,60 24-1 0 0,-45-22-47 0 0,2 0 6 0 0,95 21 0 0 0,-122-35 10 0 0,-7-1-8 0 0,0 0 0 0 0,0 1 0 0 0,16 7-1 0 0,-15-6-21 0 0,1 1 0 0 0,-1-2 0 0 0,1 0 0 0 0,0-1-1 0 0,0 0 1 0 0,0-1 0 0 0,0-1 0 0 0,24-1 0 0 0,12-3 66 0 0,57-11 0 0 0,-106 13-78 0 0,46-7 47 0 0,61-18 0 0 0,-89 20-7 0 0,0-1-1 0 0,-1-1 1 0 0,0-1 0 0 0,-1 0-1 0 0,29-21 1 0 0,-42 26-25 0 0,0 0-1 0 0,0 0 1 0 0,-1 0-1 0 0,0 0 0 0 0,0-1 1 0 0,0 0-1 0 0,0 0 1 0 0,-1 0-1 0 0,6-10 1 0 0,38-64 104 0 0,-29 50-84 0 0,0-1 1 0 0,-2 0 0 0 0,-1-2 0 0 0,18-52 0 0 0,-27 60-3 0 0,-1 0-1 0 0,4-46 1 0 0,-8 63-18 0 0,0-1 0 0 0,1 1 0 0 0,0 0 0 0 0,0 0 0 0 0,6-12 0 0 0,-5 12 1 0 0,0-1 0 0 0,-1 1-1 0 0,1-1 1 0 0,-2 0 0 0 0,3-10-1 0 0,-4 0 17 0 0,-1 0 0 0 0,0-1 0 0 0,-1 1 0 0 0,-1 0 0 0 0,-1 0 0 0 0,0 0 0 0 0,-1 1 0 0 0,-1 0 0 0 0,-16-31 0 0 0,9 12 30 0 0,10 28-49 0 0,1 1-1 0 0,-1 0 1 0 0,0-1-1 0 0,-1 1 0 0 0,-8-12 1 0 0,-15-14-1 0 0,-2 1 1 0 0,-1 1 0 0 0,-1 2 0 0 0,-2 1-1 0 0,-1 2 1 0 0,-1 1 0 0 0,-1 2 0 0 0,-1 1-1 0 0,-1 2 1 0 0,-1 2 0 0 0,0 1 0 0 0,-70-19-1 0 0,75 28-60 0 0,19 5-7 0 0,1-1 1 0 0,-27-10-1 0 0,34 11 4 0 0,-1 1 0 0 0,1-1 0 0 0,0 1 0 0 0,-1 1 0 0 0,1-1 0 0 0,-1 1 0 0 0,0 0 0 0 0,1 1 0 0 0,-1 0 0 0 0,0 0 0 0 0,1 1 0 0 0,-1 0 0 0 0,1 0 0 0 0,-1 1 0 0 0,1 0 0 0 0,-1 0 0 0 0,1 1 0 0 0,0 0 0 0 0,0 0 0 0 0,0 0 0 0 0,0 1 0 0 0,1 0 0 0 0,-7 6 0 0 0,-4 3-882 0 0,2 1 0 0 0,0 0 1 0 0,0 1-1 0 0,2 1 0 0 0,0 0 0 0 0,0 1 0 0 0,-13 24 0 0 0,10-9-1711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30 174 2633 0 0,'-3'-9'4144'0'0,"-3"-25"-1597"0"0,2 0 0 0 0,1-44 0 0 0,-1 63-1165 0 0,0 11-1074 0 0,1 10-237 0 0,1 35-5 0 0,2 0 0 0 0,1-1 0 0 0,9 48-1 0 0,2 64 330 0 0,-13-138-600 0 0,0 10 453 0 0,4-11-6138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17 6113 0 0,'0'0'934'0'0,"-9"-17"2864"0"0,11 33-2682 0 0,1-1 0 0 0,0 0 1 0 0,10 28-1 0 0,26 59-1064 0 0,26 70 2024 0 0,-55-156-810 0 0,-10-16-1244 0 0,0 0 0 0 0,0 0 0 0 0,1 0 0 0 0,-1 0 0 0 0,0 1 0 0 0,0-1 0 0 0,1 0 0 0 0,-1 0 1 0 0,0 0-1 0 0,0 0 0 0 0,1 0 0 0 0,-1 0 0 0 0,0 0 0 0 0,1 0 0 0 0,-1 0 0 0 0,0 0 0 0 0,0-1 0 0 0,1 1 1 0 0,-1 0-1 0 0,0 0 0 0 0,0 0 0 0 0,1 0 0 0 0,-1 0 0 0 0,0 0 0 0 0,0 0 0 0 0,0-1 0 0 0,1 1 1 0 0,-1 0-1 0 0,0 0 0 0 0,0 0 0 0 0,0-1 0 0 0,1 1 0 0 0,-1 0 0 0 0,13-30 432 0 0,-9 16-508 0 0,81-209 335 0 0,-84 219-261 0 0,1 0-1 0 0,0 1 1 0 0,0-1-1 0 0,1 1 1 0 0,4-7-1 0 0,2 2-5536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98 391 4889 0 0,'-3'0'461'0'0,"0"1"-1"0"0,-1 0 1 0 0,1 0-1 0 0,0 0 1 0 0,0 0-1 0 0,0 0 1 0 0,0 1 0 0 0,0-1-1 0 0,1 1 1 0 0,-1 0-1 0 0,0 0 1 0 0,1 0-1 0 0,-1 0 1 0 0,-2 3 0 0 0,0 1 153 0 0,0-1 0 0 0,0 1 0 0 0,0 0 0 0 0,1 0 0 0 0,-5 8 0 0 0,-9 11 2083 0 0,18-31-1967 0 0,9-26-549 0 0,0 0-1 0 0,17-34 0 0 0,-13 33-83 0 0,16-60 0 0 0,-2-4 36 0 0,1-3 334 0 0,-28 98-456 0 0,1 0 0 0 0,-1 0-1 0 0,0 0 1 0 0,1 1-1 0 0,0-1 1 0 0,-1 0 0 0 0,1 0-1 0 0,0 1 1 0 0,1-4-1 0 0,-1 5-10 0 0,-1 0 0 0 0,1-1-1 0 0,0 1 1 0 0,-1 0-1 0 0,1-1 1 0 0,0 1-1 0 0,-1 0 1 0 0,1 0 0 0 0,0 0-1 0 0,0-1 1 0 0,-1 1-1 0 0,1 0 1 0 0,0 0-1 0 0,-1 0 1 0 0,1 0 0 0 0,0 0-1 0 0,0 0 1 0 0,-1 0-1 0 0,1 1 1 0 0,0-1 0 0 0,-1 0-1 0 0,1 0 1 0 0,0 0-1 0 0,-1 1 1 0 0,1-1-1 0 0,0 1 1 0 0,2 0 6 0 0,0 1 0 0 0,-1-1 0 0 0,1 1 0 0 0,-1 0 0 0 0,1 0-1 0 0,-1-1 1 0 0,0 2 0 0 0,0-1 0 0 0,0 0 0 0 0,0 0 0 0 0,0 1 0 0 0,2 2 0 0 0,18 37 109 0 0,-7-12-55 0 0,12 14-21 0 0,-6-12-190 0 0,-2 0 1 0 0,29 69 0 0 0,-41-87-4060 0 0,-2-8 508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42 145 6753 0 0,'-2'-8'1663'0'0,"-25"-114"5016"0"0,21 108-5761 0 0,6 14-911 0 0,0 0 1 0 0,0 0-1 0 0,0 0 1 0 0,0 0-1 0 0,0 1 1 0 0,0-1-1 0 0,0 0 1 0 0,0 0-1 0 0,0 0 0 0 0,0 0 1 0 0,0 1-1 0 0,-1-1 1 0 0,1 0-1 0 0,0 0 1 0 0,0 0-1 0 0,0 0 1 0 0,0 0-1 0 0,0 0 1 0 0,0 0-1 0 0,-1 1 1 0 0,1-1-1 0 0,0 0 0 0 0,0 0 1 0 0,0 0-1 0 0,0 0 1 0 0,0 0-1 0 0,-1 0 1 0 0,1 0-1 0 0,0 0 1 0 0,0 0-1 0 0,0 0 1 0 0,0 0-1 0 0,-1 0 1 0 0,1 0-1 0 0,0 0 0 0 0,0 0 1 0 0,0 0-1 0 0,0 0 1 0 0,-1 0-1 0 0,1 0 1 0 0,0 0-1 0 0,0 0 1 0 0,0 0-1 0 0,0 0 1 0 0,0 0-1 0 0,-1-1 1 0 0,1 1-1 0 0,0 0 0 0 0,0 0 1 0 0,0 0-1 0 0,0 0 1 0 0,2 294 1306 0 0,4-100-449 0 0,3 5-1156 0 0,-5-188-4927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69 5585 0 0,'-20'-20'8169'0'0,"19"20"-8118"0"0,1 0 0 0 0,-1-1 0 0 0,1 1 1 0 0,0-1-1 0 0,-1 1 0 0 0,1 0 0 0 0,-1-1 1 0 0,1 1-1 0 0,-1 0 0 0 0,0 0 0 0 0,1 0 1 0 0,-1-1-1 0 0,1 1 0 0 0,-1 0 0 0 0,1 0 1 0 0,-1 0-1 0 0,0 0 0 0 0,1 0 0 0 0,-1 0 1 0 0,1 0-1 0 0,-1 0 0 0 0,1 0 0 0 0,-1 0 1 0 0,0 0-1 0 0,1 0 0 0 0,-1 0 0 0 0,1 1 1 0 0,-1-1-1 0 0,1 0 0 0 0,-1 0 0 0 0,1 1 1 0 0,-1-1-1 0 0,1 0 0 0 0,-1 1 0 0 0,1-1 1 0 0,-1 1-1 0 0,1-1 0 0 0,-1 0 0 0 0,1 1 1 0 0,0-1-1 0 0,-1 1 0 0 0,1-1 0 0 0,0 1 0 0 0,-1-1 1 0 0,1 1-1 0 0,0-1 0 0 0,0 1 0 0 0,0-1 1 0 0,-1 1-1 0 0,1 1 0 0 0,-10 28-191 0 0,-4 41 954 0 0,-7 106-1 0 0,20-92 656 0 0,1-85-1457 0 0,0 0-1 0 0,0 1 1 0 0,0-1 0 0 0,0 0 0 0 0,0 0 0 0 0,0 0-1 0 0,0 0 1 0 0,0 0 0 0 0,0 1 0 0 0,0-1 0 0 0,0 0-1 0 0,0 0 1 0 0,0 0 0 0 0,0 0 0 0 0,0 1 0 0 0,0-1-1 0 0,0 0 1 0 0,0 0 0 0 0,0 0 0 0 0,0 0 0 0 0,0 0-1 0 0,0 1 1 0 0,0-1 0 0 0,0 0 0 0 0,0 0 0 0 0,0 0-1 0 0,1 0 1 0 0,-1 0 0 0 0,0 1 0 0 0,0-1 0 0 0,0 0-1 0 0,0 0 1 0 0,0 0 0 0 0,0 0 0 0 0,0 0 0 0 0,1 0-1 0 0,-1 0 1 0 0,0 0 0 0 0,0 0 0 0 0,0 1 0 0 0,0-1-1 0 0,1 0 1 0 0,-1 0 0 0 0,0 0 0 0 0,0 0 0 0 0,0 0-1 0 0,0 0 1 0 0,0 0 0 0 0,1 0 0 0 0,-1 0 0 0 0,0 0-1 0 0,0 0 1 0 0,0 0 0 0 0,0 0 0 0 0,1 0 0 0 0,-1 0-1 0 0,0 0 1 0 0,0-1 0 0 0,0 1 0 0 0,1 0-1 0 0,5-10 187 0 0,1-51-86 0 0,6-36-64 0 0,-10 84-57 0 0,1 0-1 0 0,0 1 0 0 0,0-1 0 0 0,1 1 0 0 0,11-18 1 0 0,-6 13 19 0 0,-5 8-14 0 0,0 1 0 0 0,12-16 1 0 0,-14 21 2 0 0,-1 0 1 0 0,1 1 0 0 0,0 0 0 0 0,0 0-1 0 0,-1-1 1 0 0,1 2 0 0 0,1-1 0 0 0,-1 0 0 0 0,0 1-1 0 0,0-1 1 0 0,1 1 0 0 0,3-1 0 0 0,8-5 2 0 0,11-5-176 0 0,-25 12 171 0 0,0 0-1 0 0,0-1 1 0 0,-1 1-1 0 0,1 0 1 0 0,0 0 0 0 0,0 0-1 0 0,0 0 1 0 0,0 0 0 0 0,-1 0-1 0 0,1 0 1 0 0,0 0-1 0 0,0 1 1 0 0,0-1 0 0 0,-1 0-1 0 0,1 0 1 0 0,0 1 0 0 0,0-1-1 0 0,0 0 1 0 0,-1 1 0 0 0,1-1-1 0 0,0 1 1 0 0,-1-1-1 0 0,1 1 1 0 0,0-1 0 0 0,-1 1-1 0 0,1-1 1 0 0,-1 1 0 0 0,1 1-1 0 0,5 7-2 0 0,-1 1 0 0 0,0 0 0 0 0,0 0 0 0 0,-1 0 0 0 0,-1 0 0 0 0,1 1 0 0 0,1 11 0 0 0,6 81 150 0 0,-11-99-138 0 0,2 23 54 0 0,0 2 192 0 0,-2-21 26 0 0,1-10 147 0 0,0-18-395 0 0,0 0 1 0 0,2 0 0 0 0,1 1 0 0 0,11-37 0 0 0,36-75-31 0 0,-48 125-18 0 0,-1 0 0 0 0,2 0-1 0 0,-1 0 1 0 0,0 0 0 0 0,1 1-1 0 0,9-10 1 0 0,-12 14 11 0 0,1-1-1 0 0,-1 1 1 0 0,1 0 0 0 0,0 0-1 0 0,-1 0 1 0 0,1 0 0 0 0,0 0-1 0 0,0 0 1 0 0,-1 0 0 0 0,1 1-1 0 0,0-1 1 0 0,0 1 0 0 0,0-1-1 0 0,0 1 1 0 0,0 0 0 0 0,0 0-1 0 0,0 0 1 0 0,0 0 0 0 0,0 0-1 0 0,0 0 1 0 0,0 0 0 0 0,-1 1-1 0 0,1-1 1 0 0,0 1 0 0 0,0-1-1 0 0,0 1 1 0 0,2 1 0 0 0,-3-1 9 0 0,1 0 0 0 0,0 1 0 0 0,-1-1 0 0 0,1 1 0 0 0,-1-1 1 0 0,0 1-1 0 0,1 0 0 0 0,-1-1 0 0 0,0 1 0 0 0,0 0 0 0 0,0 0 0 0 0,0 0 0 0 0,0 0 1 0 0,0 4-1 0 0,10 31-3 0 0,-10-32-1 0 0,34 195 161 0 0,-34-194-138 0 0,0-1 1 0 0,1 1-1 0 0,-1-1 0 0 0,1 0 1 0 0,4 9-1 0 0,-3-10-130 0 0,-1 1 0 0 0,0 0 0 0 0,0 0-1 0 0,-1 0 1 0 0,1 0 0 0 0,-1 0 0 0 0,0 0-1 0 0,0 6 1 0 0,-1 0-3836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211 141 12579 0 0,'-10'5'1099'0'0,"6"0"-861"0"0,0-1 0 0 0,0 0 0 0 0,0 1 0 0 0,1 0 0 0 0,0 0 0 0 0,0 0 0 0 0,0 0 0 0 0,0 1 0 0 0,1-1 0 0 0,-2 6 0 0 0,-3 7 136 0 0,-6 11 11 0 0,-4 10 743 0 0,-40 65 0 0 0,6-31-181 0 0,48-68-847 0 0,3-4-55 0 0,-1 1 0 0 0,1-1-1 0 0,-1 0 1 0 0,1 0 0 0 0,-1 0 0 0 0,0 0 0 0 0,1 0 0 0 0,-1 0 0 0 0,0-1 0 0 0,0 1 0 0 0,0 0 0 0 0,0 0-1 0 0,0-1 1 0 0,0 1 0 0 0,0 0 0 0 0,0-1 0 0 0,-2 2 0 0 0,7-22 148 0 0,48-110-66 0 0,7-26 41 0 0,-47 116-129 0 0,-5 15-64 0 0,0 0-1 0 0,2 0 1 0 0,18-34-1 0 0,-27 58 22 0 0,0 1 0 0 0,1-1 0 0 0,-1 0 0 0 0,1 1 0 0 0,-1-1 0 0 0,1 1 0 0 0,-1-1 0 0 0,1 0 0 0 0,-1 1 0 0 0,1-1 0 0 0,0 1-1 0 0,-1 0 1 0 0,1-1 0 0 0,0 1 0 0 0,-1-1 0 0 0,1 1 0 0 0,0 0 0 0 0,-1-1 0 0 0,1 1 0 0 0,0 0 0 0 0,0 0 0 0 0,0 0 0 0 0,-1 0 0 0 0,1 0 0 0 0,0 0 0 0 0,0 0-1 0 0,-1 0 1 0 0,1 0 0 0 0,0 0 0 0 0,0 0 0 0 0,0 0 0 0 0,-1 0 0 0 0,1 1 0 0 0,0-1 0 0 0,0 0 0 0 0,-1 1 0 0 0,1-1 0 0 0,0 0 0 0 0,-1 1 0 0 0,2 0-1 0 0,0 0 3 0 0,0 1 0 0 0,0-1-1 0 0,0 1 1 0 0,0 0 0 0 0,-1 0 0 0 0,1 0-1 0 0,0 0 1 0 0,-1 0 0 0 0,1 0-1 0 0,-1 0 1 0 0,2 3 0 0 0,14 45 145 0 0,21 101 1 0 0,-4-14 38 0 0,-24-103-115 0 0,2 3 15 0 0,-2 0 1 0 0,-1 0 0 0 0,4 43-1 0 0,-13-74-70 0 0,1 0 0 0 0,1-1-1 0 0,-1 1 1 0 0,1-1 0 0 0,0 0-1 0 0,3 7 1 0 0,-2-7-7 0 0,-1 0 0 0 0,0-1 0 0 0,-1 1 0 0 0,1 0 0 0 0,-1 1 0 0 0,0-1 0 0 0,0 0 0 0 0,0 6 0 0 0,-1-10-136 0 0,0 0 0 0 0,0 0 1 0 0,0 0-1 0 0,0 1 0 0 0,0-1 0 0 0,0 0 0 0 0,0 0 0 0 0,-1 0 1 0 0,1 0-1 0 0,0 0 0 0 0,-1 0 0 0 0,1 0 0 0 0,-1 0 0 0 0,1 0 0 0 0,-1 0 1 0 0,1 0-1 0 0,-1 0 0 0 0,0 0 0 0 0,1-1 0 0 0,-1 1 0 0 0,0 0 1 0 0,0 0-1 0 0,0-1 0 0 0,-1 2 0 0 0,0-1-128 0 0,1-1 1 0 0,-1 0-1 0 0,0 1 1 0 0,1-1-1 0 0,-1 0 1 0 0,0 0-1 0 0,1 0 0 0 0,-1 0 1 0 0,0 0-1 0 0,1 0 1 0 0,-1 0-1 0 0,1-1 0 0 0,-1 1 1 0 0,0 0-1 0 0,1-1 1 0 0,-1 1-1 0 0,-1-2 0 0 0,1 1-54 0 0,0 0-1 0 0,0 0 0 0 0,0-1 1 0 0,0 1-1 0 0,0 0 0 0 0,0-1 1 0 0,0 0-1 0 0,1 1 0 0 0,-1-1 1 0 0,1 0-1 0 0,-1 0 0 0 0,1 0 1 0 0,-1 0-1 0 0,1 0 0 0 0,0 0 0 0 0,0 0 1 0 0,0 0-1 0 0,0 0 0 0 0,0-4 1 0 0,-5-8-995 0 0,-5-8-654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63 1704 0 0,'-3'-10'5359'0'0,"-10"-9"-2849"0"0,4 6-381 0 0,9 13-2019 0 0,-1-1 0 0 0,1 1-1 0 0,0-1 1 0 0,0 1 0 0 0,-1-1-1 0 0,1 1 1 0 0,0-1-1 0 0,0 1 1 0 0,0-1 0 0 0,0 0-1 0 0,0 1 1 0 0,0-1-1 0 0,0 1 1 0 0,0-1 0 0 0,0 1-1 0 0,0-1 1 0 0,0 0-1 0 0,0 1 1 0 0,0-1 0 0 0,1 1-1 0 0,-1-1 1 0 0,0 1 0 0 0,0-1-1 0 0,0 1 1 0 0,1-1-1 0 0,-1 1 1 0 0,0-1 0 0 0,1 1-1 0 0,-1-1 1 0 0,1 1-1 0 0,-1 0 1 0 0,0-1 0 0 0,1 1-1 0 0,-1 0 1 0 0,1-1-1 0 0,-1 1 1 0 0,1 0 0 0 0,-1-1-1 0 0,1 1 1 0 0,-1 0 0 0 0,1 0-1 0 0,-1 0 1 0 0,1-1-1 0 0,0 1 1 0 0,-1 0 0 0 0,1 0-1 0 0,-1 0 1 0 0,1 0-1 0 0,0 0 1 0 0,36-1-159 0 0,-32 1 483 0 0,137 14 1178 0 0,-17 0-1325 0 0,-76-13-3665 0 0,-39-1-292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49 3153 0 0,'0'0'512'0'0,"9"-27"9993"0"0,-9 26-10316 0 0,0 0 0 0 0,0 0 0 0 0,0 0 0 0 0,0 0-1 0 0,-1 0 1 0 0,1 0 0 0 0,0 0 0 0 0,0 0 0 0 0,-1 0 0 0 0,1 0 0 0 0,-1 0 0 0 0,1 0 0 0 0,-1 1 0 0 0,1-1 0 0 0,-1 0 0 0 0,1 0 0 0 0,-1 0 0 0 0,0 0 0 0 0,0 1 0 0 0,1-1 0 0 0,-2 0 0 0 0,1 0-177 0 0,1 1 185 0 0,14 0 4 0 0,36-1-205 0 0,0 3-1 0 0,0 2 1 0 0,57 11-1 0 0,-67-8-13 0 0,798 70-27 0 0,6-69 105 0 0,-585-14-58 0 0,146-2-11 0 0,328 18 42 0 0,-2-1 30 0 0,-582-11-16 0 0,-44-1-3 0 0,187 18 0 0 0,-287-14-380 0 0,9 3-5665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73 553 3713 0 0,'-23'0'5046'0'0,"19"0"-4582"0"0,0 0-1 0 0,1 0 0 0 0,-1-1 0 0 0,1 0 1 0 0,-1 0-1 0 0,1 0 0 0 0,-1 0 1 0 0,1 0-1 0 0,0 0 0 0 0,-6-4 1 0 0,4 2-1 0 0,36 26 568 0 0,-13-14-976 0 0,1-1 0 0 0,0-1 0 0 0,1-1 1 0 0,-1 0-1 0 0,1-2 0 0 0,28 4 0 0 0,126 1 197 0 0,-132-8-206 0 0,28-1 115 0 0,103-14 0 0 0,70-26 177 0 0,286-84-106 0 0,-71 24-103 0 0,-255 61-143 0 0,-55 10 46 0 0,343-77 99 0 0,-80 27-36 0 0,-229 49 40 0 0,136-9 475 0 0,-208 29-462 0 0,41 2-1 0 0,-150 8-346 0 0,-1 0 1 0 0,1 0-1 0 0,-1 0 0 0 0,1 0 1 0 0,-1 0-1 0 0,0 0 1 0 0,1 0-1 0 0,-1 0 1 0 0,1 0-1 0 0,-1 1 1 0 0,0-1-1 0 0,1 0 1 0 0,-1 0-1 0 0,1 0 1 0 0,-1 1-1 0 0,0-1 0 0 0,1 0 1 0 0,-1 0-1 0 0,0 1 1 0 0,0-1-1 0 0,1 0 1 0 0,-1 1-1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26 187 8714 0 0,'-1'0'58'0'0,"0"0"0"0"0,0 0 1 0 0,0 0-1 0 0,0-1 0 0 0,0 2 0 0 0,0-1 1 0 0,0 0-1 0 0,0 0 0 0 0,0 0 0 0 0,0 0 1 0 0,0 1-1 0 0,0-1 0 0 0,0 0 0 0 0,0 1 1 0 0,0-1-1 0 0,0 1 0 0 0,0-1 0 0 0,1 1 1 0 0,-1-1-1 0 0,0 1 0 0 0,0 0 0 0 0,1-1 1 0 0,-1 1-1 0 0,0 0 0 0 0,1 0 0 0 0,-2 0 1 0 0,2 1-45 0 0,0 0 1 0 0,0-1-1 0 0,0 1 1 0 0,0-1-1 0 0,0 1 1 0 0,0 0-1 0 0,0-1 1 0 0,0 1-1 0 0,1-1 0 0 0,-1 1 1 0 0,1-1-1 0 0,-1 1 1 0 0,1-1-1 0 0,0 1 1 0 0,-1-1-1 0 0,2 2 1 0 0,0 1 37 0 0,1-1 1 0 0,-1 0-1 0 0,0 1 0 0 0,1-1 1 0 0,0 0-1 0 0,0 0 1 0 0,0-1-1 0 0,0 1 0 0 0,0-1 1 0 0,0 1-1 0 0,1-1 1 0 0,-1 0-1 0 0,1 0 0 0 0,-1 0 1 0 0,6 1-1 0 0,5 1 250 0 0,1 0 0 0 0,-1-2 0 0 0,16 2 0 0 0,-15-2-133 0 0,0 0 1 0 0,20 7-1 0 0,-4 1 37 0 0,-15-3-108 0 0,0-2-1 0 0,1 0 0 0 0,0-1 1 0 0,18 2-1 0 0,32-4 397 0 0,0-2 0 0 0,108-15-1 0 0,-28 2-235 0 0,554-17 26 0 0,35-33-141 0 0,-368 21-64 0 0,323 0-31 0 0,4-19 1203 0 0,-408 30-531 0 0,83 1-284 0 0,463 23 0 0 0,-748 12-173 0 0,-10 1-675 0 0,-25-5-2965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73 151 8314 0 0,'0'-87'2474'0'0,"0"29"2571"0"0,0 58-5011 0 0,0 0 0 0 0,0 0 0 0 0,0-1 0 0 0,0 1 0 0 0,1 0 0 0 0,-1 0 0 0 0,0 0 0 0 0,0 0 0 0 0,-1-1 0 0 0,1 1 0 0 0,0 0 0 0 0,0 0 0 0 0,0 0 0 0 0,0-1 1 0 0,0 1-1 0 0,0 0 0 0 0,0 0 0 0 0,0 0 0 0 0,0-1 0 0 0,0 1 0 0 0,0 0 0 0 0,-1 0 0 0 0,1 0 0 0 0,0 0 0 0 0,0 0 0 0 0,0-1 0 0 0,0 1 0 0 0,0 0 0 0 0,-1 0 0 0 0,1 0 0 0 0,0 0 0 0 0,0 0 0 0 0,0 0 1 0 0,0 0-1 0 0,-1-1 0 0 0,1 1 0 0 0,0 0 0 0 0,0 0 0 0 0,0 0 0 0 0,-1 0 0 0 0,1 0 0 0 0,0 0 0 0 0,0 0 0 0 0,0 0 0 0 0,-1 0 0 0 0,1 0 0 0 0,0 0 0 0 0,0 0 0 0 0,0 0 0 0 0,-1 1 0 0 0,1-1 1 0 0,0 0-1 0 0,0 0 0 0 0,-1 0 9 0 0,0 1 0 0 0,1-1 0 0 0,-1 1 0 0 0,0-1 0 0 0,1 1 1 0 0,-1-1-1 0 0,0 1 0 0 0,1-1 0 0 0,-1 1 0 0 0,1 0 0 0 0,0-1 0 0 0,-1 1 1 0 0,1 0-1 0 0,-1 0 0 0 0,1-1 0 0 0,-1 2 0 0 0,-17 44 355 0 0,11-31-260 0 0,1 0-1 0 0,-6 23 0 0 0,6 0 132 0 0,1 1-1 0 0,3-1 1 0 0,3 66 0 0 0,0-67-97 0 0,1 1 11 0 0,1 0-1 0 0,15 62 1 0 0,29 72 242 0 0,-30-115-257 0 0,-10-31-72 0 0,-2-1-1 0 0,4 40 1 0 0,-7-15-4047 0 0,-2-50 3708 0 0,0 1 0 0 0,0-1 1 0 0,0 1-1 0 0,0-1 1 0 0,0 0-1 0 0,0 1 1 0 0,0-1-1 0 0,-1 1 1 0 0,1-1-1 0 0,0 0 1 0 0,0 1-1 0 0,0-1 0 0 0,-1 1 1 0 0,1-1-1 0 0,0 0 1 0 0,-1 0-1 0 0,1 1 1 0 0,0-1-1 0 0,-1 0 1 0 0,1 1-1 0 0,0-1 1 0 0,-1 0-1 0 0,-8 3-6304 0 0,-3-2 3207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5 1008 0 0,'-61'0'6938'0'0,"-29"-2"-2152"0"0,-64-1 1409 0 0,152 5-5823 0 0,6 1-123 0 0,7 2-81 0 0,27 4 89 0 0,0-3-1 0 0,75 4 1 0 0,81-11 275 0 0,-106 0-399 0 0,-23-1-33 0 0,19 0 45 0 0,0 3-1 0 0,101 15 1 0 0,-185-16-234 0 0,1 0 1 0 0,0 0 0 0 0,-1 0 0 0 0,1 0-1 0 0,-1 0 1 0 0,1 1 0 0 0,-1-1-1 0 0,1 0 1 0 0,-1 0 0 0 0,1 0 0 0 0,-1 0-1 0 0,1 1 1 0 0,-1-1 0 0 0,1 0-1 0 0,-1 1 1 0 0,1-1 0 0 0,-1 0 0 0 0,1 1-1 0 0,-1-1 1 0 0,1 0 0 0 0,-1 1-1 0 0,0-1 1 0 0,1 1 0 0 0,-1-1 0 0 0,1 1-1 0 0,-2 0-137 0 0,1 0 1 0 0,0-1-1 0 0,-1 1 0 0 0,1-1 0 0 0,0 1 0 0 0,-1-1 0 0 0,1 1 0 0 0,0-1 0 0 0,-1 1 1 0 0,1-1-1 0 0,-1 0 0 0 0,1 1 0 0 0,-1-1 0 0 0,1 1 0 0 0,-1-1 0 0 0,0 0 0 0 0,1 0 1 0 0,-1 1-1 0 0,1-1 0 0 0,-1 0 0 0 0,0 0 0 0 0,1 0 0 0 0,-2 1 0 0 0,-15 4-2092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9490 0 0,'-12'1'1163'0'0,"0"0"-1"0"0,0 0 1 0 0,0 1-1 0 0,1 0 1 0 0,-1 1-1 0 0,-21 9 1 0 0,33-12-1133 0 0,0 1 0 0 0,-1-1 1 0 0,1 0-1 0 0,-1 1 0 0 0,1-1 0 0 0,-1 1 0 0 0,1-1 1 0 0,0 0-1 0 0,-1 1 0 0 0,1-1 0 0 0,0 1 1 0 0,0-1-1 0 0,-1 1 0 0 0,1 0 0 0 0,0-1 1 0 0,0 1-1 0 0,0-1 0 0 0,0 1 0 0 0,-1-1 1 0 0,1 1-1 0 0,0 0 0 0 0,0-1 0 0 0,0 1 1 0 0,0-1-1 0 0,0 1 0 0 0,1-1 0 0 0,-1 1 1 0 0,0 0-1 0 0,0-1 0 0 0,0 1 0 0 0,0-1 1 0 0,1 1-1 0 0,-1-1 0 0 0,0 1 0 0 0,0-1 1 0 0,1 1-1 0 0,-1-1 0 0 0,0 1 0 0 0,1-1 1 0 0,-1 0-1 0 0,1 1 0 0 0,-1-1 0 0 0,0 1 1 0 0,1-1-1 0 0,-1 0 0 0 0,1 1 0 0 0,-1-1 1 0 0,1 0-1 0 0,-1 0 0 0 0,1 1 0 0 0,0-1 1 0 0,0 0-1 0 0,15 3 144 0 0,0 0 1 0 0,19 1 0 0 0,-17-3-53 0 0,0 1 1 0 0,26 7 0 0 0,-10 3-7 0 0,-19-7-51 0 0,1 0 0 0 0,22 4 0 0 0,55 1 95 0 0,153-4 0 0 0,-176-7-172 0 0,-31 0-106 0 0,-18 0-1783 0 0,-1 0-4962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15 10978 0 0,'-21'-14'7786'0'0,"19"17"-7693"0"0,0 1 0 0 0,0-1 0 0 0,1 1 0 0 0,-1 0-1 0 0,1-1 1 0 0,0 1 0 0 0,0 0 0 0 0,1 0 0 0 0,-1 0 0 0 0,1 0 0 0 0,0 5 0 0 0,-1 0 39 0 0,-2 207 977 0 0,4-120-931 0 0,0-22-60 0 0,-12 265 556 0 0,9-316-315 0 0,4 38 0 0 0,-1-38-2379 0 0,-1 0-3355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69 10962 0 0,'-8'-2'7525'0'0,"18"-3"-7230"0"0,-1 1 0 0 0,1 0 0 0 0,0 0 0 0 0,0 1 1 0 0,15-3-1 0 0,-3 0-51 0 0,16-4-245 0 0,-1 2 1 0 0,1 1 0 0 0,1 3-1 0 0,-1 0 1 0 0,1 3-1 0 0,49 4 1 0 0,-59 1-1745 0 0,-11 0-4352 0 0</inkml:trace>
  <inkml:trace contextRef="#ctx0" brushRef="#br0" timeOffset="1">251 166 11634 0 0,'-1'0'177'0'0,"-1"0"15"0"0,0 0 176 0 0,1 0 48 0 0,-1 0 16 0 0,-1 3 1952 0 0,5-3-2088 0 0,-1 0-208 0 0,12 0 32 0 0,11-6-88 0 0,10-7-48 0 0,0-2-1512 0 0,0-2-320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377 311 9938 0 0,'0'-3'377'0'0,"-1"0"0"0"0,0 0-1 0 0,0 0 1 0 0,0 0 0 0 0,0 0 0 0 0,0 0-1 0 0,-3-4 1 0 0,-1-3-41 0 0,-3-22 910 0 0,0 0-1 0 0,2 0 1 0 0,2 0 0 0 0,0-1-1 0 0,3-58 1 0 0,1 91-1220 0 0,-1-1 1 0 0,1 0-1 0 0,-1 0 1 0 0,1 0-1 0 0,-1 1 1 0 0,1-1-1 0 0,-1 0 1 0 0,0 0-1 0 0,1 1 1 0 0,-1-1-1 0 0,0 0 1 0 0,0 1-1 0 0,1-1 1 0 0,-1 1-1 0 0,0-1 1 0 0,0 1-1 0 0,0 0 1 0 0,0-1-1 0 0,1 1 1 0 0,-3-1-1 0 0,-18-5 182 0 0,16 5-172 0 0,-1 1 0 0 0,0 0 1 0 0,0 0-1 0 0,0 0 0 0 0,0 0 1 0 0,0 1-1 0 0,0 0 0 0 0,0 1 0 0 0,1-1 1 0 0,-9 4-1 0 0,-4 3 80 0 0,-30 17 0 0 0,37-18-85 0 0,2 1 0 0 0,-1 1 0 0 0,1-1 0 0 0,0 1 0 0 0,1 1 0 0 0,0-1 0 0 0,1 2 0 0 0,0-1 0 0 0,-9 17 0 0 0,12-17-7 0 0,0 1 0 0 0,1-1 0 0 0,0 0 0 0 0,-2 15 0 0 0,3-14-15 0 0,0-1 0 0 0,-1 1 0 0 0,0-1 1 0 0,-4 10-1 0 0,2-8-2 0 0,0 0 0 0 0,1 0 0 0 0,1 0-1 0 0,0 0 1 0 0,1 1 0 0 0,0-1 0 0 0,1 1 0 0 0,1-1 0 0 0,1 25 0 0 0,2-11 53 0 0,1 0-1 0 0,1-1 1 0 0,15 46 0 0 0,-18-64-18 0 0,1-1 0 0 0,-1 1 0 0 0,1-1 0 0 0,1 0 1 0 0,-1 0-1 0 0,1 0 0 0 0,0 0 0 0 0,0-1 0 0 0,9 9 0 0 0,-9-10-1 0 0,1-1 1 0 0,-1 0-1 0 0,1 0 1 0 0,0 0-1 0 0,0-1 0 0 0,0 0 1 0 0,0 0-1 0 0,0 0 0 0 0,0 0 1 0 0,1-1-1 0 0,-1 0 0 0 0,9 1 1 0 0,-7-1-13 0 0,0 0 1 0 0,-1 1-1 0 0,0 0 0 0 0,1 0 1 0 0,6 4-1 0 0,-7-3-5 0 0,1 0 0 0 0,-1-1-1 0 0,1 1 1 0 0,12 1-1 0 0,1-3-23 0 0,0-1 0 0 0,-1-1-1 0 0,1-1 1 0 0,-1 0-1 0 0,1-2 1 0 0,-1 0-1 0 0,0-1 1 0 0,27-11 0 0 0,-24 4-3985 0 0,-12 2-4448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35 11114 0 0,'0'0'199'0'0,"0"-34"7700"0"0,0 50-7081 0 0,0 16-427 0 0,0 0 1 0 0,-3-1-1 0 0,-8 49 0 0 0,-11-3-43 0 0,11-43-33 0 0,2 0 1 0 0,-7 51 0 0 0,15-84-288 0 0,1 1 0 0 0,0 0 0 0 0,0-1-1 0 0,0 1 1 0 0,0-1 0 0 0,0 1 0 0 0,0-1 0 0 0,0 1 0 0 0,0-1-1 0 0,1 1 1 0 0,-1-1 0 0 0,1 1 0 0 0,-1-1 0 0 0,1 1-1 0 0,0-1 1 0 0,-1 0 0 0 0,1 1 0 0 0,0-1 0 0 0,0 0-1 0 0,0 0 1 0 0,0 1 0 0 0,0-1 0 0 0,0 0 0 0 0,2 2 0 0 0,1-2-2 0 0,-1 1 0 0 0,0-1 0 0 0,1 0 0 0 0,-1 0 1 0 0,1 0-1 0 0,-1 0 0 0 0,1 0 0 0 0,0-1 1 0 0,6 0-1 0 0,39 0 94 0 0,74-10 0 0 0,25-1 353 0 0,-145 11-826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 10778 0 0,'-9'0'9836'0'0,"15"0"-9902"0"0,27-1 955 0 0,-12-2-4921 0 0,-18 3 1934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0 473 10330 0 0,'0'0'2937'0'0,"2"0"-2825"0"0,-1 0-96 0 0,1 0 616 0 0,1 0-56 0 0,11 0 72 0 0,1-1-144 0 0,5-4-328 0 0,-3-1-104 0 0,4-5-40 0 0,1-1-32 0 0,-2 0-376 0 0,8 10-1400 0 0,-7-18-256 0 0</inkml:trace>
  <inkml:trace contextRef="#ctx0" brushRef="#br0" timeOffset="1">648 59 11194 0 0,'-12'-13'4080'0'0,"9"9"-3581"0"0,-23-22 2395 0 0,25 24-2678 0 0,-1 1 0 0 0,0-1 0 0 0,1 1 1 0 0,-1 0-1 0 0,0 0 0 0 0,0 0 0 0 0,0 0 0 0 0,0 0 1 0 0,0 0-1 0 0,0 0 0 0 0,0 0 0 0 0,-1 1 1 0 0,-2-1-1 0 0,5 1-183 0 0,-1 0-1 0 0,1 1 1 0 0,-1-1 0 0 0,1 0-1 0 0,-1 1 1 0 0,1-1 0 0 0,0 1-1 0 0,-1-1 1 0 0,1 0 0 0 0,0 1-1 0 0,-1-1 1 0 0,1 1 0 0 0,0-1-1 0 0,-1 1 1 0 0,1-1 0 0 0,0 1-1 0 0,0-1 1 0 0,0 1 0 0 0,0 0 0 0 0,-1-1-1 0 0,1 1 1 0 0,0-1 0 0 0,0 1-1 0 0,0-1 1 0 0,0 2 0 0 0,-1 17-48 0 0,1-17 80 0 0,0 28 61 0 0,1 0 0 0 0,2 1 0 0 0,12 51 0 0 0,-3-10-83 0 0,4 93-317 0 0,-15-95-8666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19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70 14491 0 0,'-4'-5'405'0'0,"2"4"-60"0"0,1-1 0 0 0,-1 0-1 0 0,0 1 1 0 0,1-1 0 0 0,-1 1 0 0 0,0 0-1 0 0,0-1 1 0 0,0 1 0 0 0,-3-1-1 0 0,5 2-295 0 0,-1 0-1 0 0,0 0 1 0 0,0 0-1 0 0,1 0 1 0 0,-1 0-1 0 0,0 1 0 0 0,0-1 1 0 0,1 0-1 0 0,-1 1 1 0 0,0-1-1 0 0,1 0 0 0 0,-1 1 1 0 0,0-1-1 0 0,1 1 1 0 0,-1-1-1 0 0,1 1 1 0 0,-1-1-1 0 0,1 1 0 0 0,-1-1 1 0 0,1 1-1 0 0,-1 0 1 0 0,1-1-1 0 0,-1 1 0 0 0,1 0 1 0 0,0-1-1 0 0,-1 1 1 0 0,1 0-1 0 0,0-1 1 0 0,0 1-1 0 0,0 0 0 0 0,-1 0 1 0 0,1-1-1 0 0,0 2 1 0 0,-4 11 83 0 0,1 0 1 0 0,0 0 0 0 0,1 0 0 0 0,1 0 0 0 0,0 1-1 0 0,0-1 1 0 0,2 16 0 0 0,16 98 610 0 0,-6-61-549 0 0,-7-33-289 0 0,-1 0 1 0 0,-1 0 0 0 0,-2 0 0 0 0,-1 1-1 0 0,-9 55 1 0 0,8-80-453 0 0,0 10-2255 0 0,-4-11-2167 0 0,-2-23 371 0 0,8 13 4413 0 0,-27-150 215 0 0,22 86 3042 0 0,2-105 0 0 0,6 154-2629 0 0,0-1 0 0 0,0 1 0 0 0,2 0 0 0 0,0 1 0 0 0,1-1 0 0 0,0 1 0 0 0,1 0 0 0 0,10-15 0 0 0,-8 14-110 0 0,-6 12-220 0 0,1 0 0 0 0,0 0 1 0 0,0 1-1 0 0,1-1 0 0 0,-1 1 0 0 0,1 0 0 0 0,0 0 0 0 0,0 0 1 0 0,1 1-1 0 0,-1 0 0 0 0,1 0 0 0 0,-1 0 0 0 0,1 1 0 0 0,7-2 1 0 0,18-11 314 0 0,-26 13-372 0 0,0 0 0 0 0,0 1 0 0 0,0-1 0 0 0,0 1 0 0 0,0 0 0 0 0,0 0-1 0 0,0 1 1 0 0,0 0 0 0 0,0 0 0 0 0,0 0 0 0 0,0 0 0 0 0,0 1 0 0 0,1 0 0 0 0,-1 0 0 0 0,0 0 0 0 0,-1 0 0 0 0,1 1 0 0 0,0 0 0 0 0,0 0 0 0 0,-1 1 0 0 0,1-1 0 0 0,6 6 0 0 0,-7-3-7 0 0,1 0 0 0 0,-1 1 0 0 0,-1 0 1 0 0,1 0-1 0 0,-1 0 0 0 0,0 0 0 0 0,0 0 0 0 0,1 8 1 0 0,-3-11-26 0 0,1 0 0 0 0,-2 1 0 0 0,1-1 0 0 0,0 0 0 0 0,-1 0 0 0 0,0 1 0 0 0,1-1 0 0 0,-1 0 0 0 0,-1 1 1 0 0,1-1-1 0 0,0 0 0 0 0,-1 1 0 0 0,1-1 0 0 0,-1 0 0 0 0,0 0 0 0 0,0 1 0 0 0,-1-1 0 0 0,1 0 0 0 0,-3 4 1 0 0,1-3-18 0 0,-1 1 0 0 0,1-1 0 0 0,-1 0 0 0 0,0 0 0 0 0,0-1 0 0 0,0 1 0 0 0,-1-1 0 0 0,1 0 0 0 0,-1 0 1 0 0,-7 3-1 0 0,-79 34-370 0 0,52-24-3105 0 0,39-16 3348 0 0,-9 5-3778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133 116 13795 0 0,'-1'-6'408'0'0,"0"1"0"0"0,0-1 0 0 0,-1 1 0 0 0,0-1 0 0 0,-4-9 0 0 0,0 2 339 0 0,4 7-603 0 0,0-1 438 0 0,-1 0 0 0 0,1 0 1 0 0,-8-12-1 0 0,9 19-545 0 0,1-1 1 0 0,-1 0-1 0 0,1 0 0 0 0,-1 0 1 0 0,0 0-1 0 0,1 0 0 0 0,-1 1 1 0 0,0-1-1 0 0,0 0 1 0 0,0 0-1 0 0,1 1 0 0 0,-1-1 1 0 0,0 1-1 0 0,0-1 0 0 0,0 1 1 0 0,0-1-1 0 0,0 1 1 0 0,0-1-1 0 0,0 1 0 0 0,0 0 1 0 0,0 0-1 0 0,0 0 1 0 0,0-1-1 0 0,0 1 0 0 0,0 0 1 0 0,0 0-1 0 0,0 0 0 0 0,0 0 1 0 0,0 1-1 0 0,0-1 1 0 0,0 0-1 0 0,0 0 0 0 0,0 1 1 0 0,-2 0-1 0 0,2-1-28 0 0,0 1 0 0 0,0 0 0 0 0,1 0 1 0 0,-1 0-1 0 0,0 0 0 0 0,1 0 0 0 0,-1 0 0 0 0,0 0 0 0 0,1 0 0 0 0,-1 0 0 0 0,1 0 0 0 0,0 0 1 0 0,-1 1-1 0 0,1-1 0 0 0,0 0 0 0 0,-1 2 0 0 0,-2 26 83 0 0,2-17-31 0 0,0-6-37 0 0,-1 11 73 0 0,0-1 0 0 0,-1 0 0 0 0,-1 0 1 0 0,-9 21-1 0 0,8-22-11 0 0,0 1 0 0 0,1 0 0 0 0,1 0 0 0 0,1 0 0 0 0,0 0 0 0 0,1 0 0 0 0,0 0 0 0 0,3 21 0 0 0,21 130 501 0 0,-23-165-580 0 0,21 99 335 0 0,9 51 83 0 0,-26-126-407 0 0,-2-1-1 0 0,-1 1 1 0 0,-4 49-1 0 0,2-69-269 0 0,0 1 0 0 0,0-1 0 0 0,-1 0-1 0 0,0 0 1 0 0,0 0 0 0 0,-5 8 0 0 0,5-11-176 0 0,1-1 0 0 0,-1 1 0 0 0,1 0 0 0 0,-1-1 1 0 0,0 1-1 0 0,0-1 0 0 0,-1 0 0 0 0,1 0 0 0 0,0 0 0 0 0,-1 0 1 0 0,1 0-1 0 0,-1 0 0 0 0,1-1 0 0 0,-5 2 0 0 0,-11 3-2548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15763 0 0,'0'-2'144'0'0,"0"0"0"0"0,1 0-1 0 0,-1 0 1 0 0,1 1-1 0 0,-1-1 1 0 0,1 0 0 0 0,0 0-1 0 0,0 1 1 0 0,0-1-1 0 0,-1 0 1 0 0,2 1 0 0 0,-1-1-1 0 0,0 1 1 0 0,0-1-1 0 0,0 1 1 0 0,1 0 0 0 0,-1-1-1 0 0,1 1 1 0 0,-1 0-1 0 0,1 0 1 0 0,0 0 0 0 0,-1 0-1 0 0,3-1 1 0 0,6-2 114 0 0,0 0 0 0 0,20-6 0 0 0,-22 8-32 0 0,112-22 449 0 0,-94 20-1222 0 0,1 0 0 0 0,-1-2 0 0 0,0-1-1 0 0,49-19 1 0 0,-61 17-1101 0 0,-1 1-578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262 434 3897 0 0,'-63'-3'135'0'0,"41"1"526"0"0,0 1 1 0 0,-23 1-1 0 0,13 6 685 0 0,-9 1 921 0 0,16-9 3183 0 0,25 2-5343 0 0,-1 0 0 0 0,1 0-1 0 0,-1-1 1 0 0,0 1 0 0 0,1 0-1 0 0,-1 0 1 0 0,1-1 0 0 0,-1 1-1 0 0,1 0 1 0 0,-1 0 0 0 0,1-1 0 0 0,-1 1-1 0 0,1-1 1 0 0,-1 1 0 0 0,1 0-1 0 0,-1-1 1 0 0,1 1 0 0 0,-1-1-1 0 0,1 1 1 0 0,0-1 0 0 0,-1 1 0 0 0,1-2-1 0 0,0 2-67 0 0,0 0 0 0 0,0-1 0 0 0,0 1 0 0 0,0-1 0 0 0,1 1 0 0 0,-1-1 0 0 0,0 1 0 0 0,0-1 0 0 0,0 1 0 0 0,1 0 0 0 0,-1-1 0 0 0,0 1 0 0 0,1 0 0 0 0,-1-1 0 0 0,0 1 0 0 0,1 0 0 0 0,-1-1 0 0 0,0 1 0 0 0,1 0 0 0 0,-1 0 0 0 0,1-1 0 0 0,27-11 55 0 0,-1 7-62 0 0,0 0-1 0 0,0 2 1 0 0,0 1 0 0 0,1 1-1 0 0,30 2 1 0 0,-19 0-14 0 0,-6 0 10 0 0,767-8 458 0 0,571-50 359 0 0,-1321 55-767 0 0,348-19 147 0 0,-2-28 775 0 0,-363 43-731 0 0,-3 1 351 0 0,44-14 1 0 0,-67 17-559 0 0,0 1 0 0 0,0 0 0 0 0,0 0 0 0 0,-1 0-1 0 0,13 1 1 0 0,-17 0-25 0 0,-1 0 19 0 0,25 0 135 0 0,-27-14-140 0 0,2 0 0 0 0,-1 1 1 0 0,6-24-1 0 0,-5 31-48 0 0,0 0 0 0 0,-1 0-1 0 0,1 0 1 0 0,-1 0 0 0 0,-1 0 0 0 0,0-8-1 0 0,0-7 547 0 0,1 20-542 0 0,0 0 1 0 0,-1 0-1 0 0,1 0 0 0 0,0 1 0 0 0,0-1 0 0 0,-1 0 1 0 0,1 0-1 0 0,0 0 0 0 0,-1 1 0 0 0,1-1 0 0 0,-1 0 0 0 0,1 0 1 0 0,-1 1-1 0 0,1-1 0 0 0,-1 0 0 0 0,1 1 0 0 0,-1-1 1 0 0,0 1-1 0 0,0-1 0 0 0,1 1 0 0 0,-1-1 0 0 0,0 1 0 0 0,1 0 1 0 0,-1-1-1 0 0,0 1 0 0 0,0 0 0 0 0,0-1 0 0 0,0 1 1 0 0,1 0-1 0 0,-1 0 0 0 0,0 0 0 0 0,0 0 0 0 0,0 0 1 0 0,0 0-1 0 0,0 0 0 0 0,1 0 0 0 0,-1 0 0 0 0,0 0 0 0 0,0 0 1 0 0,0 1-1 0 0,0-1 0 0 0,1 0 0 0 0,-1 1 0 0 0,0-1 1 0 0,0 0-1 0 0,0 1 0 0 0,1-1 0 0 0,-1 1 0 0 0,0-1 1 0 0,1 1-1 0 0,-1-1 0 0 0,1 1 0 0 0,-2 1 0 0 0,-2 9 6 0 0,0 1 0 0 0,0 0 0 0 0,2 0 0 0 0,-1 0 0 0 0,2 0 0 0 0,-1 0 0 0 0,2 0 0 0 0,-1 0 0 0 0,2 0-1 0 0,0 1 1 0 0,0-1 0 0 0,1 0 0 0 0,1 0 0 0 0,0-1 0 0 0,0 1 0 0 0,1 0 0 0 0,1-1 0 0 0,5 12 0 0 0,-7-20 1 0 0,-1 0 0 0 0,0 0 0 0 0,0 0 0 0 0,1-1 0 0 0,0 1 0 0 0,-1-1 0 0 0,1 1 0 0 0,0-1 0 0 0,0 0 0 0 0,1 0 0 0 0,-1 0 0 0 0,0-1 0 0 0,0 1 0 0 0,7 1 0 0 0,21 12 66 0 0,-27-12-59 0 0,2 0-1 0 0,-1-1 0 0 0,0 0 1 0 0,0 0-1 0 0,1-1 0 0 0,-1 1 1 0 0,1-1-1 0 0,-1-1 1 0 0,1 1-1 0 0,-1-1 0 0 0,1 1 1 0 0,0-2-1 0 0,-1 1 0 0 0,1-1 1 0 0,0 1-1 0 0,-1-2 0 0 0,1 1 1 0 0,-1-1-1 0 0,0 1 0 0 0,1-1 1 0 0,-1-1-1 0 0,9-5 0 0 0,-12 7-12 0 0,-1 0 0 0 0,0-1-1 0 0,1 1 1 0 0,-1-1-1 0 0,0 1 1 0 0,0-1-1 0 0,0 0 1 0 0,0 1-1 0 0,0-1 1 0 0,0 0-1 0 0,-1 0 1 0 0,1 0-1 0 0,0 0 1 0 0,0-2-1 0 0,2-33 62 0 0,2-2-13 0 0,4 15-30 0 0,-6 15-22 0 0,1 0 0 0 0,-2 0 1 0 0,1 1-1 0 0,-1-2 0 0 0,0 1 1 0 0,0-10-1 0 0,-2 10-4 0 0,0-1 0 0 0,0 0 1 0 0,-1 0-1 0 0,0 1 0 0 0,-5-19 0 0 0,5 24 1 0 0,-1 1 0 0 0,1 0 0 0 0,-1-1 0 0 0,1 1 0 0 0,-1 0 0 0 0,0 0 0 0 0,0 0-1 0 0,0 0 1 0 0,0 0 0 0 0,-1 1 0 0 0,1-1 0 0 0,-1 1 0 0 0,0-1 0 0 0,0 1 0 0 0,1 0 0 0 0,-1 0 0 0 0,-1 0 0 0 0,-5-2 0 0 0,-7-3-13 0 0,12 5-1 0 0,0 0-1 0 0,0 0 1 0 0,0 0-1 0 0,0 1 1 0 0,0 0-1 0 0,-1 0 0 0 0,1 0 1 0 0,0 0-1 0 0,0 1 1 0 0,-1 0-1 0 0,1 0 1 0 0,0 0-1 0 0,-1 0 0 0 0,-4 1 1 0 0,4 0 7 0 0,0 0 0 0 0,0 1 1 0 0,-1-1-1 0 0,1 1 0 0 0,0 0 1 0 0,0 1-1 0 0,1-1 0 0 0,-1 1 1 0 0,0 0-1 0 0,1 0 0 0 0,0 0 1 0 0,0 1-1 0 0,0 0 0 0 0,-5 5 1 0 0,4-3-710 0 0,0 1 0 0 0,1 0 0 0 0,0 0 0 0 0,0 0 0 0 0,-4 11 1 0 0,4-9-947 0 0,-2 7-2916 0 0,6-10 1577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104 140 11002 0 0,'-3'-5'442'0'0,"0"1"-1"0"0,0-1 1 0 0,1 0-1 0 0,0 0 1 0 0,0 0-1 0 0,0 0 1 0 0,-2-9-1 0 0,-4-11 1690 0 0,7 22-1292 0 0,-5-11 716 0 0,1 12-1155 0 0,0 9-175 0 0,-4 18-93 0 0,2 1 0 0 0,0-1-1 0 0,-2 29 1 0 0,-6 85 295 0 0,9-71-105 0 0,4-52-187 0 0,1 0 0 0 0,0 0 0 0 0,1 0-1 0 0,0 0 1 0 0,2 0 0 0 0,0 0-1 0 0,0 0 1 0 0,2 0 0 0 0,0 0-1 0 0,1-1 1 0 0,8 19 0 0 0,-12-32-80 0 0,0-1 1 0 0,1 1-1 0 0,-1 0 1 0 0,0-1-1 0 0,1 1 0 0 0,0-1 1 0 0,-1 0-1 0 0,1 0 1 0 0,0 1-1 0 0,0-1 0 0 0,-1 0 1 0 0,1 0-1 0 0,0 0 1 0 0,0-1-1 0 0,0 1 1 0 0,0 0-1 0 0,0-1 0 0 0,0 0 1 0 0,0 1-1 0 0,1-1 1 0 0,-1 0-1 0 0,0 0 1 0 0,0 0-1 0 0,0 0 0 0 0,0 0 1 0 0,0-1-1 0 0,0 1 1 0 0,3-1-1 0 0,-1 0 6 0 0,1 0 0 0 0,-1 0 0 0 0,1-1-1 0 0,-1 1 1 0 0,1-1 0 0 0,-1 0 0 0 0,0 0 0 0 0,0-1-1 0 0,0 1 1 0 0,0-1 0 0 0,-1 0 0 0 0,4-3 0 0 0,5-11 57 0 0,0-1 0 0 0,-2 0 1 0 0,0-1-1 0 0,12-33 0 0 0,-7 15-21 0 0,41-111 107 0 0,-35 87-112 0 0,30-60 0 0 0,1 30-155 0 0,-48 87 117 0 0,-1-2-1511 0 0,-13 11-178 0 0,-2 1 1062 0 0,7-4 117 0 0,0 1 0 0 0,0-1 0 0 0,0 1 0 0 0,0 0 0 0 0,1 1 0 0 0,-1-1 0 0 0,1 1 0 0 0,0 0 0 0 0,0 0 0 0 0,-5 7 0 0 0,-9 19-2302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13411 0 0,'0'0'29'0'0,"-2"12"4213"0"0,-13 47-2291 0 0,7-29-1331 0 0,1 1 0 0 0,-6 55 0 0 0,13-80-554 0 0,0-1 0 0 0,1 1 0 0 0,-1 0 0 0 0,1-1 0 0 0,0 1 0 0 0,0 0 0 0 0,1-1 0 0 0,4 11 0 0 0,-5-14-25 0 0,0 0 0 0 0,0 1 0 0 0,1-1 0 0 0,-1 0 0 0 0,1 0 0 0 0,-1 0 0 0 0,1 0 0 0 0,0 0-1 0 0,0 0 1 0 0,0 0 0 0 0,0-1 0 0 0,0 1 0 0 0,0-1 0 0 0,0 1 0 0 0,0-1 0 0 0,1 0 0 0 0,-1 0 0 0 0,0 0 0 0 0,1 0 0 0 0,-1 0 0 0 0,4 0 0 0 0,-1 0 30 0 0,0 0 1 0 0,0 0 0 0 0,-1 1 0 0 0,1 0 0 0 0,7 3-1 0 0,-8-2-4 0 0,0-1 0 0 0,1 0-1 0 0,-1-1 1 0 0,1 1 0 0 0,0-1-1 0 0,-1 0 1 0 0,6 1 0 0 0,0-2 45 0 0,-1-1 0 0 0,1 0 0 0 0,-1 0 0 0 0,0 0 0 0 0,1-2 1 0 0,-1 1-1 0 0,0-1 0 0 0,0 0 0 0 0,0-1 0 0 0,-1 0 0 0 0,13-7 0 0 0,-7 3 44 0 0,-10 6-127 0 0,-1-1 0 0 0,1 0 0 0 0,-1 1 0 0 0,0-1 0 0 0,0-1 0 0 0,0 1 0 0 0,-1 0 0 0 0,1-1 0 0 0,-1 1 0 0 0,1-1 0 0 0,-1 0 0 0 0,0 0 0 0 0,-1 0 0 0 0,1 0 0 0 0,-1 0 0 0 0,0 0 0 0 0,0 0 0 0 0,0 0 0 0 0,0-1 0 0 0,-1-5 0 0 0,1 6-18 0 0,0-1 1 0 0,0 0-1 0 0,1 0 1 0 0,-1 1-1 0 0,4-8 1 0 0,-3 10-16 0 0,-1 0-1 0 0,0-1 1 0 0,0 1 0 0 0,0 0 0 0 0,0-1-1 0 0,0 1 1 0 0,0-1 0 0 0,-1 0-1 0 0,1 1 1 0 0,-1-1 0 0 0,0 0-1 0 0,0 1 1 0 0,0-1 0 0 0,0 1 0 0 0,0-1-1 0 0,-1 0 1 0 0,1 1 0 0 0,-1-1-1 0 0,1 0 1 0 0,-1 1 0 0 0,0-1 0 0 0,-2-3-1 0 0,1 3-14 0 0,-1 0 0 0 0,1 0 1 0 0,0 0-1 0 0,-1 0 0 0 0,0 1 0 0 0,0-1 0 0 0,0 1 0 0 0,0 0 0 0 0,0 0 0 0 0,0 0 1 0 0,0 0-1 0 0,-5-2 0 0 0,-47-13-295 0 0,21 7-290 0 0,13 2-1371 0 0,-1 1-1 0 0,-34-6 1 0 0,36 11-1741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107 404 504 0 0,'0'0'1544'0'0,"-8"-23"5173"0"0,7 0-4935 0 0,-8-41 0 0 0,1 3-775 0 0,3 27-400 0 0,-9-34 0 0 0,1 2 942 0 0,4 40 331 0 0,9 25-1856 0 0,0 1 0 0 0,0 0 0 0 0,-1-1 0 0 0,1 1 0 0 0,0 0 0 0 0,0-1 0 0 0,0 1 0 0 0,-1-1 0 0 0,1 1 0 0 0,0 0 0 0 0,0 0 0 0 0,-1-1 0 0 0,1 1 0 0 0,0 0 0 0 0,-1-1 0 0 0,1 1 0 0 0,0 0 0 0 0,-1 0 0 0 0,1-1 0 0 0,0 1 0 0 0,-1 0 0 0 0,1 0 0 0 0,0 0 1 0 0,-1 0-1 0 0,1 0 0 0 0,-1 0 0 0 0,1-1 0 0 0,0 1 0 0 0,-1 0 0 0 0,1 0 0 0 0,-1 0 0 0 0,1 0 0 0 0,-1 0 0 0 0,1 1 0 0 0,0-1 0 0 0,-1 0 0 0 0,1 0 0 0 0,-1 0 0 0 0,1 0 0 0 0,0 0 0 0 0,-1 0 0 0 0,1 1 0 0 0,0-1 0 0 0,-1 0 0 0 0,1 0 0 0 0,0 1 0 0 0,-1-1 0 0 0,1 0 0 0 0,0 0 0 0 0,-1 1 0 0 0,1-1 0 0 0,0 0 0 0 0,0 1 0 0 0,-1-1 0 0 0,1 0 0 0 0,0 1 0 0 0,0-1 0 0 0,0 1 0 0 0,0-1 0 0 0,-1 0 0 0 0,1 1 0 0 0,0-1 0 0 0,0 1 0 0 0,0 0 0 0 0,-4 8-4 0 0,1-1-1 0 0,0 2 0 0 0,0-1 1 0 0,0 0-1 0 0,2 0 1 0 0,-1 1-1 0 0,1-1 1 0 0,0 1-1 0 0,2 17 0 0 0,2 12 20 0 0,8 43 0 0 0,-3-32 60 0 0,5 37 243 0 0,-1-13 520 0 0,2 106 1 0 0,-15-198-793 0 0,-6-35 1 0 0,0 8-95 0 0,-2-161 121 0 0,2 29-18 0 0,4 114-79 0 0,-4-38 4 0 0,13 255 62 0 0,0-89 137 0 0,26 123 1 0 0,-30-180-202 0 0,4 13 36 0 0,-2 0 1 0 0,0 0-1 0 0,0 27 1 0 0,-2-35-5651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286 389 2272 0 0,'-21'0'4015'0'0,"-39"-1"456"0"0,23-1-1695 0 0,-50 5 0 0 0,83-2-2703 0 0,-2-1 233 0 0,0 0 0 0 0,0 1 0 0 0,0 0-1 0 0,0 0 1 0 0,1 0 0 0 0,-1 1 0 0 0,0 0 0 0 0,1 0 0 0 0,-1 1 0 0 0,1-1 0 0 0,-9 6 0 0 0,14-7-238 0 0,13-1-23 0 0,113 10 29 0 0,1-6 0 0 0,155-15-1 0 0,-201 3-44 0 0,105-8 157 0 0,-155 16-152 0 0,0 0 1 0 0,0 2-1 0 0,58 12 0 0 0,-81-12 153 0 0,0 0-1 0 0,0 0 0 0 0,0 1 0 0 0,-1 0 0 0 0,1 0 0 0 0,-1 1 1 0 0,0 0-1 0 0,0 0 0 0 0,10 9 0 0 0,-17-13-22 0 0,-10-19-109 0 0,6 15-32 0 0,-11-24-16 0 0,0-1 1 0 0,2-1-1 0 0,1 0 1 0 0,2 0 0 0 0,1-1-1 0 0,1-1 1 0 0,2 1-1 0 0,1-1 1 0 0,-1-42 0 0 0,4 57-36 0 0,1 10 3 0 0,1-1-1 0 0,-1 1 1 0 0,1-1 0 0 0,1 1 0 0 0,2-15 0 0 0,0 20 6 0 0,1 7-8 0 0,3 10-14 0 0,-6-15 40 0 0,69 206 31 0 0,-22-58-4 0 0,56 100 112 0 0,-98-233-92 0 0,-5-14-58 0 0,12 22 357 0 0,-12-22-337 0 0,-1-1 0 0 0,0 0 0 0 0,0 0-1 0 0,0 0 1 0 0,0 0 0 0 0,1 0 0 0 0,-1 0 0 0 0,0 0-1 0 0,0 1 1 0 0,0-1 0 0 0,1 0 0 0 0,-1 0-1 0 0,0 0 1 0 0,0 0 0 0 0,0 0 0 0 0,1 0 0 0 0,-1 0-1 0 0,0 0 1 0 0,0 0 0 0 0,1 0 0 0 0,-1 0-1 0 0,0 0 1 0 0,0 0 0 0 0,0-1 0 0 0,1 1 0 0 0,-1 0-1 0 0,0 0 1 0 0,0 0 0 0 0,0 0 0 0 0,0 0 0 0 0,1 0-1 0 0,-1 0 1 0 0,0 0 0 0 0,0-1 0 0 0,8-13 57 0 0,-4-1-58 0 0,-1 0 1 0 0,0 0 0 0 0,-1 0-1 0 0,0 0 1 0 0,-1-20 0 0 0,-9-80 57 0 0,4 66-67 0 0,-1-168-42 0 0,5 172 28 0 0,0 44 7 0 0,0 0 1 0 0,0 0-1 0 0,0 0 0 0 0,0 0 0 0 0,1 0 1 0 0,-1 0-1 0 0,0 0 0 0 0,1 0 0 0 0,-1 0 1 0 0,0 0-1 0 0,1 0 0 0 0,-1 1 0 0 0,1-1 1 0 0,-1 0-1 0 0,1 0 0 0 0,0 0 1 0 0,-1 0-1 0 0,2 0 0 0 0,-2 0 6 0 0,1 1 0 0 0,-1 0-1 0 0,1 0 1 0 0,-1 0 0 0 0,1 0-1 0 0,-1-1 1 0 0,1 1 0 0 0,-1 0 0 0 0,1 0-1 0 0,-1 0 1 0 0,1 0 0 0 0,-1 0 0 0 0,1 0-1 0 0,-1 0 1 0 0,1 0 0 0 0,-1 0 0 0 0,1 0-1 0 0,-1 1 1 0 0,1-1 0 0 0,-1 0-1 0 0,1 0 1 0 0,-1 0 0 0 0,0 1 0 0 0,1-1-1 0 0,-1 0 1 0 0,1 0 0 0 0,-1 1 0 0 0,0-1-1 0 0,1 0 1 0 0,-1 1 0 0 0,0-1 0 0 0,1 0-1 0 0,-1 1 1 0 0,0-1 0 0 0,1 1-1 0 0,-1-1 1 0 0,0 1 0 0 0,1 0 0 0 0,4 7 2 0 0,-1 1 0 0 0,0 0 0 0 0,0-1 0 0 0,0 2 0 0 0,3 14 0 0 0,9 53 11 0 0,-12-56-4 0 0,12 64 52 0 0,39 116-1 0 0,-54-197-36 0 0,0 0 0 0 0,1 1 0 0 0,0-1 0 0 0,-1 0 0 0 0,1 0 0 0 0,1 0 0 0 0,-1 0 0 0 0,1 0 0 0 0,-1-1 0 0 0,1 1 0 0 0,0-1 0 0 0,1 1 0 0 0,-1-1 0 0 0,0 0 0 0 0,1-1 0 0 0,0 1 0 0 0,0 0 0 0 0,-1-1 0 0 0,1 0 0 0 0,8 3 0 0 0,-12-5-13 0 0,1 0 0 0 0,-1 0 0 0 0,1-1-1 0 0,0 1 1 0 0,-1 0 0 0 0,1 0 0 0 0,-1-1-1 0 0,1 1 1 0 0,0 0 0 0 0,-1-1 0 0 0,1 1-1 0 0,-1 0 1 0 0,1-1 0 0 0,-1 1 0 0 0,1-1-1 0 0,-1 1 1 0 0,0-1 0 0 0,1 1 0 0 0,-1-1-1 0 0,1 1 1 0 0,-1-1 0 0 0,0 1 0 0 0,0-1-1 0 0,1 0 1 0 0,-1 1 0 0 0,0-2 0 0 0,8-19-4 0 0,-7 18 10 0 0,3-11 8 0 0,-1-1-1 0 0,0 0 0 0 0,-1 0 0 0 0,0-22 0 0 0,-5-65-36 0 0,0 22-49 0 0,3 80 59 0 0,0-1-1 0 0,-1 0 1 0 0,1 0-1 0 0,0 1 1 0 0,1-1-1 0 0,-1 0 1 0 0,0 0-1 0 0,0 0 1 0 0,0 1-1 0 0,0-1 1 0 0,0 0-1 0 0,1 0 1 0 0,-1 1-1 0 0,0-1 1 0 0,1 0-1 0 0,-1 1 1 0 0,1-1-1 0 0,0-1 1 0 0,-1 2 3 0 0,1 0 1 0 0,-1 0-1 0 0,0 0 0 0 0,1 0 1 0 0,-1 0-1 0 0,1 0 1 0 0,-1 0-1 0 0,1 0 1 0 0,-1 0-1 0 0,0 0 1 0 0,1 0-1 0 0,-1 0 1 0 0,1 0-1 0 0,-1 0 0 0 0,0 1 1 0 0,1-1-1 0 0,-1 0 1 0 0,0 0-1 0 0,1 0 1 0 0,-1 0-1 0 0,0 1 1 0 0,1-1-1 0 0,-1 0 0 0 0,0 1 1 0 0,1-1-1 0 0,21 27 19 0 0,-17-22-9 0 0,-4-3-5 0 0,1-1-1 0 0,-1 0 1 0 0,1 0-1 0 0,0 0 1 0 0,-1 1-1 0 0,1-2 1 0 0,0 1-1 0 0,0 0 1 0 0,0 0-1 0 0,0 0 1 0 0,0-1-1 0 0,0 1 1 0 0,2-1-1 0 0,33 4-13 0 0,-14-2-17 0 0,50 12 17 0 0,48 5-1 0 0,-116-18 18 0 0,1 0-1 0 0,-1 1 0 0 0,0-1 1 0 0,1 1-1 0 0,-1 0 0 0 0,0 0 0 0 0,6 3 1 0 0,-5-2-1 0 0,0 0-1 0 0,0 0 1 0 0,1-1 0 0 0,12 4 0 0 0,2-5-3 0 0,1 0 0 0 0,-1-1-1 0 0,0-1 1 0 0,0-1 0 0 0,0-1 0 0 0,0-1-1 0 0,27-9 1 0 0,-21 6 3 0 0,1 1-1 0 0,-1 2 1 0 0,42-3-1 0 0,-51 6 4 0 0,-1-1 1 0 0,0 0-1 0 0,0-2 0 0 0,24-7 1 0 0,-19 5 12 0 0,34-6 0 0 0,-27 11-11 0 0,-25 1 3 0 0,1 1 0 0 0,-1-1 0 0 0,0-1 0 0 0,0 1 0 0 0,0-1 0 0 0,1 1 0 0 0,-1-1 0 0 0,0 0 0 0 0,5-3 0 0 0,-5 3-9 0 0,0 1 0 0 0,1-1-1 0 0,-1 1 1 0 0,0-1 0 0 0,1 1 0 0 0,-1 1-1 0 0,8 0 1 0 0,3 0-22 0 0,-15-1 18 0 0,16 0 15 0 0,0 0 1 0 0,0 1-1 0 0,27 5 1 0 0,-35-4 25 0 0,-1-2 0 0 0,1 1 0 0 0,0-1 0 0 0,13-1 1 0 0,2 0-711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127 463 2048 0 0,'-4'-2'6365'0'0,"-7"-4"-4929"0"0,0 0-568 0 0,8 5-707 0 0,1 0 0 0 0,-1 0 0 0 0,1-1 0 0 0,-1 1 0 0 0,1-1 0 0 0,0 1 0 0 0,0-1 0 0 0,0 0 0 0 0,0 0 0 0 0,0 0 0 0 0,0 0 0 0 0,0 0 0 0 0,1 0 0 0 0,-1-1 0 0 0,1 1 0 0 0,-1 0 0 0 0,1-1 0 0 0,0 1 0 0 0,0-1 0 0 0,-1-4 0 0 0,-8-23 380 0 0,8 27-492 0 0,1 0 1 0 0,-1 0 0 0 0,1 0-1 0 0,0 0 1 0 0,0 0 0 0 0,0 0-1 0 0,1-1 1 0 0,-1 1 0 0 0,1 0 0 0 0,0 0-1 0 0,0 0 1 0 0,0-1 0 0 0,0 1-1 0 0,0 0 1 0 0,1 0 0 0 0,-1-1 0 0 0,1 1-1 0 0,0 0 1 0 0,2-5 0 0 0,0 3 19 0 0,1 0 0 0 0,0 0 0 0 0,0 0 0 0 0,0 1 1 0 0,0 0-1 0 0,1 0 0 0 0,0 0 0 0 0,0 0 0 0 0,0 1 0 0 0,0-1 1 0 0,0 1-1 0 0,1 1 0 0 0,-1-1 0 0 0,1 1 0 0 0,10-3 1 0 0,-13 4-45 0 0,1-1 0 0 0,-1 1 1 0 0,0 1-1 0 0,1-1 1 0 0,-1 0-1 0 0,1 1 0 0 0,-1 0 1 0 0,1 0-1 0 0,-1 0 0 0 0,1 0 1 0 0,-1 0-1 0 0,1 1 1 0 0,-1 0-1 0 0,1 0 0 0 0,-1 0 1 0 0,0 0-1 0 0,0 0 1 0 0,1 0-1 0 0,-1 1 0 0 0,0 0 1 0 0,0-1-1 0 0,0 1 0 0 0,0 0 1 0 0,-1 1-1 0 0,1-1 1 0 0,-1 0-1 0 0,4 5 0 0 0,-2 1 10 0 0,0 0-1 0 0,-1 0 0 0 0,0 1 0 0 0,-1-1 0 0 0,0 1 0 0 0,1 9 0 0 0,10 32 179 0 0,-6-30-126 0 0,-3-11-25 0 0,0 0 1 0 0,-1 0-1 0 0,0 0 0 0 0,-1 1 1 0 0,0-1-1 0 0,0 1 0 0 0,-1 0 0 0 0,0 0 1 0 0,-1 14-1 0 0,-2-12 37 0 0,-1 1 0 0 0,0-1 1 0 0,-1 0-1 0 0,0-1 0 0 0,-1 1 0 0 0,-9 16 0 0 0,-2 8 202 0 0,12-29-242 0 0,-1-1 1 0 0,1 1 0 0 0,-1-1-1 0 0,0 0 1 0 0,-1 0 0 0 0,1 0-1 0 0,-1-1 1 0 0,0 1-1 0 0,-1-1 1 0 0,1-1 0 0 0,-1 0-1 0 0,0 0 1 0 0,0 0 0 0 0,0 0-1 0 0,-1-1 1 0 0,-11 3-1 0 0,-14 8 252 0 0,31-12-254 0 0,-1-1 0 0 0,0 1-1 0 0,0 0 1 0 0,0-1 0 0 0,0 0 0 0 0,0 0 0 0 0,0 0-1 0 0,-1 0 1 0 0,1 0 0 0 0,0 0 0 0 0,0-1-1 0 0,-1 0 1 0 0,1 0 0 0 0,0 0 0 0 0,-1 0 0 0 0,1 0-1 0 0,0 0 1 0 0,-6-2 0 0 0,7 0-45 0 0,1 0 0 0 0,0 1 0 0 0,-1-1 0 0 0,1 0-1 0 0,0 0 1 0 0,0 0 0 0 0,0 0 0 0 0,-1-3 0 0 0,0-1 10 0 0,0 3-21 0 0,0 0-1 0 0,1-1 1 0 0,-1 1-1 0 0,1-1 1 0 0,0 0-1 0 0,0 0 0 0 0,1 1 1 0 0,-1-1-1 0 0,1 0 1 0 0,0 0-1 0 0,0 0 1 0 0,0 1-1 0 0,0-1 1 0 0,0 0-1 0 0,1 0 0 0 0,0 0 1 0 0,0 1-1 0 0,0-1 1 0 0,2-3-1 0 0,-2 5 3 0 0,0-1-1 0 0,0 1 1 0 0,1 0-1 0 0,-1 0 1 0 0,1 0-1 0 0,-1 0 1 0 0,1 0 0 0 0,0 0-1 0 0,0 1 1 0 0,0-1-1 0 0,0 1 1 0 0,0-1-1 0 0,0 1 1 0 0,0 0-1 0 0,0-1 1 0 0,1 1 0 0 0,-1 0-1 0 0,0 1 1 0 0,1-1-1 0 0,-1 0 1 0 0,1 1-1 0 0,-1-1 1 0 0,1 1-1 0 0,-1 0 1 0 0,1 0 0 0 0,-1 0-1 0 0,1 0 1 0 0,-1 0-1 0 0,5 1 1 0 0,0 1-4 0 0,-1 0 0 0 0,1 1 1 0 0,-1-1-1 0 0,0 1 0 0 0,0 0 1 0 0,0 1-1 0 0,-1-1 0 0 0,1 1 0 0 0,8 8 1 0 0,-8-6 6 0 0,0-2 1 0 0,0 1-1 0 0,1-1 0 0 0,-1 0 1 0 0,1 0-1 0 0,0-1 0 0 0,7 3 1 0 0,31 13 10 0 0,-6-2-12 0 0,-34-15-15 0 0,0 0 0 0 0,0-1 0 0 0,0 0 0 0 0,1 0 0 0 0,-1-1 0 0 0,0 1 0 0 0,1-1-1 0 0,-1 0 1 0 0,0 0 0 0 0,1-1 0 0 0,-1 0 0 0 0,0 0 0 0 0,0 0 0 0 0,1-1-1 0 0,-1 1 1 0 0,0-1 0 0 0,0 0 0 0 0,-1-1 0 0 0,1 1 0 0 0,0-1 0 0 0,5-4 0 0 0,-2 0-4 0 0,0-1 0 0 0,-1 1 0 0 0,1-1 0 0 0,-2-1 0 0 0,1 1 0 0 0,-1-1 0 0 0,0-1 0 0 0,-1 1 0 0 0,7-17 0 0 0,-10 21 17 0 0,8-17 1 0 0,-1-1 0 0 0,-1 0 0 0 0,0 0 0 0 0,3-26 1 0 0,-9 36 4 0 0,1 1 0 0 0,1 0 1 0 0,4-13-1 0 0,-4 15-8 0 0,0 1 0 0 0,-2 0 0 0 0,1-1 1 0 0,-1 0-1 0 0,0 1 0 0 0,0-15 0 0 0,-2 21 6 0 0,0-1 0 0 0,-1 0 0 0 0,1 0 0 0 0,-1 1 0 0 0,1-1 0 0 0,-1 0 0 0 0,-2-4 0 0 0,3 8-10 0 0,0-1 0 0 0,-1 0 0 0 0,1 1 0 0 0,0-1 0 0 0,-1 0 0 0 0,1 1 0 0 0,-1-1 0 0 0,1 1 0 0 0,-1-1 0 0 0,1 1 0 0 0,-1-1 0 0 0,1 1 0 0 0,-1-1 0 0 0,0 1 0 0 0,1 0 1 0 0,-1-1-1 0 0,0 1 0 0 0,1 0 0 0 0,-1-1 0 0 0,0 1 0 0 0,1 0 0 0 0,-1 0 0 0 0,0 0 0 0 0,0 0 0 0 0,1 0 0 0 0,-1 0 0 0 0,0 0 0 0 0,1 0 0 0 0,-1 0 0 0 0,0 0 0 0 0,0 0 0 0 0,1 0 0 0 0,-1 0 0 0 0,0 0 0 0 0,1 1 0 0 0,-1-1 0 0 0,0 0 0 0 0,1 1 0 0 0,-1-1 0 0 0,0 0 0 0 0,1 1 0 0 0,-1-1 0 0 0,0 1 0 0 0,-1 1 3 0 0,0 0 0 0 0,0-1 0 0 0,0 1 0 0 0,1 0 0 0 0,-1 0 0 0 0,1 0 0 0 0,-1 0 0 0 0,1 0 0 0 0,0 0 0 0 0,-1 1 0 0 0,1-1 0 0 0,0 0 0 0 0,1 1 0 0 0,-1-1 0 0 0,0 1 0 0 0,0 3 0 0 0,-4 46 22 0 0,4-43-21 0 0,0-2-2 0 0,0 0 1 0 0,-1 0-1 0 0,1 0 0 0 0,-2 0 1 0 0,-5 12-1 0 0,5-12 2 0 0,1 0-1 0 0,-1-1 1 0 0,1 1-1 0 0,0 0 1 0 0,1 0-1 0 0,-2 10 1 0 0,3-16 1 0 0,1 37 8 0 0,0-36-6 0 0,-1-1 0 0 0,0 0 0 0 0,0 1 0 0 0,0-1 0 0 0,1 0 0 0 0,-1 1 0 0 0,1-1 0 0 0,-1 0 0 0 0,1 1 0 0 0,0-1 0 0 0,-1 0 0 0 0,1 0 0 0 0,0 0 0 0 0,0 1 0 0 0,0-1 0 0 0,0 0 0 0 0,0 0 0 0 0,0 0 0 0 0,0-1 0 0 0,0 1 0 0 0,0 0 0 0 0,0 0 0 0 0,3 1 0 0 0,26 8 87 0 0,-22-7-60 0 0,1 0 0 0 0,0 0 1 0 0,18 2-1 0 0,-23-4-20 0 0,0-1 0 0 0,0 0 1 0 0,0-1-1 0 0,0 1 0 0 0,0-1 1 0 0,0 1-1 0 0,0-1 1 0 0,-1 0-1 0 0,1-1 0 0 0,0 1 1 0 0,0-1-1 0 0,-1 1 0 0 0,5-4 1 0 0,-4 3 5 0 0,0 0 0 0 0,0-1 0 0 0,0 0 1 0 0,-1 0-1 0 0,1 0 0 0 0,-1-1 0 0 0,1 1 0 0 0,-1-1 0 0 0,0 0 1 0 0,0 0-1 0 0,-1 0 0 0 0,1 0 0 0 0,-1 0 0 0 0,0 0 0 0 0,0-1 1 0 0,2-8-1 0 0,10-25 118 0 0,-12 33-106 0 0,1-1-1 0 0,-1 0 0 0 0,0 1 1 0 0,0-1-1 0 0,-1 0 1 0 0,0 0-1 0 0,0 0 0 0 0,0 0 1 0 0,-1 0-1 0 0,0 0 1 0 0,-1-10-1 0 0,0 12-11 0 0,1-1 0 0 0,-2 0 0 0 0,1 1 1 0 0,0-1-1 0 0,-1 1 0 0 0,0-1 0 0 0,0 1 0 0 0,-5-8 1 0 0,5 10-12 0 0,1 0 1 0 0,-1 0 0 0 0,0 0-1 0 0,0 0 1 0 0,-1 0 0 0 0,1 0-1 0 0,0 1 1 0 0,-1-1 0 0 0,1 1-1 0 0,-1-1 1 0 0,1 1 0 0 0,-1 0-1 0 0,1 0 1 0 0,-1 0 0 0 0,-5 0-1 0 0,-36-14 31 0 0,37 12-41 0 0,1 0 0 0 0,-1 1 0 0 0,0 0 0 0 0,1 0 0 0 0,-1 1 0 0 0,0 0 0 0 0,0 0 1 0 0,-8 0-1 0 0,8 1-115 0 0,1 0-1 0 0,-1 1 1 0 0,0 0 0 0 0,1 1 0 0 0,-1-1 0 0 0,1 1 0 0 0,-9 4 0 0 0,13-5-152 0 0,0 0 1 0 0,0 0-1 0 0,0 0 0 0 0,0 0 1 0 0,0 1-1 0 0,1-1 1 0 0,-1 1-1 0 0,0-1 0 0 0,1 1 1 0 0,-1-1-1 0 0,1 1 1 0 0,0 0-1 0 0,-1 0 0 0 0,1 0 1 0 0,0 0-1 0 0,0 0 1 0 0,0 0-1 0 0,0 0 0 0 0,1 0 1 0 0,-1 0-1 0 0,1 0 1 0 0,-1 0-1 0 0,1 1 1 0 0,0-1-1 0 0,-1 3 0 0 0,1-5 223 0 0,1 1-1 0 0,-1-1 0 0 0,0 0 1 0 0,0 1-1 0 0,1-1 0 0 0,-1 1 0 0 0,0-1 1 0 0,0 1-1 0 0,1-1 0 0 0,-1 0 1 0 0,0 1-1 0 0,1-1 0 0 0,-1 0 0 0 0,0 1 1 0 0,1-1-1 0 0,-1 0 0 0 0,1 0 1 0 0,-1 1-1 0 0,1-1 0 0 0,-1 0 1 0 0,1 0-1 0 0,-1 0 0 0 0,1 1 0 0 0,2 0-94 0 0,3 1 87 0 0,0 1-1 0 0,0-1 1 0 0,0-1 0 0 0,1 1 0 0 0,-1-1-1 0 0,0 0 1 0 0,1 0 0 0 0,-1-1-1 0 0,1 0 1 0 0,-1 0 0 0 0,1-1-1 0 0,-1 1 1 0 0,11-4 0 0 0,-2 0 38 0 0,1 0 1 0 0,-1-2 0 0 0,0 0 0 0 0,22-12-1 0 0,-2 2-14 0 0,-29 14 28 0 0,0 0 0 0 0,1-1 0 0 0,-1 0-1 0 0,0 0 1 0 0,0-1 0 0 0,7-5 0 0 0,31-30 564 0 0,-2-1 0 0 0,73-91 0 0 0,-111 125-213 0 0,0-1 0 0 0,-1 1 0 0 0,0 0 0 0 0,4-14 1 0 0,8-16 2089 0 0,-15 36-2410 0 0,0 1 0 0 0,0-1 1 0 0,0 0-1 0 0,0 0 0 0 0,0 0 0 0 0,0 0 0 0 0,0 0 0 0 0,0 0 0 0 0,0 0 1 0 0,0 0-1 0 0,0 1 0 0 0,0-1 0 0 0,0 0 0 0 0,0 0 0 0 0,0 0 0 0 0,0 0 1 0 0,0 0-1 0 0,0 0 0 0 0,1 0 0 0 0,-1 0 0 0 0,0 1 0 0 0,0-1 0 0 0,0 0 1 0 0,0 0-1 0 0,0 0 0 0 0,0 0 0 0 0,0 0 0 0 0,0 0 0 0 0,0 0 0 0 0,0 0 1 0 0,1 0-1 0 0,-1 0 0 0 0,0 0 0 0 0,0 0 0 0 0,0 0 0 0 0,0 0 0 0 0,0 0 1 0 0,0 0-1 0 0,0 0 0 0 0,0 0 0 0 0,1 0 0 0 0,-1 0 0 0 0,0 0 0 0 0,0 0 1 0 0,0 0-1 0 0,0 0 0 0 0,0 0 0 0 0,0 0 0 0 0,0 0 0 0 0,1 0 0 0 0,-1 0 1 0 0,0 0-1 0 0,0 0 0 0 0,0 0 0 0 0,0 0 0 0 0,0 0 0 0 0,0 0 0 0 0,0 0 1 0 0,1 21 530 0 0,-4 44-608 0 0,1-44 314 0 0,2 132 44 0 0,-2 31 419 0 0,0-160-1314 0 0,-1 0 1 0 0,-1-1 0 0 0,-1 1 0 0 0,-1-1 0 0 0,-13 33 0 0 0,13-45-8899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53 1792 0 0,'11'-9'4081'0'0,"-9"7"-3446"0"0,1 0 0 0 0,-1 0 0 0 0,1 0 0 0 0,-1 0 0 0 0,0 0 1 0 0,1-1-1 0 0,-1 1 0 0 0,0-1 0 0 0,-1 1 0 0 0,1-1 0 0 0,0 0 0 0 0,-1 0 0 0 0,0 0 0 0 0,2-3 0 0 0,-4 6-571 0 0,1-1 0 0 0,0 1 1 0 0,-1 0-1 0 0,1 0 0 0 0,-1-1 0 0 0,1 1 0 0 0,0 0 0 0 0,-1 0 0 0 0,1 0 0 0 0,-1-1 0 0 0,1 1 0 0 0,-1 0 0 0 0,1 0 0 0 0,-1 0 0 0 0,1 0 1 0 0,-1 0-1 0 0,1 0 0 0 0,-1 0 0 0 0,1 0 0 0 0,0 0 0 0 0,-1 0 0 0 0,1 0 0 0 0,-1 0 0 0 0,1 0 0 0 0,-1 1 0 0 0,1-1 0 0 0,-1 0 0 0 0,1 0 1 0 0,-1 0-1 0 0,1 1 0 0 0,-18 5 114 0 0,18-6-96 0 0,-75 37 1045 0 0,68-34-1035 0 0,0 1-1 0 0,0 1 1 0 0,0-1-1 0 0,0 1 0 0 0,1 0 1 0 0,0 1-1 0 0,0 0 1 0 0,0 0-1 0 0,1 0 1 0 0,0 0-1 0 0,-8 13 1 0 0,5-7 0 0 0,1 1 1 0 0,0 1 0 0 0,1-1 0 0 0,0 1 0 0 0,-6 25 0 0 0,-6 9 41 0 0,15-41-114 0 0,0 0 1 0 0,0 0-1 0 0,1 0 1 0 0,0 0-1 0 0,0 1 1 0 0,0-1-1 0 0,1 1 1 0 0,0-1 0 0 0,1 11-1 0 0,0-11 11 0 0,1 0-1 0 0,0 0 1 0 0,0-1-1 0 0,4 13 1 0 0,-4-17-20 0 0,0 1 1 0 0,1 0-1 0 0,-1-1 1 0 0,0 1-1 0 0,1-1 1 0 0,-1 0-1 0 0,1 1 1 0 0,0-1-1 0 0,0 0 1 0 0,0 0-1 0 0,0 0 1 0 0,0 0-1 0 0,5 3 1 0 0,13 7 462 0 0,-12-6-729 0 0,1-1 0 0 0,-1-1-1 0 0,1 1 1 0 0,0-1 0 0 0,10 3 0 0 0,-16-7-20 0 0,0 1 0 0 0,-1-1 0 0 0,1 1 0 0 0,0-1 0 0 0,0 0 1 0 0,-1 0-1 0 0,1 0 0 0 0,0-1 0 0 0,-1 1 0 0 0,1-1 0 0 0,0 1 0 0 0,-1-1 0 0 0,1 0 1 0 0,0 0-1 0 0,-1 0 0 0 0,1 0 0 0 0,-1 0 0 0 0,0-1 0 0 0,1 1 0 0 0,-1-1 0 0 0,0 0 1 0 0,0 1-1 0 0,2-4 0 0 0,34-33-4584 0 0,44-61 0 0 0,-64 74 4079 0 0,29-53-1 0 0,-14 1 5835 0 0,-18 38-842 0 0,-14 38-3940 0 0,-1-1 0 0 0,1 0-1 0 0,-1 0 1 0 0,0 0 0 0 0,1 1-1 0 0,-1-1 1 0 0,0 0-1 0 0,0 0 1 0 0,0 0 0 0 0,-1 0-1 0 0,1 1 1 0 0,0-1-1 0 0,-1 0 1 0 0,1 0 0 0 0,-1 0-1 0 0,0 1 1 0 0,1-1-1 0 0,-1 0 1 0 0,0 1 0 0 0,-1-3-1 0 0,1 4-239 0 0,1 0-1 0 0,0 0 1 0 0,-1-1-1 0 0,1 1 1 0 0,-1 0-1 0 0,1 0 1 0 0,-1 0-1 0 0,1 0 1 0 0,-1 0-1 0 0,1 0 1 0 0,0 0-1 0 0,-1 0 1 0 0,1 0-1 0 0,-1 0 1 0 0,1 0-1 0 0,-1 0 1 0 0,1 0-1 0 0,-1 0 1 0 0,1 0-1 0 0,0 0 1 0 0,-1 0-1 0 0,1 1 1 0 0,-1-1-1 0 0,1 0 1 0 0,-1 0-1 0 0,1 0 1 0 0,0 1-1 0 0,-1-1 1 0 0,1 0-1 0 0,0 1 0 0 0,-1-1 1 0 0,1 0-1 0 0,0 1 1 0 0,0-1-1 0 0,-1 0 1 0 0,1 1-1 0 0,-11 14 199 0 0,11-15-227 0 0,-4 7 86 0 0,1 0-1 0 0,0 0 1 0 0,0 0 0 0 0,0 1 0 0 0,1-1-1 0 0,0 1 1 0 0,1 0 0 0 0,0-1 0 0 0,0 1-1 0 0,0 0 1 0 0,1 9 0 0 0,2 10 449 0 0,11 52 0 0 0,-8-54-83 0 0,-2-1-1 0 0,2 31 1 0 0,-5-53-439 0 0,0 0 1 0 0,0 0 0 0 0,0 0 0 0 0,0-1-1 0 0,0 1 1 0 0,0 0 0 0 0,-1 0-1 0 0,1 0 1 0 0,-1-1 0 0 0,1 1 0 0 0,-1 0-1 0 0,0 0 1 0 0,0-1 0 0 0,0 1-1 0 0,0-1 1 0 0,0 1 0 0 0,0-1 0 0 0,-2 3-1 0 0,2-3-103 0 0,-1-1 1 0 0,1 1-1 0 0,-1 0 0 0 0,1-1 0 0 0,-1 1 0 0 0,1-1 0 0 0,-1 0 0 0 0,1 1 0 0 0,-1-1 0 0 0,1 0 0 0 0,-1 0 0 0 0,0 0 0 0 0,1 0 0 0 0,-1 0 0 0 0,1-1 1 0 0,-1 1-1 0 0,1 0 0 0 0,-1-1 0 0 0,0 1 0 0 0,1-1 0 0 0,0 1 0 0 0,-3-2 0 0 0,2 1-68 0 0,0 0 0 0 0,0 0 1 0 0,0 0-1 0 0,-1-1 0 0 0,2 1 0 0 0,-1 0 0 0 0,0-1 0 0 0,0 0 1 0 0,0 1-1 0 0,1-1 0 0 0,-1 0 0 0 0,1 0 0 0 0,-1 0 0 0 0,1 0 1 0 0,0 0-1 0 0,-2-3 0 0 0,1-2-105 0 0,-1 0 0 0 0,1-1 1 0 0,-2-13-1 0 0,-5-17-418 0 0,3 22 496 0 0,2 8 101 0 0,1 0 0 0 0,0 0 0 0 0,1 0 0 0 0,0-1 0 0 0,0 1 0 0 0,0-1 0 0 0,1 1 0 0 0,1-1 0 0 0,0-12 0 0 0,1 8 45 0 0,2 0 1 0 0,0 0-1 0 0,0 0 1 0 0,1 0 0 0 0,0 1-1 0 0,1-1 1 0 0,1 1-1 0 0,0 1 1 0 0,13-19-1 0 0,-11 17 29 0 0,-7 11 4 0 0,1 0-1 0 0,-1-1 1 0 0,1 1 0 0 0,-1 0 0 0 0,1 0-1 0 0,0 0 1 0 0,0 0 0 0 0,0 0-1 0 0,0 1 1 0 0,0-1 0 0 0,3-1-1 0 0,2-1 42 0 0,-1 0 78 0 0,-1 1 0 0 0,1 0 0 0 0,-1 1 0 0 0,13-5 0 0 0,-16 7-63 0 0,1-1 0 0 0,-1 1-1 0 0,1 0 1 0 0,-1 0 0 0 0,1 0 0 0 0,-1 0-1 0 0,1 0 1 0 0,-1 1 0 0 0,1-1 0 0 0,-1 1-1 0 0,1 0 1 0 0,-1-1 0 0 0,1 1 0 0 0,-1 0-1 0 0,4 3 1 0 0,4 2 290 0 0,0 1 0 0 0,-1 1 0 0 0,0 0 0 0 0,0 0 1 0 0,12 14-1 0 0,-16-14-92 0 0,2-1 0 0 0,-1 0 1 0 0,1-1-1 0 0,0 1 1 0 0,0-1-1 0 0,1-1 0 0 0,0 0 1 0 0,0 0-1 0 0,0 0 0 0 0,13 5 1 0 0,17 5 236 0 0,-31-12-440 0 0,1 0 0 0 0,-1 0-1 0 0,0 0 1 0 0,1-1 0 0 0,-1 0 0 0 0,1-1-1 0 0,-1 1 1 0 0,1-1 0 0 0,9-1-1 0 0,-12 0-23 0 0,0 0 0 0 0,0 0 0 0 0,-1-1 0 0 0,1 0 0 0 0,0 0 0 0 0,0 0-1 0 0,0-1 1 0 0,-1 0 0 0 0,1 0 0 0 0,-1 0 0 0 0,8-4 0 0 0,-9 3-36 0 0,0 0 0 0 0,0 0 0 0 0,0 0 0 0 0,-1 0 0 0 0,1 0 0 0 0,-1 0 0 0 0,1-1 0 0 0,-1 1 0 0 0,0-1 0 0 0,-1 0 0 0 0,1 1 0 0 0,0-1 0 0 0,-1 0 0 0 0,1-6 0 0 0,12-22-1029 0 0,-11 27 216 0 0,-1 0 1 0 0,0 0-1 0 0,1 0 1 0 0,-2 0 0 0 0,3-10-1 0 0,-2 6-1186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151 235 4913 0 0,'-3'-61'2036'0'0,"2"40"-965"0"0,0 0 1 0 0,1-1 0 0 0,1 1 0 0 0,4-27 0 0 0,-4 46-965 0 0,-1 0 1 0 0,1 0-1 0 0,-1 0 0 0 0,1 0 1 0 0,0 0-1 0 0,0 0 0 0 0,0 0 1 0 0,0 1-1 0 0,0-1 0 0 0,0 0 1 0 0,0 0-1 0 0,1 1 0 0 0,-1-1 0 0 0,1 1 1 0 0,-1-1-1 0 0,1 1 0 0 0,-1 0 1 0 0,1-1-1 0 0,0 1 0 0 0,0 0 1 0 0,0 0-1 0 0,-1 0 0 0 0,1 0 1 0 0,0 1-1 0 0,0-1 0 0 0,0 1 1 0 0,1-1-1 0 0,-1 1 0 0 0,0-1 1 0 0,0 1-1 0 0,0 0 0 0 0,0 0 1 0 0,0 0-1 0 0,0 0 0 0 0,0 1 1 0 0,0-1-1 0 0,0 0 0 0 0,0 1 1 0 0,3 1-1 0 0,-4-2-91 0 0,0 1 0 0 0,0 0 0 0 0,0 0 0 0 0,-1 0 0 0 0,1 0 0 0 0,0 0 0 0 0,0 0 0 0 0,-1 0 0 0 0,1 0 0 0 0,-1 0 0 0 0,1 0 0 0 0,-1 0 0 0 0,1 0 0 0 0,-1 0 0 0 0,0 1 0 0 0,1-1 0 0 0,-1 0 0 0 0,0 0 0 0 0,0 0 0 0 0,0 1 0 0 0,0-1 0 0 0,0 0 0 0 0,0 2 0 0 0,0 3 55 0 0,3 27 168 0 0,1 1 1 0 0,2-2 0 0 0,14 45 0 0 0,-14-54-159 0 0,0 0 0 0 0,-2 1 1 0 0,0-1-1 0 0,0 30 1 0 0,-6 98 382 0 0,0-74-139 0 0,1-3 66 0 0,3 1 1 0 0,3-1-1 0 0,3-1 0 0 0,4 1 1 0 0,27 92-1 0 0,11-34 982 0 0,-49-130-1349 0 0,-1-1 0 0 0,1 0 0 0 0,0 0 0 0 0,0 0 1 0 0,0 1-1 0 0,0-1 0 0 0,1 0 0 0 0,-1 0 0 0 0,0 0 1 0 0,0-1-1 0 0,1 1 0 0 0,-1 0 0 0 0,0 0 0 0 0,1-1 1 0 0,-1 1-1 0 0,2 0 0 0 0,-1-1-10 0 0,0 1 1 0 0,0 0-1 0 0,-1 0 1 0 0,1 0-1 0 0,0 0 1 0 0,-1 0-1 0 0,1 0 0 0 0,0 0 1 0 0,-1 1-1 0 0,0-1 1 0 0,1 0-1 0 0,-1 1 1 0 0,2 1-1 0 0,-3-2-10 0 0,0 0 1 0 0,1 0-1 0 0,-1 0 0 0 0,0 0 1 0 0,1-1-1 0 0,-1 1 0 0 0,1 0 0 0 0,-1 0 1 0 0,1-1-1 0 0,0 1 0 0 0,-1 0 1 0 0,1-1-1 0 0,0 1 0 0 0,-1-1 0 0 0,1 1 1 0 0,0-1-1 0 0,0 1 0 0 0,-1-1 1 0 0,1 1-1 0 0,2 0 0 0 0,-3-1-1 0 0,1-1-1 0 0,-1 1 1 0 0,1 0 0 0 0,-1 0-1 0 0,1 0 1 0 0,0 0 0 0 0,-1-1-1 0 0,0 1 1 0 0,1 0-1 0 0,-1-1 1 0 0,1 1 0 0 0,-1 0-1 0 0,1-1 1 0 0,-1 1 0 0 0,1 0-1 0 0,-1-1 1 0 0,0 1-1 0 0,1-1 1 0 0,-1 1 0 0 0,0-1-1 0 0,0 1 1 0 0,1-1-1 0 0,-1 1 1 0 0,0-2 0 0 0,1 0 4 0 0,0 0 0 0 0,0 0 0 0 0,-1 0 0 0 0,1-1 1 0 0,-1 1-1 0 0,1 0 0 0 0,-1-1 0 0 0,0 1 0 0 0,0-1 1 0 0,0 1-1 0 0,0 0 0 0 0,-1-1 0 0 0,1 1 0 0 0,0 0 1 0 0,-2-4-1 0 0,0 4-4 0 0,1 0 1 0 0,-1-1-1 0 0,0 1 0 0 0,0 0 1 0 0,0 1-1 0 0,0-1 1 0 0,-1 0-1 0 0,1 1 1 0 0,0-1-1 0 0,-1 1 0 0 0,1-1 1 0 0,-1 1-1 0 0,1 0 1 0 0,-1 0-1 0 0,0 0 1 0 0,1 1-1 0 0,-1-1 0 0 0,0 1 1 0 0,-3-1-1 0 0,-9-1 24 0 0,-1 1-1 0 0,-17 1 0 0 0,21 0-21 0 0,2 1 1 0 0,-1 0 0 0 0,1 1-1 0 0,-1 0 1 0 0,1 1 0 0 0,-1 0 0 0 0,1 1 0 0 0,0 0 0 0 0,1 0 0 0 0,-15 9 0 0 0,-17 7 0 0 0,36-17-13 0 0,-1 1 0 0 0,1-1 0 0 0,0 1 1 0 0,1 0-1 0 0,-1 0 0 0 0,1 0 0 0 0,0 0 0 0 0,0 1 0 0 0,0 0 0 0 0,0 0 0 0 0,1 0 0 0 0,-4 7 0 0 0,-5 11-2 0 0,-13 35-1 0 0,15-28 1 0 0,0 0 0 0 0,2 1 0 0 0,1 0 1 0 0,-4 62-1 0 0,9-84 6 0 0,1 0 0 0 0,-1 0 0 0 0,-1 0 0 0 0,0 0-1 0 0,-5 12 1 0 0,3-11 5 0 0,2 1 0 0 0,-1-1 0 0 0,-3 22 0 0 0,4 11-8 0 0,2 0-1 0 0,3 1 1 0 0,1-1-1 0 0,2 0 1 0 0,13 53-1 0 0,-14-76-2 0 0,1-1 0 0 0,1 0-1 0 0,1 0 1 0 0,0 0 0 0 0,2-1-1 0 0,17 30 1 0 0,-15-31 51 0 0,-10-13-41 0 0,1 0 0 0 0,1-1 0 0 0,-1 1 1 0 0,0-1-1 0 0,1 1 0 0 0,-1-1 0 0 0,1 0 0 0 0,6 5 0 0 0,8 2-2 0 0,1 0 0 0 0,0-1 1 0 0,0 0-1 0 0,1-2 0 0 0,0 0 0 0 0,0-1 0 0 0,1-1 0 0 0,-1-1 0 0 0,1-1 1 0 0,27 1-1 0 0,-40-3-3 0 0,0 0 1 0 0,0 1-1 0 0,0 0 1 0 0,-1 0 0 0 0,11 4-1 0 0,-11-3 1 0 0,1-1 0 0 0,0 0 0 0 0,0 0 0 0 0,-1 0 0 0 0,13 1 0 0 0,-3-3 16 0 0,1-1-1 0 0,-1 0 1 0 0,1-1-1 0 0,-1-1 1 0 0,0 0-1 0 0,0-1 1 0 0,26-11 0 0 0,0-3 9 0 0,59-35 0 0 0,-68 39 12 0 0,-27 12-27 0 0,0 0 0 0 0,0-1 0 0 0,-1 0 0 0 0,1 0 0 0 0,8-6 0 0 0,11-13 12 0 0,-1-2-1 0 0,-2 0 0 0 0,0-2 1 0 0,-1-1-1 0 0,-2 0 0 0 0,27-50 0 0 0,-39 61 8 0 0,0 0 0 0 0,-1 0 0 0 0,-1 0 0 0 0,0 0 0 0 0,-1-1 0 0 0,-1 0-1 0 0,1-23 1 0 0,-2 33-11 0 0,-1 0 0 0 0,1 0 0 0 0,0 0 0 0 0,0 0 0 0 0,6-9 1 0 0,-5 9-1 0 0,0-1 1 0 0,0 1-1 0 0,-1 0 1 0 0,3-13-1 0 0,-3 6 10 0 0,-2 1-1 0 0,0 0 1 0 0,0-1-1 0 0,-1 1 1 0 0,-1-1-1 0 0,0 1 0 0 0,-7-23 1 0 0,-4-2 56 0 0,-23-47 0 0 0,16 30-52 0 0,16 42-19 0 0,-1 0 1 0 0,0 0-1 0 0,0 1 1 0 0,-14-23-1 0 0,2 11 19 0 0,-1 1 0 0 0,0 1 0 0 0,-2 0 1 0 0,-1 1-1 0 0,0 2 0 0 0,-37-27 0 0 0,48 40-22 0 0,0 1 0 0 0,-1 1 0 0 0,0 0 0 0 0,1 0 0 0 0,-1 1 0 0 0,-12-2 0 0 0,9 2-13 0 0,0-1 0 0 0,-16-6 0 0 0,24 7-3 0 0,1 1 0 0 0,-1 0 0 0 0,0 1 0 0 0,0 0 0 0 0,0-1 0 0 0,0 2 0 0 0,0-1-1 0 0,0 1 1 0 0,0 0 0 0 0,0 0 0 0 0,0 0 0 0 0,0 1 0 0 0,-10 2 0 0 0,7 0-76 0 0,1 0-1 0 0,-1 1 0 0 0,1 0 0 0 0,0 0 0 0 0,0 1 1 0 0,0 0-1 0 0,1 0 0 0 0,-9 8 0 0 0,-7 10-842 0 0,1 1-1 0 0,1 1 1 0 0,-35 54 0 0 0,50-71 609 0 0,-19 28-995 0 0,11-17 121 0 0,0 1 0 0 0,2 0 0 0 0,0 1 0 0 0,1 0 0 0 0,-10 28 0 0 0,12-13-1489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5 286 7338 0 0,'-5'-3'7252'0'0,"12"-5"-6641"0"0,0 0-1 0 0,-1 0 1 0 0,-1-1 0 0 0,1 0 0 0 0,4-12 0 0 0,-4 9-230 0 0,0 1 0 0 0,14-20-1 0 0,-15 24-263 0 0,-3 4-79 0 0,1 0 0 0 0,-1 0 0 0 0,0 0 0 0 0,1 1 0 0 0,-1-1-1 0 0,1 0 1 0 0,0 1 0 0 0,0 0 0 0 0,0 0 0 0 0,0 0 0 0 0,0 0 0 0 0,0 0 0 0 0,1 1 0 0 0,-1-1 0 0 0,1 1 0 0 0,3-1 0 0 0,29-11 111 0 0,-33 11-138 0 0,0 0 0 0 0,0 1 0 0 0,1-1 1 0 0,-1 1-1 0 0,1 0 0 0 0,-1 0 0 0 0,1 0 0 0 0,-1 0 1 0 0,1 1-1 0 0,0 0 0 0 0,-1-1 0 0 0,1 1 0 0 0,0 1 1 0 0,-1-1-1 0 0,7 2 0 0 0,-5-1 8 0 0,0 1-1 0 0,-1 0 1 0 0,1 0-1 0 0,0 1 1 0 0,-1-1-1 0 0,0 1 1 0 0,0 0-1 0 0,0 0 1 0 0,0 0-1 0 0,0 1 1 0 0,0 0-1 0 0,-1-1 1 0 0,0 1-1 0 0,0 0 1 0 0,0 1-1 0 0,0-1 1 0 0,3 7-1 0 0,23 30 345 0 0,-23-36-230 0 0,0 0-1 0 0,0-1 0 0 0,0 0 0 0 0,1 0 1 0 0,-1 0-1 0 0,1-1 0 0 0,0 0 1 0 0,10 3-1 0 0,-12-5-90 0 0,-1-1 0 0 0,0 1 0 0 0,1-1 0 0 0,-1 1 0 0 0,0-1 0 0 0,1-1 0 0 0,-1 1 0 0 0,0-1 0 0 0,1 1 0 0 0,-1-1 0 0 0,0 0 0 0 0,0-1 0 0 0,1 1 0 0 0,-1-1 0 0 0,0 0 0 0 0,-1 0 0 0 0,1 0 0 0 0,0 0 0 0 0,0-1 0 0 0,3-3 0 0 0,5-4 9 0 0,0-1 1 0 0,-1 0 0 0 0,0-1 0 0 0,10-14-1 0 0,-10 12-6 0 0,0-1-1 0 0,-1 0 1 0 0,-1 0-1 0 0,-1-1 1 0 0,10-24-1 0 0,-12 27 249 0 0,2-6-2458 0 0,-15 31-5996 0 0,-8 16 4551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19 13171 0 0,'-22'-10'1496'0'0,"16"8"-1120"0"0,0 1 0 0 0,0-1 0 0 0,0 1 0 0 0,0 0 0 0 0,0 0 0 0 0,0 1 0 0 0,-7 0 0 0 0,11 0-340 0 0,-1 0-1 0 0,1 1 0 0 0,-1-1 0 0 0,1 1 0 0 0,-1-1 0 0 0,1 1 0 0 0,0 0 0 0 0,-1 0 0 0 0,1 0 0 0 0,0 0 0 0 0,0 0 0 0 0,0 0 0 0 0,-1 1 0 0 0,1-1 1 0 0,1 1-1 0 0,-1-1 0 0 0,0 1 0 0 0,0 0 0 0 0,1 0 0 0 0,-3 3 0 0 0,-7 17 231 0 0,2 0-1 0 0,1 1 1 0 0,1 0 0 0 0,-5 28-1 0 0,7-6 248 0 0,4-36-390 0 0,1 0 0 0 0,-1 0-1 0 0,-1 0 1 0 0,-4 16 0 0 0,-5 4 114 0 0,5-16-80 0 0,1 0 1 0 0,0 1-1 0 0,-4 23 0 0 0,5 19 236 0 0,2-1 0 0 0,2 0 1 0 0,9 60-1 0 0,0 36-185 0 0,-8-112-211 0 0,0 12-10 0 0,-8 86 1 0 0,2-116-334 0 0,1-4-2812 0 0,3-5-4773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12939 0 0,'-8'0'633'0'0,"0"0"0"0"0,1 1-1 0 0,-1 0 1 0 0,0 1 0 0 0,1-1 0 0 0,0 2 0 0 0,-1-1 0 0 0,-8 5 0 0 0,16-7-602 0 0,-1 0 1 0 0,1 0 0 0 0,0 0-1 0 0,0 0 1 0 0,0 0 0 0 0,0 0-1 0 0,-1 0 1 0 0,1 1-1 0 0,0-1 1 0 0,0 0 0 0 0,0 0-1 0 0,0 0 1 0 0,0 0 0 0 0,-1 0-1 0 0,1 1 1 0 0,0-1 0 0 0,0 0-1 0 0,0 0 1 0 0,0 0-1 0 0,0 0 1 0 0,0 1 0 0 0,0-1-1 0 0,0 0 1 0 0,0 0 0 0 0,0 0-1 0 0,0 1 1 0 0,0-1 0 0 0,0 0-1 0 0,0 0 1 0 0,0 0 0 0 0,0 1-1 0 0,0-1 1 0 0,0 0-1 0 0,0 0 1 0 0,0 0 0 0 0,0 1-1 0 0,0-1 1 0 0,0 0 0 0 0,0 0-1 0 0,0 0 1 0 0,0 0 0 0 0,0 1-1 0 0,10 5 523 0 0,12 0-399 0 0,-22-6-145 0 0,28 4 76 0 0,0-2-1 0 0,0-1 1 0 0,0-1 0 0 0,33-4 0 0 0,4 0-4 0 0,-1 4-5 0 0,-24 0-34 0 0,0-1 0 0 0,70-11 0 0 0,-38 0 33 0 0,-41 11-4122 0 0,-38 5 313 0 0,-56 28 2571 0 0,-20 9 1762 0 0,71-36 311 0 0,0 0 0 0 0,-1-1 0 0 0,1-1 0 0 0,-25 4 0 0 0,16-8 2135 0 0,19-4-1952 0 0,12-3-933 0 0,-3 5-131 0 0,-1-1 0 0 0,1 2-1 0 0,1-1 1 0 0,-1 1 0 0 0,0 0-1 0 0,0 0 1 0 0,1 1 0 0 0,-1 0 0 0 0,1 0-1 0 0,-1 1 1 0 0,1 0 0 0 0,9 1 0 0 0,6 3 16 0 0,-1 1 1 0 0,40 14 0 0 0,-17-8-366 0 0,-42-10-455 0 0,-1-1 1 0 0,1 0-1 0 0,0 0 0 0 0,0 0 1 0 0,-1 0-1 0 0,1 0 1 0 0,0-1-1 0 0,4-1 0 0 0,-1 0-3419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40 252 6769 0 0,'0'-4'272'0'0,"-1"1"0"0"0,1 0-1 0 0,-1-1 1 0 0,0 1-1 0 0,0 0 1 0 0,-3-6-1 0 0,-3-9 868 0 0,-1-16 706 0 0,2 0 0 0 0,1-1 0 0 0,-1-65 0 0 0,6 100-1836 0 0,0 0 0 0 0,1 0 0 0 0,-1 0 0 0 0,0 1 0 0 0,0-1 0 0 0,0 0 0 0 0,0 0 0 0 0,0 0 0 0 0,0 0 0 0 0,0 0 0 0 0,0 0 0 0 0,0 0 0 0 0,0 0 0 0 0,0 0 0 0 0,0 0 0 0 0,1 0 0 0 0,-1 0 0 0 0,0 0 0 0 0,0 0 0 0 0,0 0 0 0 0,0 0 0 0 0,0 0 0 0 0,0 0 0 0 0,0 0 0 0 0,0 0-1 0 0,0 0 1 0 0,1 0 0 0 0,-1 0 0 0 0,0 0 0 0 0,0 0 0 0 0,0 0 0 0 0,0 0 0 0 0,0 0 0 0 0,0 0 0 0 0,0 0 0 0 0,0 0 0 0 0,0-1 0 0 0,0 1 0 0 0,0 0 0 0 0,0 0 0 0 0,0 0 0 0 0,1 0 0 0 0,-1 0 0 0 0,0 0 0 0 0,0 0 0 0 0,0 0 0 0 0,0 0 0 0 0,0 0 0 0 0,0 0 0 0 0,0 0 0 0 0,0-1 0 0 0,0 1 0 0 0,0 0 0 0 0,0 0 0 0 0,0 0 0 0 0,0 0 0 0 0,0 0 0 0 0,5 11 170 0 0,7 41 16 0 0,10 107 0 0 0,-1-4 219 0 0,-16-133-120 0 0,2 0 0 0 0,13 32 0 0 0,-15-41-159 0 0,-4-11-111 0 0,0-1 0 0 0,0 0 0 0 0,0 0 0 0 0,0 0 0 0 0,0 0 0 0 0,0 0 0 0 0,0 0 0 0 0,0 0 0 0 0,0 0 0 0 0,1 0 0 0 0,-1-1 0 0 0,0 1 0 0 0,0 0 0 0 0,1-1 0 0 0,-1 1 0 0 0,0-1 0 0 0,1 1 0 0 0,-1-1 0 0 0,1 0 0 0 0,-1 0 0 0 0,1 1 0 0 0,-1-1 0 0 0,0 0 0 0 0,1 0 0 0 0,-1 0 0 0 0,1-1 0 0 0,-1 1 0 0 0,1 0 0 0 0,-1 0 0 0 0,0-1 0 0 0,1 1 0 0 0,-1-1 0 0 0,0 0 0 0 0,1 1 0 0 0,-1-1 0 0 0,0 0 0 0 0,0 1 0 0 0,1-1 0 0 0,-1 0 0 0 0,0 0 0 0 0,0 0 0 0 0,0 0 0 0 0,0 0 0 0 0,0-1 0 0 0,0 1 0 0 0,-1 0 0 0 0,1 0 0 0 0,0-2 0 0 0,27-82 440 0 0,18-91 1 0 0,-39 147-417 0 0,24-70 131 0 0,-25 89-4454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1:20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1 14195 0 0,'-1'1'38'0'0,"0"-1"-1"0"0,-1 1 1 0 0,1 0-1 0 0,0 0 1 0 0,0 0-1 0 0,0 0 1 0 0,0 0-1 0 0,0 0 1 0 0,0 0-1 0 0,0 0 1 0 0,1 1-1 0 0,-1-1 1 0 0,0 0-1 0 0,1 1 1 0 0,-1-1 0 0 0,1 0-1 0 0,-1 1 1 0 0,1-1-1 0 0,-1 3 1 0 0,-1 3 13 0 0,-9 16 107 0 0,2 2 0 0 0,1-1 0 0 0,1 1 1 0 0,1 0-1 0 0,-4 40 0 0 0,-2-18 171 0 0,9-37-259 0 0,0-1 0 0 0,1 1 0 0 0,0 0 0 0 0,0 0 0 0 0,0 10 0 0 0,2-17-24 0 0,1-1-1 0 0,-1 1 0 0 0,0-1 1 0 0,1 1-1 0 0,-1 0 0 0 0,1-1 1 0 0,0 1-1 0 0,0-1 0 0 0,0 0 1 0 0,0 1-1 0 0,0-1 1 0 0,0 0-1 0 0,1 1 0 0 0,-1-1 1 0 0,1 0-1 0 0,0 0 0 0 0,-1 0 1 0 0,1 0-1 0 0,0-1 0 0 0,0 1 1 0 0,0 0-1 0 0,0-1 0 0 0,1 0 1 0 0,2 2-1 0 0,7 3 295 0 0,1-1 0 0 0,1 0 0 0 0,15 3 0 0 0,-17-5-46 0 0,0 1-1 0 0,-1-1 1 0 0,0 2 0 0 0,1 0-1 0 0,12 7 1 0 0,-21-9-207 0 0,-1-1 0 0 0,1 0 1 0 0,-1 1-1 0 0,1 0 0 0 0,-1 0 0 0 0,0-1 0 0 0,0 1 1 0 0,0 0-1 0 0,-1 1 0 0 0,1-1 0 0 0,1 4 0 0 0,-3-6-71 0 0,1 0-1 0 0,0 1 1 0 0,-1-1 0 0 0,0 1-1 0 0,1-1 1 0 0,-1 1-1 0 0,0-1 1 0 0,1 1 0 0 0,-1-1-1 0 0,0 1 1 0 0,0-1-1 0 0,0 1 1 0 0,-1-1-1 0 0,1 1 1 0 0,0-1 0 0 0,-1 1-1 0 0,1-1 1 0 0,0 0-1 0 0,-1 1 1 0 0,0-1 0 0 0,1 0-1 0 0,-1 1 1 0 0,0-1-1 0 0,0 0 1 0 0,1 1-1 0 0,-1-1 1 0 0,0 0 0 0 0,0 0-1 0 0,-2 2 1 0 0,-9 2-266 0 0,1 1-1 0 0,-1-2 1 0 0,0 0 0 0 0,0 0 0 0 0,-1-1-1 0 0,-16 2 1 0 0,-8 3-1806 0 0,-6 3-1926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0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676 60 1040 0 0,'0'0'9842'0'0,"-18"-16"-5878"0"0,5 13-3494 0 0,0 0 0 0 0,-24-10 0 0 0,26 8-352 0 0,0 1 0 0 0,-1 0 0 0 0,0 0 0 0 0,-21-2 0 0 0,21 5-79 0 0,-1 1 0 0 0,0 0-1 0 0,1 1 1 0 0,-1 0 0 0 0,1 1-1 0 0,-1 0 1 0 0,1 1 0 0 0,0 0-1 0 0,-1 1 1 0 0,2 1 0 0 0,-15 7-1 0 0,-2 0-29 0 0,21-10-2 0 0,0 1-1 0 0,0 0 0 0 0,1 1 0 0 0,-1-1 0 0 0,1 1 1 0 0,0 0-1 0 0,-9 8 0 0 0,-11 15-10 0 0,1 2 0 0 0,1 0 0 0 0,2 2 0 0 0,1 0 0 0 0,1 1 0 0 0,2 2 0 0 0,1 0 0 0 0,2 0 0 0 0,-20 67 0 0 0,16-51-126 0 0,14-40 103 0 0,0 1 0 0 0,1 0 1 0 0,-2 11-1 0 0,5-17 24 0 0,0-1 0 0 0,1 1 0 0 0,0-1 0 0 0,-1 0 0 0 0,2 1 0 0 0,-1-1 1 0 0,0 1-1 0 0,1-1 0 0 0,0 1 0 0 0,0-1 0 0 0,3 7 0 0 0,-3-8 8 0 0,0 0 0 0 0,0-1 1 0 0,0 1-1 0 0,1 0 0 0 0,-1-1 1 0 0,1 1-1 0 0,0-1 0 0 0,-1 0 0 0 0,1 1 1 0 0,0-1-1 0 0,1 0 0 0 0,-1 0 0 0 0,4 2 1 0 0,-1-1 22 0 0,1-1 0 0 0,-1 1 0 0 0,1-1 0 0 0,-1-1 1 0 0,12 3-1 0 0,11-1 98 0 0,13 4 41 0 0,-5 5-56 0 0,-25-7-86 0 0,1-1 1 0 0,0 0-1 0 0,0-1 1 0 0,1 0 0 0 0,20 1-1 0 0,27-4 146 0 0,0-4-1 0 0,0-1 0 0 0,72-18 1 0 0,-68 9 297 0 0,-39 7-786 0 0,0 1-1 0 0,1 1 1 0 0,41-2-1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4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0 184 0 0,'0'0'4028'0'0,"7"5"-1351"0"0,-39-1-884 0 0,32-4-1773 0 0,-29 1 1522 0 0,19 0-1504 0 0,0 0 0 0 0,1 1 1 0 0,-1 0-1 0 0,1 1 1 0 0,-1 0-1 0 0,1 0 1 0 0,0 1-1 0 0,0 0 1 0 0,0 1-1 0 0,1-1 1 0 0,-1 2-1 0 0,-12 10 1 0 0,17-11-41 0 0,0 0 1 0 0,0 0-1 0 0,0 0 0 0 0,1 1 1 0 0,0-1-1 0 0,0 1 1 0 0,0 0-1 0 0,1 0 1 0 0,0 0-1 0 0,-2 7 1 0 0,1-4 0 0 0,0 0 0 0 0,0 0 0 0 0,-7 11 1 0 0,7-15 7 0 0,0 0 0 0 0,0 0 0 0 0,0 0 0 0 0,1 1 0 0 0,0 0 0 0 0,0-1 0 0 0,0 1 0 0 0,1 0 1 0 0,0 0-1 0 0,-1 11 0 0 0,2-14 0 0 0,0-1 0 0 0,0 1 0 0 0,1-1 1 0 0,-1 1-1 0 0,1-1 0 0 0,-1 1 0 0 0,1-1 0 0 0,0 1 0 0 0,0-1 1 0 0,0 1-1 0 0,0-1 0 0 0,1 0 0 0 0,-1 0 0 0 0,1 1 1 0 0,-1-1-1 0 0,1 0 0 0 0,0 0 0 0 0,-1-1 0 0 0,1 1 0 0 0,0 0 1 0 0,0-1-1 0 0,1 1 0 0 0,-1-1 0 0 0,0 1 0 0 0,0-1 1 0 0,4 1-1 0 0,0 1 7 0 0,1-1 0 0 0,0 0 0 0 0,0 0 0 0 0,-1-1 0 0 0,1 1 1 0 0,0-2-1 0 0,0 1 0 0 0,0-1 0 0 0,0 0 0 0 0,0 0 0 0 0,0-1 0 0 0,0 0 0 0 0,0 0 1 0 0,0-1-1 0 0,0 0 0 0 0,-1 0 0 0 0,1-1 0 0 0,-1 1 0 0 0,1-1 0 0 0,-1-1 1 0 0,0 1-1 0 0,0-1 0 0 0,0 0 0 0 0,8-9 0 0 0,17-30 85 0 0,-25 36-87 0 0,0 0 0 0 0,-1-1 0 0 0,0 1 0 0 0,0-1 0 0 0,5-11 0 0 0,10-18 493 0 0,-8 23 4 0 0,-12 14-505 0 0,1 0 0 0 0,-1 0 1 0 0,0 0-1 0 0,0 0 0 0 0,0 0 0 0 0,0 0 1 0 0,0 0-1 0 0,1 0 0 0 0,-1 0 0 0 0,0 0 1 0 0,0 0-1 0 0,0-1 0 0 0,0 1 0 0 0,0 0 0 0 0,1 0 1 0 0,-1 0-1 0 0,0 0 0 0 0,0 0 0 0 0,0 0 1 0 0,0 0-1 0 0,0 1 0 0 0,1-1 0 0 0,-1 0 1 0 0,0 0-1 0 0,0 0 0 0 0,0 0 0 0 0,0 0 1 0 0,0 0-1 0 0,1 0 0 0 0,-1 0 0 0 0,0 0 1 0 0,0 0-1 0 0,0 0 0 0 0,0 0 0 0 0,0 1 0 0 0,0-1 1 0 0,0 0-1 0 0,1 0 0 0 0,-1 0 0 0 0,0 0 1 0 0,0 0-1 0 0,0 0 0 0 0,0 1 0 0 0,0-1 1 0 0,0 0-1 0 0,0 0 0 0 0,0 0 0 0 0,1 31-19 0 0,-2-13 40 0 0,6 133-30 0 0,-2-65-42 0 0,-8 103 0 0 0,3-171 81 0 0,-2 0-1 0 0,0 1 1 0 0,-2-1 0 0 0,0-1-1 0 0,-1 1 1 0 0,0-1 0 0 0,-15 24-1 0 0,17-31 18 0 0,4-7-41 0 0,0 0-1 0 0,-1 0 1 0 0,1-1 0 0 0,-1 1 0 0 0,1 0 0 0 0,-1-1 0 0 0,0 1-1 0 0,0-1 1 0 0,0 0 0 0 0,0 1 0 0 0,0-1 0 0 0,-1 0-1 0 0,1 0 1 0 0,0 0 0 0 0,-1-1 0 0 0,0 1 0 0 0,1-1 0 0 0,-1 1-1 0 0,-4 0 1 0 0,-16 12 93 0 0,22-13-88 0 0,-1 0-1 0 0,1 1 1 0 0,-1-1 0 0 0,0 0-1 0 0,0 0 1 0 0,1 0-1 0 0,-1 0 1 0 0,0 0-1 0 0,0 0 1 0 0,0-1 0 0 0,0 1-1 0 0,0 0 1 0 0,0-1-1 0 0,0 0 1 0 0,0 1 0 0 0,0-1-1 0 0,0 0 1 0 0,-3 0-1 0 0,4-2-20 0 0,-1 1 0 0 0,1 0-1 0 0,-1-1 1 0 0,1 1 0 0 0,0-1 0 0 0,0 1-1 0 0,0-1 1 0 0,0 1 0 0 0,0-1-1 0 0,0 0 1 0 0,0 0 0 0 0,1 1 0 0 0,-1-1-1 0 0,0-4 1 0 0,0 3-2 0 0,-1-4 0 0 0,0-1 1 0 0,1 1-1 0 0,0-1 1 0 0,1 0 0 0 0,-1 1-1 0 0,1-1 1 0 0,1 0 0 0 0,0 1-1 0 0,0-1 1 0 0,0 0 0 0 0,1 1-1 0 0,0 0 1 0 0,5-13 0 0 0,6-9-32 0 0,31-53 0 0 0,-38 72 38 0 0,78-144-94 0 0,-77 144 99 0 0,1-1 0 0 0,0 1 0 0 0,1 0 0 0 0,0 1-1 0 0,17-14 1 0 0,-14 12-13 0 0,-4 4 8 0 0,1 0 0 0 0,-1 0 1 0 0,2 0-1 0 0,-1 1 0 0 0,0 1 1 0 0,1-1-1 0 0,15-5 0 0 0,-25 11-15 0 0,1 0-1 0 0,0 0 0 0 0,-1 0 0 0 0,1 0 0 0 0,-1 0 0 0 0,1 0 0 0 0,-1 0 0 0 0,1 0 0 0 0,-1 0 0 0 0,1 0 0 0 0,-1 0 0 0 0,1 0 0 0 0,-1 0 0 0 0,1 0 0 0 0,-1 1 0 0 0,1-1 1 0 0,-1 0-1 0 0,1 0 0 0 0,-1 1 0 0 0,1-1 0 0 0,-1 0 0 0 0,0 1 0 0 0,1-1 0 0 0,-1 0 0 0 0,1 1 0 0 0,-1 0 0 0 0,11 4-3609 0 0,-8-5 1914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5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22 2345 0 0,'0'0'584'0'0,"-3"-5"3546"0"0,-5-6-2088 0 0,1 10-1906 0 0,0-1 0 0 0,-1 1 0 0 0,1 0 1 0 0,0 1-1 0 0,-1 0 0 0 0,1 0 1 0 0,-1 1-1 0 0,1-1 0 0 0,-1 2 0 0 0,1-1 1 0 0,0 1-1 0 0,-12 4 0 0 0,5-1 31 0 0,0 1 0 0 0,1 1 0 0 0,0 0 0 0 0,0 0-1 0 0,-17 14 1 0 0,24-15-157 0 0,0 0 1 0 0,1 1-1 0 0,0 0 0 0 0,0 0 0 0 0,0 0 1 0 0,1 0-1 0 0,0 1 0 0 0,0 0 1 0 0,1 0-1 0 0,0 0 0 0 0,0 0 0 0 0,-1 11 1 0 0,3-14-23 0 0,-1 0 0 0 0,1 0 1 0 0,-1-1-1 0 0,0 1 1 0 0,-4 6-1 0 0,4-7 5 0 0,0 0-1 0 0,0 0 0 0 0,0 0 1 0 0,0 0-1 0 0,1 1 1 0 0,0-1-1 0 0,0 0 1 0 0,-1 7-1 0 0,2-4 6 0 0,1 0 1 0 0,0 1-1 0 0,0-1 0 0 0,1 0 1 0 0,0 1-1 0 0,0-1 0 0 0,0 0 0 0 0,1 0 1 0 0,0-1-1 0 0,1 1 0 0 0,0 0 1 0 0,0-1-1 0 0,0 0 0 0 0,0 0 0 0 0,1 0 1 0 0,0-1-1 0 0,0 0 0 0 0,1 1 1 0 0,0-2-1 0 0,11 9 0 0 0,-10-8 7 0 0,-1 0-1 0 0,1 1 1 0 0,8 9-1 0 0,13 11 68 0 0,-26-24-11 0 0,1-1 0 0 0,-1 1 0 0 0,0 0 0 0 0,0 0 0 0 0,0 0 0 0 0,0 0 0 0 0,-1 0 0 0 0,1 1 1 0 0,0-1-1 0 0,-1 0 0 0 0,0 1 0 0 0,1-1 0 0 0,-1 1 0 0 0,0 0 0 0 0,0-1 0 0 0,0 1 1 0 0,-1 0-1 0 0,1-1 0 0 0,-1 1 0 0 0,0 0 0 0 0,1 0 0 0 0,-1 0 0 0 0,0-1 0 0 0,-1 1 0 0 0,1 0 1 0 0,0 0-1 0 0,-1 0 0 0 0,-1 3 0 0 0,1-5-35 0 0,-1 1 0 0 0,-1 0 0 0 0,1-1 0 0 0,0 1 0 0 0,0-1 0 0 0,-1 0 0 0 0,1 0 0 0 0,0 1 0 0 0,-1-2 0 0 0,1 1 0 0 0,-1 0 0 0 0,0 0 0 0 0,1-1 0 0 0,-1 0 0 0 0,-3 1 0 0 0,-2 0 29 0 0,-12 3-6 0 0,11-3-21 0 0,1 1-1 0 0,-1-1 1 0 0,1 2-1 0 0,-1-1 1 0 0,1 1-1 0 0,0 0 1 0 0,-10 7-1 0 0,13-7-305 0 0,0 0-1 0 0,0 0 0 0 0,0 0 1 0 0,-1-1-1 0 0,1 1 1 0 0,-7 0-1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5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3409 0 0,'1'0'7604'0'0,"2"0"-6156"0"0,4 1-1317 0 0,1 0 0 0 0,0 1-1 0 0,-1 0 1 0 0,1 0 0 0 0,10 5-1 0 0,14 3-80 0 0,66 12-3216 0 0,-86-20 1487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6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3537 0 0,'-2'3'4247'0'0,"-8"9"-1629"0"0,11-10-2568 0 0,-1-1 0 0 0,0 1 0 0 0,1-1 0 0 0,-1 1 0 0 0,1-1 0 0 0,0 1 0 0 0,-1-1 0 0 0,1 1 0 0 0,0-1 0 0 0,0 0 0 0 0,0 1 0 0 0,0-1 0 0 0,0 0 0 0 0,1 0 0 0 0,-1 1 0 0 0,0-1 0 0 0,0 0 0 0 0,1 0 0 0 0,-1-1 0 0 0,0 1 0 0 0,1 0 0 0 0,-1 0 0 0 0,1-1 0 0 0,-1 1 0 0 0,1-1 0 0 0,2 1 0 0 0,4 2-250 0 0,-1-1 0 0 0,1-1 0 0 0,0 1 1 0 0,9-1-1 0 0,-11 0-37 0 0,1-2 1 0 0,0 1-1 0 0,-1 0 0 0 0,1-1 0 0 0,11-3 1 0 0,6-4-1223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6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160 148 4601 0 0,'0'0'624'0'0,"-8"-2"3451"0"0,-9-2-2474 0 0,12 4-1434 0 0,-1-1 1 0 0,1 0-1 0 0,-1 1 0 0 0,1 0 0 0 0,-1 0 1 0 0,-7 2-1 0 0,11-2-151 0 0,1 1 0 0 0,-1-1-1 0 0,0 1 1 0 0,0 0 0 0 0,1 0 0 0 0,-1 0-1 0 0,0 0 1 0 0,1 0 0 0 0,-1 0 0 0 0,1 0 0 0 0,0 0-1 0 0,-1 0 1 0 0,1 1 0 0 0,0-1 0 0 0,0 0-1 0 0,-1 1 1 0 0,1 0 0 0 0,0-1 0 0 0,0 1 0 0 0,1-1-1 0 0,-1 1 1 0 0,0 0 0 0 0,0 2 0 0 0,-6 23-22 0 0,1 0 0 0 0,1 1 0 0 0,-1 28 0 0 0,5-50 4 0 0,0-1-1 0 0,-1 1 1 0 0,0 0 0 0 0,0 0 0 0 0,0-1 0 0 0,-4 8 0 0 0,3-8-5 0 0,1 0 1 0 0,0 1-1 0 0,0-1 0 0 0,0 0 1 0 0,0 1-1 0 0,1 0 0 0 0,0-1 1 0 0,-1 9-1 0 0,2-7-13 0 0,0-1 0 0 0,1 0 0 0 0,-1 1 0 0 0,1-1 0 0 0,1 0 0 0 0,-1 1 0 0 0,1-1 0 0 0,0 0 0 0 0,5 10 0 0 0,15-7-130 0 0,-4-3 32 0 0,-13-3 93 0 0,-1-1-1 0 0,1 0 1 0 0,-1 0-1 0 0,1 0 1 0 0,0 0 0 0 0,0-1-1 0 0,0 0 1 0 0,0 0 0 0 0,0 0-1 0 0,0-1 1 0 0,0 1-1 0 0,0-1 1 0 0,7-1 0 0 0,-3 0 18 0 0,-1-1 0 0 0,0 0 1 0 0,0 0-1 0 0,1 0 1 0 0,-1-1-1 0 0,0-1 0 0 0,8-4 1 0 0,10-3 1 0 0,-22 10 6 0 0,0-1-1 0 0,0 1 1 0 0,0-1-1 0 0,0 0 1 0 0,0 0-1 0 0,0-1 1 0 0,-1 1-1 0 0,4-4 1 0 0,7-8 7 0 0,0-1 1 0 0,-1-1 0 0 0,-1 0-1 0 0,-1-1 1 0 0,0 0 0 0 0,-1-1-1 0 0,12-30 1 0 0,-19 39-1 0 0,0-1 0 0 0,-1 1 0 0 0,2-19 1 0 0,-4 21 4 0 0,1 0 1 0 0,0-1-1 0 0,1 1 1 0 0,-1 0 0 0 0,1 0-1 0 0,1 0 1 0 0,5-11-1 0 0,-5 11 15 0 0,1 1 0 0 0,-1-1-1 0 0,-1 0 1 0 0,0 0 0 0 0,0 0-1 0 0,0 0 1 0 0,-1 0-1 0 0,0 0 1 0 0,0-1 0 0 0,0 1-1 0 0,-1 0 1 0 0,-1 0 0 0 0,1-1-1 0 0,-1 1 1 0 0,0 0-1 0 0,-1 0 1 0 0,1 0 0 0 0,-1 0-1 0 0,-1 0 1 0 0,-5-11 0 0 0,7 16-18 0 0,0 1 0 0 0,-1-1 0 0 0,1 1 1 0 0,-1-1-1 0 0,1 1 0 0 0,-1 0 1 0 0,0 0-1 0 0,1 0 0 0 0,-1 0 1 0 0,0 0-1 0 0,0 0 0 0 0,0 0 0 0 0,0 1 1 0 0,1-1-1 0 0,-1 0 0 0 0,0 1 1 0 0,0 0-1 0 0,0 0 0 0 0,-4-1 0 0 0,1 1 0 0 0,-1 0-1 0 0,1 0 0 0 0,0 0 1 0 0,-1 0-1 0 0,1 1 0 0 0,-6 1 0 0 0,8 0-10 0 0,0-1 0 0 0,0 0 0 0 0,0 0 0 0 0,0 1 0 0 0,1 0 1 0 0,-1 0-1 0 0,1-1 0 0 0,-1 1 0 0 0,1 1 0 0 0,0-1 0 0 0,0 0 0 0 0,0 0 0 0 0,0 1 0 0 0,0-1 0 0 0,0 1 0 0 0,1 0 0 0 0,-2 3 0 0 0,-2 5 10 0 0,1 1 0 0 0,0 0 0 0 0,-2 13-1 0 0,-2 6-20 0 0,-36 153 59 0 0,38-154 0 0 0,5-23-49 0 0,-1 0-1 0 0,-1 0 1 0 0,0-1 0 0 0,-4 10-1 0 0,4-11-10 0 0,0 0 1 0 0,1 1-1 0 0,-1-1 1 0 0,1 1-1 0 0,1 0 0 0 0,-1 0 1 0 0,-1 9-1 0 0,3-13-75 0 0,0 1 0 0 0,0 0 0 0 0,0 0 0 0 0,0 0 0 0 0,0-1 1 0 0,0 1-1 0 0,1 0 0 0 0,-1 0 0 0 0,1-1 0 0 0,1 5 0 0 0,-1-6-56 0 0,0 1-1 0 0,0-1 1 0 0,0 0-1 0 0,0 0 1 0 0,0 0-1 0 0,0 0 1 0 0,1 0 0 0 0,-1 0-1 0 0,0 0 1 0 0,1 0-1 0 0,-1-1 1 0 0,0 1-1 0 0,1 0 1 0 0,-1-1 0 0 0,1 1-1 0 0,-1-1 1 0 0,1 1-1 0 0,-1-1 1 0 0,4 0 0 0 0,10 2-1828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6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6017 0 0,'0'0'2015'0'0,"2"8"1605"0"0,2 7-3558 0 0,-4-14-147 0 0,0-1 0 0 0,0 0 0 0 0,1 0 0 0 0,-1 1-1 0 0,0-1 1 0 0,0 0 0 0 0,1 0 0 0 0,-1 1 0 0 0,0-1-1 0 0,1 0 1 0 0,-1 0 0 0 0,0 0 0 0 0,0 0-1 0 0,1 1 1 0 0,-1-1 0 0 0,0 0 0 0 0,1 0 0 0 0,-1 0-1 0 0,1 0 1 0 0,-1 0 0 0 0,0 0 0 0 0,1 0-1 0 0,-1 0 1 0 0,0 0 0 0 0,1 0 0 0 0,-1 0 0 0 0,0 0-1 0 0,1 0 1 0 0,-1 0 0 0 0,1-1 0 0 0,0 0-1346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7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45 130 2409 0 0,'-25'-14'5353'0'0,"8"-18"-4617"0"0,16 30-670 0 0,1 0-1 0 0,-1 0 1 0 0,1 0 0 0 0,-1 0-1 0 0,1 0 1 0 0,0 0-1 0 0,0 0 1 0 0,0 0-1 0 0,0 0 1 0 0,1 0-1 0 0,-1 0 1 0 0,0 0 0 0 0,1 0-1 0 0,0 0 1 0 0,-1 0-1 0 0,2-3 1 0 0,0 4-6 0 0,0-1 1 0 0,0 0 0 0 0,0 1-1 0 0,1-1 1 0 0,-1 1 0 0 0,0 0-1 0 0,0 0 1 0 0,1 0 0 0 0,-1 0-1 0 0,6-1 1 0 0,10-6 189 0 0,-13 5-180 0 0,1 0 1 0 0,0 0-1 0 0,0 0 0 0 0,0 1 0 0 0,0 0 0 0 0,0 0 0 0 0,0 0 1 0 0,0 1-1 0 0,1 0 0 0 0,-1 0 0 0 0,1 1 0 0 0,-1 0 1 0 0,10 1-1 0 0,-12-1-49 0 0,-1 0 1 0 0,1 1 0 0 0,-1 0-1 0 0,0 0 1 0 0,1 0 0 0 0,-1 0-1 0 0,0 1 1 0 0,0-1 0 0 0,0 1-1 0 0,0 0 1 0 0,0-1 0 0 0,0 2-1 0 0,0-1 1 0 0,0 0 0 0 0,-1 0-1 0 0,1 1 1 0 0,-1-1 0 0 0,0 1-1 0 0,0 0 1 0 0,0 0 0 0 0,0 0-1 0 0,0 0 1 0 0,-1 0 0 0 0,1 0-1 0 0,1 7 1 0 0,8 37 157 0 0,-9-35-141 0 0,0 1 1 0 0,2-1-1 0 0,-1 0 0 0 0,8 15 1 0 0,-7-19-16 0 0,-1 1 1 0 0,0 0-1 0 0,0 0 1 0 0,0 1 0 0 0,-2-1-1 0 0,1 0 1 0 0,-1 1-1 0 0,0-1 1 0 0,-1 1 0 0 0,-1 17-1 0 0,-1-10 49 0 0,-1 0-1 0 0,0-1 1 0 0,-2 1 0 0 0,1-1-1 0 0,-10 19 1 0 0,11-32-78 0 0,1 0 1 0 0,-2 0-1 0 0,1 0 0 0 0,0-1 1 0 0,0 1-1 0 0,-1-1 0 0 0,0 0 0 0 0,1 0 1 0 0,-1 0-1 0 0,0 0 0 0 0,0-1 0 0 0,0 1 1 0 0,0-1-1 0 0,0 0 0 0 0,0 0 1 0 0,-5 0-1 0 0,7-3-127 0 0,6-4 97 0 0,9-2 151 0 0,-7 7-96 0 0,0 0 0 0 0,0 0-1 0 0,0 1 1 0 0,0-1 0 0 0,0 2-1 0 0,0-1 1 0 0,0 1 0 0 0,0-1-1 0 0,0 2 1 0 0,0-1 0 0 0,6 3-1 0 0,4 2 49 0 0,-1 1 0 0 0,24 16 0 0 0,0-1 174 0 0,-28-16-116 0 0,1 0 0 0 0,24 7 0 0 0,-31-12-509 0 0,0 0 1 0 0,0 0-1 0 0,0 0 0 0 0,0 0 0 0 0,0-1 1 0 0,0 0-1 0 0,1 0 0 0 0,-1 0 0 0 0,0-1 1 0 0,8-1-1 0 0,-4-1-2588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7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 3177 0 0,'0'0'513'0'0,"-17"5"4071"0"0,15-2-4418 0 0,0 0 1 0 0,1 0 0 0 0,-1 0-1 0 0,0 0 1 0 0,1 1-1 0 0,0-1 1 0 0,0 0 0 0 0,0 1-1 0 0,-1 5 1 0 0,-2 6 101 0 0,-29 142 947 0 0,1-3-930 0 0,-17 71-22 0 0,45-175-634 0 0,8-32-3742 0 0,-3-15 1859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7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81 126 3057 0 0,'1'-12'685'0'0,"1"1"0"0"0,0 0 0 0 0,0 0 0 0 0,1 0-1 0 0,9-20 1 0 0,-3 6 783 0 0,-9 25-1364 0 0,0-1 0 0 0,0 0 0 0 0,0 1 0 0 0,0-1 0 0 0,0 0 0 0 0,1 1 0 0 0,-1-1 0 0 0,0 1 0 0 0,0-1 0 0 0,1 1 0 0 0,-1-1 0 0 0,0 0 0 0 0,1 1 1 0 0,-1-1-1 0 0,1 1 0 0 0,-1-1 0 0 0,1 1 0 0 0,-1 0 0 0 0,1-1 0 0 0,-1 1 0 0 0,1 0 0 0 0,-1-1 0 0 0,1 1 0 0 0,0 0 0 0 0,-1-1 0 0 0,1 1 0 0 0,-1 0 0 0 0,1 0 0 0 0,0 0 0 0 0,-1 0 0 0 0,1-1 0 0 0,0 1 1 0 0,-1 0-1 0 0,2 0 0 0 0,-1 1-68 0 0,-1-1 1 0 0,1 1-1 0 0,-1-1 1 0 0,1 1-1 0 0,-1-1 1 0 0,1 1-1 0 0,-1-1 1 0 0,1 1-1 0 0,-1-1 1 0 0,1 1-1 0 0,-1-1 1 0 0,0 1-1 0 0,1 0 1 0 0,-1-1-1 0 0,0 1 1 0 0,1 0-1 0 0,-1-1 1 0 0,0 1-1 0 0,0 0 1 0 0,0-1 0 0 0,0 1-1 0 0,0 0 1 0 0,0-1-1 0 0,0 1 1 0 0,0 0-1 0 0,0 0 1 0 0,0-1-1 0 0,0 1 1 0 0,0 0-1 0 0,0-1 1 0 0,-1 2-1 0 0,-2 7 21 0 0,0-1-1 0 0,-1 1 0 0 0,0-1 0 0 0,-1 0 1 0 0,1 0-1 0 0,-1-1 0 0 0,-1 1 1 0 0,0-1-1 0 0,0 0 0 0 0,0 0 0 0 0,-12 9 1 0 0,2-1-10 0 0,7-6-407 0 0,-17 18 555 0 0,24-25-698 0 0,1 0 0 0 0,-1 0 0 0 0,1 0 0 0 0,0-1-1 0 0,0 1 1 0 0,0 1 0 0 0,0-1 0 0 0,0 0 0 0 0,0 0 0 0 0,1 0 0 0 0,-1 0 0 0 0,0 5 0 0 0,3-3-2518 0 0,1-3 949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8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211 130 1000 0 0,'7'-16'5193'0'0,"-4"-26"-2395"0"0,-3 39-2616 0 0,0 0 1 0 0,0 0 0 0 0,0 0-1 0 0,-1 0 1 0 0,0 0 0 0 0,1 0-1 0 0,-1 0 1 0 0,0 0 0 0 0,-1 0-1 0 0,1 1 1 0 0,0-1-1 0 0,-3-3 1 0 0,-11-3 829 0 0,3 5-729 0 0,10 2-200 0 0,-1 0-1 0 0,0 0 1 0 0,1 0 0 0 0,-1 1 0 0 0,0-1-1 0 0,0 1 1 0 0,0 0 0 0 0,0 0 0 0 0,0 0-1 0 0,0 0 1 0 0,-1 1 0 0 0,1-1-1 0 0,0 1 1 0 0,0 0 0 0 0,0 0 0 0 0,-7 1-1 0 0,8-1-64 0 0,-1 1-1 0 0,1 0 0 0 0,-1 0 1 0 0,1 0-1 0 0,0 0 0 0 0,-1 0 0 0 0,1 1 1 0 0,0-1-1 0 0,0 1 0 0 0,0-1 1 0 0,0 1-1 0 0,0 0 0 0 0,1 0 1 0 0,-1 0-1 0 0,0 0 0 0 0,1 0 1 0 0,-1 0-1 0 0,1 0 0 0 0,0 0 0 0 0,-2 5 1 0 0,-9 28 1 0 0,9-25-21 0 0,-1 0 0 0 0,0-1 1 0 0,-6 11-1 0 0,2-4-17 0 0,1 0 1 0 0,0 1 0 0 0,1-1-1 0 0,1 1 1 0 0,0 1 0 0 0,1-1-1 0 0,1 0 1 0 0,1 1-1 0 0,-1 25 1 0 0,4 0-39 0 0,1-1 1 0 0,13 75-1 0 0,8-13 35 0 0,-13-68 6 0 0,-3 1 0 0 0,0 0 1 0 0,2 58-1 0 0,-9-68-32 0 0,0 38-293 0 0,-1-61 299 0 0,1 1 1 0 0,-1 0 0 0 0,0 0 0 0 0,0 0-1 0 0,-1 0 1 0 0,0-1 0 0 0,1 1 0 0 0,-1-1 0 0 0,-1 1-1 0 0,-2 4 1 0 0,4-8-193 0 0,0 1-1 0 0,-1-1 1 0 0,1 0 0 0 0,0 0-1 0 0,0 0 1 0 0,-1 0 0 0 0,1 0-1 0 0,0-1 1 0 0,-1 1 0 0 0,1 0-1 0 0,-1-1 1 0 0,1 1-1 0 0,-1-1 1 0 0,-2 1 0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8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1 155 5361 0 0,'0'0'56'0'0,"9"0"2877"0"0,18-2-2121 0 0,0 0 1 0 0,0-1-1 0 0,-1-2 1 0 0,0-1-1 0 0,1-1 1 0 0,36-15-1 0 0,44-27-1525 0 0,-6-7-3694 0 0,-98 54 2051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19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65 101 3585 0 0,'-18'-13'4433'0'0,"18"12"-4338"0"0,0 0 1 0 0,0 1 0 0 0,0-1-1 0 0,0 0 1 0 0,1 1-1 0 0,-1-1 1 0 0,0 0 0 0 0,1 1-1 0 0,-1-1 1 0 0,0 0-1 0 0,1 1 1 0 0,-1-1 0 0 0,0 1-1 0 0,1-1 1 0 0,-1 1-1 0 0,1-1 1 0 0,-1 1 0 0 0,1-1-1 0 0,-1 1 1 0 0,1-1-1 0 0,0 1 1 0 0,-1-1 0 0 0,1 1-1 0 0,1-1 1 0 0,19-11 406 0 0,-18 11-371 0 0,15-9 274 0 0,0 1-1 0 0,1 1 1 0 0,0 0 0 0 0,0 2-1 0 0,22-5 1 0 0,-29 9-347 0 0,1 0 1 0 0,-1 0-1 0 0,1 1 0 0 0,0 1 0 0 0,-1 0 0 0 0,1 1 0 0 0,0 0 1 0 0,-1 1-1 0 0,15 3 0 0 0,-24-4-43 0 0,-1-1 0 0 0,1 1-1 0 0,-1 0 1 0 0,0 0 0 0 0,1 0 0 0 0,-1 0-1 0 0,0 1 1 0 0,0-1 0 0 0,1 1 0 0 0,-1-1 0 0 0,0 1-1 0 0,-1 0 1 0 0,1 0 0 0 0,0-1 0 0 0,0 1-1 0 0,-1 0 1 0 0,1 1 0 0 0,-1-1 0 0 0,0 0 0 0 0,0 0-1 0 0,1 1 1 0 0,-2-1 0 0 0,3 5 0 0 0,-2-3 3 0 0,4 7 108 0 0,0 0 0 0 0,6 22 0 0 0,-11-28-93 0 0,1 0 1 0 0,0 0-1 0 0,-1 0 0 0 0,0 0 1 0 0,0 0-1 0 0,-1 0 0 0 0,1 0 1 0 0,-1 0-1 0 0,-2 9 0 0 0,-21 42 226 0 0,22-53-243 0 0,0 0 0 0 0,0 1 0 0 0,0-1 0 0 0,0 0 0 0 0,0 0 0 0 0,-1 0 0 0 0,1 0 0 0 0,-1-1 0 0 0,0 1 0 0 0,0-1-1 0 0,-4 3 1 0 0,-41 24 106 0 0,26-17-42 0 0,10-6-79 0 0,-1 0-1 0 0,0-1 0 0 0,0-1 1 0 0,-1 0-1 0 0,1 0 0 0 0,-1-2 0 0 0,0 1 1 0 0,-16-1-1 0 0,21 0-15 0 0,0 0-1 0 0,0 0 1 0 0,0 1 0 0 0,1 0-1 0 0,-11 5 1 0 0,-27 10-1504 0 0,13-14-2416 0 0,24-4 1475 0 0,3 0-1915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0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643 246 1504 0 0,'-8'-17'3089'0'0,"6"12"-2901"0"0,-9-25 1115 0 0,-1 0-1 0 0,-21-36 1 0 0,24 49-931 0 0,8 15-331 0 0,0 0 1 0 0,0 0-1 0 0,0 1 0 0 0,0-1 0 0 0,0 0 1 0 0,0 1-1 0 0,0-1 0 0 0,-1 1 1 0 0,1-1-1 0 0,0 1 0 0 0,-1-1 0 0 0,0 1 1 0 0,1 0-1 0 0,-1 0 0 0 0,0 0 0 0 0,1 0 1 0 0,-1 0-1 0 0,0 0 0 0 0,0 0 0 0 0,0 1 1 0 0,0-1-1 0 0,1 1 0 0 0,-4-1 0 0 0,-26-6 436 0 0,21 5-300 0 0,-1 0-1 0 0,1-1 0 0 0,0 0 0 0 0,-19-9 0 0 0,22 8-138 0 0,0 1 0 0 0,-1 0 0 0 0,1 0 0 0 0,-1 1 0 0 0,0 0 0 0 0,0 0 0 0 0,0 1 0 0 0,0 0 0 0 0,0 1 0 0 0,0-1 0 0 0,0 2 0 0 0,0-1 0 0 0,0 1 0 0 0,0 0 0 0 0,1 1 0 0 0,-1-1 0 0 0,0 2 0 0 0,0-1 0 0 0,1 1 0 0 0,-12 6 0 0 0,-4 2 32 0 0,17-9-50 0 0,0 1-1 0 0,0 0 1 0 0,0 0 0 0 0,1 1 0 0 0,0 0 0 0 0,-8 5 0 0 0,-4 11 37 0 0,1 0 0 0 0,1 1 0 0 0,1 1-1 0 0,1 0 1 0 0,-13 30 0 0 0,21-44-57 0 0,-2 7 0 0 0,0 0 0 0 0,1 1 0 0 0,0-1 0 0 0,1 1 0 0 0,1 0 0 0 0,-3 23 0 0 0,6-29-4 0 0,-2 0 0 0 0,1-1 0 0 0,-1 1 0 0 0,-6 12-1 0 0,6-13 11 0 0,-1 1 0 0 0,1-1-1 0 0,0 1 1 0 0,-1 14-1 0 0,3-10-9 0 0,0 0 0 0 0,1 0 0 0 0,1 0 0 0 0,0 0-1 0 0,2 0 1 0 0,-1 0 0 0 0,6 15 0 0 0,-1-6 26 0 0,2-1 0 0 0,0-1 0 0 0,18 31 0 0 0,-17-31 36 0 0,-9-18-41 0 0,0 0 0 0 0,1 0 1 0 0,-1 0-1 0 0,0 0 0 0 0,1 0 0 0 0,0-1 1 0 0,0 1-1 0 0,0-1 0 0 0,0 1 1 0 0,4 3-1 0 0,0-1 40 0 0,-1-1 0 0 0,1 0 0 0 0,0 0 0 0 0,0 0 0 0 0,1-1 1 0 0,-1 0-1 0 0,1 0 0 0 0,0-1 0 0 0,-1 1 0 0 0,1-2 0 0 0,12 3 0 0 0,-14-3-50 0 0,0 0 0 0 0,0 0-1 0 0,0 1 1 0 0,0-1 0 0 0,8 5-1 0 0,-8-4-49 0 0,-1 0-1 0 0,1 0 0 0 0,0 0 1 0 0,0-1-1 0 0,0 1 1 0 0,10 0-1 0 0,-10-2-26 0 0,1 0 0 0 0,-1 0 0 0 0,1-1 0 0 0,-1 0 0 0 0,0 0 0 0 0,0 0 0 0 0,1 0 0 0 0,-1-1 0 0 0,0 0 0 0 0,0 0 0 0 0,0-1 0 0 0,-1 1 0 0 0,7-6 0 0 0,0 0-380 0 0,0-1 0 0 0,-1-1 0 0 0,0 0 0 0 0,8-11 0 0 0,4-5-1101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0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121 168 384 0 0,'0'0'756'0'0,"0"-13"4532"0"0,2-135 565 0 0,-2 149-5840 0 0,0-1 0 0 0,0 1 0 0 0,-1 0 0 0 0,1-1 0 0 0,0 1 0 0 0,-1-1 0 0 0,1 1 0 0 0,0-1 0 0 0,-1 1 0 0 0,1-1 0 0 0,0 1 0 0 0,-1-1 0 0 0,1 0 0 0 0,-1 1 0 0 0,1-1 0 0 0,-1 1 0 0 0,1-1-1 0 0,-1 0 1 0 0,1 0 0 0 0,-1 1 0 0 0,1-1 0 0 0,-1 0 0 0 0,0 0 0 0 0,1 1 0 0 0,-1-1 0 0 0,1 0 0 0 0,-1 0 0 0 0,0 0 0 0 0,1 0 0 0 0,-1 0 0 0 0,1 0 0 0 0,-1 0 0 0 0,0 0 0 0 0,1 0 0 0 0,-1 0 0 0 0,0-1 0 0 0,1 1 0 0 0,-1 0 0 0 0,1 0-1 0 0,-1 0 1 0 0,1-1 0 0 0,-1 1 0 0 0,1 0 0 0 0,-1-1 0 0 0,1 1 0 0 0,-1-1 0 0 0,1 1 0 0 0,-1 0 0 0 0,1-1 0 0 0,-1 1 0 0 0,1-1 0 0 0,0 1 0 0 0,-1-1 0 0 0,1 1 0 0 0,0-1 0 0 0,0 1 0 0 0,-1-1 0 0 0,1 0 0 0 0,0 1 0 0 0,0-1 0 0 0,0 1-1 0 0,0-1 1 0 0,-1 0 0 0 0,1 1 0 0 0,0-1 0 0 0,0 1 0 0 0,0-1 0 0 0,0 0 0 0 0,1 0 0 0 0,-10 26 20 0 0,2 0-1 0 0,1 1 1 0 0,-5 46-1 0 0,10-70-31 0 0,0 7-10 0 0,-1-1 0 0 0,-1 1 0 0 0,0-1 1 0 0,-6 14-1 0 0,6-15 19 0 0,0-1 0 0 0,0 1 1 0 0,1 0-1 0 0,0 0 0 0 0,0 0 0 0 0,0 0 0 0 0,1 0 1 0 0,0 9-1 0 0,1-14-1 0 0,0-1 1 0 0,0 0 0 0 0,0 1-1 0 0,0-1 1 0 0,0 1-1 0 0,0-1 1 0 0,1 0-1 0 0,-1 1 1 0 0,0-1 0 0 0,1 0-1 0 0,0 1 1 0 0,-1-1-1 0 0,1 0 1 0 0,-1 0-1 0 0,1 0 1 0 0,0 1 0 0 0,0-1-1 0 0,0 0 1 0 0,0 0-1 0 0,0 0 1 0 0,0 0-1 0 0,2 1 1 0 0,-1-1-3 0 0,0 0-1 0 0,0 0 1 0 0,0-1-1 0 0,0 1 1 0 0,0-1 0 0 0,1 1-1 0 0,-1-1 1 0 0,0 0-1 0 0,0 0 1 0 0,0 0 0 0 0,1 0-1 0 0,-1 0 1 0 0,3-1-1 0 0,0 0 4 0 0,0 0 0 0 0,1 0 0 0 0,-1-1-1 0 0,-1 0 1 0 0,1 0 0 0 0,0 0-1 0 0,0 0 1 0 0,-1-1 0 0 0,1 0 0 0 0,-1 0-1 0 0,0 0 1 0 0,5-5 0 0 0,12-27 47 0 0,-19 30-35 0 0,0 0 0 0 0,1 0 0 0 0,0 1-1 0 0,-1-1 1 0 0,1 1 0 0 0,1 0 0 0 0,-1 0-1 0 0,1 0 1 0 0,0 0 0 0 0,-1 0 0 0 0,9-5-1 0 0,-11 9-23 0 0,-1 0 0 0 0,1-1 0 0 0,-1 1 0 0 0,1 0 0 0 0,-1 0 0 0 0,1 0 0 0 0,-1 0 0 0 0,1 0 0 0 0,-1 0 0 0 0,1 0 0 0 0,-1 0 0 0 0,1 0 0 0 0,-1 0 0 0 0,1 0 0 0 0,-1 0 0 0 0,1 0 0 0 0,-1 0 0 0 0,1 0 0 0 0,-1 0-1 0 0,1 1 1 0 0,-1-1 0 0 0,1 0 0 0 0,-1 0 0 0 0,1 1 0 0 0,-1-1 0 0 0,0 0 0 0 0,1 1 0 0 0,-1-1 0 0 0,1 0 0 0 0,-1 1 0 0 0,0-1 0 0 0,1 0 0 0 0,-1 1 0 0 0,0-1 0 0 0,0 1 0 0 0,1-1 0 0 0,-1 1 0 0 0,0-1 0 0 0,0 1 0 0 0,0-1 0 0 0,0 1 0 0 0,1-1 0 0 0,-1 1-1 0 0,0 0 1 0 0,5 30-6 0 0,-4-19-13 0 0,13 76-80 0 0,-13-81 97 0 0,1 1 0 0 0,-1 0 0 0 0,2 0 1 0 0,-1-1-1 0 0,1 1 0 0 0,4 7 0 0 0,-4-8 8 0 0,0 1 0 0 0,0 0 0 0 0,0 0 0 0 0,-1 0 0 0 0,3 15 0 0 0,-5-8 26 0 0,1-1 1 0 0,-2 0-1 0 0,0 1 1 0 0,-1-1-1 0 0,0 0 1 0 0,-1 0-1 0 0,-1 0 1 0 0,0-1-1 0 0,-1 1 1 0 0,0-1-1 0 0,-1 0 1 0 0,-11 18-1 0 0,16-29-13 0 0,0-1 0 0 0,-1 1-1 0 0,1 0 1 0 0,-1-1 0 0 0,0 1 0 0 0,1-1-1 0 0,-1 1 1 0 0,0-1 0 0 0,0 0 0 0 0,0 0-1 0 0,0 0 1 0 0,0 0 0 0 0,0 0 0 0 0,-3 1 0 0 0,-33 4 226 0 0,32-6-181 0 0,1 0 0 0 0,0 1 0 0 0,0 0 0 0 0,0 0 0 0 0,0 0 0 0 0,0 0-1 0 0,0 1 1 0 0,-7 3 0 0 0,6-2 1 0 0,0 0-1 0 0,0 0 0 0 0,0-1 1 0 0,0 0-1 0 0,0 0 0 0 0,-8 1 1 0 0,10-2-116 0 0,0-1 1 0 0,0 1-1 0 0,0-1 1 0 0,0 0-1 0 0,1 0 1 0 0,-1 0-1 0 0,0-1 1 0 0,0 1-1 0 0,0-1 1 0 0,0 0-1 0 0,-6-2 1 0 0,10 3-1 0 0,-1 0 0 0 0,1-1 0 0 0,-1 1 0 0 0,1 0 0 0 0,-1 0-1 0 0,1 0 1 0 0,0-1 0 0 0,-1 1 0 0 0,1 0 0 0 0,0 0 0 0 0,-1-1 0 0 0,1 1 0 0 0,0 0 0 0 0,-1-1 0 0 0,1 1 0 0 0,0 0 0 0 0,0-1-1 0 0,-1 1 1 0 0,1 0 0 0 0,0-1 0 0 0,0 1 0 0 0,0 0 0 0 0,0-1 0 0 0,-1 1 0 0 0,1-1 0 0 0,0 1 0 0 0,0-1 0 0 0,0 1 0 0 0,0 0-1 0 0,0-1 1 0 0,0 1 0 0 0,0-1 0 0 0,0 1 0 0 0,0-1 0 0 0,0 1 0 0 0,0 0 0 0 0,0-1 0 0 0,1 1 0 0 0,-1-1 0 0 0,0 1 0 0 0,0 0 0 0 0,0-1-1 0 0,1 1 1 0 0,-1-1 0 0 0,0 1 0 0 0,0 0 0 0 0,1-1 0 0 0,-1 1 0 0 0,1-1 0 0 0,18-14-2496 0 0,-17 14 2427 0 0,20-11-1897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1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306 503 3841 0 0,'6'-1'6923'0'0,"-12"-4"-6594"0"0,-1 0 0 0 0,0 0 0 0 0,0 1 1 0 0,0 0-1 0 0,-12-4 0 0 0,1 0-60 0 0,4 1-135 0 0,0 0 0 0 0,0 1 0 0 0,-29-7 0 0 0,39 12-131 0 0,0 0 0 0 0,0 1 0 0 0,0-1 1 0 0,0 1-1 0 0,0 0 0 0 0,1 0 1 0 0,-1 0-1 0 0,0 0 0 0 0,0 0 1 0 0,0 1-1 0 0,0 0 0 0 0,0 0 1 0 0,1 0-1 0 0,-1 0 0 0 0,0 1 0 0 0,1-1 1 0 0,-1 1-1 0 0,1 0 0 0 0,-1 0 1 0 0,1 0-1 0 0,-3 3 0 0 0,2 1-10 0 0,0-1-1 0 0,1 1 0 0 0,-1 0 1 0 0,2-1-1 0 0,-1 1 0 0 0,0 1 1 0 0,1-1-1 0 0,0 0 0 0 0,1 0 1 0 0,0 1-1 0 0,-1 9 1 0 0,0-8-9 0 0,1 1 1 0 0,-1-1-1 0 0,0 0 1 0 0,-1 0-1 0 0,1 0 1 0 0,-5 7-1 0 0,4-11 9 0 0,0 0-1 0 0,1 1 1 0 0,0-1-1 0 0,0 1 1 0 0,0-1-1 0 0,1 1 1 0 0,-1 0-1 0 0,1 0 1 0 0,0-1-1 0 0,1 1 1 0 0,-1 0-1 0 0,1 0 1 0 0,0 0-1 0 0,0 0 1 0 0,0 0-1 0 0,1 0 1 0 0,0 0-1 0 0,0-1 1 0 0,0 1-1 0 0,3 9 1 0 0,0-11 6 0 0,-1 0 0 0 0,1 0 0 0 0,0 0 0 0 0,0 0 0 0 0,0 0-1 0 0,0-1 1 0 0,0 1 0 0 0,0-1 0 0 0,9 2 0 0 0,-8-2-5 0 0,1-1 0 0 0,-1 1-1 0 0,1-1 1 0 0,0-1 0 0 0,-1 1-1 0 0,1-1 1 0 0,-1 0 0 0 0,1-1-1 0 0,0 1 1 0 0,-1-1 0 0 0,1 0-1 0 0,-1-1 1 0 0,1 1 0 0 0,-1-1-1 0 0,1 0 1 0 0,-1 0 0 0 0,0-1 0 0 0,0 1-1 0 0,0-1 1 0 0,-1 0 0 0 0,1-1-1 0 0,0 1 1 0 0,-1-1 0 0 0,0 0-1 0 0,0 0 1 0 0,0 0 0 0 0,-1-1-1 0 0,1 1 1 0 0,2-6 0 0 0,17-29 50 0 0,-1-1 0 0 0,-3-1 0 0 0,-1-1 0 0 0,24-84 0 0 0,-1-89 347 0 0,-39 206-379 0 0,0 0 1 0 0,0 0 0 0 0,1 1 0 0 0,7-14 0 0 0,-7 16 6 0 0,0-1 0 0 0,0 0 1 0 0,-1 0-1 0 0,0 0 0 0 0,0-1 1 0 0,0 1-1 0 0,0-15 0 0 0,-2 18-15 0 0,0-19 174 0 0,0 22-175 0 0,0 1 0 0 0,0-1 0 0 0,-1 0 1 0 0,1 1-1 0 0,0-1 0 0 0,0 1 0 0 0,0-1 0 0 0,0 0 0 0 0,0 1 0 0 0,-1-1 0 0 0,1 1 0 0 0,0-1 0 0 0,0 1 0 0 0,-1-1 0 0 0,1 1 0 0 0,0-1 0 0 0,-1 1 0 0 0,1-1 0 0 0,-1 1 0 0 0,1 0 0 0 0,-1-1 0 0 0,1 1 0 0 0,-1 0 0 0 0,1-1 0 0 0,-1 1 0 0 0,1 0 0 0 0,-1-1 0 0 0,1 1 0 0 0,-1 0 0 0 0,0 0 0 0 0,-1 1-7 0 0,1 1 0 0 0,0-1 0 0 0,0 1-1 0 0,0 0 1 0 0,0-1 0 0 0,0 1 0 0 0,0 0 0 0 0,0 0-1 0 0,0 0 1 0 0,1-1 0 0 0,-1 1 0 0 0,1 0-1 0 0,-1 0 1 0 0,1 4 0 0 0,-1-3 2 0 0,-4 29-7 0 0,1 0 1 0 0,1-1-1 0 0,2 1 1 0 0,4 48-1 0 0,0-47 22 0 0,1-1-1 0 0,16 58 1 0 0,27 62 40 0 0,-33-112-48 0 0,-13-37-37 0 0,0 0-1 0 0,0-1 0 0 0,0 1 0 0 0,1-1 0 0 0,-1 1 0 0 0,1-1 1 0 0,-1 1-1 0 0,1-1 0 0 0,0 0 0 0 0,0 0 0 0 0,0 0 0 0 0,0 0 1 0 0,1 0-1 0 0,-1 0 0 0 0,0-1 0 0 0,1 1 0 0 0,-1-1 1 0 0,5 2-1 0 0,-2-1-205 0 0,0-1 0 0 0,0 1 0 0 0,-1-1 0 0 0,1-1 0 0 0,0 1 0 0 0,1-1 0 0 0,-1 0 0 0 0,0 0 0 0 0,0 0 1 0 0,6-2-1 0 0,6-1-2016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1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5113 0 0,'0'0'3082'0'0,"20"-5"-648"0"0,1 2-2293 0 0,1-1 1 0 0,23-7-1 0 0,-14 3-782 0 0,-28 7-280 0 0,-1 1-632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2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6209 0 0,'-2'1'188'0'0,"1"1"0"0"0,0-1-1 0 0,-1 1 1 0 0,1 0 0 0 0,0-1-1 0 0,0 1 1 0 0,0 0 0 0 0,0 0-1 0 0,1 0 1 0 0,-1 0 0 0 0,0 0-1 0 0,1 0 1 0 0,-1 0 0 0 0,1 0-1 0 0,0 0 1 0 0,0 0 0 0 0,-1 0-1 0 0,1 0 1 0 0,1 0 0 0 0,-1 2-1 0 0,1-2-231 0 0,-1 1 0 0 0,1-1-1 0 0,-1 0 1 0 0,1 1 0 0 0,0-1-1 0 0,0 0 1 0 0,0 0 0 0 0,1 0-1 0 0,-1 0 1 0 0,0 0 0 0 0,1 0-1 0 0,-1 0 1 0 0,1-1 0 0 0,0 1-1 0 0,-1 0 1 0 0,1-1 0 0 0,0 0 0 0 0,0 1-1 0 0,0-1 1 0 0,0 0 0 0 0,0 0-1 0 0,0 0 1 0 0,1 0 0 0 0,-1 0-1 0 0,4 1 1 0 0,1-1-145 0 0,1-1 0 0 0,-1 1 0 0 0,0-1 0 0 0,0-1 0 0 0,1 1 0 0 0,-1-1 0 0 0,0 0 0 0 0,12-4 1 0 0,19-7-1621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2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266 212 3689 0 0,'0'0'3669'0'0,"-16"0"-158"0"0,-8-2-2882 0 0,-1 1 1 0 0,-25 3-1 0 0,43-2-555 0 0,0 1 1 0 0,1 0-1 0 0,0 0 1 0 0,-1 0 0 0 0,1 1-1 0 0,0 0 1 0 0,-1 1-1 0 0,1-1 1 0 0,0 1-1 0 0,1 0 1 0 0,-1 0-1 0 0,0 1 1 0 0,-6 5-1 0 0,10-6-63 0 0,0 0 0 0 0,0 0 0 0 0,0 0 0 0 0,1 0 0 0 0,-1 0 0 0 0,1 0 0 0 0,0 0 0 0 0,0 0 0 0 0,0 1 0 0 0,0-1 0 0 0,1 0 1 0 0,-1 1-1 0 0,1 4 0 0 0,-7 23 45 0 0,-2-10-46 0 0,4-12-16 0 0,2-1 0 0 0,-1 1 0 0 0,1 0 0 0 0,0 0-1 0 0,1 0 1 0 0,0 0 0 0 0,-1 15 0 0 0,3-14 9 0 0,0 1 1 0 0,1-1-1 0 0,0 1 0 0 0,1-1 0 0 0,0 0 0 0 0,0 0 0 0 0,1 0 1 0 0,0 0-1 0 0,1 0 0 0 0,10 18 0 0 0,-13-27 2 0 0,0 0 0 0 0,1 0 0 0 0,-1 0 0 0 0,0 0 0 0 0,1 0 0 0 0,-1 0 0 0 0,1 0 0 0 0,-1 0 0 0 0,1 0 0 0 0,0-1 0 0 0,-1 1 0 0 0,1-1 0 0 0,0 1 0 0 0,-1-1 0 0 0,3 0 0 0 0,15 7 12 0 0,-15-5-14 0 0,-1 0 0 0 0,1-1 0 0 0,0 1-1 0 0,0-1 1 0 0,-1 0 0 0 0,1 0 0 0 0,0 0-1 0 0,0-1 1 0 0,0 1 0 0 0,0-1 0 0 0,0 0 0 0 0,1 0-1 0 0,-1 0 1 0 0,0-1 0 0 0,0 1 0 0 0,0-1-1 0 0,7-2 1 0 0,-6 1-3 0 0,0 0 1 0 0,-1 0-1 0 0,1-1 0 0 0,-1 1 0 0 0,1-1 1 0 0,-1 0-1 0 0,0 0 0 0 0,0 0 0 0 0,0-1 1 0 0,-1 1-1 0 0,1-1 0 0 0,-1 0 0 0 0,6-8 1 0 0,14-26-7 0 0,-10 20 10 0 0,-1-1-1 0 0,-1 0 0 0 0,-1-1 1 0 0,-1-1-1 0 0,11-33 0 0 0,-3 6 63 0 0,-13 40-60 0 0,-1-1 1 0 0,0 1-1 0 0,0-1 0 0 0,-1 0 0 0 0,0 1 1 0 0,2-17-1 0 0,-5 12 6 0 0,0-1 1 0 0,0 1-1 0 0,-1 0 1 0 0,-1 0-1 0 0,0 0 1 0 0,0 0-1 0 0,-2 0 1 0 0,1 0-1 0 0,-2 1 1 0 0,-9-16-1 0 0,9 16-31 0 0,6 10 21 0 0,-1 1 0 0 0,1-1-1 0 0,-1 1 1 0 0,0-1 0 0 0,0 1 0 0 0,0-1-1 0 0,0 1 1 0 0,0 0 0 0 0,0-1 0 0 0,0 1-1 0 0,0 0 1 0 0,0 0 0 0 0,-1 0 0 0 0,1 0-1 0 0,0 0 1 0 0,-1 0 0 0 0,1 0 0 0 0,-1 0-1 0 0,-2-1 1 0 0,-27-10 69 0 0,26 9-68 0 0,1 1 1 0 0,0 0 0 0 0,-1 0-1 0 0,0 0 1 0 0,1 0 0 0 0,-1 1-1 0 0,0 0 1 0 0,0 0 0 0 0,0 0-1 0 0,0 1 1 0 0,0 0 0 0 0,0 0-1 0 0,0 0 1 0 0,0 0 0 0 0,-7 2-1 0 0,8 0 3 0 0,0-1-1 0 0,0 1 0 0 0,0 0 0 0 0,0 0 1 0 0,1 0-1 0 0,-1 0 0 0 0,1 0 0 0 0,-1 1 1 0 0,1 0-1 0 0,0 0 0 0 0,0 0 0 0 0,0 0 1 0 0,0 0-1 0 0,1 0 0 0 0,-1 1 0 0 0,1 0 1 0 0,0-1-1 0 0,-3 7 0 0 0,0 0-14 0 0,-5 6 8 0 0,1 1-1 0 0,1 0 1 0 0,0 0 0 0 0,1 1-1 0 0,1 0 1 0 0,-5 28 0 0 0,9-40 4 0 0,1 0 1 0 0,-1 0-1 0 0,0 0 1 0 0,-7 11-1 0 0,7-12-17 0 0,0-1-1 0 0,0 1 1 0 0,0-1 0 0 0,0 1 0 0 0,1 0-1 0 0,0 0 1 0 0,0 0 0 0 0,0 0 0 0 0,0 5-1 0 0,1-7 0 0 0,0 0 0 0 0,0 0 0 0 0,0 0 0 0 0,1 0 1 0 0,-1 0-1 0 0,1 0 0 0 0,0-1 0 0 0,0 1 0 0 0,0 0 0 0 0,0 0 0 0 0,0-1 0 0 0,0 1 0 0 0,1-1 0 0 0,0 1 0 0 0,-1-1 0 0 0,1 0 0 0 0,0 1 0 0 0,0-1 0 0 0,0 0 0 0 0,0 0 0 0 0,4 2 0 0 0,2 1-195 0 0,1-1 0 0 0,0 1 0 0 0,0-2 0 0 0,0 1 0 0 0,11 2 0 0 0,26 11-3758 0 0,-28-9 1558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2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6673 0 0,'0'0'863'0'0,"-6"11"4897"0"0,9 84-5772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3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48 151 4121 0 0,'-23'-20'5257'0'0,"19"12"-4926"0"0,-1-1 1 0 0,1 1-1 0 0,-4-13 1 0 0,8 19-250 0 0,-1 0 0 0 0,0 0 0 0 0,1 0 0 0 0,-1 0 0 0 0,1 0 0 0 0,0 0 0 0 0,0 0 0 0 0,0-1 1 0 0,0 1-1 0 0,0 0 0 0 0,0 0 0 0 0,0 0 0 0 0,1 0 0 0 0,-1 0 0 0 0,1 0 0 0 0,0 0 0 0 0,-1 0 1 0 0,1 0-1 0 0,0 0 0 0 0,0 0 0 0 0,0 1 0 0 0,2-4 0 0 0,0 3-23 0 0,0 1 0 0 0,-1 0 1 0 0,1-1-1 0 0,0 1 0 0 0,0 0 0 0 0,-1 0 1 0 0,1 0-1 0 0,0 1 0 0 0,0-1 0 0 0,0 1 1 0 0,0-1-1 0 0,0 1 0 0 0,0 0 0 0 0,6 1 0 0 0,-5-1 8 0 0,1 0-1 0 0,0-1 1 0 0,0 1-1 0 0,-1-1 1 0 0,9-2-1 0 0,-3-1-17 0 0,-2 1 1 0 0,1 0 1 0 0,-1 0 0 0 0,16-3 0 0 0,-20 6-45 0 0,-1-1 0 0 0,1 1 0 0 0,0 0 0 0 0,-1 1 0 0 0,1-1 0 0 0,-1 0 0 0 0,1 1 0 0 0,-1 0 0 0 0,1 0 0 0 0,-1 0 0 0 0,1 0 0 0 0,-1 1 0 0 0,4 1 0 0 0,-3-1 0 0 0,0 1 1 0 0,0-1-1 0 0,0 1 0 0 0,0 0 1 0 0,-1 0-1 0 0,0 0 0 0 0,1 1 0 0 0,-1-1 1 0 0,0 1-1 0 0,0 0 0 0 0,2 4 1 0 0,-2-1 9 0 0,0 0 0 0 0,0 0 1 0 0,0 0-1 0 0,-1 1 1 0 0,-1-1-1 0 0,2 11 1 0 0,-1-10 5 0 0,0-1 0 0 0,0 1 0 0 0,1-1 0 0 0,6 13 0 0 0,-5-13 3 0 0,-1 0-1 0 0,0 0 0 0 0,-1 0 0 0 0,0 0 1 0 0,2 10-1 0 0,-3-8 8 0 0,-1 0 1 0 0,0 0 0 0 0,-1-1-1 0 0,0 1 1 0 0,0-1 0 0 0,-1 1-1 0 0,0-1 1 0 0,0 1 0 0 0,-1-1-1 0 0,-7 15 1 0 0,-4 12 60 0 0,12-30-79 0 0,-1 0 0 0 0,-1 0 0 0 0,1 0 0 0 0,-1 0 0 0 0,0 0 0 0 0,0-1 0 0 0,0 1 0 0 0,-1-1 0 0 0,1 0 0 0 0,-1 0 0 0 0,0-1 0 0 0,-7 5 0 0 0,-13 6 30 0 0,-32 14 1 0 0,15-15 22 0 0,0 1-34 0 0,32-8-258 0 0,9-3 91 0 0,18-3 80 0 0,-6 0 105 0 0,342-2-730 0 0,-345 2-227 0 0,0-1 0 0 0,0 0 1 0 0,0 0-1 0 0,0-1 0 0 0,13-5 0 0 0,-6 2-1318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3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19 4697 0 0,'-1'0'270'0'0,"0"0"-1"0"0,0-1 1 0 0,0 1-1 0 0,0 0 1 0 0,1-1-1 0 0,-1 1 1 0 0,0-1-1 0 0,0 1 1 0 0,0-1 0 0 0,1 0-1 0 0,-1 1 1 0 0,0-1-1 0 0,1 0 1 0 0,-1 0-1 0 0,-12-9 2388 0 0,12 10-2604 0 0,1 0 0 0 0,-1 0-1 0 0,0 0 1 0 0,1 0 0 0 0,-1 0 0 0 0,1 0 0 0 0,-1 0 0 0 0,1 0 0 0 0,-1 1 0 0 0,0-1 0 0 0,1 0 0 0 0,-1 0 0 0 0,1 1-1 0 0,-1-1 1 0 0,1 0 0 0 0,-1 1 0 0 0,1-1 0 0 0,-1 0 0 0 0,1 1 0 0 0,0-1 0 0 0,-1 1 0 0 0,1-1 0 0 0,0 1 0 0 0,-1-1 0 0 0,1 1-1 0 0,0-1 1 0 0,-1 1 0 0 0,1-1 0 0 0,0 2 0 0 0,-10 18 203 0 0,0 0 0 0 0,2 0-1 0 0,-8 30 1 0 0,-12 71 187 0 0,8-34-266 0 0,-8 17-145 0 0,-14 64-228 0 0,41-160-193 0 0,1-7 78 0 0,-1 0 0 0 0,1 1 0 0 0,0-1 0 0 0,0 0 0 0 0,0 0 0 0 0,-1 0 0 0 0,1 0 0 0 0,0 0 0 0 0,-1 0-1 0 0,1 0 1 0 0,-1 0 0 0 0,0 0 0 0 0,1 0 0 0 0,-1 0 0 0 0,0 0 0 0 0,0 0 0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3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60 5401 0 0,'1'-3'172'0'0,"-1"1"0"0"0,1 0 0 0 0,0 0 0 0 0,0 0 0 0 0,0 0 0 0 0,0 0 0 0 0,0 0 0 0 0,0 1 0 0 0,0-1 0 0 0,1 0-1 0 0,-1 0 1 0 0,1 1 0 0 0,-1-1 0 0 0,1 1 0 0 0,0-1 0 0 0,-1 1 0 0 0,1 0 0 0 0,4-2 0 0 0,35-18 1433 0 0,-40 21-1475 0 0,1-1 0 0 0,-1 0 1 0 0,1 1-1 0 0,-1 0 0 0 0,0-1 0 0 0,1 1 1 0 0,0 0-1 0 0,-1-1 0 0 0,1 1 0 0 0,-1 0 0 0 0,1 0 1 0 0,-1 1-1 0 0,1-1 0 0 0,-1 0 0 0 0,1 0 1 0 0,-1 1-1 0 0,1-1 0 0 0,-1 1 0 0 0,1-1 1 0 0,-1 1-1 0 0,2 1 0 0 0,-1-1-21 0 0,0 1 0 0 0,-1 0 1 0 0,1 0-1 0 0,0 0 0 0 0,-1 0 0 0 0,0 0 0 0 0,1 0 1 0 0,-1 0-1 0 0,0 0 0 0 0,1 5 0 0 0,1 1-11 0 0,0-2-23 0 0,0 0 1 0 0,-1 1-1 0 0,1-1 1 0 0,-1 1-1 0 0,-1-1 1 0 0,0 1-1 0 0,0 0 1 0 0,0 0-1 0 0,-1 0 1 0 0,1-1-1 0 0,-2 1 0 0 0,-1 12 1 0 0,0-10-38 0 0,0 1 0 0 0,-1-1 0 0 0,-1 1 0 0 0,1-1 0 0 0,-2 0 0 0 0,1 0 0 0 0,-1-1 0 0 0,0 0 1 0 0,-1 1-1 0 0,0-2 0 0 0,0 1 0 0 0,-1-1 0 0 0,0 0 0 0 0,0 0 0 0 0,-1-1 0 0 0,0 0 0 0 0,0 0 0 0 0,0-1 0 0 0,-1 0 0 0 0,1 0 0 0 0,-1-1 0 0 0,0 0 0 0 0,-12 3 0 0 0,-20 10 57 0 0,35-14-381 0 0,1 0 1 0 0,-1 0 0 0 0,0-1-1 0 0,0 0 1 0 0,0 0 0 0 0,0-1-1 0 0,0 1 1 0 0,0-1 0 0 0,-8 0-1 0 0,14-1 245 0 0,0 0 0 0 0,0 0 0 0 0,0 0 0 0 0,-1 0 0 0 0,1 0 0 0 0,0 0 0 0 0,0 0 0 0 0,0 0-1 0 0,0 0 1 0 0,0-1 0 0 0,0 1 0 0 0,0 0 0 0 0,0 0 0 0 0,0 0 0 0 0,0 0 0 0 0,0 0 0 0 0,0 0 0 0 0,0 0 0 0 0,0 0 0 0 0,0 0-1 0 0,0 0 1 0 0,0 0 0 0 0,0-1 0 0 0,0 1 0 0 0,0 0 0 0 0,0 0 0 0 0,0 0 0 0 0,0 0 0 0 0,0 0 0 0 0,0 0 0 0 0,0 0 0 0 0,0 0-1 0 0,0 0 1 0 0,0-1 0 0 0,0 1 0 0 0,0 0 0 0 0,0 0 0 0 0,0 0 0 0 0,0 0 0 0 0,0 0 0 0 0,0 0 0 0 0,0 0 0 0 0,0 0 0 0 0,0 0-1 0 0,0 0 1 0 0,0 0 0 0 0,0 0 0 0 0,1 0 0 0 0,-1-1 0 0 0,0 1 0 0 0,0 0 0 0 0,0 0 0 0 0,0 0 0 0 0,0 0 0 0 0,0 0-1 0 0,0 0 1 0 0,0 0 0 0 0,0 0 0 0 0,0 0 0 0 0,1 0 0 0 0,-1 0 0 0 0,0 0 0 0 0,0 0 0 0 0,0 0 0 0 0,0 0 0 0 0,0 0 0 0 0,0 0-1 0 0,0 0 1 0 0,0 0 0 0 0,11-6-1454 0 0,15-6-59 0 0,5-1-588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4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287 130 3489 0 0,'2'-1'147'0'0,"1"0"1"0"0,-1 0 0 0 0,0 1-1 0 0,0-1 1 0 0,1 0 0 0 0,-1 1-1 0 0,1-1 1 0 0,3 1-1 0 0,11-4 509 0 0,-6-2-227 0 0,0-1-1 0 0,-1-1 1 0 0,1 1 0 0 0,-2-2-1 0 0,1 1 1 0 0,-2-1-1 0 0,16-19 1 0 0,-23 26-124 0 0,1 0 1 0 0,-1 0-1 0 0,0 0 1 0 0,0 0-1 0 0,1 0 1 0 0,-2 0-1 0 0,1-1 1 0 0,0 1-1 0 0,0-3 1 0 0,-1 4-253 0 0,0 1-1 0 0,0-1 1 0 0,0 1 0 0 0,0-1 0 0 0,0 1-1 0 0,0-1 1 0 0,0 1 0 0 0,0-1-1 0 0,0 1 1 0 0,-1-1 0 0 0,1 1 0 0 0,0-1-1 0 0,0 1 1 0 0,-1-1 0 0 0,1 1 0 0 0,0-1-1 0 0,-1 1 1 0 0,1 0 0 0 0,0-1-1 0 0,-1 1 1 0 0,1 0 0 0 0,-1-1 0 0 0,1 1-1 0 0,-1 0 1 0 0,1-1 0 0 0,0 1 0 0 0,-1 0-1 0 0,1 0 1 0 0,-1 0 0 0 0,1-1-1 0 0,-1 1 1 0 0,0 0 0 0 0,1 0 0 0 0,-1 0-1 0 0,1 0 1 0 0,-1 0 0 0 0,1 0 0 0 0,-1 0-1 0 0,1 0 1 0 0,-1 0 0 0 0,1 0 0 0 0,-1 0-1 0 0,1 0 1 0 0,-2 1 0 0 0,-7 0 6 0 0,-1 0 1 0 0,1 1-1 0 0,-1 0 1 0 0,1 1-1 0 0,0 0 1 0 0,0 0-1 0 0,-9 5 1 0 0,13-5-50 0 0,0-1 1 0 0,0 1 0 0 0,1 0-1 0 0,-1 0 1 0 0,1 0 0 0 0,0 1-1 0 0,0-1 1 0 0,0 1 0 0 0,0 0-1 0 0,1 1 1 0 0,-1-1 0 0 0,1 0-1 0 0,0 1 1 0 0,-2 5 0 0 0,-2 7 32 0 0,0-1-35 0 0,1-1 0 0 0,0 2-1 0 0,1-1 1 0 0,1 0 0 0 0,-3 29-1 0 0,5-36-1 0 0,1 0-1 0 0,-1 0 1 0 0,0-1-1 0 0,-1 1 0 0 0,-7 15 1 0 0,6-13 3 0 0,0 0 0 0 0,0 0 0 0 0,-3 17 1 0 0,4-4-9 0 0,2-1 0 0 0,0 1 0 0 0,3 36 0 0 0,17 73 46 0 0,0 17 20 0 0,-10-36 8 0 0,3 49-59 0 0,-12-129 109 0 0,-1 1 0 0 0,-9 57 0 0 0,10-90-182 0 0,0 0 0 0 0,-1 0 1 0 0,1 0-1 0 0,-1-1 0 0 0,0 1 1 0 0,1 0-1 0 0,-1 0 1 0 0,0-1-1 0 0,0 1 0 0 0,0 0 1 0 0,0-1-1 0 0,0 1 0 0 0,-1-1 1 0 0,1 0-1 0 0,0 1 0 0 0,-1-1 1 0 0,1 0-1 0 0,-1 0 0 0 0,1 0 1 0 0,-1 0-1 0 0,-2 1 0 0 0,2-1-324 0 0,0 0-1 0 0,0 0 1 0 0,-1-1 0 0 0,1 1-1 0 0,0-1 1 0 0,-1 0-1 0 0,1 0 1 0 0,0 1-1 0 0,-1-2 1 0 0,-3 1-1 0 0,-1-1-2010 0 0</inkml:trace>
  <inkml:trace contextRef="#ctx0" brushRef="#br0" timeOffset="1">1 674 6201 0 0,'0'0'566'0'0,"1"-2"90"0"0,1 1 1 0 0,-1-1 0 0 0,1 1-1 0 0,0 0 1 0 0,-1-1-1 0 0,1 1 1 0 0,0 0-1 0 0,3-2 1 0 0,93-6 2241 0 0,9-2-1692 0 0,-53 3-1172 0 0,57-11 688 0 0,-99 16-1191 0 0,0 0 1 0 0,-1-1-1 0 0,0-1 1 0 0,1 0-1 0 0,-2 0 0 0 0,1-1 1 0 0,10-7-1 0 0,-18 10-1335 0 0,0-1-897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4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701 146 5993 0 0,'-9'-12'2684'0'0,"2"3"-2505"0"0,0 1 1 0 0,-1-1 0 0 0,0 1-1 0 0,0 0 1 0 0,-1 1 0 0 0,0 0-1 0 0,0 0 1 0 0,-1 1 0 0 0,0 0 0 0 0,0 1-1 0 0,0 0 1 0 0,-1 1 0 0 0,1 0-1 0 0,-1 0 1 0 0,-17-2 0 0 0,22 4-94 0 0,0 1 1 0 0,0-1-1 0 0,0-1 1 0 0,-9-4-1 0 0,11 5-30 0 0,-1-1 1 0 0,0 1-1 0 0,0 0 1 0 0,0 1-1 0 0,0-1 1 0 0,0 1-1 0 0,0 0 1 0 0,-6 0-1 0 0,5 1-22 0 0,-1 0 0 0 0,0 1 0 0 0,1 0 0 0 0,-1 0 0 0 0,1 1 0 0 0,-1 0 0 0 0,1 0 0 0 0,0 0 0 0 0,-8 4 0 0 0,-17 7 134 0 0,19-8-131 0 0,0 0-1 0 0,1 1 0 0 0,0 0 1 0 0,1 1-1 0 0,-1 0 1 0 0,1 1-1 0 0,0 0 1 0 0,-11 12-1 0 0,-2 5 56 0 0,1 1 1 0 0,-18 28 0 0 0,17-21 25 0 0,-24 46 1 0 0,40-65-98 0 0,1 1 0 0 0,0 0 0 0 0,1 0 0 0 0,0 0 0 0 0,1 0 0 0 0,-2 23 0 0 0,4-21-8 0 0,-2 0 0 0 0,-6 22 0 0 0,6-27-1 0 0,1 0 0 0 0,0 0 1 0 0,0 1-1 0 0,2-1 1 0 0,-1 26-1 0 0,3-21 18 0 0,0 0 0 0 0,2 1 0 0 0,0-1 0 0 0,1 0 0 0 0,1 0 0 0 0,0-1 0 0 0,1 1-1 0 0,16 28 1 0 0,-11-23 61 0 0,-8-16-53 0 0,0 0-1 0 0,0-1 0 0 0,1 1 1 0 0,-1-1-1 0 0,1 1 0 0 0,0-1 1 0 0,0-1-1 0 0,1 1 0 0 0,0 0 1 0 0,0-1-1 0 0,7 5 0 0 0,-2-3 37 0 0,-1-2 0 0 0,1 1 0 0 0,0-1 0 0 0,0-1 0 0 0,14 3-1 0 0,10 4 91 0 0,-6 1-227 0 0,-24-8 15 0 0,-1-1-1 0 0,1-1 1 0 0,0 1 0 0 0,0-1-1 0 0,0 1 1 0 0,0-1-1 0 0,1 0 1 0 0,-1 0 0 0 0,0-1-1 0 0,0 1 1 0 0,1-1-1 0 0,-1 0 1 0 0,0 0 0 0 0,1-1-1 0 0,-1 1 1 0 0,8-3-1 0 0,-7 1-44 0 0,0 0 0 0 0,0 0 0 0 0,0-1 0 0 0,-1 1-1 0 0,1-1 1 0 0,-1 0 0 0 0,0 0 0 0 0,0-1-1 0 0,0 1 1 0 0,6-8 0 0 0,0-2-438 0 0,-1-1 1 0 0,9-16-1 0 0,-4 7-768 0 0,0-1-1039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5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6097 0 0,'0'0'3273'0'0,"9"-21"-118"0"0,-1-2-2435 0 0,-8 23-718 0 0,0 1 1 0 0,0-1-1 0 0,0 0 1 0 0,0 0-1 0 0,0 1 1 0 0,0-1-1 0 0,0 0 1 0 0,0 1-1 0 0,1-1 1 0 0,-1 0 0 0 0,0 0-1 0 0,0 1 1 0 0,0-1-1 0 0,1 0 1 0 0,-1 0-1 0 0,0 0 1 0 0,0 1-1 0 0,0-1 1 0 0,1 0-1 0 0,-1 0 1 0 0,0 0-1 0 0,0 0 1 0 0,1 1-1 0 0,-1-1 1 0 0,0 0-1 0 0,1 0 1 0 0,-1 0 0 0 0,0 0-1 0 0,0 0 1 0 0,1 0-1 0 0,-1 0 1 0 0,0 0-1 0 0,1 0 1 0 0,-1 0-1 0 0,0 0 1 0 0,1 0-1 0 0,-1 0 1 0 0,0 0-1 0 0,0 0 1 0 0,1 0-1 0 0,-1 0 1 0 0,0 0 0 0 0,1 0-1 0 0,-1-1 1 0 0,0 1-1 0 0,0 0 1 0 0,1 0-1 0 0,-1 0 1 0 0,0 0-1 0 0,0-1 1 0 0,1 1-1 0 0,-1 0 1 0 0,0 0-1 0 0,0-1 1 0 0,0 1-1 0 0,0 0 1 0 0,1 0 0 0 0,-1-1-1 0 0,0 1 1 0 0,0 0-1 0 0,0 0 1 0 0,0-1-1 0 0,47 171 68 0 0,-39-136-10 0 0,-8-33-62 0 0,1 0 1 0 0,-1 0 0 0 0,0 0 0 0 0,1 0 0 0 0,-1 0 0 0 0,1 1 0 0 0,-1-1 0 0 0,1 0 0 0 0,0 0-1 0 0,-1 0 1 0 0,1 0 0 0 0,0-1 0 0 0,0 1 0 0 0,-1 0 0 0 0,1 0 0 0 0,0 0 0 0 0,0-1 0 0 0,0 1-1 0 0,0 0 1 0 0,0-1 0 0 0,0 1 0 0 0,0-1 0 0 0,1 1 0 0 0,-1-1 0 0 0,0 0 0 0 0,0 1 0 0 0,0-1-1 0 0,0 0 1 0 0,1 0 0 0 0,-1 0 0 0 0,0 0 0 0 0,0 0 0 0 0,0 0 0 0 0,0 0 0 0 0,1 0 0 0 0,-1 0-1 0 0,0 0 1 0 0,0-1 0 0 0,1 0 0 0 0,1 1-3 0 0,0-1 0 0 0,0 0 0 0 0,-1-1 0 0 0,1 1 0 0 0,0 0 0 0 0,-1-1 0 0 0,0 1 0 0 0,1-1 0 0 0,-1 0 0 0 0,0 0 0 0 0,0 0 0 0 0,0 0 0 0 0,0 0 0 0 0,0 0 1 0 0,2-4-1 0 0,-4 6 4 0 0,8-16-15 0 0,1 1 0 0 0,13-19-1 0 0,-19 30 13 0 0,1 0 0 0 0,-1 0 0 0 0,1 1 0 0 0,-1-1 0 0 0,1 1 0 0 0,0 0 0 0 0,1 0 1 0 0,-1 0-1 0 0,0 1 0 0 0,1 0 0 0 0,0-1 0 0 0,7-1 0 0 0,0-2 64 0 0,11-3 218 0 0,-22 9-267 0 0,0-1-1 0 0,0 1 1 0 0,-1 0-1 0 0,1 0 1 0 0,0 0 0 0 0,0 0-1 0 0,0 0 1 0 0,0 0-1 0 0,0 1 1 0 0,0-1-1 0 0,0 0 1 0 0,-1 0-1 0 0,1 1 1 0 0,0-1-1 0 0,0 0 1 0 0,0 1 0 0 0,0-1-1 0 0,-1 1 1 0 0,1-1-1 0 0,0 1 1 0 0,-1-1-1 0 0,1 1 1 0 0,0 0-1 0 0,0 0 1 0 0,7 11-31 0 0,-1 0-1 0 0,0 1 1 0 0,0 0 0 0 0,-2 0 0 0 0,1 0-1 0 0,-2 1 1 0 0,0 0 0 0 0,0 0-1 0 0,-2 0 1 0 0,1 0 0 0 0,-2 0 0 0 0,0 18-1 0 0,4-20-3670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5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83 136 6681 0 0,'-38'-1'2393'0'0,"6"-1"-251"0"0,19 3 2544 0 0,66-14-4585 0 0,-1-2-1 0 0,51-22 0 0 0,53-16-3159 0 0,-102 41-406 0 0,-29 9 948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31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341 135 3209 0 0,'0'0'600'0'0,"-10"-17"4276"0"0,0-2-3917 0 0,6 8-587 0 0,-1 1 1 0 0,0 0 0 0 0,-1 0-1 0 0,0 1 1 0 0,-9-12 0 0 0,12 18-327 0 0,0 0 1 0 0,0 1-1 0 0,-1 0 1 0 0,1-1 0 0 0,0 1-1 0 0,-1 0 1 0 0,0 1-1 0 0,1-1 1 0 0,-1 0-1 0 0,0 1 1 0 0,0 0-1 0 0,0 0 1 0 0,0 0-1 0 0,0 1 1 0 0,0-1-1 0 0,0 1 1 0 0,0 0-1 0 0,0 0 1 0 0,0 0-1 0 0,0 1 1 0 0,0-1 0 0 0,0 1-1 0 0,0 0 1 0 0,1 0-1 0 0,-1 1 1 0 0,-7 2-1 0 0,6-1-26 0 0,0 0 1 0 0,0 1-1 0 0,0-1 0 0 0,0 1 0 0 0,1 0 0 0 0,-1 1 1 0 0,1-1-1 0 0,0 1 0 0 0,0-1 0 0 0,1 1 0 0 0,-1 0 1 0 0,-2 7-1 0 0,-3 2 0 0 0,0 1 1 0 0,1 0-1 0 0,1 0 0 0 0,0 1 1 0 0,1 0-1 0 0,1 0 1 0 0,1 1-1 0 0,0 0 1 0 0,-3 32-1 0 0,6-35 2 0 0,0 0 0 0 0,-2 0 0 0 0,1 0 0 0 0,-2 0 0 0 0,0 0 1 0 0,-7 16-1 0 0,7-21-11 0 0,0 0 1 0 0,1 1 0 0 0,1-1-1 0 0,-1 0 1 0 0,1 1 0 0 0,1 0-1 0 0,0-1 1 0 0,0 1 0 0 0,1 0-1 0 0,0 0 1 0 0,4 18 0 0 0,-2-14-9 0 0,1-1 1 0 0,1 1-1 0 0,0-1 1 0 0,1 0-1 0 0,1 0 1 0 0,0-1-1 0 0,13 21 1 0 0,-16-30-33 0 0,0 0 0 0 0,0 0 0 0 0,1 0 0 0 0,-1 0 1 0 0,1-1-1 0 0,0 0 0 0 0,0 1 0 0 0,-1-1 0 0 0,1-1 1 0 0,1 1-1 0 0,-1 0 0 0 0,0-1 0 0 0,0 0 0 0 0,7 1 1 0 0,-4-1-105 0 0,0 1 0 0 0,0 1-1 0 0,13 5 1 0 0,-14-5-112 0 0,0-1 0 0 0,0 1 0 0 0,0-1 0 0 0,0-1 0 0 0,0 1 0 0 0,0-1 0 0 0,1 0 0 0 0,-1 0 0 0 0,0-1 0 0 0,1 0 0 0 0,-1 0 0 0 0,0 0 0 0 0,1-1 0 0 0,9-2 0 0 0,6-3-1927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32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14 310 4489 0 0,'-5'23'2172'0'0,"2"-12"-1969"0"0,-2 12 3063 0 0,5-23-3246 0 0,0 0 1 0 0,0 0-1 0 0,0 0 1 0 0,0 0-1 0 0,0 0 1 0 0,0 0-1 0 0,0 0 0 0 0,0 0 1 0 0,0 0-1 0 0,0 0 1 0 0,0 0-1 0 0,0 0 0 0 0,0 0 1 0 0,0 0-1 0 0,1 0 1 0 0,-1 0-1 0 0,0 0 0 0 0,0 0 1 0 0,0 0-1 0 0,0 0 1 0 0,0 0-1 0 0,0 0 1 0 0,0 0-1 0 0,0 0 0 0 0,0 0 1 0 0,0 0-1 0 0,0 0 1 0 0,0 0-1 0 0,0 0 0 0 0,0 0 1 0 0,1 0-1 0 0,-1 0 1 0 0,0 0-1 0 0,0 0 0 0 0,0 0 1 0 0,0 0-1 0 0,0 0 1 0 0,0 0-1 0 0,0 0 0 0 0,0 0 1 0 0,0 1-1 0 0,0-1 1 0 0,0 0-1 0 0,0 0 1 0 0,0 0-1 0 0,0 0 0 0 0,0 0 1 0 0,0 0-1 0 0,0 0 1 0 0,0 0-1 0 0,0 0 0 0 0,0 0 1 0 0,0 0-1 0 0,0 0 1 0 0,0 0-1 0 0,0 0 0 0 0,0 0 1 0 0,0 1-1 0 0,0-1 1 0 0,0 0-1 0 0,0 0 0 0 0,0 0 1 0 0,0 0-1 0 0,0 0 1 0 0,0 0-1 0 0,0 0 1 0 0,0 0-1 0 0,9-12 94 0 0,19-47-50 0 0,60-63 3 0 0,-71 93-13 0 0,-14 23-43 0 0,0 0 0 0 0,0 1 0 0 0,1-1 1 0 0,0 1-1 0 0,7-9 0 0 0,-8 11-2 0 0,0 0 0 0 0,0 0 0 0 0,-1-1 0 0 0,1 1 0 0 0,-1-1 0 0 0,2-4-1 0 0,-3 6 35 0 0,0-1-1 0 0,0 1 1 0 0,1-1-1 0 0,-1 1 0 0 0,1 0 1 0 0,0-1-1 0 0,-1 1 0 0 0,1 0 1 0 0,0 0-1 0 0,0 0 1 0 0,1 0-1 0 0,3-2 0 0 0,-6 4-41 0 0,0 0-1 0 0,1 1 1 0 0,-1-1-1 0 0,0 0 1 0 0,0 0-1 0 0,1 0 0 0 0,-1 0 1 0 0,0 1-1 0 0,0-1 1 0 0,1 0-1 0 0,-1 0 1 0 0,0 1-1 0 0,0-1 1 0 0,0 0-1 0 0,0 0 0 0 0,1 1 1 0 0,-1-1-1 0 0,0 0 1 0 0,0 1-1 0 0,0-1 1 0 0,0 0-1 0 0,0 0 1 0 0,0 1-1 0 0,0-1 1 0 0,0 0-1 0 0,0 1 0 0 0,0-1 1 0 0,0 0-1 0 0,0 1 1 0 0,0-1-1 0 0,0 0 1 0 0,0 1-1 0 0,0-1 1 0 0,0 0-1 0 0,0 1 0 0 0,0-1 1 0 0,0 0-1 0 0,-1 1 1 0 0,1 1 3 0 0,-6 81 66 0 0,3-65-58 0 0,1 0 0 0 0,1 1-1 0 0,0-1 1 0 0,2 1 0 0 0,0-1-1 0 0,1 0 1 0 0,7 32 0 0 0,-7-47 10 0 0,-1 0 0 0 0,1 0 1 0 0,0 0-1 0 0,0 0 0 0 0,0 0 0 0 0,0-1 1 0 0,0 1-1 0 0,1-1 0 0 0,-1 0 1 0 0,1 1-1 0 0,0-1 0 0 0,-1 0 0 0 0,6 2 1 0 0,-6-3-8 0 0,-1 0 0 0 0,0 0 0 0 0,0-1 0 0 0,1 1 0 0 0,-1-1 0 0 0,0 1 0 0 0,1-1 0 0 0,-1 0 1 0 0,0 1-1 0 0,1-1 0 0 0,-1 0 0 0 0,0 0 0 0 0,1 0 0 0 0,-1 0 0 0 0,1 0 0 0 0,-1 0 0 0 0,0 0 0 0 0,1-1 0 0 0,-1 1 1 0 0,0 0-1 0 0,1-1 0 0 0,-1 1 0 0 0,0-1 0 0 0,1 1 0 0 0,-1-1 0 0 0,0 0 0 0 0,0 0 0 0 0,0 1 0 0 0,0-1 1 0 0,1 0-1 0 0,-1 0 0 0 0,0 0 0 0 0,-1 0 0 0 0,1 0 0 0 0,0-1 0 0 0,0 1 0 0 0,0-1 0 0 0,5-12-4 0 0,0 0-1 0 0,-1 0 1 0 0,-1-1 0 0 0,-1 0-1 0 0,0 1 1 0 0,1-19-1 0 0,0 8-35 0 0,7-27-1 0 0,-3 22 9 0 0,-5 17 3 0 0,0 1 0 0 0,0-1 0 0 0,1 1 1 0 0,1 0-1 0 0,0 1 0 0 0,10-16 1 0 0,-14 25 11 0 0,1 0 0 0 0,0 0 0 0 0,1 0 0 0 0,-1 1 1 0 0,0-1-1 0 0,0 1 0 0 0,1-1 0 0 0,-1 1 0 0 0,5-2 1 0 0,-6 3 6 0 0,-1-1 0 0 0,1 1 0 0 0,0 0 0 0 0,0-1 0 0 0,0 1 0 0 0,-1 0 0 0 0,1 0 0 0 0,0 0 0 0 0,0-1 0 0 0,0 1 0 0 0,0 0 1 0 0,0 0-1 0 0,0 1 0 0 0,-1-1 0 0 0,1 0 0 0 0,0 0 0 0 0,0 0 0 0 0,0 0 0 0 0,0 1 0 0 0,-1-1 0 0 0,1 0 0 0 0,0 1 1 0 0,0-1-1 0 0,0 1 0 0 0,-1-1 0 0 0,1 1 0 0 0,0-1 0 0 0,-1 1 0 0 0,1-1 0 0 0,0 1 0 0 0,-1 0 0 0 0,1-1 0 0 0,-1 1 1 0 0,2 1-1 0 0,4 19 10 0 0,1 1 1 0 0,-2-1-1 0 0,-1 1 1 0 0,-1 0-1 0 0,0 24 1 0 0,-1-26 11 0 0,4 62 140 0 0,6 61-103 0 0,-9-128-85 0 0,0 1 0 0 0,1-1 0 0 0,0 0 0 0 0,1 0 0 0 0,1-1 0 0 0,14 26 0 0 0,-18-37-145 0 0,0 0 1 0 0,1 0-1 0 0,0 0 1 0 0,-1 0-1 0 0,1 0 1 0 0,0-1-1 0 0,0 1 1 0 0,0-1 0 0 0,1 0-1 0 0,-1 0 1 0 0,1 0-1 0 0,-1-1 1 0 0,6 3-1 0 0,2 1-753 0 0,2 3-757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32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9042 0 0,'0'0'483'0'0,"-6"12"2804"0"0,6-11-3287 0 0,1 0 0 0 0,-1 0 0 0 0,1 0 1 0 0,0-1-1 0 0,0 1 0 0 0,-1 0 0 0 0,1 0 0 0 0,0-1 0 0 0,0 1 0 0 0,0-1 1 0 0,0 1-1 0 0,0-1 0 0 0,0 1 0 0 0,0-1 0 0 0,0 1 0 0 0,0-1 0 0 0,0 0 1 0 0,0 1-1 0 0,0-1 0 0 0,2 0 0 0 0,25 0-1557 0 0,-17 0-154 0 0,-1 0-474 0 0</inkml:trace>
  <inkml:trace contextRef="#ctx0" brushRef="#br0" timeOffset="1">46 254 8258 0 0,'0'0'136'0'0,"0"2"-192"0"0,0 0-16 0 0,0-1 72 0 0,2-1 24 0 0,-1 0-24 0 0,1 0 0 0 0,0 0-160 0 0,1 0-224 0 0,1 0-8 0 0,9-5-89 0 0,2-2-135 0 0,2-3-880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39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41 360 0 0,'0'-7'5133'0'0,"0"-17"-1455"0"0,0 24-3610 0 0,0-1 1 0 0,0 1-1 0 0,-1-1 0 0 0,1 1 0 0 0,0-1 0 0 0,0 1 0 0 0,0-1 0 0 0,-1 1 1 0 0,1 0-1 0 0,0-1 0 0 0,-1 1 0 0 0,1-1 0 0 0,0 1 0 0 0,-1 0 0 0 0,1-1 1 0 0,0 1-1 0 0,-1 0 0 0 0,1-1 0 0 0,-1 1 0 0 0,1 0 0 0 0,-1 0 0 0 0,1-1 1 0 0,0 1-1 0 0,-1 0 0 0 0,1 0 0 0 0,-1 0 0 0 0,0-1 0 0 0,0 2-29 0 0,0-1 0 0 0,1 1 0 0 0,-1-1 0 0 0,1 1 0 0 0,-1-1 0 0 0,1 1 0 0 0,-1-1 0 0 0,1 1 0 0 0,0-1 0 0 0,-1 1 0 0 0,1 0 0 0 0,0-1-1 0 0,-1 1 1 0 0,1 0 0 0 0,0-1 0 0 0,0 1 0 0 0,-1 1 0 0 0,-6 36 21 0 0,7-35 13 0 0,-29 209 296 0 0,-20 167-54 0 0,43-315-277 0 0,-39 284 168 0 0,17-200-107 0 0,-50 212 21 0 0,64-312-3438 0 0,14-46 2050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39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26 161 6585 0 0,'-13'-16'1361'0'0,"10"11"-1226"0"0,1 0 0 0 0,1 0 1 0 0,-1-1-1 0 0,1 1 1 0 0,0 0-1 0 0,0-1 0 0 0,0-6 1 0 0,1 9-32 0 0,0 1 0 0 0,0 0 0 0 0,0-1 0 0 0,0 1 0 0 0,1 0 0 0 0,-1-1 0 0 0,1 1 0 0 0,0 0 0 0 0,0 0 0 0 0,0-1 0 0 0,0 1 0 0 0,0 0 0 0 0,0 0 0 0 0,0 0 0 0 0,1 0 0 0 0,-1 0 0 0 0,1 0 0 0 0,-1 1 0 0 0,1-1 0 0 0,3-2 0 0 0,2 0 2 0 0,1 0 1 0 0,-1 0-1 0 0,1 1 0 0 0,-1 0 0 0 0,17-3 0 0 0,17-8 212 0 0,-37 13-287 0 0,0-1-1 0 0,0 0 1 0 0,0 1 0 0 0,0 0 0 0 0,0 0-1 0 0,1 0 1 0 0,-1 0 0 0 0,0 1-1 0 0,1 0 1 0 0,-1 0 0 0 0,0 0 0 0 0,8 1-1 0 0,-1 2 32 0 0,-1 0-1 0 0,0 0 0 0 0,16 8 0 0 0,-21-9-37 0 0,-3-1-8 0 0,0 0-1 0 0,0 1 1 0 0,-1-1 0 0 0,1 0-1 0 0,0 0 1 0 0,-1 1-1 0 0,1-1 1 0 0,0 1 0 0 0,-1 0-1 0 0,0-1 1 0 0,1 1-1 0 0,-1 0 1 0 0,0 0 0 0 0,0 0-1 0 0,1 2 1 0 0,9 36 272 0 0,-9-33-246 0 0,-1 0 1 0 0,1 0-1 0 0,0 0 0 0 0,4 7 1 0 0,-3-8-8 0 0,0 0 0 0 0,-1 1 0 0 0,0-1 1 0 0,0 1-1 0 0,0 0 0 0 0,-1-1 0 0 0,0 1 1 0 0,0 0-1 0 0,-1 0 0 0 0,0 0 0 0 0,0 0 1 0 0,-1 0-1 0 0,0-1 0 0 0,-2 12 0 0 0,-1-4 3 0 0,0-1-1 0 0,-1 0 1 0 0,0 0-1 0 0,-1-1 1 0 0,0 0-1 0 0,-13 18 0 0 0,14-24-15 0 0,0 0-1 0 0,-1-1 0 0 0,1 0 1 0 0,-1 1-1 0 0,-13 7 0 0 0,13-9-9 0 0,-1 1-1 0 0,1 0 1 0 0,0 0-1 0 0,1 0 0 0 0,-1 1 1 0 0,-5 7-1 0 0,5-6-6 0 0,-5 11-446 0 0,11-17 428 0 0,0-1-1 0 0,0 1 1 0 0,0 0-1 0 0,0 0 1 0 0,0 0-1 0 0,0-1 1 0 0,0 1-1 0 0,1 0 1 0 0,-1 0-1 0 0,0 0 1 0 0,0-1-1 0 0,1 1 1 0 0,-1 0-1 0 0,0-1 1 0 0,1 1-1 0 0,-1 0 0 0 0,1 0 1 0 0,-1-1-1 0 0,1 1 1 0 0,-1-1-1 0 0,1 1 1 0 0,0-1-1 0 0,-1 1 1 0 0,1-1-1 0 0,0 1 1 0 0,-1-1-1 0 0,1 1 1 0 0,1 0-1 0 0,14 6 7 0 0,0 1-1 0 0,0-2 1 0 0,1 0-1 0 0,-1-1 1 0 0,24 3 0 0 0,-20-4 34 0 0,-1 1 0 0 0,0 1 0 0 0,0 0 0 0 0,27 13 0 0 0,-44-17-6 0 0,-1 0 0 0 0,1 0 0 0 0,0 0 0 0 0,-1 0 0 0 0,1 0 0 0 0,-1 0-1 0 0,0 0 1 0 0,0 0 0 0 0,0 1 0 0 0,0-1 0 0 0,0 0 0 0 0,0 1 0 0 0,0 3 0 0 0,7 15 162 0 0,-5-17-155 0 0,-1 0-1 0 0,0 0 1 0 0,0 0-1 0 0,-1 1 1 0 0,1-1-1 0 0,-1 1 1 0 0,0-1-1 0 0,-1 1 0 0 0,1-1 1 0 0,-1 1-1 0 0,1-1 1 0 0,-1 1-1 0 0,-1 0 1 0 0,1-1-1 0 0,-1 1 1 0 0,-1 6-1 0 0,1-7-14 0 0,0-1-1 0 0,0 1 0 0 0,-1-1 1 0 0,1 1-1 0 0,-1-1 1 0 0,0 0-1 0 0,0 1 0 0 0,0-1 1 0 0,0 0-1 0 0,-1 0 0 0 0,1-1 1 0 0,-1 1-1 0 0,0 0 0 0 0,1-1 1 0 0,-1 0-1 0 0,0 1 0 0 0,-1-1 1 0 0,1 0-1 0 0,0-1 1 0 0,-6 3-1 0 0,-24 6 87 0 0,-1-2 1 0 0,0-1-1 0 0,-37 2 0 0 0,63-7-89 0 0,1 0-1 0 0,-1 0 1 0 0,1 1-1 0 0,0-1 0 0 0,-13 8 1 0 0,-18 7-363 0 0,27-10-2837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40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19 5361 0 0,'-29'2'3584'0'0,"7"3"-2042"0"0,19-4-814 0 0,13-5-54 0 0,11-2-172 0 0,1 1 0 0 0,-1 1-1 0 0,1 1 1 0 0,0 0 0 0 0,37 2-1 0 0,-57 1-498 0 0,-1 0-1 0 0,0 0 1 0 0,0 0 0 0 0,0 1-1 0 0,0-1 1 0 0,0 1-1 0 0,0-1 1 0 0,0 1-1 0 0,0-1 1 0 0,-1 1 0 0 0,1-1-1 0 0,0 1 1 0 0,0 0-1 0 0,0-1 1 0 0,-1 1-1 0 0,1 0 1 0 0,1 2 0 0 0,1 4-3276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40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22 4457 0 0,'-26'0'3361'0'0,"8"3"-1886"0"0,19-3-1429 0 0,-1 0 1 0 0,0 0-1 0 0,0 1 1 0 0,0-1-1 0 0,0 0 1 0 0,1 0-1 0 0,-1 0 1 0 0,0 0-1 0 0,0 0 1 0 0,0 0 0 0 0,0 1-1 0 0,0-1 1 0 0,1 0-1 0 0,-1 0 1 0 0,0 0-1 0 0,0 0 1 0 0,0 1-1 0 0,0-1 1 0 0,0 0-1 0 0,0 0 1 0 0,0 0-1 0 0,0 1 1 0 0,0-1-1 0 0,0 0 1 0 0,0 0-1 0 0,0 0 1 0 0,0 1-1 0 0,0-1 1 0 0,0 0-1 0 0,0 0 1 0 0,0 0 0 0 0,0 1-1 0 0,0-1 1 0 0,0 0-1 0 0,0 0 1 0 0,0 0-1 0 0,0 1 1 0 0,0-1-1 0 0,0 0 1 0 0,-1 0-1 0 0,1 0 1 0 0,0 0-1 0 0,0 1 1 0 0,0-1-1 0 0,0 0 1 0 0,0 0-1 0 0,0 0 1 0 0,-1 0-1 0 0,1 0 1 0 0,0 0-1 0 0,0 1 1 0 0,0-1 0 0 0,-1 0-1 0 0,1 0 1 0 0,0 0-1 0 0,0 0 1 0 0,0 0-1 0 0,0 0 1 0 0,-1 0-1 0 0,1 0 1 0 0,0 0-1 0 0,4 1 78 0 0,0 0-1 0 0,1-1 1 0 0,-1 1-1 0 0,1-1 0 0 0,-1 0 1 0 0,1 0-1 0 0,6-2 1 0 0,1 1-54 0 0,21-2-789 0 0,0-2 1 0 0,63-17 0 0 0,-84 18-1248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19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346 142 1632 0 0,'0'0'426'0'0,"-24"-14"3505"0"0,-20 0-2481 0 0,27 10-502 0 0,0-1 0 0 0,-23-11-1 0 0,39 16-923 0 0,1 0-1 0 0,-1 0 1 0 0,0 0-1 0 0,1-1 1 0 0,-1 1-1 0 0,0 0 0 0 0,1-1 1 0 0,-1 1-1 0 0,0 0 1 0 0,1-1-1 0 0,-1 1 1 0 0,1-1-1 0 0,-1 1 1 0 0,1-1-1 0 0,-1 1 1 0 0,1-1-1 0 0,0 1 1 0 0,-1-1-1 0 0,1 0 1 0 0,0 1-1 0 0,-1-1 0 0 0,1 1 1 0 0,0-1-1 0 0,-1 0 1 0 0,1 1-1 0 0,0-1 1 0 0,0 0-1 0 0,0 1 1 0 0,0-1-1 0 0,0 0 1 0 0,0 0-1 0 0,0 1 1 0 0,0-1-1 0 0,0 0 1 0 0,0 1-1 0 0,0-1 0 0 0,0 0 1 0 0,1 1-1 0 0,-1-1 1 0 0,0 0-1 0 0,0 1 1 0 0,1-1-1 0 0,-1 0 1 0 0,0 1-1 0 0,1-1 1 0 0,-1 1-1 0 0,1-1 1 0 0,-1 1-1 0 0,1-1 1 0 0,-1 1-1 0 0,2-2 0 0 0,1 0 70 0 0,0-1-1 0 0,1 0 0 0 0,-1 1 0 0 0,1-1 1 0 0,0 1-1 0 0,6-3 0 0 0,22-10 189 0 0,-23 10-232 0 0,0 0 0 0 0,0 1 0 0 0,14-4-1 0 0,-20 7-13 0 0,0 1 1 0 0,0-1-1 0 0,1 1 0 0 0,-1-1 0 0 0,0 1 0 0 0,0 0 0 0 0,1 0 0 0 0,-1 1 0 0 0,0-1 0 0 0,0 1 0 0 0,0-1 1 0 0,0 1-1 0 0,0 0 0 0 0,6 3 0 0 0,-8-3-23 0 0,1 0 1 0 0,-1 0 0 0 0,0 0-1 0 0,0 0 1 0 0,0 1-1 0 0,0-1 1 0 0,0 0 0 0 0,-1 0-1 0 0,1 1 1 0 0,0-1-1 0 0,-1 1 1 0 0,1-1 0 0 0,-1 1-1 0 0,1-1 1 0 0,-1 1-1 0 0,1-1 1 0 0,-1 1 0 0 0,0-1-1 0 0,0 1 1 0 0,0-1-1 0 0,0 1 1 0 0,0 2 0 0 0,3 17 68 0 0,4-1-35 0 0,-3-11-23 0 0,0 1 0 0 0,0 0 0 0 0,-1 0 0 0 0,-1 1 0 0 0,0-1 1 0 0,1 18-1 0 0,-3-11 9 0 0,-1 0 0 0 0,-1 0 1 0 0,0 0-1 0 0,-1 0 1 0 0,-10 31-1 0 0,2-19-5 0 0,-1 0 0 0 0,-21 36-1 0 0,18-34 28 0 0,12-24-36 0 0,-1 1-1 0 0,1-1 0 0 0,-1 0 0 0 0,0-1 1 0 0,-1 1-1 0 0,-5 6 0 0 0,0-4 5 0 0,-1 0-1 0 0,0-1 1 0 0,-21 12 0 0 0,-11 8 19 0 0,33-21-23 0 0,-1-1 0 0 0,0-1-1 0 0,-21 9 1 0 0,-3 1 78 0 0,-2 0 5 0 0,35-15-120 0 0,1 1 1 0 0,-1-1-1 0 0,0 1 1 0 0,0-1-1 0 0,0 0 1 0 0,0 0-1 0 0,0 0 1 0 0,0 0-1 0 0,0 0 1 0 0,0 0-1 0 0,0 0 1 0 0,0-1-1 0 0,0 1 1 0 0,0-1-1 0 0,0 1 1 0 0,-3-3-1 0 0,4 3 15 0 0,1-1 0 0 0,-1 0 0 0 0,1 0 0 0 0,-1 0-1 0 0,1 0 1 0 0,-1 0 0 0 0,1 0 0 0 0,0 0 0 0 0,-1 0-1 0 0,1 0 1 0 0,0 0 0 0 0,0 0 0 0 0,0 0 0 0 0,0 0-1 0 0,0 0 1 0 0,0 0 0 0 0,0 0 0 0 0,0-2 0 0 0,3-20 39 0 0,-3 21-29 0 0,1-1 8 0 0,0-1 0 0 0,0 1 0 0 0,0 0 0 0 0,0 0 1 0 0,0 0-1 0 0,1 0 0 0 0,-1 0 0 0 0,1 0 0 0 0,0 0 0 0 0,0 1 1 0 0,0-1-1 0 0,0 0 0 0 0,1 1 0 0 0,-1 0 0 0 0,1-1 0 0 0,-1 1 1 0 0,5-2-1 0 0,3-2-26 0 0,0 1 0 0 0,0 0 0 0 0,20-6-1 0 0,16-8 73 0 0,-35 14-64 0 0,1 0-1 0 0,-1 0 0 0 0,1 1 0 0 0,0 1 0 0 0,1 0 1 0 0,-1 0-1 0 0,0 1 0 0 0,20 0 0 0 0,103 5 352 0 0,-118-1-218 0 0,52 7 276 0 0,-4-1-1603 0 0,-21-7-3988 0 0,-30-3 3614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20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47 2513 0 0,'0'-31'7194'0'0,"-1"30"-7063"0"0,1 0 0 0 0,0 0 0 0 0,0 0-1 0 0,-1 0 1 0 0,1 0 0 0 0,-1 0 0 0 0,1 0-1 0 0,-1 0 1 0 0,0 0 0 0 0,1 0-1 0 0,-1 1 1 0 0,0-1 0 0 0,1 0 0 0 0,-1 0-1 0 0,-1 0 1 0 0,1 1-85 0 0,1-1-1 0 0,0 1 0 0 0,-1 0 1 0 0,1 0-1 0 0,-1 0 1 0 0,1 0-1 0 0,0 0 0 0 0,-1 0 1 0 0,1 0-1 0 0,0 0 1 0 0,-1 0-1 0 0,1 1 0 0 0,-1-1 1 0 0,1 0-1 0 0,0 0 1 0 0,-1 0-1 0 0,1 0 0 0 0,0 0 1 0 0,-1 1-1 0 0,1-1 1 0 0,0 0-1 0 0,-1 0 0 0 0,1 1 1 0 0,0-1-1 0 0,0 0 1 0 0,-1 0-1 0 0,1 1 0 0 0,-3 2 19 0 0,1 1 0 0 0,0-1 1 0 0,0 1-1 0 0,1-1 0 0 0,-1 1 0 0 0,-1 5 0 0 0,-4 15-42 0 0,1 1 1 0 0,1 0-1 0 0,-1 31 1 0 0,1 78 63 0 0,-1 17-89 0 0,-38 131 19 0 0,19-146-22 0 0,23-125-163 0 0,-2 12-150 0 0,3-10-3804 0 0,1-11 2714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20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70 221 4665 0 0,'-2'-48'2249'0'0,"1"36"-1885"0"0,0-1 0 0 0,0 1 0 0 0,1-1-1 0 0,1 1 1 0 0,0-1 0 0 0,1 1 0 0 0,1-1-1 0 0,0 1 1 0 0,0 0 0 0 0,6-13 0 0 0,-8 24-307 0 0,0-1 0 0 0,1 0 0 0 0,-1 0 1 0 0,1 1-1 0 0,0-1 0 0 0,0 1 0 0 0,-1-1 1 0 0,1 1-1 0 0,0 0 0 0 0,0 0 0 0 0,0 0 0 0 0,0 0 1 0 0,0 0-1 0 0,1 0 0 0 0,-1 0 0 0 0,0 1 1 0 0,0-1-1 0 0,0 1 0 0 0,1 0 0 0 0,2-1 0 0 0,-1 1-12 0 0,0 0-1 0 0,0 0 0 0 0,-1 0 0 0 0,1 0 1 0 0,0 1-1 0 0,0-1 0 0 0,0 1 0 0 0,0 0 1 0 0,0 0-1 0 0,6 3 0 0 0,-8-2-6 0 0,-1-1 1 0 0,1 1-1 0 0,-1-1 0 0 0,0 1 0 0 0,0 0 1 0 0,0 0-1 0 0,0 0 0 0 0,0 0 1 0 0,0-1-1 0 0,0 1 0 0 0,-1 0 0 0 0,1 3 1 0 0,6 11 186 0 0,-5-11-179 0 0,0-1 0 0 0,0 1 0 0 0,-1-1 1 0 0,1 1-1 0 0,-1-1 0 0 0,0 1 0 0 0,0 0 0 0 0,-1 0 0 0 0,1 0 1 0 0,-1-1-1 0 0,0 1 0 0 0,0 0 0 0 0,-1 0 0 0 0,1 0 0 0 0,-1-1 1 0 0,0 1-1 0 0,0 0 0 0 0,-1-1 0 0 0,1 1 0 0 0,-1-1 1 0 0,0 1-1 0 0,-1-1 0 0 0,1 0 0 0 0,-1 0 0 0 0,1 0 0 0 0,-1 0 1 0 0,0 0-1 0 0,-1-1 0 0 0,1 1 0 0 0,-1-1 0 0 0,-5 4 0 0 0,-111 59-339 0 0,115-62 117 0 0,0 0 1 0 0,0 0-1 0 0,0 0 1 0 0,-5 7-1 0 0,-4 12-5466 0 0,12-18 3116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20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60 6937 0 0,'13'-31'4543'0'0,"-7"9"-2719"0"0,-11 15-1019 0 0,-9 8-610 0 0,7 2-176 0 0,1 0 0 0 0,-1 0 0 0 0,1 1 0 0 0,0 0-1 0 0,0 0 1 0 0,0 0 0 0 0,0 1 0 0 0,1 0-1 0 0,-1 0 1 0 0,1 0 0 0 0,1 1 0 0 0,-1 0 0 0 0,1 0-1 0 0,0 0 1 0 0,-4 7 0 0 0,-2 8-26 0 0,0 0 0 0 0,1 1 1 0 0,-9 35-1 0 0,7-7-53 0 0,9-37 32 0 0,0-1 1 0 0,-1 0-1 0 0,-1 0 1 0 0,-8 21-1 0 0,6-20 26 0 0,1 1-1 0 0,1 0 0 0 0,0 0 1 0 0,0 0-1 0 0,2 0 0 0 0,-1 1 0 0 0,2-1 1 0 0,0 1-1 0 0,1-1 0 0 0,0 1 1 0 0,4 17-1 0 0,4 18 6 0 0,26 90 0 0 0,-27-115 18 0 0,-5-16-33 0 0,10 32 51 0 0,-2 0-1 0 0,8 69 1 0 0,-17-99-12 0 0,-1 0 0 0 0,1 0 0 0 0,-2 0 1 0 0,0 0-1 0 0,0 0 0 0 0,-1 0 1 0 0,0 0-1 0 0,-1 0 0 0 0,0 0 0 0 0,0-1 1 0 0,-1 0-1 0 0,-1 1 0 0 0,0-2 1 0 0,0 1-1 0 0,-11 13 0 0 0,14-20-28 0 0,0-1-1 0 0,-1 0 1 0 0,1-1 0 0 0,-1 1-1 0 0,0 0 1 0 0,0-1-1 0 0,1 1 1 0 0,-1-1 0 0 0,0 0-1 0 0,0 0 1 0 0,0 0-1 0 0,0 0 1 0 0,-1-1 0 0 0,-2 1-1 0 0,2 0-114 0 0,-1 0 0 0 0,1 0 0 0 0,0 0 0 0 0,-1 1 0 0 0,1-1 0 0 0,-7 5 0 0 0,8-4-355 0 0,-1 0 0 0 0,1 0 1 0 0,-1-1-1 0 0,0 0 0 0 0,0 1 1 0 0,1-1-1 0 0,-1 0 0 0 0,0-1 1 0 0,0 1-1 0 0,0-1 0 0 0,-5 1 1 0 0,2-1-3003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21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5937 0 0,'0'0'1243'0'0,"11"0"2765"0"0,46 6-1907 0 0,-15-1-1188 0 0,-1-2 1 0 0,64-2-1 0 0,-3-16-630 0 0,-89 12-513 0 0,0 0 0 0 0,1-2 0 0 0,-1 1 0 0 0,-1-2 1 0 0,19-9-1 0 0,-15 6-1203 0 0,2 5-352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5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7250 0 0,'0'0'1086'0'0,"8"0"1895"0"0,48 1-1191 0 0,74 8 0 0 0,-127-8-1990 0 0,0-1 0 0 0,0 1 0 0 0,0 0 0 0 0,0 0 0 0 0,0 0 0 0 0,0 0 0 0 0,4 3 1 0 0,-2-2-1530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2:26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7202 0 0,'0'0'2962'0'0,"11"7"-143"0"0,6-3-2892 0 0,-1 0 0 0 0,0-2 1 0 0,1 0-1 0 0,0 0 0 0 0,-1-1 0 0 0,1-1 0 0 0,0-1 1 0 0,19-3-1 0 0,-25 2-1333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50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61 616 0 0,'0'0'263'0'0,"-1"-5"3131"0"0,-3-15-1226 0 0,2 16-1563 0 0,-1 0 0 0 0,1 1-1 0 0,0-1 1 0 0,-1 1 0 0 0,0 0-1 0 0,-5-6 1 0 0,7 8-557 0 0,1 1 0 0 0,-1-1 1 0 0,1 1-1 0 0,-1 0 0 0 0,0-1 0 0 0,1 1 0 0 0,-1-1 1 0 0,0 1-1 0 0,1 0 0 0 0,-1-1 0 0 0,0 1 1 0 0,1 0-1 0 0,-1 0 0 0 0,0 0 0 0 0,0 0 0 0 0,1-1 1 0 0,-1 1-1 0 0,0 0 0 0 0,0 0 0 0 0,1 1 0 0 0,-1-1 1 0 0,0 0-1 0 0,0 0 0 0 0,1 0 0 0 0,-1 0 0 0 0,0 0 1 0 0,0 1-1 0 0,1-1 0 0 0,-1 0 0 0 0,0 1 1 0 0,1-1-1 0 0,-1 1 0 0 0,1-1 0 0 0,-1 1 0 0 0,0-1 1 0 0,1 1-1 0 0,-1-1 0 0 0,1 1 0 0 0,-1-1 0 0 0,1 1 1 0 0,0-1-1 0 0,-1 1 0 0 0,1 0 0 0 0,-1-1 0 0 0,1 1 1 0 0,0 0-1 0 0,-1 1 0 0 0,-7 17-14 0 0,0 1 0 0 0,1 0 0 0 0,1 0 0 0 0,-4 23-1 0 0,-9 89 4 0 0,14-88 36 0 0,-1 1-1 0 0,-21 73 1 0 0,24-109-65 0 0,-19 56 27 0 0,-38 81 0 0 0,58-126-2106 0 0,2-13-149 0 0,0-4-210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50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95 3745 0 0,'0'0'1043'0'0,"-5"-22"4575"0"0,3 20-5553 0 0,1 0 0 0 0,-1 1 0 0 0,0-1 0 0 0,1 1 0 0 0,-1 0 0 0 0,0-1 0 0 0,0 1 1 0 0,0 0-1 0 0,0 0 0 0 0,0 0 0 0 0,0 1 0 0 0,0-1 0 0 0,0 0 0 0 0,0 1 0 0 0,0-1 0 0 0,0 1 0 0 0,-1 0 0 0 0,1 0 0 0 0,0 0 0 0 0,0 0 0 0 0,0 0 0 0 0,-1 0 0 0 0,1 0 0 0 0,0 1 0 0 0,0-1 0 0 0,0 1 0 0 0,0 0 0 0 0,0 0 0 0 0,0-1 0 0 0,0 1 0 0 0,0 0 0 0 0,0 1 0 0 0,0-1 0 0 0,0 0 0 0 0,1 1 0 0 0,-1-1 1 0 0,0 1-1 0 0,1-1 0 0 0,-1 1 0 0 0,1 0 0 0 0,0-1 0 0 0,-1 1 0 0 0,1 0 0 0 0,0 0 0 0 0,0 0 0 0 0,-1 3 0 0 0,-8 33-15 0 0,1 1 0 0 0,-7 67 1 0 0,15-100-49 0 0,0-1 0 0 0,-1 0 0 0 0,1 0 1 0 0,-1 0-1 0 0,0 1 0 0 0,-1-2 1 0 0,-3 7-1 0 0,3-5-5 0 0,0-1-1 0 0,1 1 1 0 0,-1 0 0 0 0,1 0 0 0 0,-2 10-1 0 0,2-3 14 0 0,0 0-1 0 0,1 0 0 0 0,2 24 0 0 0,-1-32-17 0 0,1 0-1 0 0,-1-1 1 0 0,1 1-1 0 0,0 0 1 0 0,1 0-1 0 0,-1-1 1 0 0,1 1-1 0 0,0-1 0 0 0,0 1 1 0 0,0-1-1 0 0,1 0 1 0 0,-1 0-1 0 0,6 6 1 0 0,-6-8 10 0 0,1-1 0 0 0,-1 0 0 0 0,0 0 0 0 0,0 0 0 0 0,1 0 0 0 0,-1 0 0 0 0,1 0 0 0 0,2 0 0 0 0,15 6-3 0 0,-13-3 2 0 0,0-1 0 0 0,0 0 0 0 0,0 0 0 0 0,1-1 0 0 0,-1 0 0 0 0,1 0-1 0 0,-1-1 1 0 0,1 0 0 0 0,0 0 0 0 0,-1-1 0 0 0,1 0 0 0 0,0 0 0 0 0,0 0 0 0 0,-1-1 0 0 0,14-4 0 0 0,-4 1 25 0 0,-1-1-1 0 0,1-1 1 0 0,-1-1 0 0 0,0 0 0 0 0,28-18-1 0 0,-39 21-12 0 0,0-1 0 0 0,0 1 1 0 0,0-1-1 0 0,0 0 0 0 0,-1 0 0 0 0,0-1 0 0 0,0 1 0 0 0,-1-1 0 0 0,1 0 0 0 0,-1 0 0 0 0,0 0 0 0 0,-1 0 1 0 0,0 0-1 0 0,0-1 0 0 0,0 1 0 0 0,1-13 0 0 0,-2 14-7 0 0,1-1 0 0 0,-1 0 1 0 0,1 1-1 0 0,0 0 0 0 0,5-9 0 0 0,-4 8 3 0 0,0 0-1 0 0,-1 0 1 0 0,0 0-1 0 0,3-11 1 0 0,-3 6 8 0 0,-1 1 0 0 0,-1 0-1 0 0,1 0 1 0 0,-2-1 0 0 0,1 1 0 0 0,-1 0 0 0 0,-1 0-1 0 0,0 0 1 0 0,-1 0 0 0 0,1 0 0 0 0,-2 0 0 0 0,0 1-1 0 0,0-1 1 0 0,-9-14 0 0 0,5 10 23 0 0,5 8-37 0 0,0 1 0 0 0,0 0 1 0 0,-1 0-1 0 0,1 0 1 0 0,-1 0-1 0 0,0 0 0 0 0,-1 1 1 0 0,1 0-1 0 0,-6-4 0 0 0,2 2 16 0 0,-1 1 0 0 0,-1 1 0 0 0,1 0 0 0 0,-17-6 0 0 0,16 7 6 0 0,-1-1 0 0 0,1 0 0 0 0,-11-7 0 0 0,17 9-28 0 0,0 0 0 0 0,-1-1 0 0 0,1 2 1 0 0,-1-1-1 0 0,1 0 0 0 0,-1 1 0 0 0,1 0 0 0 0,-1 0 0 0 0,0 0 0 0 0,0 1 0 0 0,1-1 0 0 0,-1 1 1 0 0,-6 1-1 0 0,9-1-10 0 0,-1 1 1 0 0,1-1-1 0 0,0 1 1 0 0,-1-1-1 0 0,1 1 1 0 0,0 0-1 0 0,0 0 1 0 0,0 0-1 0 0,-1 0 1 0 0,1 0-1 0 0,0 0 1 0 0,1 1-1 0 0,-1-1 1 0 0,0 1-1 0 0,0 0 1 0 0,0-1-1 0 0,1 1 0 0 0,-1 0 1 0 0,1 0-1 0 0,0 0 1 0 0,-1 0-1 0 0,1 0 1 0 0,0 0-1 0 0,0 0 1 0 0,0 0-1 0 0,0 1 1 0 0,0 1-1 0 0,-1 7-115 0 0,1-6 39 0 0,-1 0 0 0 0,1 1 0 0 0,-1-1 0 0 0,0 0 0 0 0,0 0 0 0 0,-4 5 1 0 0,4-6-63 0 0,1-1 0 0 0,-1 0 1 0 0,1 0-1 0 0,-1 1 0 0 0,1-1 1 0 0,0 0-1 0 0,0 1 1 0 0,1 0-1 0 0,-1-1 0 0 0,0 7 1 0 0,1-7-401 0 0,1 0 0 0 0,-1 0 0 0 0,0 0 0 0 0,1 0 0 0 0,0 0 0 0 0,-1 0 0 0 0,3 4 1 0 0,2 2-1871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51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32 4329 0 0,'0'0'3035'0'0,"-4"-26"2724"0"0,3 27-5723 0 0,0-1 1 0 0,0 0 0 0 0,0 0-1 0 0,0 1 1 0 0,0-1-1 0 0,0 1 1 0 0,0-1-1 0 0,0 1 1 0 0,1-1 0 0 0,-1 1-1 0 0,0 0 1 0 0,0-1-1 0 0,0 1 1 0 0,1 0-1 0 0,-1 0 1 0 0,0-1 0 0 0,1 1-1 0 0,-2 2 1 0 0,-10 18-63 0 0,11-19 64 0 0,-7 16-36 0 0,2-1 1 0 0,0 1 0 0 0,0 0 0 0 0,2 0 0 0 0,0 1 0 0 0,1-1-1 0 0,0 31 1 0 0,3-19-12 0 0,1 0 0 0 0,1 0-1 0 0,1 0 1 0 0,9 31 0 0 0,-9-49-9 0 0,1 1 1 0 0,1-1-1 0 0,0 0 1 0 0,0 0-1 0 0,1 0 0 0 0,9 12 1 0 0,-13-22 19 0 0,-1-1 0 0 0,1 1 1 0 0,0-1-1 0 0,-1 0 0 0 0,1 0 0 0 0,0 0 0 0 0,0 0 0 0 0,0 0 1 0 0,-1 0-1 0 0,1 0 0 0 0,0-1 0 0 0,3 1 0 0 0,14 7-13 0 0,-16-6 11 0 0,0 1-1 0 0,1-1 0 0 0,-1-1 0 0 0,1 1 1 0 0,-1 0-1 0 0,1-1 0 0 0,0 0 0 0 0,0 0 1 0 0,0 0-1 0 0,0 0 0 0 0,-1-1 0 0 0,1 1 1 0 0,0-1-1 0 0,0 0 0 0 0,0 0 0 0 0,0-1 1 0 0,0 1-1 0 0,4-2 0 0 0,5-1 5 0 0,0-1 0 0 0,-1-1 0 0 0,24-12 0 0 0,-26 12-27 0 0,-5 2 29 0 0,-1 0 0 0 0,0-1 0 0 0,0 1 0 0 0,0-1 0 0 0,0 0 0 0 0,0 0 0 0 0,-1 0 0 0 0,5-6 1 0 0,22-39 26 0 0,-29 48-32 0 0,38-80 189 0 0,-36 72-174 0 0,0 1 1 0 0,0 0-1 0 0,2-17 1 0 0,-3 17 17 0 0,0 0-1 0 0,0 1 1 0 0,0-1-1 0 0,1 1 1 0 0,4-8 0 0 0,-5 9 2 0 0,1 1 0 0 0,-1 0 0 0 0,0-1 0 0 0,0 1 1 0 0,-1-1-1 0 0,0 0 0 0 0,0 1 0 0 0,0-1 0 0 0,0 0 0 0 0,-1 0 1 0 0,0 1-1 0 0,-1-10 0 0 0,0 11-4 0 0,1 0 0 0 0,-1 0 1 0 0,0 1-1 0 0,0-1 0 0 0,0 0 0 0 0,-1 1 1 0 0,1-1-1 0 0,-1 1 0 0 0,0 0 0 0 0,0-1 1 0 0,0 1-1 0 0,0 0 0 0 0,0 0 0 0 0,-1 0 0 0 0,1 0 1 0 0,-1 1-1 0 0,0-1 0 0 0,0 1 0 0 0,-5-3 1 0 0,-6-3-18 0 0,-2 1 0 0 0,1 0 0 0 0,-1 2 0 0 0,0 0 0 0 0,0 0 1 0 0,-1 2-1 0 0,-16-3 0 0 0,26 5-54 0 0,1 0 1 0 0,-1-1-1 0 0,1 0 0 0 0,-1 0 1 0 0,-7-5-1 0 0,10 5-202 0 0,0 0 0 0 0,0 0 0 0 0,0 0 0 0 0,-1 1 0 0 0,1-1 0 0 0,-1 1-1 0 0,1 0 1 0 0,-1 0 0 0 0,1 1 0 0 0,-1-1 0 0 0,1 1 0 0 0,-1 0 0 0 0,-8 2 0 0 0,2 1-2180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54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501 67 2048 0 0,'0'0'1659'0'0,"-2"-5"1903"0"0,-9-12-1770 0 0,9 15-1721 0 0,1 1 0 0 0,-1-1 0 0 0,1 1 0 0 0,-1 0 0 0 0,0 0 0 0 0,0 0 0 0 0,0 0 0 0 0,1 0 0 0 0,-1 0 0 0 0,0 0 0 0 0,0 0 0 0 0,-3 0 0 0 0,-11-6 270 0 0,11 4-229 0 0,0 0 0 0 0,-1 1 0 0 0,1-1 0 0 0,0 1 0 0 0,-1 0 0 0 0,1 1 0 0 0,-1-1 0 0 0,-6 0 0 0 0,10 1-63 0 0,-1 1 0 0 0,1-1 0 0 0,0 1 0 0 0,-1 0-1 0 0,1 0 1 0 0,0 0 0 0 0,-1 0 0 0 0,1 0 0 0 0,-1 1-1 0 0,1-1 1 0 0,0 1 0 0 0,-1-1 0 0 0,1 1 0 0 0,0 0-1 0 0,0 0 1 0 0,0 0 0 0 0,-1 0 0 0 0,1 0 0 0 0,0 0 0 0 0,0 1-1 0 0,1-1 1 0 0,-3 3 0 0 0,2 0-45 0 0,0 0 1 0 0,0 0-1 0 0,1 0 0 0 0,0 0 1 0 0,0 0-1 0 0,0 0 1 0 0,0 0-1 0 0,1 1 0 0 0,-1-1 1 0 0,1 0-1 0 0,1 6 0 0 0,-1-4 5 0 0,0 0-1 0 0,-1 0 0 0 0,1 0 0 0 0,-4 12 0 0 0,-9 13 27 0 0,9-23-20 0 0,0 1 0 0 0,1 0 0 0 0,0 0 1 0 0,-2 10-1 0 0,1 22 8 0 0,2 0 0 0 0,1 0-1 0 0,2 0 1 0 0,7 42 0 0 0,2 64 15 0 0,-11-102 29 0 0,-2 0 1 0 0,-1-1-1 0 0,-3 0 1 0 0,-12 45-1 0 0,10-57 36 0 0,-2 0 0 0 0,-1-1 0 0 0,-1 0 0 0 0,-2-1 0 0 0,-36 56 0 0 0,49-84-94 0 0,0 1-1 0 0,-1-1 1 0 0,1 0-1 0 0,0 0 1 0 0,-1 0 0 0 0,1 0-1 0 0,-1-1 1 0 0,0 1 0 0 0,0-1-1 0 0,0 1 1 0 0,1-1-1 0 0,-1 0 1 0 0,-6 1 0 0 0,-14 7 35 0 0,18-6-142 0 0,0-1 0 0 0,1 0 1 0 0,-1 0-1 0 0,0 0 0 0 0,0-1 0 0 0,0 1 0 0 0,0-1 0 0 0,-1 0 0 0 0,1-1 0 0 0,0 1 0 0 0,0-1 0 0 0,0 0 0 0 0,-6-1 0 0 0,9 0-20 0 0,1 0 0 0 0,0 1-1 0 0,1-1 1 0 0,-1 0 0 0 0,0 0-1 0 0,0 0 1 0 0,0 0 0 0 0,1 0-1 0 0,-1-1 1 0 0,0 1-1 0 0,1 0 1 0 0,-1 0 0 0 0,1 0-1 0 0,-1 0 1 0 0,1-1 0 0 0,0 1-1 0 0,-1 0 1 0 0,1 0 0 0 0,0-1-1 0 0,0 1 1 0 0,0-2 0 0 0,0 0-109 0 0,-2-18-1361 0 0,3 0-282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54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43 2032 0 0,'-30'2'5533'0'0,"29"-2"-5488"0"0,0 0-1 0 0,0 0 1 0 0,0 0-1 0 0,0 0 1 0 0,0 1-1 0 0,0-1 1 0 0,0 0-1 0 0,0 0 1 0 0,0 1-1 0 0,0-1 1 0 0,1 0-1 0 0,-1 1 1 0 0,0-1-1 0 0,0 1 1 0 0,0-1-1 0 0,0 1 1 0 0,1 0-1 0 0,-1-1 1 0 0,0 1-1 0 0,1 0 1 0 0,-1-1-1 0 0,1 1 1 0 0,-1 0-1 0 0,0 0 1 0 0,1 0-1 0 0,0-1 1 0 0,-1 3-1 0 0,1-3 13 0 0,0 1 0 0 0,0-1 0 0 0,1 1 0 0 0,-1-1-1 0 0,1 1 1 0 0,-1-1 0 0 0,0 1 0 0 0,1-1 0 0 0,-1 1 0 0 0,1-1-1 0 0,-1 1 1 0 0,1-1 0 0 0,-1 0 0 0 0,1 1 0 0 0,0-1 0 0 0,-1 0-1 0 0,1 0 1 0 0,-1 1 0 0 0,1-1 0 0 0,0 0 0 0 0,-1 0 0 0 0,2 0-1 0 0,15 5 250 0 0,-15-5-220 0 0,12 2 109 0 0,0-1-1 0 0,-1 0 1 0 0,1 0-1 0 0,0-2 0 0 0,0 0 1 0 0,24-4-1 0 0,84-28 403 0 0,-58 14-549 0 0,-39 13-167 0 0,0 1-1 0 0,0 2 1 0 0,0 0 0 0 0,1 1-1 0 0,45 4 1 0 0,-27-2-2700 0 0,-29 0 631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55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183 139 4841 0 0,'-9'-14'2782'0'0,"9"13"-2731"0"0,-5-24 904 0 0,1 1-1 0 0,-1-36 0 0 0,5 60-914 0 0,0-1 0 0 0,0 1 0 0 0,0-1 0 0 0,0 1 0 0 0,0-1 0 0 0,0 0 0 0 0,0 1 1 0 0,0-1-1 0 0,-1 1 0 0 0,1-1 0 0 0,0 0 0 0 0,0 1 0 0 0,0-1 0 0 0,-1 1 0 0 0,1-1 0 0 0,0 1 0 0 0,-1-1 0 0 0,1 1 0 0 0,0-1 0 0 0,-1 1 1 0 0,1 0-1 0 0,-1-1 0 0 0,1 1 0 0 0,0-1 0 0 0,-1 1 0 0 0,1 0 0 0 0,-1-1 0 0 0,0 1 0 0 0,0 0-33 0 0,0 0 1 0 0,1 0-1 0 0,-1 0 0 0 0,0 0 1 0 0,0 0-1 0 0,1 1 0 0 0,-1-1 1 0 0,0 0-1 0 0,1 0 0 0 0,-1 1 1 0 0,0-1-1 0 0,1 0 0 0 0,-1 1 0 0 0,0-1 1 0 0,1 1-1 0 0,-1-1 0 0 0,1 1 1 0 0,-1-1-1 0 0,1 1 0 0 0,-1 0 1 0 0,1-1-1 0 0,-1 1 0 0 0,1-1 1 0 0,0 1-1 0 0,-1 1 0 0 0,-16 28 16 0 0,1 1 0 0 0,1 1 0 0 0,2 0 1 0 0,1 1-1 0 0,2 0 0 0 0,-8 45 0 0 0,8-12-1 0 0,2 0 0 0 0,2 93 0 0 0,6-144-152 0 0,0-1-304 0 0,0 0-1 0 0,-1 1 0 0 0,-4 20 1 0 0,2-28-2629 0 0,2-3 678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55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69 5209 0 0,'-15'-2'4898'0'0,"17"0"-4733"0"0,-1 1-1 0 0,1 0 0 0 0,0-1 1 0 0,-1 1-1 0 0,1 0 0 0 0,0 0 1 0 0,0 0-1 0 0,-1 0 0 0 0,1 0 1 0 0,0 0-1 0 0,0 0 0 0 0,3 0 1 0 0,2-1-54 0 0,19-8 21 0 0,2 1 0 0 0,-1 2 0 0 0,1 0 1 0 0,56-4-1 0 0,116 6-2578 0 0,-150 5-50 0 0,-35 0-1289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55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5913 0 0,'-10'1'2510'0'0,"10"3"-925"0"0,16 2-408 0 0,22-2-922 0 0,62-3 0 0 0,-49-2-2365 0 0,-49 1 783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3:56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0 195 5185 0 0,'1'0'4030'0'0,"3"0"-2612"0"0,21 0-955 0 0,-1-2 0 0 0,1-1 0 0 0,-1-1 1 0 0,47-13-1 0 0,-28 2-500 0 0,74-37 1 0 0,37-31-2411 0 0,-123 65-60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26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3 320 0 0,'-9'6'4634'0'0,"-11"5"-2657"0"0,18-11-1815 0 0,0 1 0 0 0,0 0 0 0 0,-1-1 0 0 0,1 0 0 0 0,-1 0 0 0 0,1 1 0 0 0,0-2 0 0 0,-5 1 0 0 0,-1-1 612 0 0,33-7-219 0 0,-11 5-473 0 0,0 0 0 0 0,1 0 0 0 0,-1 1 1 0 0,1 1-1 0 0,0 1 0 0 0,-1 0 0 0 0,1 1 0 0 0,-1 0 0 0 0,1 1 0 0 0,-1 1 0 0 0,15 4 1 0 0,-24-5-52 0 0,0-1 1 0 0,0 2 0 0 0,0-1-1 0 0,-1 0 1 0 0,1 1 0 0 0,-1 0 0 0 0,0 0-1 0 0,0 0 1 0 0,0 0 0 0 0,0 1-1 0 0,0 0 1 0 0,-1 0 0 0 0,0 0-1 0 0,1 0 1 0 0,-2 0 0 0 0,1 1 0 0 0,0-1-1 0 0,-1 1 1 0 0,0-1 0 0 0,0 1-1 0 0,1 5 1 0 0,5 16 108 0 0,-2 0 1 0 0,0 1-1 0 0,2 48 0 0 0,-5 84 41 0 0,-4-94-137 0 0,-3-11 17 0 0,-1 0 0 0 0,-4-1 0 0 0,-23 84 0 0 0,18-79-51 0 0,5-29 54 0 0,-2 1-1 0 0,0-1 0 0 0,-2-1 1 0 0,-2 0-1 0 0,-23 34 0 0 0,36-59-98 0 0,0 1 1 0 0,-1-1-1 0 0,1 0 0 0 0,-1 0 0 0 0,0 0 0 0 0,0 0 0 0 0,0-1 0 0 0,-5 4 0 0 0,-9 1-4341 0 0,14-6 2270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26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33 768 0 0,'0'0'1898'0'0,"-7"5"2392"0"0,8-4-4165 0 0,0 1 0 0 0,1-1 0 0 0,-1 0 0 0 0,0 1 0 0 0,1-1 0 0 0,-1 0 0 0 0,1 0 0 0 0,-1 0 0 0 0,1 0 0 0 0,0 0 0 0 0,-1 0 0 0 0,1 0-1 0 0,0-1 1 0 0,2 2 0 0 0,27 4 412 0 0,-10-4-355 0 0,0-1 0 0 0,1-1 0 0 0,-1 0-1 0 0,30-6 1 0 0,83-22-73 0 0,-118 25-73 0 0,3-2-55 0 0,-8 2-233 0 0,1 0-1 0 0,-1 1 1 0 0,20-1 0 0 0,-22-1-1334 0 0,-1-2-260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27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54 1584 0 0,'0'0'123'0'0,"-8"-24"4305"0"0,8 23-4266 0 0,0 0 1 0 0,0 0 0 0 0,0 0 0 0 0,0 0 0 0 0,1 0-1 0 0,-1 0 1 0 0,0 0 0 0 0,1 0 0 0 0,-1 0 0 0 0,0 0-1 0 0,1 0 1 0 0,-1 0 0 0 0,1 0 0 0 0,0 0-1 0 0,-1 1 1 0 0,1-1 0 0 0,0 0 0 0 0,-1 0 0 0 0,1 1-1 0 0,0-1 1 0 0,0 0 0 0 0,1 0 0 0 0,0 0-80 0 0,0 0 1 0 0,1 0 0 0 0,-1 0 0 0 0,1 0-1 0 0,-1 0 1 0 0,1 0 0 0 0,0 1-1 0 0,4-1 1 0 0,-1 0 12 0 0,-1 1 0 0 0,0 0 0 0 0,1 1-1 0 0,-1-1 1 0 0,1 1 0 0 0,-1 0 0 0 0,0 0 0 0 0,0 1 0 0 0,6 2-1 0 0,-10-3-70 0 0,1 1 0 0 0,-1 0 0 0 0,0-1 0 0 0,0 1 0 0 0,0 0-1 0 0,0 0 1 0 0,-1 0 0 0 0,1-1 0 0 0,0 1 0 0 0,-1 0-1 0 0,0 0 1 0 0,1 4 0 0 0,4 11 86 0 0,1-6-41 0 0,-1-4-41 0 0,-1 1-1 0 0,0 0 1 0 0,0 0-1 0 0,-1 0 0 0 0,0 0 1 0 0,-1 0-1 0 0,0 1 1 0 0,0-1-1 0 0,1 15 1 0 0,-3 9 2 0 0,-2 1 0 0 0,-1 0 0 0 0,-2-1 0 0 0,-1 0 0 0 0,-1 0 0 0 0,-2 0 0 0 0,-14 33 0 0 0,-11 15-38 0 0,-65 110 0 0 0,33-75 13 0 0,62-111-6 0 0,0 0 0 0 0,0-1 0 0 0,0 1 0 0 0,0-1 0 0 0,-1 1 0 0 0,0-1 0 0 0,0-1 0 0 0,1 1 0 0 0,-2-1 0 0 0,-8 4 0 0 0,-3 2-48 0 0,16-8 11 0 0,0 1 1 0 0,-1 0-1 0 0,1-1 1 0 0,0 0-1 0 0,0 1 1 0 0,0-1-1 0 0,0 0 1 0 0,0 1-1 0 0,0-1 1 0 0,0 0-1 0 0,-1 0 1 0 0,1 0-1 0 0,0 0 1 0 0,0 0-1 0 0,0 0 1 0 0,0 0-1 0 0,-1 0 1 0 0,1-1-1 0 0,0 1 1 0 0,0 0-1 0 0,0-1 1 0 0,0 1 0 0 0,0-1-1 0 0,0 1 1 0 0,-2-2-1 0 0,2 0 16 0 0,-1 1 0 0 0,0-1 0 0 0,1 0 1 0 0,-1 0-1 0 0,1 0 0 0 0,0 0 0 0 0,-1 0 0 0 0,1-1 0 0 0,0 1 0 0 0,0 0 0 0 0,0-4 0 0 0,-2-4 5 0 0,1 0-1 0 0,0 0 1 0 0,1 0-1 0 0,1 0 0 0 0,0-11 1 0 0,0 14 4 0 0,1 0 0 0 0,0 0 1 0 0,0 0-1 0 0,0 0 0 0 0,1 0 0 0 0,1 0 1 0 0,2-6-1 0 0,-4 10 10 0 0,1 0 0 0 0,0 0 0 0 0,-1 0 0 0 0,1 0 0 0 0,0 1 0 0 0,0-1 0 0 0,1 1 0 0 0,-1-1 0 0 0,0 1 1 0 0,1 0-1 0 0,-1 0 0 0 0,1 0 0 0 0,0 0 0 0 0,0 1 0 0 0,0-1 0 0 0,5-1 0 0 0,11-4 16 0 0,59-21-75 0 0,-73 26 74 0 0,0 0-1 0 0,0 0 0 0 0,0 0 1 0 0,1 1-1 0 0,-1 0 1 0 0,0 0-1 0 0,1 1 0 0 0,-1-1 1 0 0,0 1-1 0 0,1 1 0 0 0,-1-1 1 0 0,1 1-1 0 0,5 1 1 0 0,4 2 73 0 0,-2 1-1 0 0,1 0 1 0 0,18 10 0 0 0,3 2-7 0 0,-4-7-2691 0 0,-27-10 852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28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145 123 3817 0 0,'0'0'2506'0'0,"-27"2"2709"0"0,24 4-5194 0 0,1 0 0 0 0,0 0 0 0 0,0 1-1 0 0,0-1 1 0 0,1 1 0 0 0,0-1-1 0 0,0 12 1 0 0,-1-2-15 0 0,-12 113 83 0 0,-21 134-80 0 0,14-176 206 0 0,11-66 31 0 0,2-15-205 0 0,7-6-50 0 0,1 0 1 0 0,-1 0 0 0 0,1-1-1 0 0,0 1 1 0 0,-1 0 0 0 0,1-1-1 0 0,0 1 1 0 0,-1 0 0 0 0,1-1-1 0 0,0 1 1 0 0,-1 0 0 0 0,1-1-1 0 0,0 1 1 0 0,-1 0 0 0 0,1-1 0 0 0,0 1-1 0 0,0-1 1 0 0,0 1 0 0 0,0-1-1 0 0,-1 1 1 0 0,1-1 0 0 0,0 1-1 0 0,0-1 1 0 0,0 1 0 0 0,0-1-1 0 0,-2-12-30 0 0,0 1-1 0 0,0-1 0 0 0,2 1 1 0 0,-1-1-1 0 0,2 0 0 0 0,0 0 1 0 0,2-13-1 0 0,25-93-103 0 0,-10 50 115 0 0,-9 29 87 0 0,18-70-37 0 0,-22 95-34 0 0,1 0-1 0 0,0 0 1 0 0,1 0-1 0 0,17-26 1 0 0,-21 38 28 0 0,-1 0 0 0 0,1 0 0 0 0,0 0 0 0 0,1 1-1 0 0,-1-1 1 0 0,0 1 0 0 0,1 0 0 0 0,-1-1 0 0 0,1 2 0 0 0,0-1 0 0 0,0 0 0 0 0,-1 1 0 0 0,1 0 0 0 0,0 0 0 0 0,0 0 0 0 0,1 0 0 0 0,-1 0 0 0 0,6 1 0 0 0,-3 6 269 0 0,-5-2-237 0 0,4 5 1 0 0,-1 1 0 0 0,0 1 1 0 0,-1-1-1 0 0,0 0 0 0 0,-1 1 0 0 0,0 0 0 0 0,0 0 0 0 0,-1 0 1 0 0,0 11-1 0 0,1 22 83 0 0,-3 45-1 0 0,-2-32 89 0 0,3-61-230 0 0,0-1 0 0 0,-1 1 1 0 0,1-1-1 0 0,1 1 0 0 0,-1 0 0 0 0,0 0 1 0 0,4-7-1 0 0,4-9 28 0 0,-1-9-41 0 0,2 0 0 0 0,2 0 1 0 0,22-41-1 0 0,-25 53 16 0 0,-7 14 3 0 0,0-1 1 0 0,0 1 0 0 0,0 0 0 0 0,0-1 0 0 0,0 1 0 0 0,1 0 0 0 0,4-5 0 0 0,59-41-20 0 0,8-8-18 0 0,-68 53 34 0 0,-1 0 1 0 0,1 1-1 0 0,-1 0 1 0 0,1 0-1 0 0,12-5 0 0 0,3 0 2 0 0,-16 5 39 0 0,26-11-31 0 0,-29 14 21 0 0,0-1 1 0 0,-1 0-1 0 0,1 1 0 0 0,0 0 0 0 0,0-1 1 0 0,0 1-1 0 0,-1 0 0 0 0,1 0 0 0 0,0 0 1 0 0,0 0-1 0 0,0 0 0 0 0,0 0 0 0 0,-1 1 1 0 0,1-1-1 0 0,2 1 0 0 0,-2 1-1 0 0,-1 1-1 0 0,1-1 0 0 0,-1 1 0 0 0,0-1 1 0 0,1 1-1 0 0,-1-1 0 0 0,-1 1 1 0 0,1 0-1 0 0,0 0 0 0 0,0-1 1 0 0,-1 1-1 0 0,1 5 0 0 0,0-1 3 0 0,5 32 10 0 0,-2-1 0 0 0,-2 1 0 0 0,-3 55 0 0 0,0-27-31 0 0,1-24 64 0 0,-8 53 0 0 0,5-78-29 0 0,0 0 0 0 0,-1 0 0 0 0,-1 0 1 0 0,-1-1-1 0 0,-12 26 0 0 0,10-24-8 0 0,0 0 1 0 0,1 1 0 0 0,1 0 0 0 0,1 0-1 0 0,-4 26 1 0 0,9-46-30 0 0,-16 56 6 0 0,12-45-12 0 0,0 0 1 0 0,1 0 0 0 0,1 1 0 0 0,-1-1 0 0 0,0 19 0 0 0,-1-11-1575 0 0,7-33-567 0 0,22-42-913 0 0,-8 26-139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29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32 3793 0 0,'-22'-25'6576'0'0,"21"24"-6558"0"0,0 0 1 0 0,0 0-1 0 0,0 1 1 0 0,0-1-1 0 0,0 1 1 0 0,0-1-1 0 0,-1 1 1 0 0,1-1-1 0 0,0 1 1 0 0,0 0-1 0 0,0 0 1 0 0,-1-1-1 0 0,1 1 1 0 0,0 0-1 0 0,0 0 1 0 0,-1 0-1 0 0,1 0 1 0 0,0 1-1 0 0,0-1 1 0 0,-1 0-1 0 0,1 0 1 0 0,-2 1-1 0 0,2 0 44 0 0,-1 1 1 0 0,0-1-1 0 0,0 0 0 0 0,0 1 1 0 0,1-1-1 0 0,-1 1 0 0 0,1-1 1 0 0,-1 1-1 0 0,1 0 0 0 0,0-1 1 0 0,-3 5-1 0 0,-1 5 244 0 0,0 0 1 0 0,1 1-1 0 0,-6 20 0 0 0,8-24-270 0 0,-58 299 120 0 0,44-209-130 0 0,-3 8-81 0 0,-50 157 0 0 0,67-256-291 0 0,-3 6-1015 0 0,4-6-3904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29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0 2537 0 0,'0'0'3952'0'0,"-17"5"115"0"0,11 2-3789 0 0,1 0 0 0 0,0 1 0 0 0,0 0 0 0 0,1 0 0 0 0,0 0 1 0 0,1 0-1 0 0,-5 14 0 0 0,-3 8-55 0 0,-23 40 63 0 0,20-43-220 0 0,-19 50 0 0 0,-41 109 121 0 0,5-14-86 0 0,49-117-111 0 0,8-24-10 0 0,-15 59-1 0 0,14-56 124 0 0,0-8-1222 0 0,11-19 419 0 0,-2 6-4015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30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3585 0 0,'0'0'2592'0'0,"5"-10"738"0"0,-2 9-3186 0 0,1 0 0 0 0,-1 1 0 0 0,0-1 0 0 0,1 1-1 0 0,-1 0 1 0 0,0 0 0 0 0,7 2 0 0 0,3-2-126 0 0,-1 1-349 0 0,0-2 0 0 0,0 0 0 0 0,0 0 0 0 0,0-1 0 0 0,0-1 0 0 0,0 0 0 0 0,-1-1 1 0 0,16-6-1 0 0,-9 1-1094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30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 3729 0 0,'-7'0'3391'0'0,"-19"0"-1494"0"0,19 0-1265 0 0,5-1-626 0 0,0 1 1 0 0,-1 0-1 0 0,1 0 1 0 0,0 0-1 0 0,-1 0 1 0 0,1 0-1 0 0,0 1 1 0 0,0-1-1 0 0,-1 1 0 0 0,1-1 1 0 0,0 1-1 0 0,0 0 1 0 0,0 0-1 0 0,0 0 1 0 0,0 0-1 0 0,0 0 1 0 0,0 1-1 0 0,0-1 1 0 0,0 0-1 0 0,-2 3 1 0 0,0-1 64 0 0,4-3-196 0 0,0 0 0 0 0,0 0-1 0 0,-1 0 1 0 0,1 0 0 0 0,0 1-1 0 0,0-1 1 0 0,0 0-1 0 0,0 0 1 0 0,-1 0 0 0 0,1 1-1 0 0,0-1 1 0 0,0 0 0 0 0,0 0-1 0 0,0 0 1 0 0,0 1 0 0 0,-1-1-1 0 0,1 0 1 0 0,0 0 0 0 0,0 1-1 0 0,0-1 1 0 0,0 0 0 0 0,0 0-1 0 0,0 1 1 0 0,0-1 0 0 0,0 0-1 0 0,0 0 1 0 0,0 1 0 0 0,0-1-1 0 0,0 0 1 0 0,0 0 0 0 0,0 1-1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32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53 1712 0 0,'0'0'705'0'0,"-6"-1"4147"0"0,-15-2-2695 0 0,22 2-2022 0 0,-1 0 0 0 0,0 0 0 0 0,1-1 0 0 0,0 1 0 0 0,-1 0 0 0 0,1 0 0 0 0,0 0 0 0 0,-1 0 0 0 0,1 0 0 0 0,0 0 0 0 0,0 0 0 0 0,0 0 0 0 0,0 1-1 0 0,0-1 1 0 0,0 0 0 0 0,0 0 0 0 0,0 1 0 0 0,0-1 0 0 0,1 1 0 0 0,-1-1 0 0 0,2 0 0 0 0,32-11-225 0 0,-30 11 268 0 0,5-3-102 0 0,1 1 1 0 0,0 0 0 0 0,-1 1 0 0 0,1 1-1 0 0,0-1 1 0 0,0 2 0 0 0,0-1 0 0 0,20 3-1 0 0,-28-1-41 0 0,-1 0-1 0 0,1 0 1 0 0,0 1-1 0 0,-1-1 1 0 0,1 1-1 0 0,-1 0 1 0 0,0-1-1 0 0,1 1 1 0 0,-1 0-1 0 0,0 0 1 0 0,0 0-1 0 0,0 1 1 0 0,-1-1-1 0 0,1 0 1 0 0,0 1-1 0 0,-1-1 1 0 0,0 1-1 0 0,1-1 1 0 0,-1 1-1 0 0,0 0 1 0 0,0 0-1 0 0,-1-1 0 0 0,1 1 1 0 0,-1 0-1 0 0,1 3 1 0 0,0 2 15 0 0,0-1 0 0 0,-1 1 1 0 0,0 0-1 0 0,0 0 0 0 0,0-1 0 0 0,-1 1 0 0 0,-1-1 1 0 0,-2 13-1 0 0,-24 59 152 0 0,21-65-174 0 0,0-1 0 0 0,-1 0-1 0 0,0 0 1 0 0,-1 0 0 0 0,-12 11-1 0 0,-9 16 21 0 0,-101 171-103 0 0,93-146-37 0 0,4 5-316 0 0,34-68 374 0 0,-1-1 1 0 0,0 0-1 0 0,1 1 0 0 0,-1-1 1 0 0,1 1-1 0 0,-1-1 0 0 0,1 1 1 0 0,-1 0-1 0 0,1-1 0 0 0,0 1 1 0 0,0-1-1 0 0,0 1 0 0 0,0 0 1 0 0,0-1-1 0 0,0 1 0 0 0,1-1 1 0 0,-1 1-1 0 0,0-1 0 0 0,1 1 1 0 0,-1-1-1 0 0,1 1 0 0 0,1 2 1 0 0,0-2 17 0 0,0 1 1 0 0,0-1 0 0 0,0 0 0 0 0,0 0 0 0 0,0 0 0 0 0,0-1 0 0 0,1 1 0 0 0,-1 0 0 0 0,1-1 0 0 0,-1 0 0 0 0,6 3 0 0 0,2-1 18 0 0,0 0 0 0 0,0 0 1 0 0,1-1-1 0 0,-1 0 0 0 0,1-1 1 0 0,10 0-1 0 0,37-5 57 0 0,0-2 1 0 0,111-28-1 0 0,-124 24-200 0 0,-43 9-115 0 0,0 1 0 0 0,0-1 0 0 0,0 0 0 0 0,0 0 0 0 0,0 0 0 0 0,-1 0 0 0 0,1 0 0 0 0,0-1 0 0 0,-1 1 0 0 0,1 0-1 0 0,0-1 1 0 0,1-2 0 0 0,-2 4-112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32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4873 0 0,'0'0'4968'0'0,"11"0"-2810"0"0,186-12 7 0 0,-64 9-2471 0 0,-125 3-493 0 0,1-1 1 0 0,-1 0 0 0 0,12-4 0 0 0,-16 4-1393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44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41 8 0 0,'0'0'1407'0'0,"-19"-5"3287"0"0,-18-23-1028 0 0,33 26-3636 0 0,1 1-1 0 0,-1 0 0 0 0,1 0 1 0 0,-1 0-1 0 0,1 0 0 0 0,-1 1 1 0 0,1 0-1 0 0,-1 0 0 0 0,0 0 1 0 0,1 0-1 0 0,-1 0 0 0 0,1 0 0 0 0,-1 1 1 0 0,-5 1-1 0 0,-1 1 95 0 0,0 1-1 0 0,1 0 0 0 0,-17 9 1 0 0,20-9-77 0 0,0 0 0 0 0,1 0 1 0 0,-1 0-1 0 0,1 1 0 0 0,0 0 0 0 0,0 0 1 0 0,-7 10-1 0 0,-24 44-12 0 0,26-42 8 0 0,-7 13 15 0 0,2 1 1 0 0,-18 50-1 0 0,23-43-70 0 0,1 1 0 0 0,-6 77 0 0 0,15-115 9 0 0,-1 8 11 0 0,-1 0 0 0 0,-1-1 0 0 0,1 0 0 0 0,-1 0 0 0 0,-8 15 0 0 0,6-13-2 0 0,0 0 0 0 0,1 1-1 0 0,-3 12 1 0 0,3-5 14 0 0,1 0 0 0 0,1 0 0 0 0,1 0 1 0 0,0 0-1 0 0,1 1 0 0 0,4 21 0 0 0,-3-27-39 0 0,2-1 0 0 0,0 0 0 0 0,0 0 0 0 0,1 0 0 0 0,1 0 0 0 0,0 0 0 0 0,1-1 0 0 0,0 0 0 0 0,14 19-1 0 0,-17-27 21 0 0,0 1 0 0 0,1-1 0 0 0,-1 0 0 0 0,1 0 0 0 0,0 0 0 0 0,0 0 0 0 0,0-1 0 0 0,0 1 0 0 0,1-1 0 0 0,-1 0 0 0 0,9 2 0 0 0,0 0 28 0 0,1-1 0 0 0,24 3 0 0 0,-32-5-20 0 0,-1 0 0 0 0,1 0 0 0 0,-1 1 0 0 0,0 0 0 0 0,0 1 0 0 0,7 3-1 0 0,-7-3-6 0 0,0-1 0 0 0,0 1 0 0 0,1-1 0 0 0,-1 0 0 0 0,0-1 0 0 0,1 1 0 0 0,7 0-1 0 0,-2-1-241 0 0,0-1-1 0 0,0 0 0 0 0,0-1 0 0 0,0 0 0 0 0,0-1 0 0 0,0 0 0 0 0,0-1 0 0 0,-1 0 1 0 0,1 0-1 0 0,-1-1 0 0 0,0-1 0 0 0,11-6 0 0 0,-4 1-1293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45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27 2288 0 0,'-9'-7'4097'0'0,"9"6"-3972"0"0,-1 0 0 0 0,1-1 0 0 0,-1 1 0 0 0,1 0 0 0 0,-1 0 0 0 0,0 0 0 0 0,1 0 0 0 0,-1 0 0 0 0,0 1 0 0 0,0-1 0 0 0,0 0 0 0 0,0 0-1 0 0,0 0 1 0 0,0 1 0 0 0,0-1 0 0 0,0 0 0 0 0,0 1 0 0 0,0-1 0 0 0,0 1 0 0 0,0-1 0 0 0,0 1 0 0 0,0 0 0 0 0,-1 0 0 0 0,1-1 0 0 0,0 1 0 0 0,0 0-1 0 0,0 0 1 0 0,-1 0 0 0 0,1 0 0 0 0,-2 1 0 0 0,0-1-109 0 0,1 1 0 0 0,0 1 0 0 0,0-1 0 0 0,0 0 0 0 0,1 0-1 0 0,-1 1 1 0 0,0-1 0 0 0,0 1 0 0 0,1 0 0 0 0,-1-1 0 0 0,1 1 0 0 0,-1 0-1 0 0,1 0 1 0 0,0 0 0 0 0,-2 3 0 0 0,-11 37 117 0 0,8-22-104 0 0,2-3-17 0 0,0-1 0 0 0,1 1-1 0 0,-1 24 1 0 0,3-35-11 0 0,0 0 0 0 0,0 0 0 0 0,-1-1 1 0 0,0 1-1 0 0,0 0 0 0 0,-3 5 0 0 0,2-6 0 0 0,1 0 0 0 0,-1 0 0 0 0,2 0-1 0 0,-1 1 1 0 0,0-1 0 0 0,1 0 0 0 0,0 1 0 0 0,0 6 0 0 0,1-4-2 0 0,1 0 0 0 0,0-1 0 0 0,0 1 0 0 0,1 0 0 0 0,0-1 0 0 0,0 0 0 0 0,0 1 1 0 0,1-1-1 0 0,1 0 0 0 0,-1 0 0 0 0,1-1 0 0 0,6 9 0 0 0,-8-13 0 0 0,0 0 0 0 0,0 0 0 0 0,0-1 0 0 0,0 1 0 0 0,0-1 0 0 0,0 0 0 0 0,0 1 0 0 0,1-1 0 0 0,-1 0 0 0 0,0 0 0 0 0,6 1 0 0 0,14 7 22 0 0,-18-6 0 0 0,0-1 0 0 0,0 0 0 0 0,0 0 0 0 0,1 0-1 0 0,-1 0 1 0 0,1-1 0 0 0,-1 0 0 0 0,1 0 0 0 0,-1 0 0 0 0,1 0-1 0 0,8-1 1 0 0,-11 1-2 0 0,0-1-1 0 0,0-1 0 0 0,0 1 1 0 0,0 0-1 0 0,0 0 0 0 0,0-1 1 0 0,0 1-1 0 0,-1-1 0 0 0,1 0 1 0 0,0 1-1 0 0,0-1 0 0 0,-1 0 1 0 0,1 0-1 0 0,0 0 0 0 0,-1 0 1 0 0,1 0-1 0 0,-1 0 0 0 0,0-1 1 0 0,1 1-1 0 0,-1 0 0 0 0,0-1 1 0 0,0 1-1 0 0,1-1 0 0 0,-1 0 1 0 0,-1 1-1 0 0,1-1 0 0 0,0 0 1 0 0,0 0-1 0 0,0-2 0 0 0,2-4 60 0 0,-1 1-1 0 0,1 0 0 0 0,6-12 0 0 0,-6 15-48 0 0,0-1 0 0 0,-1 0 0 0 0,0 0 0 0 0,0 0 0 0 0,0 0-1 0 0,-1 0 1 0 0,1-1 0 0 0,-1 1 0 0 0,0-10 0 0 0,-1 9-16 0 0,0 0 0 0 0,0-1 0 0 0,-1 1-1 0 0,0 0 1 0 0,0 0 0 0 0,-1 0 0 0 0,0-1 0 0 0,0 2 0 0 0,0-1 0 0 0,-1 0 0 0 0,0 0-1 0 0,0 1 1 0 0,0-1 0 0 0,-1 1 0 0 0,1 0 0 0 0,-1 0 0 0 0,-1 1 0 0 0,1-1 0 0 0,-1 1-1 0 0,1 0 1 0 0,-1 0 0 0 0,-9-6 0 0 0,-71-32-1153 0 0,85 42 1076 0 0,0 0 1 0 0,0 0-1 0 0,-1 0 1 0 0,1 0-1 0 0,0 0 1 0 0,0 0 0 0 0,-1 0-1 0 0,1 1 1 0 0,0-1-1 0 0,0 0 1 0 0,0 0-1 0 0,-1 0 1 0 0,1 0-1 0 0,0 0 1 0 0,0 0-1 0 0,0 1 1 0 0,-1-1 0 0 0,1 0-1 0 0,0 0 1 0 0,0 0-1 0 0,0 0 1 0 0,0 1-1 0 0,0-1 1 0 0,-1 0-1 0 0,1 0 1 0 0,0 0-1 0 0,0 1 1 0 0,0-1 0 0 0,0 0-1 0 0,0 0 1 0 0,0 1-1 0 0,0-1 1 0 0,0 0-1 0 0,0 0 1 0 0,0 1-1 0 0,0-1 1 0 0,0 0-1 0 0,0 0 1 0 0,0 1 0 0 0,0-1-1 0 0,0 0 1 0 0,0 0-1 0 0,0 0 1 0 0,0 1-1 0 0,0-1 1 0 0,0 0-1 0 0,1 0 1 0 0,-1 1-1 0 0,0-1 1 0 0,0 0-1 0 0,0 0 1 0 0,0 0 0 0 0,1 1-1 0 0,-1 2-2004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45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3209 0 0,'0'0'3524'0'0,"-17"5"615"0"0,15-2-4042 0 0,0 1 1 0 0,0-1 0 0 0,0 0 0 0 0,0 1 0 0 0,0-1 0 0 0,1 1-1 0 0,0-1 1 0 0,0 1 0 0 0,0 0 0 0 0,0-1 0 0 0,0 1 0 0 0,1 0-1 0 0,0 0 1 0 0,-1 0 0 0 0,2 6 0 0 0,-1 1-92 0 0,1 0 1 0 0,1-1-1 0 0,0 1 1 0 0,5 14-1 0 0,-3-12-1 0 0,2 0 0 0 0,0 0-1 0 0,0 0 1 0 0,1-1 0 0 0,1 0 0 0 0,13 17-1 0 0,4-2 38 0 0,36 33-1 0 0,-10-6-2 0 0,4 5 129 0 0,-50-54-288 0 0,1 0-1 0 0,0-1 1 0 0,0 1 0 0 0,1-1-1 0 0,-1-1 1 0 0,1 1 0 0 0,0-1-1 0 0,8 3 1 0 0,8 8-3093 0 0,-16-11 806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46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353 14 2657 0 0,'0'0'877'0'0,"-22"-14"5666"0"0,20 14-6488 0 0,0 0 0 0 0,0 1 0 0 0,0-1 0 0 0,0 0 0 0 0,0 1 0 0 0,0-1 0 0 0,0 1 0 0 0,0 0 0 0 0,0 0 0 0 0,0 0 1 0 0,0 0-1 0 0,1 0 0 0 0,-1 0 0 0 0,0 0 0 0 0,1 0 0 0 0,-1 1 0 0 0,-2 2 0 0 0,-19 31 123 0 0,10-13-52 0 0,-100 165 464 0 0,51-80-463 0 0,49-85-466 0 0,1 1 0 0 0,0 0-1 0 0,2 1 1 0 0,1 0 0 0 0,0 0-1 0 0,-7 42 1 0 0,14-51-1285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56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322 453 2425 0 0,'0'0'784'0'0,"-7"9"1976"0"0,-20 43-419 0 0,-47 72-1 0 0,63-105-2000 0 0,-6 7 36 0 0,-1-4-115 0 0,1 1 0 0 0,-25 41-1 0 0,11-15 7 0 0,-25 47 407 0 0,55-93-595 0 0,-1 0-1 0 0,0-1 0 0 0,0 1 0 0 0,1-1 1 0 0,-2 1-1 0 0,1-1 0 0 0,0 0 0 0 0,-4 3 1 0 0,12-17-107 0 0,54-99-11 0 0,-45 84 37 0 0,9-14 78 0 0,25-61-1 0 0,28-116 12 0 0,-2 8-88 0 0,-67 183 14 0 0,-1 0 0 0 0,-1-1 0 0 0,3-53 0 0 0,-7 75-20 0 0,-1-1 1 0 0,1 1 0 0 0,1 0-1 0 0,-1 0 1 0 0,1 0 0 0 0,0 0 0 0 0,4-6-1 0 0,2-5-1 0 0,-4 12 5 0 0,-2 12-2 0 0,-2 19-3 0 0,-1-20 11 0 0,22 606 10 0 0,-22-609 1 0 0,0 7-10 0 0,1 0-1 0 0,0 0 1 0 0,0 0 0 0 0,0-1 0 0 0,2 1-1 0 0,4 13 1 0 0,-6-21-20 0 0,0 0 1 0 0,1 0-1 0 0,-1 0 0 0 0,1 0 1 0 0,0 0-1 0 0,-1 0 0 0 0,1-1 1 0 0,0 1-1 0 0,0-1 0 0 0,0 1 1 0 0,0-1-1 0 0,0 0 0 0 0,1 0 1 0 0,-1 0-1 0 0,0 0 0 0 0,1 0 1 0 0,-1 0-1 0 0,0-1 0 0 0,1 1 1 0 0,-1-1-1 0 0,1 1 0 0 0,-1-1 1 0 0,1 0-1 0 0,-1 0 0 0 0,1 0 1 0 0,-1-1-1 0 0,0 1 0 0 0,1-1 1 0 0,2 0-1 0 0,1 0-12 0 0,-1-1 0 0 0,0 1 0 0 0,1-1 0 0 0,-1 0 0 0 0,0 0 0 0 0,0-1 0 0 0,-1 0 0 0 0,1 0 0 0 0,0 0 0 0 0,-1 0 0 0 0,0-1 0 0 0,6-5 0 0 0,1-6 26 0 0,0-1 0 0 0,0-1-1 0 0,-2 0 1 0 0,0-1-1 0 0,13-36 1 0 0,21-100-10 0 0,-42 151 13 0 0,56-198-135 0 0,-33 123 108 0 0,-17 52 7 0 0,-6 19 48 0 0,0 1 1 0 0,1 0 0 0 0,-1-1-1 0 0,1 1 1 0 0,1 0 0 0 0,-1 0-1 0 0,1 1 1 0 0,0-1 0 0 0,1 1-1 0 0,6-9 1 0 0,1-3 222 0 0,-11 17-220 0 0,1-1 1 0 0,-1 0-1 0 0,0 1 0 0 0,1-1 1 0 0,-1 0-1 0 0,0 1 0 0 0,1-1 1 0 0,-1 0-1 0 0,0 1 1 0 0,0-1-1 0 0,0 0 0 0 0,0 0 1 0 0,1 1-1 0 0,-1-1 0 0 0,0 0 1 0 0,0 0-1 0 0,-1 0 0 0 0,1 1 1 0 0,0-1-1 0 0,0 0 0 0 0,0 1 1 0 0,-1-2-1 0 0,-1 2 149 0 0,-2 8-91 0 0,-29 120 90 0 0,-19 156 0 0 0,49-255-165 0 0,1 0 0 0 0,2-1-1 0 0,2 31 1 0 0,-1-48-65 0 0,0 0-1 0 0,1-1 1 0 0,1 1-1 0 0,0 0 1 0 0,0-1-1 0 0,1 0 1 0 0,0 1-1 0 0,1-2 1 0 0,0 1-1 0 0,0 0 1 0 0,8 8-1 0 0,-11-16-185 0 0,0 0-1 0 0,0-1 1 0 0,0 1 0 0 0,0-1-1 0 0,0 1 1 0 0,0-1 0 0 0,1 0-1 0 0,-1 0 1 0 0,4 1 0 0 0,4 3-1718 0 0,-1-1-210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56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 3529 0 0,'0'0'1213'0'0,"-20"5"4394"0"0,11 11-5417 0 0,2 0 1 0 0,0 0-1 0 0,0 0 0 0 0,2 1 0 0 0,-7 33 1 0 0,-4 8 95 0 0,-40 140 657 0 0,55-195-812 0 0,-4 18-537 0 0,6-18 20 0 0,6-12 182 0 0,46-93 42 0 0,-30 56 117 0 0,40-62-1 0 0,-60 104 63 0 0,0 1 0 0 0,0-1 0 0 0,1 0-1 0 0,-1 1 1 0 0,1 0 0 0 0,0-1 0 0 0,0 2-1 0 0,0-1 1 0 0,1 0 0 0 0,7-3 0 0 0,-10 5-1 0 0,1 0 1 0 0,-1 0 0 0 0,1 0 0 0 0,-1 0 0 0 0,1 0-1 0 0,-1 0 1 0 0,1 1 0 0 0,0-1 0 0 0,-1 1 0 0 0,1 0 0 0 0,0-1-1 0 0,-1 1 1 0 0,1 1 0 0 0,0-1 0 0 0,-1 0 0 0 0,1 1-1 0 0,0-1 1 0 0,-1 1 0 0 0,1 0 0 0 0,0 0 0 0 0,-1 0 0 0 0,0 0-1 0 0,1 0 1 0 0,-1 0 0 0 0,0 1 0 0 0,1-1 0 0 0,-1 1-1 0 0,0 0 1 0 0,0 0 0 0 0,0-1 0 0 0,0 1 0 0 0,1 3 0 0 0,5 6 47 0 0,-1 0 0 0 0,0 1 0 0 0,0 0 0 0 0,-2 0 0 0 0,6 16 0 0 0,-3-9-17 0 0,8 24 78 0 0,-12-28-73 0 0,2-1 0 0 0,14 29-1 0 0,-19-41-94 0 0,1 1 0 0 0,-1-1 0 0 0,1 0 0 0 0,-1 0 0 0 0,1 0-1 0 0,0 0 1 0 0,0 0 0 0 0,0 0 0 0 0,0 0 0 0 0,0-1 0 0 0,0 1 0 0 0,1-1-1 0 0,-1 0 1 0 0,0 1 0 0 0,1-1 0 0 0,-1 0 0 0 0,1 0 0 0 0,-1-1-1 0 0,1 1 1 0 0,0 0 0 0 0,3 0 0 0 0,17 9-1221 0 0,-19-7 866 0 0,11 4-1698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58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121 153 1968 0 0,'0'0'51'0'0,"-12"-25"2626"0"0,-6-21-909 0 0,11 30-75 0 0,-10-30 0 0 0,17 45-1595 0 0,0 0-1 0 0,0-1 1 0 0,0 1-1 0 0,-1 0 1 0 0,1 0 0 0 0,-1-1-1 0 0,1 1 1 0 0,-1 0-1 0 0,1 0 1 0 0,-1 0 0 0 0,0 0-1 0 0,1 0 1 0 0,-1 0-1 0 0,0 0 1 0 0,-2-2-1 0 0,3 3-75 0 0,0 0 0 0 0,-1 0-1 0 0,1 0 1 0 0,-1 0-1 0 0,1 0 1 0 0,0 0 0 0 0,-1 0-1 0 0,1 0 1 0 0,-1 1-1 0 0,1-1 1 0 0,0 0 0 0 0,-1 0-1 0 0,1 0 1 0 0,0 0-1 0 0,-1 0 1 0 0,1 1-1 0 0,-1-1 1 0 0,1 0 0 0 0,0 0-1 0 0,0 1 1 0 0,-1-1-1 0 0,1 0 1 0 0,0 1 0 0 0,-1-1-1 0 0,1 0 1 0 0,0 1-1 0 0,0-1 1 0 0,0 0 0 0 0,-1 1-1 0 0,1-1 1 0 0,-3 7 32 0 0,0-1 1 0 0,0 0-1 0 0,1 1 1 0 0,-2 6-1 0 0,-6 28 56 0 0,3 0 1 0 0,-6 82-1 0 0,12 88-7 0 0,3-103 57 0 0,-3-85-143 0 0,0-16-2 0 0,1 0 0 0 0,0 0 0 0 0,0 0 0 0 0,2 12 0 0 0,-2-18-25 0 0,0-1 0 0 0,0 1 0 0 0,0-1 0 0 0,0 0 0 0 0,0 1 0 0 0,1-1 0 0 0,-1 0 0 0 0,0 1 0 0 0,0-1 0 0 0,0 1 0 0 0,1-1 0 0 0,-1 0 0 0 0,0 1 0 0 0,0-1 0 0 0,0 0 0 0 0,1 1 0 0 0,-1-1 0 0 0,0 0 0 0 0,1 0 0 0 0,-1 1 0 0 0,0-1 0 0 0,1 0 0 0 0,-1 0 0 0 0,0 0 0 0 0,1 1 0 0 0,-1-1 0 0 0,1 0 0 0 0,-1 0 0 0 0,0 0 0 0 0,1 0 0 0 0,-1 0 0 0 0,1 0 0 0 0,-1 0 0 0 0,0 0 0 0 0,1 0 0 0 0,-1 0 0 0 0,1 0 0 0 0,-1 0 0 0 0,0 0 0 0 0,1 0 0 0 0,-1 0 0 0 0,1 0 0 0 0,-1 0 0 0 0,0 0 0 0 0,1-1 0 0 0,-1 1 0 0 0,0 0 0 0 0,1 0 0 0 0,-1-1 0 0 0,0 1 0 0 0,1 0 0 0 0,-1 0 0 0 0,0-1 0 0 0,1 1 0 0 0,17-19-44 0 0,35-77-124 0 0,0 1 156 0 0,-38 71 40 0 0,-9 13-7 0 0,0 0 1 0 0,1 1-1 0 0,16-18 0 0 0,-22 26 2 0 0,1 0 0 0 0,-1 1 0 0 0,1-1-1 0 0,0 1 1 0 0,0-1 0 0 0,0 1 0 0 0,0 0 0 0 0,0 0-1 0 0,0 0 1 0 0,0 0 0 0 0,0 0 0 0 0,0 0 0 0 0,1 0 0 0 0,-1 1-1 0 0,0-1 1 0 0,1 1 0 0 0,-1-1 0 0 0,0 1 0 0 0,1 0-1 0 0,-1 0 1 0 0,0 0 0 0 0,1 1 0 0 0,-1-1 0 0 0,0 0-1 0 0,0 1 1 0 0,3 0 0 0 0,-4 0-3 0 0,0 0 1 0 0,0-1-1 0 0,0 1 1 0 0,0 0-1 0 0,0 0 1 0 0,0 0-1 0 0,-1 0 0 0 0,1 0 1 0 0,0 0-1 0 0,-1 0 1 0 0,1 0-1 0 0,-1 0 0 0 0,1 0 1 0 0,-1 0-1 0 0,1 1 1 0 0,-1-1-1 0 0,0 0 1 0 0,1 2-1 0 0,3 27 58 0 0,-2-22-39 0 0,4 61 180 0 0,-5-47-150 0 0,1-1 0 0 0,1 0-1 0 0,9 34 1 0 0,-11-52-59 0 0,1 0 0 0 0,-1 0 1 0 0,1 0-1 0 0,0 0 0 0 0,0 0 0 0 0,0-1 0 0 0,1 1 1 0 0,-1-1-1 0 0,1 1 0 0 0,-1-1 0 0 0,1 0 1 0 0,0 0-1 0 0,0 0 0 0 0,-1-1 0 0 0,1 1 0 0 0,1 0 1 0 0,3 1-1 0 0,14 8-49 0 0,-19-10 46 0 0,0 1 1 0 0,1-1-1 0 0,-1 1 1 0 0,0-1-1 0 0,1 0 1 0 0,0 0-1 0 0,-1 0 1 0 0,1-1-1 0 0,0 1 1 0 0,-1 0-1 0 0,1-1 1 0 0,0 0 0 0 0,0 0-1 0 0,0 0 1 0 0,-1 0-1 0 0,1 0 1 0 0,0 0-1 0 0,0-1 1 0 0,-1 1-1 0 0,1-1 1 0 0,0 0-1 0 0,-1 0 1 0 0,1 0 0 0 0,-1 0-1 0 0,1 0 1 0 0,-1 0-1 0 0,1-1 1 0 0,-1 1-1 0 0,0-1 1 0 0,0 0-1 0 0,0 0 1 0 0,0 0-1 0 0,0 0 1 0 0,0 0 0 0 0,0 0-1 0 0,0 0 1 0 0,2-5-1 0 0,7-17 47 0 0,0 0-1 0 0,-1-1 0 0 0,-2 0 1 0 0,0 0-1 0 0,7-49 0 0 0,-15 70-34 0 0,1-8 17 0 0,0-1 0 0 0,1 1-1 0 0,0 0 1 0 0,1 0-1 0 0,0 0 1 0 0,8-19-1 0 0,-5 16 21 0 0,-1 0-1 0 0,0-1 1 0 0,-1 1-1 0 0,-1-1 1 0 0,0 0-1 0 0,-1 0 0 0 0,-1-1 1 0 0,-1 1-1 0 0,0 0 1 0 0,-1 0-1 0 0,-4-23 1 0 0,-2 14-320 0 0,1 16-2370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58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38 151 4993 0 0,'-37'-6'4842'0'0,"47"13"-4376"0"0,15 1-308 0 0,1-1 1 0 0,-1-2-1 0 0,1 0 0 0 0,0-2 1 0 0,0-1-1 0 0,1-1 1 0 0,-1-1-1 0 0,0-1 0 0 0,31-6 1 0 0,26-9 404 0 0,123-40 0 0 0,8-2-351 0 0,-151 44-165 0 0,-18 3 58 0 0,78-8 0 0 0,-86 18-410 0 0,-20 2-3193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58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 7162 0 0,'-1'0'58'0'0,"0"0"1"0"0,0 0 0 0 0,0 0-1 0 0,0 0 1 0 0,0 0-1 0 0,0 0 1 0 0,0 0 0 0 0,0 0-1 0 0,0 1 1 0 0,0-1 0 0 0,0 0-1 0 0,0 1 1 0 0,0-1 0 0 0,0 0-1 0 0,0 1 1 0 0,0-1 0 0 0,1 1-1 0 0,-1 0 1 0 0,0-1 0 0 0,0 1-1 0 0,0 0 1 0 0,1 0 0 0 0,-1-1-1 0 0,0 1 1 0 0,1 0 0 0 0,-1 0-1 0 0,1 0 1 0 0,-1 0 0 0 0,1 0-1 0 0,-1-1 1 0 0,1 1 0 0 0,0 0-1 0 0,-1 0 1 0 0,1 0 0 0 0,0 0-1 0 0,0 1 1 0 0,0-1 0 0 0,0 0-1 0 0,0 1 1 0 0,-1 0 14 0 0,-34 170 1510 0 0,25-110-792 0 0,-20 65-1 0 0,-31 64 244 0 0,61-189-1051 0 0,-1 0 1 0 0,0 1-1 0 0,1-1 1 0 0,-1 0-1 0 0,1 0 1 0 0,0 1-1 0 0,0-1 1 0 0,0 0-1 0 0,0 0 1 0 0,0 1-1 0 0,0-1 0 0 0,1 0 1 0 0,-1 0-1 0 0,1 1 1 0 0,-1-1-1 0 0,1 0 1 0 0,0 0-1 0 0,0 0 1 0 0,0 0-1 0 0,0 0 1 0 0,0 0-1 0 0,1 0 1 0 0,-1 0-1 0 0,0 0 0 0 0,1-1 1 0 0,0 1-1 0 0,2 2 1 0 0,0-2-3 0 0,1 1 1 0 0,-1 0-1 0 0,1-1 1 0 0,0 0-1 0 0,0 0 1 0 0,0 0-1 0 0,0-1 1 0 0,0 1-1 0 0,0-1 1 0 0,0 0-1 0 0,6 0 0 0 0,6-1 79 0 0,-1 0-1 0 0,0-1 0 0 0,1 0 0 0 0,-1-2 0 0 0,27-6 0 0 0,79-32 639 0 0,-77 25-424 0 0,-10 3-124 0 0,1 2 0 0 0,1 1 1 0 0,57-7-1 0 0,-77 16-40 0 0,-3-1-1400 0 0,-3 2-4244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59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62 5145 0 0,'-56'0'6787'0'0,"63"-1"-5596"0"0,197-33-354 0 0,-187 31-790 0 0,59-19-1916 0 0,-72 21 1188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4:59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87 5657 0 0,'-3'0'4184'0'0,"19"-2"-3552"0"0,0 0-1 0 0,0-1 1 0 0,-1 0 0 0 0,1-1 0 0 0,-1-1 0 0 0,0-1-1 0 0,28-14 1 0 0,-19 9-311 0 0,43-14 0 0 0,-36 20 164 0 0,-30 5-699 0 0,0 0-1 0 0,1 0 1 0 0,-1 0-1 0 0,1 0 1 0 0,-1 0-1 0 0,0 0 1 0 0,1 0-1 0 0,-1 1 1 0 0,0-1-1 0 0,0 1 0 0 0,1-1 1 0 0,-1 1-1 0 0,0-1 1 0 0,0 1-1 0 0,0-1 1 0 0,1 1-1 0 0,-1 0 1 0 0,0 0-1 0 0,0 0 1 0 0,1 1-1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5:11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20 1504 0 0,'-145'10'7763'0'0,"144"-10"-7757"0"0,1 0 0 0 0,0 0 0 0 0,0 0 0 0 0,-1 0 0 0 0,1 1 0 0 0,0-1 0 0 0,0 0 0 0 0,-1 0 0 0 0,1 0 0 0 0,0 0-1 0 0,0 0 1 0 0,-1-1 0 0 0,1 1 0 0 0,0 0 0 0 0,-1 0 0 0 0,1 0 0 0 0,0 0 0 0 0,0 0 0 0 0,0 0 0 0 0,-1 0 0 0 0,1 0 0 0 0,0-1 0 0 0,0 1-1 0 0,-1 0 1 0 0,1 0 0 0 0,0 0 0 0 0,0 0 0 0 0,0-1 0 0 0,0 1 0 0 0,-1 0 0 0 0,1 0 0 0 0,0-1 0 0 0,5-5 212 0 0,13-5-49 0 0,-10 8-140 0 0,-1 1 0 0 0,1 1 0 0 0,0-1 0 0 0,0 1 0 0 0,-1 1-1 0 0,1-1 1 0 0,0 1 0 0 0,0 1 0 0 0,0 0 0 0 0,-1 0 0 0 0,1 0 0 0 0,0 1 0 0 0,-1 0 0 0 0,1 0 0 0 0,-1 1-1 0 0,0 0 1 0 0,1 0 0 0 0,-2 1 0 0 0,1 0 0 0 0,10 7 0 0 0,-15-8 11 0 0,1 0 0 0 0,-1-1 0 0 0,0 1 1 0 0,0 0-1 0 0,0 1 0 0 0,-1-1 0 0 0,1 0 0 0 0,-1 1 0 0 0,1-1 0 0 0,0 5 1 0 0,1 0 17 0 0,17 38 290 0 0,-15-36-295 0 0,0 1 0 0 0,-1-1 0 0 0,0 1 0 0 0,-1 0 0 0 0,0 0 0 0 0,0 0 0 0 0,1 21 0 0 0,-4-18-24 0 0,-2 0 0 0 0,1 0 0 0 0,-2-1 0 0 0,1 1 0 0 0,-2-1 0 0 0,0 0-1 0 0,-11 25 1 0 0,-5 2 118 0 0,-27 41-1 0 0,44-75-151 0 0,-5 7 46 0 0,1-1 0 0 0,-2 0 1 0 0,1 0-1 0 0,-2-1 1 0 0,-18 18-1 0 0,24-25-21 0 0,0-1 0 0 0,-1 1 1 0 0,1-1-1 0 0,-1 0 0 0 0,0-1 0 0 0,0 1 1 0 0,0-1-1 0 0,0 0 0 0 0,0 0 0 0 0,-11 2 1 0 0,11-2-31 0 0,1-1 0 0 0,-1 0 1 0 0,0 1-1 0 0,1 0 0 0 0,-1 0 0 0 0,-8 6 1 0 0,-20 8 83 0 0,25-13-279 0 0,-1-1 0 0 0,1 0 0 0 0,-1-1 0 0 0,-16 1 0 0 0,38-23-21 0 0,-5 12 242 0 0,1-1 0 0 0,-1 1-1 0 0,2 1 1 0 0,-1-1-1 0 0,1 2 1 0 0,0-1 0 0 0,1 1-1 0 0,0 1 1 0 0,0 0-1 0 0,0 1 1 0 0,1 0-1 0 0,-1 0 1 0 0,1 1 0 0 0,0 1-1 0 0,18-3 1 0 0,-25 5 4 0 0,0-1 1 0 0,0 1-1 0 0,0-1 1 0 0,-1 0-1 0 0,10-6 0 0 0,-10 5 5 0 0,2 0 0 0 0,-1 1 0 0 0,0 0 0 0 0,0 0 0 0 0,9-2 0 0 0,-2 2 9 0 0,0 1 0 0 0,1 1 0 0 0,-1 0 0 0 0,0 1 0 0 0,1 0 0 0 0,-1 1 0 0 0,22 6-1 0 0,-6-3-17 0 0,18 8-2141 0 0,-39-12-231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5:12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6137 0 0,'0'0'240'0'0,"-29"0"4005"0"0,28 1-4236 0 0,-1-1-1 0 0,0 1 1 0 0,1-1-1 0 0,-1 1 1 0 0,1-1-1 0 0,-1 1 1 0 0,1 0-1 0 0,-1 0 1 0 0,1 0-1 0 0,-1 0 1 0 0,1 0-1 0 0,0 0 1 0 0,-1 0-1 0 0,1 0 1 0 0,0 1-1 0 0,0-1 1 0 0,0 0-1 0 0,0 1 1 0 0,0-1 0 0 0,0 1-1 0 0,1-1 1 0 0,-1 1-1 0 0,0-1 1 0 0,1 1-1 0 0,-1 0 1 0 0,1-1-1 0 0,0 1 1 0 0,-1 0-1 0 0,1 1 1 0 0,-2 6 26 0 0,1 0 0 0 0,0 0 0 0 0,0 0 0 0 0,2 11 0 0 0,1-5 31 0 0,1 0-1 0 0,1-1 1 0 0,1 1 0 0 0,0-1 0 0 0,1-1-1 0 0,0 1 1 0 0,16 24 0 0 0,-1 3 586 0 0,-12-25-458 0 0,-2 0 0 0 0,0 1 1 0 0,-1 0-1 0 0,-1 0 1 0 0,4 26-1 0 0,-8-36-91 0 0,0 1 0 0 0,-1-1 0 0 0,1 1-1 0 0,-2-1 1 0 0,1 1 0 0 0,-1-1 0 0 0,0 1-1 0 0,-1-1 1 0 0,1 0 0 0 0,-1 1 0 0 0,-1-1 0 0 0,0 0-1 0 0,0 0 1 0 0,0-1 0 0 0,-8 12 0 0 0,9-16-110 0 0,0 0 0 0 0,0 0-1 0 0,0 0 1 0 0,0 0 0 0 0,-1-1 0 0 0,1 1 0 0 0,-1-1 0 0 0,1 0-1 0 0,-5 2 1 0 0,-8 5-175 0 0,12-6 12 0 0,-1-1 0 0 0,1 1 0 0 0,-1 0-1 0 0,1-1 1 0 0,-1 0 0 0 0,0 0-1 0 0,0 0 1 0 0,1 0 0 0 0,-1 0-1 0 0,0-1 1 0 0,0 0 0 0 0,0 1 0 0 0,0-2-1 0 0,1 1 1 0 0,-1 0 0 0 0,0-1-1 0 0,0 0 1 0 0,0 1 0 0 0,-3-3-1 0 0,2-1-1258 0 0,3-12-922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5:12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1 177 4649 0 0,'0'0'645'0'0,"12"-8"3454"0"0,51-24-2238 0 0,97-35 0 0 0,-144 61-1939 0 0,-1-1 1 0 0,23-13-1 0 0,5-8-2946 0 0,-31 20 912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5:13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3153 0 0,'0'0'366'0'0,"0"-7"3414"0"0,0-9-2779 0 0,0-25 1900 0 0,0 41-2793 0 0,0 7 68 0 0,9 365 1175 0 0,-9-408-1423 0 0,10-69-1 0 0,-8 92 76 0 0,0 0 0 0 0,2 0-1 0 0,-1 0 1 0 0,2 0 0 0 0,0 0 0 0 0,0 1-1 0 0,1 0 1 0 0,0 0 0 0 0,13-17 0 0 0,-15 25 4 0 0,0 0 1 0 0,0 0 0 0 0,0 0-1 0 0,0 0 1 0 0,1 1 0 0 0,4-3-1 0 0,-7 5 6 0 0,0 0 0 0 0,-1 0 1 0 0,1 0-1 0 0,0 0 0 0 0,0 0 0 0 0,0 1 0 0 0,-1-1 0 0 0,1 1 0 0 0,0-1 1 0 0,0 1-1 0 0,0 0 0 0 0,0 0 0 0 0,0 0 0 0 0,0 0 0 0 0,0 0 0 0 0,0 0 1 0 0,0 1-1 0 0,0-1 0 0 0,-1 0 0 0 0,5 2 0 0 0,-4 1 4 0 0,0-1 0 0 0,0 1 0 0 0,0-1 0 0 0,0 1 0 0 0,-1 0 0 0 0,1 0 0 0 0,-1 0 0 0 0,2 4 0 0 0,1 3 14 0 0,1-1 2 0 0,-1 0 0 0 0,-1 0-1 0 0,0 0 1 0 0,0 0 0 0 0,-1 1-1 0 0,0-1 1 0 0,1 13 0 0 0,-1 68 130 0 0,-3-53-41 0 0,1-35-121 0 0,0-1 0 0 0,0 1 0 0 0,0-1-1 0 0,0 1 1 0 0,-1-1 0 0 0,1 1 0 0 0,0-1 0 0 0,-1 0 0 0 0,0 1 0 0 0,1-1-1 0 0,-1 1 1 0 0,0-1 0 0 0,1 0 0 0 0,-1 0 0 0 0,0 1 0 0 0,-2 0 0 0 0,3-1-44 0 0,0-24-12 0 0,1 1 1 0 0,1 0 0 0 0,0 0-1 0 0,2-1 1 0 0,1 2-1 0 0,1-1 1 0 0,0 1-1 0 0,2 0 1 0 0,0 0-1 0 0,1 1 1 0 0,18-28-1 0 0,-24 45 64 0 0,0 0 0 0 0,0 0-1 0 0,0 1 1 0 0,1-1-1 0 0,-1 1 1 0 0,1 0 0 0 0,-1 0-1 0 0,1 0 1 0 0,6-2-1 0 0,4-2 70 0 0,-13 5-54 0 0,0 1-1 0 0,0-1 0 0 0,0 1 1 0 0,0-1-1 0 0,0 1 0 0 0,0 0 0 0 0,0 0 1 0 0,0-1-1 0 0,0 1 0 0 0,0 0 0 0 0,0 0 1 0 0,0 0-1 0 0,0 0 0 0 0,0 0 1 0 0,0 0-1 0 0,0 1 0 0 0,0-1 0 0 0,0 0 1 0 0,0 0-1 0 0,0 1 0 0 0,0-1 0 0 0,0 1 1 0 0,0-1-1 0 0,1 2 0 0 0,0-1-9 0 0,0 1 0 0 0,0 0 0 0 0,0 0 0 0 0,-1 0 0 0 0,1 0 0 0 0,-1 0 0 0 0,0 0 1 0 0,0 0-1 0 0,1 1 0 0 0,0 2 0 0 0,2 7-20 0 0,-1 0 1 0 0,0 1-1 0 0,2 14 1 0 0,-5-25 21 0 0,3 23-640 0 0,-2 38-1 0 0,-1-42-3806 0 0,0-18 2152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5:13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22 3049 0 0,'3'-16'5508'0'0,"-2"11"-4029"0"0,-4 11-241 0 0,-3 10-1106 0 0,-146 424 2476 0 0,138-401-3304 0 0,14-75-103 0 0,3 3 769 0 0,0-1 0 0 0,2 1 0 0 0,2 0 1 0 0,1 1-1 0 0,1 0 0 0 0,2 0 1 0 0,1 1-1 0 0,1 0 0 0 0,25-39 0 0 0,-35 64 150 0 0,1 1-1 0 0,0-1 1 0 0,1 1-1 0 0,-1 0 1 0 0,8-5-1 0 0,-11 9-60 0 0,0 0-1 0 0,1 0 1 0 0,-1-1-1 0 0,1 1 1 0 0,-1 0-1 0 0,1 0 1 0 0,-1 1-1 0 0,1-1 1 0 0,0 0-1 0 0,-1 0 1 0 0,1 1-1 0 0,0-1 1 0 0,0 1-1 0 0,-1 0 1 0 0,1-1-1 0 0,0 1 1 0 0,0 0-1 0 0,0 0 1 0 0,0 0-1 0 0,-1 0 1 0 0,1 0-1 0 0,0 1 0 0 0,0-1 1 0 0,2 1-1 0 0,-1 2-47 0 0,-1 0 0 0 0,1 0-1 0 0,-1 0 1 0 0,1 1 0 0 0,-1-1-1 0 0,0 1 1 0 0,0-1-1 0 0,0 1 1 0 0,-1 0 0 0 0,3 7-1 0 0,0 0 12 0 0,8 21 24 0 0,12 50 0 0 0,8 22-54 0 0,-25-87 59 0 0,-1 0-1 0 0,5 22 1 0 0,-8-7-4891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5:14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94 3081 0 0,'-13'-1'6175'0'0,"17"-2"-3516"0"0,22-4-2388 0 0,-16 5 183 0 0,62-24 300 0 0,25-6-616 0 0,-21 11-3222 0 0,-67 20 942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5:14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76 105 4761 0 0,'-30'0'4302'0'0,"-16"0"-2123"0"0,47 1-2163 0 0,-1-1 0 0 0,0 1-1 0 0,0-1 1 0 0,0 1-1 0 0,1-1 1 0 0,-1 1 0 0 0,0-1-1 0 0,0 0 1 0 0,1 1-1 0 0,-1-1 1 0 0,0 1-1 0 0,1-1 1 0 0,-1 0 0 0 0,1 1-1 0 0,-1-1 1 0 0,0 0-1 0 0,1 1 1 0 0,-1-1 0 0 0,1 0-1 0 0,-1 0 1 0 0,1 0-1 0 0,-1 1 1 0 0,1-1 0 0 0,-1 0-1 0 0,1 0 1 0 0,-1 0-1 0 0,1 0 1 0 0,0 0-1 0 0,35 3 145 0 0,0-1-1 0 0,0-2 0 0 0,1-2 1 0 0,44-7-1 0 0,144-38 680 0 0,-69 12-399 0 0,-80 23-715 0 0,1 4 1 0 0,108 2 0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5:15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7170 0 0,'0'0'288'0'0,"-7"4"4574"0"0,18 239-3870 0 0,0-86-843 0 0,-3-63-143 0 0,14 126 63 0 0,-11-117-23 0 0,-10-90-53 0 0,-1-9-4 0 0,0 0 0 0 0,0 1-1 0 0,0-1 1 0 0,1 0 0 0 0,-1 0 0 0 0,1 0 0 0 0,0 0-1 0 0,1 0 1 0 0,2 8 0 0 0,-3-12 11 0 0,-1 0 0 0 0,0 0 0 0 0,0 1 0 0 0,1-1 0 0 0,-1 0 0 0 0,0 1 0 0 0,1-1 0 0 0,-1 0 0 0 0,1 0 0 0 0,-1 0 0 0 0,0 1 0 0 0,1-1 1 0 0,-1 0-1 0 0,1 0 0 0 0,-1 0 0 0 0,0 0 0 0 0,1 0 0 0 0,-1 0 0 0 0,1 0 0 0 0,-1 0 0 0 0,1 0 0 0 0,-1 0 0 0 0,0 0 0 0 0,1 0 0 0 0,-1 0 0 0 0,1 0 0 0 0,-1 0 0 0 0,1 0 0 0 0,-1-1 0 0 0,0 1 0 0 0,1 0 0 0 0,-1 0 0 0 0,1 0 1 0 0,-1-1-1 0 0,0 1 0 0 0,1 0 0 0 0,-1 0 0 0 0,0-1 0 0 0,0 1 0 0 0,1 0 0 0 0,-1-1 0 0 0,0 1 0 0 0,1 0 0 0 0,-1-1 0 0 0,0 1 0 0 0,0-1 0 0 0,0 1 0 0 0,0 0 0 0 0,1-1 0 0 0,-1 1 0 0 0,0-1 0 0 0,8-23 68 0 0,-8 22-94 0 0,45-144 23 0 0,3-7 65 0 0,70-294 1011 0 0,-117 445-1034 0 0,0 0-1 0 0,0-1 0 0 0,0 1 1 0 0,1 0-1 0 0,-1-1 0 0 0,0 1 1 0 0,1 0-1 0 0,-1 0 1 0 0,1 0-1 0 0,2-2 0 0 0,10-13 184 0 0,-14 7-1495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22:05:15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74 4881 0 0,'-5'-9'4273'0'0,"5"6"-4072"0"0,0 1-1 0 0,0 0 1 0 0,0-1-1 0 0,1 1 1 0 0,-1 0 0 0 0,1-1-1 0 0,0 1 1 0 0,0 0-1 0 0,0 0 1 0 0,0-1 0 0 0,0 1-1 0 0,0 0 1 0 0,1 0-1 0 0,-1 0 1 0 0,1 0-1 0 0,-1 1 1 0 0,1-1 0 0 0,0 0-1 0 0,-1 1 1 0 0,1-1-1 0 0,0 1 1 0 0,0-1 0 0 0,0 1-1 0 0,3-1 1 0 0,0-1-127 0 0,1 1 1 0 0,0 0 0 0 0,-1 0-1 0 0,1 1 1 0 0,0-1 0 0 0,0 1-1 0 0,0 1 1 0 0,10-1 0 0 0,-10 10-33 0 0,-1 0-29 0 0,-1 0 0 0 0,0 1-1 0 0,0 0 1 0 0,-1-1 0 0 0,0 2 0 0 0,0-1-1 0 0,-1 0 1 0 0,-1 0 0 0 0,0 1 0 0 0,0-1-1 0 0,-1 1 1 0 0,0-1 0 0 0,-1 1 0 0 0,0-1-1 0 0,-1 0 1 0 0,0 1 0 0 0,-5 14 0 0 0,6-24-20 0 0,1 0 1 0 0,-1 1-1 0 0,1-1 1 0 0,0 0 0 0 0,-1 1-1 0 0,1-1 1 0 0,0 1 0 0 0,0-1-1 0 0,0 1 1 0 0,0-1 0 0 0,0 1-1 0 0,0-1 1 0 0,0 1-1 0 0,0-1 1 0 0,1 0 0 0 0,-1 1-1 0 0,1-1 1 0 0,-1 1 0 0 0,1-1-1 0 0,-1 0 1 0 0,1 1 0 0 0,0-1-1 0 0,1 2 1 0 0,0-1 7 0 0,0-1 1 0 0,-1 0-1 0 0,1 0 0 0 0,0 0 1 0 0,0 0-1 0 0,0 0 1 0 0,0-1-1 0 0,0 1 1 0 0,0 0-1 0 0,0-1 0 0 0,0 0 1 0 0,0 1-1 0 0,0-1 1 0 0,4 0-1 0 0,6-1 66 0 0,-1 0-1 0 0,1 0 1 0 0,0-1-1 0 0,19-6 1 0 0,-20 4 56 0 0,1 1 0 0 0,-1 1 1 0 0,0 0-1 0 0,22-1 0 0 0,-23 1-2079 0 0,-6 1-400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12T14:02:06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2048 0 0,'0'0'4084'0'0,"8"11"-2696"0"0,-8-1-2535 0 0,0-7-793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6-29T16:26:1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1 378 12267 0 0,'9'-4'-24'0'0,"-2"1"24"0"0,1 0-212 0 0,-1 0 1 0 0,0-1-1 0 0,1 0 1 0 0,-1 0-1 0 0,-1-1 0 0 0,1 0 1 0 0,9-10-1 0 0,-4 0-289 0 0,-1-1 0 0 0,-1 0 0 0 0,13-28-1 0 0,-13 24 353 0 0,1 0-1 0 0,21-30 0 0 0,-2 14 681 0 0,-30 35-497 0 0,0 0-1 0 0,1 0 0 0 0,-1 0 1 0 0,0 0-1 0 0,1 0 1 0 0,-1 0-1 0 0,1 0 0 0 0,0 0 1 0 0,-1 0-1 0 0,1 0 0 0 0,0 0 1 0 0,-1 0-1 0 0,1 1 1 0 0,0-1-1 0 0,0 0 0 0 0,0 1 1 0 0,0-1-1 0 0,-1 0 1 0 0,1 1-1 0 0,0-1 0 0 0,0 1 1 0 0,0-1-1 0 0,0 1 0 0 0,1 0 1 0 0,-1 0-1 0 0,0-1 1 0 0,0 1-1 0 0,1 0 0 0 0,11-2 145 0 0,-9 1-165 0 0,-1 0 0 0 0,1 0 0 0 0,-1-1 1 0 0,1 1-1 0 0,-1-1 0 0 0,1 1 0 0 0,-1-1 1 0 0,0 0-1 0 0,0-1 0 0 0,5-3 0 0 0,25-16-177 0 0,11 4-23 0 0,-42 18 145 0 0,-1-1-1 0 0,0 0 0 0 0,0 1 1 0 0,0-1-1 0 0,1 0 0 0 0,-1 1 0 0 0,0-1 1 0 0,0 0-1 0 0,0 0 0 0 0,0 0 1 0 0,0 0-1 0 0,0 0 0 0 0,0 0 0 0 0,-1 0 1 0 0,2-2-1 0 0,5-6-2904 0 0,-4 6 1411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66A34-496B-42E3-AD90-504AB2C072BD}" type="datetimeFigureOut">
              <a:rPr lang="en-AU" smtClean="0"/>
              <a:t>29/06/2023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CAED-4298-4B71-ADC5-3446C00CCB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8601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6CAED-4298-4B71-ADC5-3446C00CCBE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8000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29/06/2023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4947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29/06/2023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473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29/06/2023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027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29/06/2023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4425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29/06/2023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91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29/06/2023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8725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29/06/2023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09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29/06/2023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464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29/06/2023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84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29/06/2023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7473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E306-1497-4200-B70B-62CF4F7328F2}" type="datetimeFigureOut">
              <a:rPr lang="en-AU" smtClean="0"/>
              <a:t>29/06/2023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18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4E306-1497-4200-B70B-62CF4F7328F2}" type="datetimeFigureOut">
              <a:rPr lang="en-AU" smtClean="0"/>
              <a:t>29/06/2023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EF79B-F426-458A-B17F-54A38C2B86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5214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3" Type="http://schemas.openxmlformats.org/officeDocument/2006/relationships/customXml" Target="../ink/ink1.xml"/><Relationship Id="rId12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.png"/><Relationship Id="rId15" Type="http://schemas.openxmlformats.org/officeDocument/2006/relationships/image" Target="../media/image9.png"/><Relationship Id="rId10" Type="http://schemas.openxmlformats.org/officeDocument/2006/relationships/image" Target="../media/image59.png"/><Relationship Id="rId1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3" Type="http://schemas.openxmlformats.org/officeDocument/2006/relationships/customXml" Target="../ink/ink2.xml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10" Type="http://schemas.openxmlformats.org/officeDocument/2006/relationships/image" Target="../media/image5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10" Type="http://schemas.openxmlformats.org/officeDocument/2006/relationships/image" Target="../media/image59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59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4.png"/><Relationship Id="rId10" Type="http://schemas.openxmlformats.org/officeDocument/2006/relationships/image" Target="../media/image591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customXml" Target="../ink/ink10.xml"/><Relationship Id="rId26" Type="http://schemas.openxmlformats.org/officeDocument/2006/relationships/image" Target="../media/image23.png"/><Relationship Id="rId3" Type="http://schemas.openxmlformats.org/officeDocument/2006/relationships/customXml" Target="../ink/ink6.xml"/><Relationship Id="rId21" Type="http://schemas.openxmlformats.org/officeDocument/2006/relationships/image" Target="../media/image20.png"/><Relationship Id="rId12" Type="http://schemas.openxmlformats.org/officeDocument/2006/relationships/customXml" Target="../ink/ink7.xml"/><Relationship Id="rId17" Type="http://schemas.openxmlformats.org/officeDocument/2006/relationships/image" Target="../media/image18.png"/><Relationship Id="rId25" Type="http://schemas.openxmlformats.org/officeDocument/2006/relationships/image" Target="../media/image22.png"/><Relationship Id="rId2" Type="http://schemas.openxmlformats.org/officeDocument/2006/relationships/image" Target="../media/image2.png"/><Relationship Id="rId16" Type="http://schemas.openxmlformats.org/officeDocument/2006/relationships/customXml" Target="../ink/ink9.xml"/><Relationship Id="rId20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5.png"/><Relationship Id="rId24" Type="http://schemas.openxmlformats.org/officeDocument/2006/relationships/customXml" Target="../ink/ink13.xml"/><Relationship Id="rId15" Type="http://schemas.openxmlformats.org/officeDocument/2006/relationships/image" Target="../media/image17.png"/><Relationship Id="rId23" Type="http://schemas.openxmlformats.org/officeDocument/2006/relationships/image" Target="../media/image21.png"/><Relationship Id="rId10" Type="http://schemas.openxmlformats.org/officeDocument/2006/relationships/image" Target="../media/image59.png"/><Relationship Id="rId19" Type="http://schemas.openxmlformats.org/officeDocument/2006/relationships/image" Target="../media/image19.png"/><Relationship Id="rId14" Type="http://schemas.openxmlformats.org/officeDocument/2006/relationships/customXml" Target="../ink/ink8.xml"/><Relationship Id="rId22" Type="http://schemas.openxmlformats.org/officeDocument/2006/relationships/customXml" Target="../ink/ink1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.xml"/><Relationship Id="rId3" Type="http://schemas.openxmlformats.org/officeDocument/2006/relationships/customXml" Target="../ink/ink14.xml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5.xml"/><Relationship Id="rId10" Type="http://schemas.openxmlformats.org/officeDocument/2006/relationships/image" Target="../media/image59.png"/><Relationship Id="rId1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18.xml"/><Relationship Id="rId10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.png"/><Relationship Id="rId3" Type="http://schemas.openxmlformats.org/officeDocument/2006/relationships/customXml" Target="../ink/ink19.xml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0.xml"/><Relationship Id="rId10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3" Type="http://schemas.openxmlformats.org/officeDocument/2006/relationships/customXml" Target="../ink/ink21.xml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2.xml"/><Relationship Id="rId10" Type="http://schemas.openxmlformats.org/officeDocument/2006/relationships/image" Target="../media/image59.png"/><Relationship Id="rId1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3" Type="http://schemas.openxmlformats.org/officeDocument/2006/relationships/customXml" Target="../ink/ink23.xml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4.xml"/><Relationship Id="rId10" Type="http://schemas.openxmlformats.org/officeDocument/2006/relationships/image" Target="../media/image59.png"/><Relationship Id="rId1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6.xml"/><Relationship Id="rId10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.png"/><Relationship Id="rId3" Type="http://schemas.openxmlformats.org/officeDocument/2006/relationships/customXml" Target="../ink/ink27.xml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8.xml"/><Relationship Id="rId10" Type="http://schemas.openxmlformats.org/officeDocument/2006/relationships/image" Target="../media/image59.png"/><Relationship Id="rId1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1.xml"/><Relationship Id="rId3" Type="http://schemas.openxmlformats.org/officeDocument/2006/relationships/image" Target="../media/image30.png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30.xml"/><Relationship Id="rId10" Type="http://schemas.openxmlformats.org/officeDocument/2006/relationships/image" Target="../media/image59.png"/><Relationship Id="rId4" Type="http://schemas.openxmlformats.org/officeDocument/2006/relationships/customXml" Target="../ink/ink29.xml"/><Relationship Id="rId1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3.png"/><Relationship Id="rId21" Type="http://schemas.openxmlformats.org/officeDocument/2006/relationships/image" Target="../media/image116.png"/><Relationship Id="rId63" Type="http://schemas.openxmlformats.org/officeDocument/2006/relationships/image" Target="../media/image41.png"/><Relationship Id="rId159" Type="http://schemas.openxmlformats.org/officeDocument/2006/relationships/image" Target="../media/image184.png"/><Relationship Id="rId170" Type="http://schemas.openxmlformats.org/officeDocument/2006/relationships/customXml" Target="../ink/ink110.xml"/><Relationship Id="rId226" Type="http://schemas.openxmlformats.org/officeDocument/2006/relationships/customXml" Target="../ink/ink138.xml"/><Relationship Id="rId268" Type="http://schemas.openxmlformats.org/officeDocument/2006/relationships/customXml" Target="../ink/ink159.xml"/><Relationship Id="rId32" Type="http://schemas.openxmlformats.org/officeDocument/2006/relationships/customXml" Target="../ink/ink41.xml"/><Relationship Id="rId74" Type="http://schemas.openxmlformats.org/officeDocument/2006/relationships/customXml" Target="../ink/ink62.xml"/><Relationship Id="rId128" Type="http://schemas.openxmlformats.org/officeDocument/2006/relationships/customXml" Target="../ink/ink89.xml"/><Relationship Id="rId95" Type="http://schemas.openxmlformats.org/officeDocument/2006/relationships/image" Target="../media/image152.png"/><Relationship Id="rId160" Type="http://schemas.openxmlformats.org/officeDocument/2006/relationships/customXml" Target="../ink/ink105.xml"/><Relationship Id="rId181" Type="http://schemas.openxmlformats.org/officeDocument/2006/relationships/image" Target="../media/image195.png"/><Relationship Id="rId216" Type="http://schemas.openxmlformats.org/officeDocument/2006/relationships/customXml" Target="../ink/ink133.xml"/><Relationship Id="rId237" Type="http://schemas.openxmlformats.org/officeDocument/2006/relationships/image" Target="../media/image223.png"/><Relationship Id="rId258" Type="http://schemas.openxmlformats.org/officeDocument/2006/relationships/customXml" Target="../ink/ink154.xml"/><Relationship Id="rId279" Type="http://schemas.openxmlformats.org/officeDocument/2006/relationships/image" Target="../media/image244.png"/><Relationship Id="rId22" Type="http://schemas.openxmlformats.org/officeDocument/2006/relationships/customXml" Target="../ink/ink36.xml"/><Relationship Id="rId43" Type="http://schemas.openxmlformats.org/officeDocument/2006/relationships/image" Target="../media/image126.png"/><Relationship Id="rId64" Type="http://schemas.openxmlformats.org/officeDocument/2006/relationships/customXml" Target="../ink/ink57.xml"/><Relationship Id="rId118" Type="http://schemas.openxmlformats.org/officeDocument/2006/relationships/customXml" Target="../ink/ink84.xml"/><Relationship Id="rId139" Type="http://schemas.openxmlformats.org/officeDocument/2006/relationships/image" Target="../media/image174.png"/><Relationship Id="rId85" Type="http://schemas.openxmlformats.org/officeDocument/2006/relationships/image" Target="../media/image147.png"/><Relationship Id="rId150" Type="http://schemas.openxmlformats.org/officeDocument/2006/relationships/customXml" Target="../ink/ink100.xml"/><Relationship Id="rId171" Type="http://schemas.openxmlformats.org/officeDocument/2006/relationships/image" Target="../media/image190.png"/><Relationship Id="rId192" Type="http://schemas.openxmlformats.org/officeDocument/2006/relationships/customXml" Target="../ink/ink121.xml"/><Relationship Id="rId206" Type="http://schemas.openxmlformats.org/officeDocument/2006/relationships/customXml" Target="../ink/ink128.xml"/><Relationship Id="rId227" Type="http://schemas.openxmlformats.org/officeDocument/2006/relationships/image" Target="../media/image218.png"/><Relationship Id="rId248" Type="http://schemas.openxmlformats.org/officeDocument/2006/relationships/customXml" Target="../ink/ink149.xml"/><Relationship Id="rId269" Type="http://schemas.openxmlformats.org/officeDocument/2006/relationships/image" Target="../media/image239.png"/><Relationship Id="rId12" Type="http://schemas.openxmlformats.org/officeDocument/2006/relationships/image" Target="../media/image16.png"/><Relationship Id="rId33" Type="http://schemas.openxmlformats.org/officeDocument/2006/relationships/image" Target="../media/image69.png"/><Relationship Id="rId108" Type="http://schemas.openxmlformats.org/officeDocument/2006/relationships/customXml" Target="../ink/ink79.xml"/><Relationship Id="rId129" Type="http://schemas.openxmlformats.org/officeDocument/2006/relationships/image" Target="../media/image169.png"/><Relationship Id="rId280" Type="http://schemas.openxmlformats.org/officeDocument/2006/relationships/customXml" Target="../ink/ink165.xml"/><Relationship Id="rId54" Type="http://schemas.openxmlformats.org/officeDocument/2006/relationships/customXml" Target="../ink/ink52.xml"/><Relationship Id="rId75" Type="http://schemas.openxmlformats.org/officeDocument/2006/relationships/image" Target="../media/image47.png"/><Relationship Id="rId96" Type="http://schemas.openxmlformats.org/officeDocument/2006/relationships/customXml" Target="../ink/ink73.xml"/><Relationship Id="rId140" Type="http://schemas.openxmlformats.org/officeDocument/2006/relationships/customXml" Target="../ink/ink95.xml"/><Relationship Id="rId161" Type="http://schemas.openxmlformats.org/officeDocument/2006/relationships/image" Target="../media/image185.png"/><Relationship Id="rId182" Type="http://schemas.openxmlformats.org/officeDocument/2006/relationships/customXml" Target="../ink/ink116.xml"/><Relationship Id="rId217" Type="http://schemas.openxmlformats.org/officeDocument/2006/relationships/image" Target="../media/image213.png"/><Relationship Id="rId238" Type="http://schemas.openxmlformats.org/officeDocument/2006/relationships/customXml" Target="../ink/ink144.xml"/><Relationship Id="rId259" Type="http://schemas.openxmlformats.org/officeDocument/2006/relationships/image" Target="../media/image234.png"/><Relationship Id="rId23" Type="http://schemas.openxmlformats.org/officeDocument/2006/relationships/image" Target="../media/image117.png"/><Relationship Id="rId119" Type="http://schemas.openxmlformats.org/officeDocument/2006/relationships/image" Target="../media/image164.png"/><Relationship Id="rId270" Type="http://schemas.openxmlformats.org/officeDocument/2006/relationships/customXml" Target="../ink/ink160.xml"/><Relationship Id="rId44" Type="http://schemas.openxmlformats.org/officeDocument/2006/relationships/customXml" Target="../ink/ink47.xml"/><Relationship Id="rId65" Type="http://schemas.openxmlformats.org/officeDocument/2006/relationships/image" Target="../media/image42.png"/><Relationship Id="rId86" Type="http://schemas.openxmlformats.org/officeDocument/2006/relationships/customXml" Target="../ink/ink68.xml"/><Relationship Id="rId130" Type="http://schemas.openxmlformats.org/officeDocument/2006/relationships/customXml" Target="../ink/ink90.xml"/><Relationship Id="rId151" Type="http://schemas.openxmlformats.org/officeDocument/2006/relationships/image" Target="../media/image180.png"/><Relationship Id="rId172" Type="http://schemas.openxmlformats.org/officeDocument/2006/relationships/customXml" Target="../ink/ink111.xml"/><Relationship Id="rId193" Type="http://schemas.openxmlformats.org/officeDocument/2006/relationships/image" Target="../media/image201.png"/><Relationship Id="rId207" Type="http://schemas.openxmlformats.org/officeDocument/2006/relationships/image" Target="../media/image208.png"/><Relationship Id="rId228" Type="http://schemas.openxmlformats.org/officeDocument/2006/relationships/customXml" Target="../ink/ink139.xml"/><Relationship Id="rId249" Type="http://schemas.openxmlformats.org/officeDocument/2006/relationships/image" Target="../media/image229.png"/><Relationship Id="rId13" Type="http://schemas.openxmlformats.org/officeDocument/2006/relationships/customXml" Target="../ink/ink34.xml"/><Relationship Id="rId109" Type="http://schemas.openxmlformats.org/officeDocument/2006/relationships/image" Target="../media/image159.png"/><Relationship Id="rId260" Type="http://schemas.openxmlformats.org/officeDocument/2006/relationships/customXml" Target="../ink/ink155.xml"/><Relationship Id="rId281" Type="http://schemas.openxmlformats.org/officeDocument/2006/relationships/image" Target="../media/image245.png"/><Relationship Id="rId34" Type="http://schemas.openxmlformats.org/officeDocument/2006/relationships/customXml" Target="../ink/ink42.xml"/><Relationship Id="rId55" Type="http://schemas.openxmlformats.org/officeDocument/2006/relationships/image" Target="../media/image37.png"/><Relationship Id="rId76" Type="http://schemas.openxmlformats.org/officeDocument/2006/relationships/customXml" Target="../ink/ink63.xml"/><Relationship Id="rId97" Type="http://schemas.openxmlformats.org/officeDocument/2006/relationships/image" Target="../media/image153.png"/><Relationship Id="rId120" Type="http://schemas.openxmlformats.org/officeDocument/2006/relationships/customXml" Target="../ink/ink85.xml"/><Relationship Id="rId141" Type="http://schemas.openxmlformats.org/officeDocument/2006/relationships/image" Target="../media/image175.png"/><Relationship Id="rId162" Type="http://schemas.openxmlformats.org/officeDocument/2006/relationships/customXml" Target="../ink/ink106.xml"/><Relationship Id="rId183" Type="http://schemas.openxmlformats.org/officeDocument/2006/relationships/image" Target="../media/image196.png"/><Relationship Id="rId218" Type="http://schemas.openxmlformats.org/officeDocument/2006/relationships/customXml" Target="../ink/ink134.xml"/><Relationship Id="rId239" Type="http://schemas.openxmlformats.org/officeDocument/2006/relationships/image" Target="../media/image224.png"/><Relationship Id="rId250" Type="http://schemas.openxmlformats.org/officeDocument/2006/relationships/customXml" Target="../ink/ink150.xml"/><Relationship Id="rId271" Type="http://schemas.openxmlformats.org/officeDocument/2006/relationships/image" Target="../media/image240.png"/><Relationship Id="rId24" Type="http://schemas.openxmlformats.org/officeDocument/2006/relationships/customXml" Target="../ink/ink37.xml"/><Relationship Id="rId45" Type="http://schemas.openxmlformats.org/officeDocument/2006/relationships/image" Target="../media/image32.png"/><Relationship Id="rId66" Type="http://schemas.openxmlformats.org/officeDocument/2006/relationships/customXml" Target="../ink/ink58.xml"/><Relationship Id="rId87" Type="http://schemas.openxmlformats.org/officeDocument/2006/relationships/image" Target="../media/image148.png"/><Relationship Id="rId110" Type="http://schemas.openxmlformats.org/officeDocument/2006/relationships/customXml" Target="../ink/ink80.xml"/><Relationship Id="rId131" Type="http://schemas.openxmlformats.org/officeDocument/2006/relationships/image" Target="../media/image170.png"/><Relationship Id="rId152" Type="http://schemas.openxmlformats.org/officeDocument/2006/relationships/customXml" Target="../ink/ink101.xml"/><Relationship Id="rId173" Type="http://schemas.openxmlformats.org/officeDocument/2006/relationships/image" Target="../media/image191.png"/><Relationship Id="rId194" Type="http://schemas.openxmlformats.org/officeDocument/2006/relationships/customXml" Target="../ink/ink122.xml"/><Relationship Id="rId208" Type="http://schemas.openxmlformats.org/officeDocument/2006/relationships/customXml" Target="../ink/ink129.xml"/><Relationship Id="rId229" Type="http://schemas.openxmlformats.org/officeDocument/2006/relationships/image" Target="../media/image219.png"/><Relationship Id="rId240" Type="http://schemas.openxmlformats.org/officeDocument/2006/relationships/customXml" Target="../ink/ink145.xml"/><Relationship Id="rId261" Type="http://schemas.openxmlformats.org/officeDocument/2006/relationships/image" Target="../media/image235.png"/><Relationship Id="rId14" Type="http://schemas.openxmlformats.org/officeDocument/2006/relationships/image" Target="../media/image31.png"/><Relationship Id="rId35" Type="http://schemas.openxmlformats.org/officeDocument/2006/relationships/image" Target="../media/image122.png"/><Relationship Id="rId56" Type="http://schemas.openxmlformats.org/officeDocument/2006/relationships/customXml" Target="../ink/ink53.xml"/><Relationship Id="rId77" Type="http://schemas.openxmlformats.org/officeDocument/2006/relationships/image" Target="../media/image48.png"/><Relationship Id="rId100" Type="http://schemas.openxmlformats.org/officeDocument/2006/relationships/customXml" Target="../ink/ink75.xml"/><Relationship Id="rId282" Type="http://schemas.openxmlformats.org/officeDocument/2006/relationships/customXml" Target="../ink/ink166.xml"/><Relationship Id="rId98" Type="http://schemas.openxmlformats.org/officeDocument/2006/relationships/customXml" Target="../ink/ink74.xml"/><Relationship Id="rId121" Type="http://schemas.openxmlformats.org/officeDocument/2006/relationships/image" Target="../media/image165.png"/><Relationship Id="rId142" Type="http://schemas.openxmlformats.org/officeDocument/2006/relationships/customXml" Target="../ink/ink96.xml"/><Relationship Id="rId163" Type="http://schemas.openxmlformats.org/officeDocument/2006/relationships/image" Target="../media/image186.png"/><Relationship Id="rId184" Type="http://schemas.openxmlformats.org/officeDocument/2006/relationships/customXml" Target="../ink/ink117.xml"/><Relationship Id="rId219" Type="http://schemas.openxmlformats.org/officeDocument/2006/relationships/image" Target="../media/image214.png"/><Relationship Id="rId230" Type="http://schemas.openxmlformats.org/officeDocument/2006/relationships/customXml" Target="../ink/ink140.xml"/><Relationship Id="rId251" Type="http://schemas.openxmlformats.org/officeDocument/2006/relationships/image" Target="../media/image230.png"/><Relationship Id="rId25" Type="http://schemas.openxmlformats.org/officeDocument/2006/relationships/image" Target="../media/image118.png"/><Relationship Id="rId46" Type="http://schemas.openxmlformats.org/officeDocument/2006/relationships/customXml" Target="../ink/ink48.xml"/><Relationship Id="rId67" Type="http://schemas.openxmlformats.org/officeDocument/2006/relationships/image" Target="../media/image43.png"/><Relationship Id="rId272" Type="http://schemas.openxmlformats.org/officeDocument/2006/relationships/customXml" Target="../ink/ink161.xml"/><Relationship Id="rId88" Type="http://schemas.openxmlformats.org/officeDocument/2006/relationships/customXml" Target="../ink/ink69.xml"/><Relationship Id="rId111" Type="http://schemas.openxmlformats.org/officeDocument/2006/relationships/image" Target="../media/image160.png"/><Relationship Id="rId132" Type="http://schemas.openxmlformats.org/officeDocument/2006/relationships/customXml" Target="../ink/ink91.xml"/><Relationship Id="rId153" Type="http://schemas.openxmlformats.org/officeDocument/2006/relationships/image" Target="../media/image181.png"/><Relationship Id="rId174" Type="http://schemas.openxmlformats.org/officeDocument/2006/relationships/customXml" Target="../ink/ink112.xml"/><Relationship Id="rId195" Type="http://schemas.openxmlformats.org/officeDocument/2006/relationships/image" Target="../media/image202.png"/><Relationship Id="rId209" Type="http://schemas.openxmlformats.org/officeDocument/2006/relationships/image" Target="../media/image209.png"/><Relationship Id="rId220" Type="http://schemas.openxmlformats.org/officeDocument/2006/relationships/customXml" Target="../ink/ink135.xml"/><Relationship Id="rId241" Type="http://schemas.openxmlformats.org/officeDocument/2006/relationships/image" Target="../media/image225.png"/><Relationship Id="rId15" Type="http://schemas.openxmlformats.org/officeDocument/2006/relationships/customXml" Target="../ink/ink35.xml"/><Relationship Id="rId36" Type="http://schemas.openxmlformats.org/officeDocument/2006/relationships/customXml" Target="../ink/ink43.xml"/><Relationship Id="rId57" Type="http://schemas.openxmlformats.org/officeDocument/2006/relationships/image" Target="../media/image38.png"/><Relationship Id="rId262" Type="http://schemas.openxmlformats.org/officeDocument/2006/relationships/customXml" Target="../ink/ink156.xml"/><Relationship Id="rId283" Type="http://schemas.openxmlformats.org/officeDocument/2006/relationships/image" Target="../media/image246.png"/><Relationship Id="rId78" Type="http://schemas.openxmlformats.org/officeDocument/2006/relationships/customXml" Target="../ink/ink64.xml"/><Relationship Id="rId99" Type="http://schemas.openxmlformats.org/officeDocument/2006/relationships/image" Target="../media/image154.png"/><Relationship Id="rId101" Type="http://schemas.openxmlformats.org/officeDocument/2006/relationships/image" Target="../media/image155.png"/><Relationship Id="rId122" Type="http://schemas.openxmlformats.org/officeDocument/2006/relationships/customXml" Target="../ink/ink86.xml"/><Relationship Id="rId143" Type="http://schemas.openxmlformats.org/officeDocument/2006/relationships/image" Target="../media/image176.png"/><Relationship Id="rId164" Type="http://schemas.openxmlformats.org/officeDocument/2006/relationships/customXml" Target="../ink/ink107.xml"/><Relationship Id="rId185" Type="http://schemas.openxmlformats.org/officeDocument/2006/relationships/image" Target="../media/image197.png"/><Relationship Id="rId210" Type="http://schemas.openxmlformats.org/officeDocument/2006/relationships/customXml" Target="../ink/ink130.xml"/><Relationship Id="rId26" Type="http://schemas.openxmlformats.org/officeDocument/2006/relationships/customXml" Target="../ink/ink38.xml"/><Relationship Id="rId231" Type="http://schemas.openxmlformats.org/officeDocument/2006/relationships/image" Target="../media/image220.png"/><Relationship Id="rId252" Type="http://schemas.openxmlformats.org/officeDocument/2006/relationships/customXml" Target="../ink/ink151.xml"/><Relationship Id="rId273" Type="http://schemas.openxmlformats.org/officeDocument/2006/relationships/image" Target="../media/image241.png"/><Relationship Id="rId47" Type="http://schemas.openxmlformats.org/officeDocument/2006/relationships/image" Target="../media/image33.png"/><Relationship Id="rId68" Type="http://schemas.openxmlformats.org/officeDocument/2006/relationships/customXml" Target="../ink/ink59.xml"/><Relationship Id="rId89" Type="http://schemas.openxmlformats.org/officeDocument/2006/relationships/image" Target="../media/image149.png"/><Relationship Id="rId112" Type="http://schemas.openxmlformats.org/officeDocument/2006/relationships/customXml" Target="../ink/ink81.xml"/><Relationship Id="rId133" Type="http://schemas.openxmlformats.org/officeDocument/2006/relationships/image" Target="../media/image171.png"/><Relationship Id="rId154" Type="http://schemas.openxmlformats.org/officeDocument/2006/relationships/customXml" Target="../ink/ink102.xml"/><Relationship Id="rId175" Type="http://schemas.openxmlformats.org/officeDocument/2006/relationships/image" Target="../media/image192.png"/><Relationship Id="rId196" Type="http://schemas.openxmlformats.org/officeDocument/2006/relationships/customXml" Target="../ink/ink123.xml"/><Relationship Id="rId200" Type="http://schemas.openxmlformats.org/officeDocument/2006/relationships/customXml" Target="../ink/ink125.xml"/><Relationship Id="rId221" Type="http://schemas.openxmlformats.org/officeDocument/2006/relationships/image" Target="../media/image215.png"/><Relationship Id="rId242" Type="http://schemas.openxmlformats.org/officeDocument/2006/relationships/customXml" Target="../ink/ink146.xml"/><Relationship Id="rId263" Type="http://schemas.openxmlformats.org/officeDocument/2006/relationships/image" Target="../media/image236.png"/><Relationship Id="rId284" Type="http://schemas.openxmlformats.org/officeDocument/2006/relationships/customXml" Target="../ink/ink167.xml"/><Relationship Id="rId37" Type="http://schemas.openxmlformats.org/officeDocument/2006/relationships/image" Target="../media/image123.png"/><Relationship Id="rId58" Type="http://schemas.openxmlformats.org/officeDocument/2006/relationships/customXml" Target="../ink/ink54.xml"/><Relationship Id="rId79" Type="http://schemas.openxmlformats.org/officeDocument/2006/relationships/image" Target="../media/image49.png"/><Relationship Id="rId102" Type="http://schemas.openxmlformats.org/officeDocument/2006/relationships/customXml" Target="../ink/ink76.xml"/><Relationship Id="rId123" Type="http://schemas.openxmlformats.org/officeDocument/2006/relationships/image" Target="../media/image166.png"/><Relationship Id="rId144" Type="http://schemas.openxmlformats.org/officeDocument/2006/relationships/customXml" Target="../ink/ink97.xml"/><Relationship Id="rId90" Type="http://schemas.openxmlformats.org/officeDocument/2006/relationships/customXml" Target="../ink/ink70.xml"/><Relationship Id="rId165" Type="http://schemas.openxmlformats.org/officeDocument/2006/relationships/image" Target="../media/image187.png"/><Relationship Id="rId186" Type="http://schemas.openxmlformats.org/officeDocument/2006/relationships/customXml" Target="../ink/ink118.xml"/><Relationship Id="rId211" Type="http://schemas.openxmlformats.org/officeDocument/2006/relationships/image" Target="../media/image210.png"/><Relationship Id="rId232" Type="http://schemas.openxmlformats.org/officeDocument/2006/relationships/customXml" Target="../ink/ink141.xml"/><Relationship Id="rId253" Type="http://schemas.openxmlformats.org/officeDocument/2006/relationships/image" Target="../media/image231.png"/><Relationship Id="rId274" Type="http://schemas.openxmlformats.org/officeDocument/2006/relationships/customXml" Target="../ink/ink162.xml"/><Relationship Id="rId27" Type="http://schemas.openxmlformats.org/officeDocument/2006/relationships/image" Target="../media/image119.png"/><Relationship Id="rId48" Type="http://schemas.openxmlformats.org/officeDocument/2006/relationships/customXml" Target="../ink/ink49.xml"/><Relationship Id="rId69" Type="http://schemas.openxmlformats.org/officeDocument/2006/relationships/image" Target="../media/image44.png"/><Relationship Id="rId113" Type="http://schemas.openxmlformats.org/officeDocument/2006/relationships/image" Target="../media/image161.png"/><Relationship Id="rId134" Type="http://schemas.openxmlformats.org/officeDocument/2006/relationships/customXml" Target="../ink/ink92.xml"/><Relationship Id="rId80" Type="http://schemas.openxmlformats.org/officeDocument/2006/relationships/customXml" Target="../ink/ink65.xml"/><Relationship Id="rId155" Type="http://schemas.openxmlformats.org/officeDocument/2006/relationships/image" Target="../media/image182.png"/><Relationship Id="rId176" Type="http://schemas.openxmlformats.org/officeDocument/2006/relationships/customXml" Target="../ink/ink113.xml"/><Relationship Id="rId197" Type="http://schemas.openxmlformats.org/officeDocument/2006/relationships/image" Target="../media/image203.png"/><Relationship Id="rId201" Type="http://schemas.openxmlformats.org/officeDocument/2006/relationships/image" Target="../media/image205.png"/><Relationship Id="rId222" Type="http://schemas.openxmlformats.org/officeDocument/2006/relationships/customXml" Target="../ink/ink136.xml"/><Relationship Id="rId243" Type="http://schemas.openxmlformats.org/officeDocument/2006/relationships/image" Target="../media/image226.png"/><Relationship Id="rId264" Type="http://schemas.openxmlformats.org/officeDocument/2006/relationships/customXml" Target="../ink/ink157.xml"/><Relationship Id="rId285" Type="http://schemas.openxmlformats.org/officeDocument/2006/relationships/image" Target="../media/image247.png"/><Relationship Id="rId38" Type="http://schemas.openxmlformats.org/officeDocument/2006/relationships/customXml" Target="../ink/ink44.xml"/><Relationship Id="rId59" Type="http://schemas.openxmlformats.org/officeDocument/2006/relationships/image" Target="../media/image39.png"/><Relationship Id="rId103" Type="http://schemas.openxmlformats.org/officeDocument/2006/relationships/image" Target="../media/image156.png"/><Relationship Id="rId124" Type="http://schemas.openxmlformats.org/officeDocument/2006/relationships/customXml" Target="../ink/ink87.xml"/><Relationship Id="rId70" Type="http://schemas.openxmlformats.org/officeDocument/2006/relationships/customXml" Target="../ink/ink60.xml"/><Relationship Id="rId91" Type="http://schemas.openxmlformats.org/officeDocument/2006/relationships/image" Target="../media/image150.png"/><Relationship Id="rId145" Type="http://schemas.openxmlformats.org/officeDocument/2006/relationships/image" Target="../media/image177.png"/><Relationship Id="rId166" Type="http://schemas.openxmlformats.org/officeDocument/2006/relationships/customXml" Target="../ink/ink108.xml"/><Relationship Id="rId187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31.xml"/><Relationship Id="rId233" Type="http://schemas.openxmlformats.org/officeDocument/2006/relationships/image" Target="../media/image221.png"/><Relationship Id="rId254" Type="http://schemas.openxmlformats.org/officeDocument/2006/relationships/customXml" Target="../ink/ink152.xml"/><Relationship Id="rId28" Type="http://schemas.openxmlformats.org/officeDocument/2006/relationships/customXml" Target="../ink/ink39.xml"/><Relationship Id="rId49" Type="http://schemas.openxmlformats.org/officeDocument/2006/relationships/image" Target="../media/image34.png"/><Relationship Id="rId114" Type="http://schemas.openxmlformats.org/officeDocument/2006/relationships/customXml" Target="../ink/ink82.xml"/><Relationship Id="rId275" Type="http://schemas.openxmlformats.org/officeDocument/2006/relationships/image" Target="../media/image242.png"/><Relationship Id="rId60" Type="http://schemas.openxmlformats.org/officeDocument/2006/relationships/customXml" Target="../ink/ink55.xml"/><Relationship Id="rId81" Type="http://schemas.openxmlformats.org/officeDocument/2006/relationships/image" Target="../media/image145.png"/><Relationship Id="rId135" Type="http://schemas.openxmlformats.org/officeDocument/2006/relationships/image" Target="../media/image172.png"/><Relationship Id="rId156" Type="http://schemas.openxmlformats.org/officeDocument/2006/relationships/customXml" Target="../ink/ink103.xml"/><Relationship Id="rId177" Type="http://schemas.openxmlformats.org/officeDocument/2006/relationships/image" Target="../media/image193.png"/><Relationship Id="rId198" Type="http://schemas.openxmlformats.org/officeDocument/2006/relationships/customXml" Target="../ink/ink124.xml"/><Relationship Id="rId202" Type="http://schemas.openxmlformats.org/officeDocument/2006/relationships/customXml" Target="../ink/ink126.xml"/><Relationship Id="rId223" Type="http://schemas.openxmlformats.org/officeDocument/2006/relationships/image" Target="../media/image216.png"/><Relationship Id="rId244" Type="http://schemas.openxmlformats.org/officeDocument/2006/relationships/customXml" Target="../ink/ink147.xml"/><Relationship Id="rId39" Type="http://schemas.openxmlformats.org/officeDocument/2006/relationships/image" Target="../media/image124.png"/><Relationship Id="rId265" Type="http://schemas.openxmlformats.org/officeDocument/2006/relationships/image" Target="../media/image237.png"/><Relationship Id="rId286" Type="http://schemas.openxmlformats.org/officeDocument/2006/relationships/customXml" Target="../ink/ink168.xml"/><Relationship Id="rId50" Type="http://schemas.openxmlformats.org/officeDocument/2006/relationships/customXml" Target="../ink/ink50.xml"/><Relationship Id="rId104" Type="http://schemas.openxmlformats.org/officeDocument/2006/relationships/customXml" Target="../ink/ink77.xml"/><Relationship Id="rId125" Type="http://schemas.openxmlformats.org/officeDocument/2006/relationships/image" Target="../media/image167.png"/><Relationship Id="rId146" Type="http://schemas.openxmlformats.org/officeDocument/2006/relationships/customXml" Target="../ink/ink98.xml"/><Relationship Id="rId167" Type="http://schemas.openxmlformats.org/officeDocument/2006/relationships/image" Target="../media/image188.png"/><Relationship Id="rId188" Type="http://schemas.openxmlformats.org/officeDocument/2006/relationships/customXml" Target="../ink/ink119.xml"/><Relationship Id="rId71" Type="http://schemas.openxmlformats.org/officeDocument/2006/relationships/image" Target="../media/image45.png"/><Relationship Id="rId92" Type="http://schemas.openxmlformats.org/officeDocument/2006/relationships/customXml" Target="../ink/ink71.xml"/><Relationship Id="rId213" Type="http://schemas.openxmlformats.org/officeDocument/2006/relationships/image" Target="../media/image211.png"/><Relationship Id="rId234" Type="http://schemas.openxmlformats.org/officeDocument/2006/relationships/customXml" Target="../ink/ink142.xml"/><Relationship Id="rId2" Type="http://schemas.openxmlformats.org/officeDocument/2006/relationships/image" Target="../media/image2.png"/><Relationship Id="rId29" Type="http://schemas.openxmlformats.org/officeDocument/2006/relationships/image" Target="../media/image120.png"/><Relationship Id="rId255" Type="http://schemas.openxmlformats.org/officeDocument/2006/relationships/image" Target="../media/image232.png"/><Relationship Id="rId276" Type="http://schemas.openxmlformats.org/officeDocument/2006/relationships/customXml" Target="../ink/ink163.xml"/><Relationship Id="rId40" Type="http://schemas.openxmlformats.org/officeDocument/2006/relationships/customXml" Target="../ink/ink45.xml"/><Relationship Id="rId115" Type="http://schemas.openxmlformats.org/officeDocument/2006/relationships/image" Target="../media/image162.png"/><Relationship Id="rId136" Type="http://schemas.openxmlformats.org/officeDocument/2006/relationships/customXml" Target="../ink/ink93.xml"/><Relationship Id="rId157" Type="http://schemas.openxmlformats.org/officeDocument/2006/relationships/image" Target="../media/image183.png"/><Relationship Id="rId178" Type="http://schemas.openxmlformats.org/officeDocument/2006/relationships/customXml" Target="../ink/ink114.xml"/><Relationship Id="rId61" Type="http://schemas.openxmlformats.org/officeDocument/2006/relationships/image" Target="../media/image40.png"/><Relationship Id="rId82" Type="http://schemas.openxmlformats.org/officeDocument/2006/relationships/customXml" Target="../ink/ink66.xml"/><Relationship Id="rId199" Type="http://schemas.openxmlformats.org/officeDocument/2006/relationships/image" Target="../media/image204.png"/><Relationship Id="rId203" Type="http://schemas.openxmlformats.org/officeDocument/2006/relationships/image" Target="../media/image206.png"/><Relationship Id="rId224" Type="http://schemas.openxmlformats.org/officeDocument/2006/relationships/customXml" Target="../ink/ink137.xml"/><Relationship Id="rId245" Type="http://schemas.openxmlformats.org/officeDocument/2006/relationships/image" Target="../media/image227.png"/><Relationship Id="rId266" Type="http://schemas.openxmlformats.org/officeDocument/2006/relationships/customXml" Target="../ink/ink158.xml"/><Relationship Id="rId287" Type="http://schemas.openxmlformats.org/officeDocument/2006/relationships/image" Target="../media/image248.png"/><Relationship Id="rId30" Type="http://schemas.openxmlformats.org/officeDocument/2006/relationships/customXml" Target="../ink/ink40.xml"/><Relationship Id="rId105" Type="http://schemas.openxmlformats.org/officeDocument/2006/relationships/image" Target="../media/image157.png"/><Relationship Id="rId126" Type="http://schemas.openxmlformats.org/officeDocument/2006/relationships/customXml" Target="../ink/ink88.xml"/><Relationship Id="rId147" Type="http://schemas.openxmlformats.org/officeDocument/2006/relationships/image" Target="../media/image178.png"/><Relationship Id="rId168" Type="http://schemas.openxmlformats.org/officeDocument/2006/relationships/customXml" Target="../ink/ink109.xml"/><Relationship Id="rId51" Type="http://schemas.openxmlformats.org/officeDocument/2006/relationships/image" Target="../media/image35.png"/><Relationship Id="rId72" Type="http://schemas.openxmlformats.org/officeDocument/2006/relationships/customXml" Target="../ink/ink61.xml"/><Relationship Id="rId93" Type="http://schemas.openxmlformats.org/officeDocument/2006/relationships/image" Target="../media/image151.png"/><Relationship Id="rId189" Type="http://schemas.openxmlformats.org/officeDocument/2006/relationships/image" Target="../media/image50.png"/><Relationship Id="rId3" Type="http://schemas.openxmlformats.org/officeDocument/2006/relationships/customXml" Target="../ink/ink32.xml"/><Relationship Id="rId214" Type="http://schemas.openxmlformats.org/officeDocument/2006/relationships/customXml" Target="../ink/ink132.xml"/><Relationship Id="rId235" Type="http://schemas.openxmlformats.org/officeDocument/2006/relationships/image" Target="../media/image222.png"/><Relationship Id="rId256" Type="http://schemas.openxmlformats.org/officeDocument/2006/relationships/customXml" Target="../ink/ink153.xml"/><Relationship Id="rId277" Type="http://schemas.openxmlformats.org/officeDocument/2006/relationships/image" Target="../media/image243.png"/><Relationship Id="rId116" Type="http://schemas.openxmlformats.org/officeDocument/2006/relationships/customXml" Target="../ink/ink83.xml"/><Relationship Id="rId137" Type="http://schemas.openxmlformats.org/officeDocument/2006/relationships/image" Target="../media/image173.png"/><Relationship Id="rId158" Type="http://schemas.openxmlformats.org/officeDocument/2006/relationships/customXml" Target="../ink/ink104.xml"/><Relationship Id="rId41" Type="http://schemas.openxmlformats.org/officeDocument/2006/relationships/image" Target="../media/image125.png"/><Relationship Id="rId62" Type="http://schemas.openxmlformats.org/officeDocument/2006/relationships/customXml" Target="../ink/ink56.xml"/><Relationship Id="rId83" Type="http://schemas.openxmlformats.org/officeDocument/2006/relationships/image" Target="../media/image146.png"/><Relationship Id="rId179" Type="http://schemas.openxmlformats.org/officeDocument/2006/relationships/image" Target="../media/image194.png"/><Relationship Id="rId190" Type="http://schemas.openxmlformats.org/officeDocument/2006/relationships/customXml" Target="../ink/ink120.xml"/><Relationship Id="rId204" Type="http://schemas.openxmlformats.org/officeDocument/2006/relationships/customXml" Target="../ink/ink127.xml"/><Relationship Id="rId225" Type="http://schemas.openxmlformats.org/officeDocument/2006/relationships/image" Target="../media/image217.png"/><Relationship Id="rId246" Type="http://schemas.openxmlformats.org/officeDocument/2006/relationships/customXml" Target="../ink/ink148.xml"/><Relationship Id="rId267" Type="http://schemas.openxmlformats.org/officeDocument/2006/relationships/image" Target="../media/image238.png"/><Relationship Id="rId106" Type="http://schemas.openxmlformats.org/officeDocument/2006/relationships/customXml" Target="../ink/ink78.xml"/><Relationship Id="rId127" Type="http://schemas.openxmlformats.org/officeDocument/2006/relationships/image" Target="../media/image168.png"/><Relationship Id="rId10" Type="http://schemas.openxmlformats.org/officeDocument/2006/relationships/image" Target="../media/image59.png"/><Relationship Id="rId31" Type="http://schemas.openxmlformats.org/officeDocument/2006/relationships/image" Target="../media/image121.png"/><Relationship Id="rId52" Type="http://schemas.openxmlformats.org/officeDocument/2006/relationships/customXml" Target="../ink/ink51.xml"/><Relationship Id="rId73" Type="http://schemas.openxmlformats.org/officeDocument/2006/relationships/image" Target="../media/image46.png"/><Relationship Id="rId94" Type="http://schemas.openxmlformats.org/officeDocument/2006/relationships/customXml" Target="../ink/ink72.xml"/><Relationship Id="rId148" Type="http://schemas.openxmlformats.org/officeDocument/2006/relationships/customXml" Target="../ink/ink99.xml"/><Relationship Id="rId169" Type="http://schemas.openxmlformats.org/officeDocument/2006/relationships/image" Target="../media/image189.png"/><Relationship Id="rId180" Type="http://schemas.openxmlformats.org/officeDocument/2006/relationships/customXml" Target="../ink/ink115.xml"/><Relationship Id="rId215" Type="http://schemas.openxmlformats.org/officeDocument/2006/relationships/image" Target="../media/image212.png"/><Relationship Id="rId236" Type="http://schemas.openxmlformats.org/officeDocument/2006/relationships/customXml" Target="../ink/ink143.xml"/><Relationship Id="rId257" Type="http://schemas.openxmlformats.org/officeDocument/2006/relationships/image" Target="../media/image233.png"/><Relationship Id="rId278" Type="http://schemas.openxmlformats.org/officeDocument/2006/relationships/customXml" Target="../ink/ink164.xml"/><Relationship Id="rId42" Type="http://schemas.openxmlformats.org/officeDocument/2006/relationships/customXml" Target="../ink/ink46.xml"/><Relationship Id="rId84" Type="http://schemas.openxmlformats.org/officeDocument/2006/relationships/customXml" Target="../ink/ink67.xml"/><Relationship Id="rId138" Type="http://schemas.openxmlformats.org/officeDocument/2006/relationships/customXml" Target="../ink/ink94.xml"/><Relationship Id="rId191" Type="http://schemas.openxmlformats.org/officeDocument/2006/relationships/image" Target="../media/image200.png"/><Relationship Id="rId205" Type="http://schemas.openxmlformats.org/officeDocument/2006/relationships/image" Target="../media/image207.png"/><Relationship Id="rId247" Type="http://schemas.openxmlformats.org/officeDocument/2006/relationships/image" Target="../media/image228.png"/><Relationship Id="rId107" Type="http://schemas.openxmlformats.org/officeDocument/2006/relationships/image" Target="../media/image158.png"/><Relationship Id="rId11" Type="http://schemas.openxmlformats.org/officeDocument/2006/relationships/customXml" Target="../ink/ink33.xml"/><Relationship Id="rId53" Type="http://schemas.openxmlformats.org/officeDocument/2006/relationships/image" Target="../media/image36.png"/><Relationship Id="rId149" Type="http://schemas.openxmlformats.org/officeDocument/2006/relationships/image" Target="../media/image17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59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59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591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.png"/><Relationship Id="rId3" Type="http://schemas.openxmlformats.org/officeDocument/2006/relationships/customXml" Target="../ink/ink172.xml"/><Relationship Id="rId12" Type="http://schemas.openxmlformats.org/officeDocument/2006/relationships/image" Target="../media/image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1.png"/><Relationship Id="rId10" Type="http://schemas.openxmlformats.org/officeDocument/2006/relationships/image" Target="../media/image59.png"/><Relationship Id="rId1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7.png"/><Relationship Id="rId3" Type="http://schemas.openxmlformats.org/officeDocument/2006/relationships/customXml" Target="../ink/ink173.xml"/><Relationship Id="rId12" Type="http://schemas.openxmlformats.org/officeDocument/2006/relationships/image" Target="../media/image5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5.png"/><Relationship Id="rId10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8.png"/><Relationship Id="rId10" Type="http://schemas.openxmlformats.org/officeDocument/2006/relationships/image" Target="../media/image59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591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.png"/><Relationship Id="rId3" Type="http://schemas.openxmlformats.org/officeDocument/2006/relationships/image" Target="../media/image60.png"/><Relationship Id="rId12" Type="http://schemas.openxmlformats.org/officeDocument/2006/relationships/image" Target="../media/image6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4.png"/><Relationship Id="rId10" Type="http://schemas.openxmlformats.org/officeDocument/2006/relationships/image" Target="../media/image590.png"/><Relationship Id="rId4" Type="http://schemas.openxmlformats.org/officeDocument/2006/relationships/customXml" Target="../ink/ink176.xml"/><Relationship Id="rId14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5.png"/><Relationship Id="rId10" Type="http://schemas.openxmlformats.org/officeDocument/2006/relationships/image" Target="../media/image59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5.png"/><Relationship Id="rId10" Type="http://schemas.openxmlformats.org/officeDocument/2006/relationships/image" Target="../media/image59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590.png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88.xml"/><Relationship Id="rId21" Type="http://schemas.openxmlformats.org/officeDocument/2006/relationships/image" Target="../media/image72.png"/><Relationship Id="rId34" Type="http://schemas.openxmlformats.org/officeDocument/2006/relationships/customXml" Target="../ink/ink192.xml"/><Relationship Id="rId42" Type="http://schemas.openxmlformats.org/officeDocument/2006/relationships/customXml" Target="../ink/ink196.xml"/><Relationship Id="rId47" Type="http://schemas.openxmlformats.org/officeDocument/2006/relationships/image" Target="../media/image85.png"/><Relationship Id="rId50" Type="http://schemas.openxmlformats.org/officeDocument/2006/relationships/customXml" Target="../ink/ink200.xml"/><Relationship Id="rId55" Type="http://schemas.openxmlformats.org/officeDocument/2006/relationships/image" Target="../media/image89.png"/><Relationship Id="rId63" Type="http://schemas.openxmlformats.org/officeDocument/2006/relationships/image" Target="../media/image93.png"/><Relationship Id="rId68" Type="http://schemas.openxmlformats.org/officeDocument/2006/relationships/customXml" Target="../ink/ink209.xml"/><Relationship Id="rId71" Type="http://schemas.openxmlformats.org/officeDocument/2006/relationships/image" Target="../media/image97.png"/><Relationship Id="rId2" Type="http://schemas.openxmlformats.org/officeDocument/2006/relationships/image" Target="../media/image2.png"/><Relationship Id="rId16" Type="http://schemas.openxmlformats.org/officeDocument/2006/relationships/customXml" Target="../ink/ink183.xml"/><Relationship Id="rId29" Type="http://schemas.openxmlformats.org/officeDocument/2006/relationships/image" Target="../media/image76.png"/><Relationship Id="rId11" Type="http://schemas.openxmlformats.org/officeDocument/2006/relationships/image" Target="../media/image66.png"/><Relationship Id="rId24" Type="http://schemas.openxmlformats.org/officeDocument/2006/relationships/customXml" Target="../ink/ink187.xml"/><Relationship Id="rId32" Type="http://schemas.openxmlformats.org/officeDocument/2006/relationships/customXml" Target="../ink/ink191.xml"/><Relationship Id="rId37" Type="http://schemas.openxmlformats.org/officeDocument/2006/relationships/image" Target="../media/image80.png"/><Relationship Id="rId40" Type="http://schemas.openxmlformats.org/officeDocument/2006/relationships/customXml" Target="../ink/ink195.xml"/><Relationship Id="rId45" Type="http://schemas.openxmlformats.org/officeDocument/2006/relationships/image" Target="../media/image84.png"/><Relationship Id="rId53" Type="http://schemas.openxmlformats.org/officeDocument/2006/relationships/image" Target="../media/image88.png"/><Relationship Id="rId58" Type="http://schemas.openxmlformats.org/officeDocument/2006/relationships/customXml" Target="../ink/ink204.xml"/><Relationship Id="rId66" Type="http://schemas.openxmlformats.org/officeDocument/2006/relationships/customXml" Target="../ink/ink208.xml"/><Relationship Id="rId61" Type="http://schemas.openxmlformats.org/officeDocument/2006/relationships/image" Target="../media/image92.png"/><Relationship Id="rId19" Type="http://schemas.openxmlformats.org/officeDocument/2006/relationships/image" Target="../media/image71.png"/><Relationship Id="rId14" Type="http://schemas.openxmlformats.org/officeDocument/2006/relationships/customXml" Target="../ink/ink182.xml"/><Relationship Id="rId22" Type="http://schemas.openxmlformats.org/officeDocument/2006/relationships/customXml" Target="../ink/ink186.xml"/><Relationship Id="rId27" Type="http://schemas.openxmlformats.org/officeDocument/2006/relationships/image" Target="../media/image75.png"/><Relationship Id="rId30" Type="http://schemas.openxmlformats.org/officeDocument/2006/relationships/customXml" Target="../ink/ink190.xml"/><Relationship Id="rId35" Type="http://schemas.openxmlformats.org/officeDocument/2006/relationships/image" Target="../media/image79.png"/><Relationship Id="rId43" Type="http://schemas.openxmlformats.org/officeDocument/2006/relationships/image" Target="../media/image83.png"/><Relationship Id="rId48" Type="http://schemas.openxmlformats.org/officeDocument/2006/relationships/customXml" Target="../ink/ink199.xml"/><Relationship Id="rId56" Type="http://schemas.openxmlformats.org/officeDocument/2006/relationships/customXml" Target="../ink/ink203.xml"/><Relationship Id="rId64" Type="http://schemas.openxmlformats.org/officeDocument/2006/relationships/customXml" Target="../ink/ink207.xml"/><Relationship Id="rId69" Type="http://schemas.openxmlformats.org/officeDocument/2006/relationships/image" Target="../media/image96.png"/><Relationship Id="rId51" Type="http://schemas.openxmlformats.org/officeDocument/2006/relationships/image" Target="../media/image87.png"/><Relationship Id="rId72" Type="http://schemas.openxmlformats.org/officeDocument/2006/relationships/customXml" Target="../ink/ink211.xml"/><Relationship Id="rId3" Type="http://schemas.openxmlformats.org/officeDocument/2006/relationships/customXml" Target="../ink/ink180.xml"/><Relationship Id="rId12" Type="http://schemas.openxmlformats.org/officeDocument/2006/relationships/customXml" Target="../ink/ink181.xml"/><Relationship Id="rId17" Type="http://schemas.openxmlformats.org/officeDocument/2006/relationships/image" Target="../media/image70.png"/><Relationship Id="rId25" Type="http://schemas.openxmlformats.org/officeDocument/2006/relationships/image" Target="../media/image74.png"/><Relationship Id="rId33" Type="http://schemas.openxmlformats.org/officeDocument/2006/relationships/image" Target="../media/image78.png"/><Relationship Id="rId38" Type="http://schemas.openxmlformats.org/officeDocument/2006/relationships/customXml" Target="../ink/ink194.xml"/><Relationship Id="rId46" Type="http://schemas.openxmlformats.org/officeDocument/2006/relationships/customXml" Target="../ink/ink198.xml"/><Relationship Id="rId59" Type="http://schemas.openxmlformats.org/officeDocument/2006/relationships/image" Target="../media/image91.png"/><Relationship Id="rId67" Type="http://schemas.openxmlformats.org/officeDocument/2006/relationships/image" Target="../media/image95.png"/><Relationship Id="rId20" Type="http://schemas.openxmlformats.org/officeDocument/2006/relationships/customXml" Target="../ink/ink185.xml"/><Relationship Id="rId41" Type="http://schemas.openxmlformats.org/officeDocument/2006/relationships/image" Target="../media/image82.png"/><Relationship Id="rId54" Type="http://schemas.openxmlformats.org/officeDocument/2006/relationships/customXml" Target="../ink/ink202.xml"/><Relationship Id="rId62" Type="http://schemas.openxmlformats.org/officeDocument/2006/relationships/customXml" Target="../ink/ink206.xml"/><Relationship Id="rId70" Type="http://schemas.openxmlformats.org/officeDocument/2006/relationships/customXml" Target="../ink/ink210.xml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68.png"/><Relationship Id="rId23" Type="http://schemas.openxmlformats.org/officeDocument/2006/relationships/image" Target="../media/image73.png"/><Relationship Id="rId28" Type="http://schemas.openxmlformats.org/officeDocument/2006/relationships/customXml" Target="../ink/ink189.xml"/><Relationship Id="rId36" Type="http://schemas.openxmlformats.org/officeDocument/2006/relationships/customXml" Target="../ink/ink193.xml"/><Relationship Id="rId49" Type="http://schemas.openxmlformats.org/officeDocument/2006/relationships/image" Target="../media/image86.png"/><Relationship Id="rId57" Type="http://schemas.openxmlformats.org/officeDocument/2006/relationships/image" Target="../media/image90.png"/><Relationship Id="rId10" Type="http://schemas.openxmlformats.org/officeDocument/2006/relationships/image" Target="../media/image590.png"/><Relationship Id="rId31" Type="http://schemas.openxmlformats.org/officeDocument/2006/relationships/image" Target="../media/image77.png"/><Relationship Id="rId44" Type="http://schemas.openxmlformats.org/officeDocument/2006/relationships/customXml" Target="../ink/ink197.xml"/><Relationship Id="rId52" Type="http://schemas.openxmlformats.org/officeDocument/2006/relationships/customXml" Target="../ink/ink201.xml"/><Relationship Id="rId60" Type="http://schemas.openxmlformats.org/officeDocument/2006/relationships/customXml" Target="../ink/ink205.xml"/><Relationship Id="rId65" Type="http://schemas.openxmlformats.org/officeDocument/2006/relationships/image" Target="../media/image94.png"/><Relationship Id="rId73" Type="http://schemas.openxmlformats.org/officeDocument/2006/relationships/image" Target="../media/image98.png"/><Relationship Id="rId13" Type="http://schemas.openxmlformats.org/officeDocument/2006/relationships/image" Target="../media/image67.png"/><Relationship Id="rId18" Type="http://schemas.openxmlformats.org/officeDocument/2006/relationships/customXml" Target="../ink/ink184.xml"/><Relationship Id="rId39" Type="http://schemas.openxmlformats.org/officeDocument/2006/relationships/image" Target="../media/image8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59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59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59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59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6.xml"/><Relationship Id="rId12" Type="http://schemas.openxmlformats.org/officeDocument/2006/relationships/image" Target="../media/image10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9.png"/><Relationship Id="rId10" Type="http://schemas.openxmlformats.org/officeDocument/2006/relationships/image" Target="../media/image59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1.png"/><Relationship Id="rId10" Type="http://schemas.openxmlformats.org/officeDocument/2006/relationships/image" Target="../media/image59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8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2.png"/><Relationship Id="rId10" Type="http://schemas.openxmlformats.org/officeDocument/2006/relationships/image" Target="../media/image59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59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3.png"/><Relationship Id="rId10" Type="http://schemas.openxmlformats.org/officeDocument/2006/relationships/image" Target="../media/image59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59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4.png"/><Relationship Id="rId10" Type="http://schemas.openxmlformats.org/officeDocument/2006/relationships/image" Target="../media/image59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12" Type="http://schemas.openxmlformats.org/officeDocument/2006/relationships/image" Target="../media/image10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24.xml"/><Relationship Id="rId10" Type="http://schemas.openxmlformats.org/officeDocument/2006/relationships/image" Target="../media/image590.png"/><Relationship Id="rId4" Type="http://schemas.openxmlformats.org/officeDocument/2006/relationships/customXml" Target="../ink/ink22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5.xml"/><Relationship Id="rId12" Type="http://schemas.openxmlformats.org/officeDocument/2006/relationships/image" Target="../media/image10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26.xml"/><Relationship Id="rId10" Type="http://schemas.openxmlformats.org/officeDocument/2006/relationships/image" Target="../media/image59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7.xml"/><Relationship Id="rId12" Type="http://schemas.openxmlformats.org/officeDocument/2006/relationships/image" Target="../media/image10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28.xml"/><Relationship Id="rId10" Type="http://schemas.openxmlformats.org/officeDocument/2006/relationships/image" Target="../media/image590.png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7.png"/><Relationship Id="rId18" Type="http://schemas.openxmlformats.org/officeDocument/2006/relationships/image" Target="../media/image111.png"/><Relationship Id="rId3" Type="http://schemas.openxmlformats.org/officeDocument/2006/relationships/customXml" Target="../ink/ink229.xml"/><Relationship Id="rId21" Type="http://schemas.openxmlformats.org/officeDocument/2006/relationships/image" Target="../media/image114.png"/><Relationship Id="rId12" Type="http://schemas.openxmlformats.org/officeDocument/2006/relationships/image" Target="../media/image106.png"/><Relationship Id="rId17" Type="http://schemas.openxmlformats.org/officeDocument/2006/relationships/image" Target="../media/image110.png"/><Relationship Id="rId2" Type="http://schemas.openxmlformats.org/officeDocument/2006/relationships/image" Target="../media/image2.png"/><Relationship Id="rId16" Type="http://schemas.openxmlformats.org/officeDocument/2006/relationships/customXml" Target="../ink/ink231.xml"/><Relationship Id="rId20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30.xml"/><Relationship Id="rId15" Type="http://schemas.openxmlformats.org/officeDocument/2006/relationships/image" Target="../media/image109.png"/><Relationship Id="rId10" Type="http://schemas.openxmlformats.org/officeDocument/2006/relationships/image" Target="../media/image590.png"/><Relationship Id="rId19" Type="http://schemas.openxmlformats.org/officeDocument/2006/relationships/image" Target="../media/image112.png"/><Relationship Id="rId14" Type="http://schemas.openxmlformats.org/officeDocument/2006/relationships/image" Target="../media/image108.png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5.png"/><Relationship Id="rId18" Type="http://schemas.openxmlformats.org/officeDocument/2006/relationships/image" Target="../media/image129.png"/><Relationship Id="rId3" Type="http://schemas.openxmlformats.org/officeDocument/2006/relationships/customXml" Target="../ink/ink232.xml"/><Relationship Id="rId12" Type="http://schemas.openxmlformats.org/officeDocument/2006/relationships/image" Target="../media/image106.png"/><Relationship Id="rId17" Type="http://schemas.openxmlformats.org/officeDocument/2006/relationships/image" Target="../media/image128.png"/><Relationship Id="rId2" Type="http://schemas.openxmlformats.org/officeDocument/2006/relationships/image" Target="../media/image2.png"/><Relationship Id="rId16" Type="http://schemas.openxmlformats.org/officeDocument/2006/relationships/image" Target="../media/image127.png"/><Relationship Id="rId20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33.xml"/><Relationship Id="rId15" Type="http://schemas.openxmlformats.org/officeDocument/2006/relationships/image" Target="../media/image110.png"/><Relationship Id="rId10" Type="http://schemas.openxmlformats.org/officeDocument/2006/relationships/image" Target="../media/image590.png"/><Relationship Id="rId19" Type="http://schemas.openxmlformats.org/officeDocument/2006/relationships/customXml" Target="../ink/ink235.xml"/><Relationship Id="rId14" Type="http://schemas.openxmlformats.org/officeDocument/2006/relationships/customXml" Target="../ink/ink234.xml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1.png"/><Relationship Id="rId3" Type="http://schemas.openxmlformats.org/officeDocument/2006/relationships/customXml" Target="../ink/ink236.xml"/><Relationship Id="rId12" Type="http://schemas.openxmlformats.org/officeDocument/2006/relationships/image" Target="../media/image106.png"/><Relationship Id="rId2" Type="http://schemas.openxmlformats.org/officeDocument/2006/relationships/image" Target="../media/image2.png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37.xml"/><Relationship Id="rId15" Type="http://schemas.openxmlformats.org/officeDocument/2006/relationships/customXml" Target="../ink/ink238.xml"/><Relationship Id="rId10" Type="http://schemas.openxmlformats.org/officeDocument/2006/relationships/image" Target="../media/image590.png"/><Relationship Id="rId14" Type="http://schemas.openxmlformats.org/officeDocument/2006/relationships/image" Target="../media/image132.png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4.png"/><Relationship Id="rId3" Type="http://schemas.openxmlformats.org/officeDocument/2006/relationships/customXml" Target="../ink/ink239.xml"/><Relationship Id="rId12" Type="http://schemas.openxmlformats.org/officeDocument/2006/relationships/image" Target="../media/image10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40.xml"/><Relationship Id="rId10" Type="http://schemas.openxmlformats.org/officeDocument/2006/relationships/image" Target="../media/image59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1.xml"/><Relationship Id="rId12" Type="http://schemas.openxmlformats.org/officeDocument/2006/relationships/image" Target="../media/image10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242.xml"/><Relationship Id="rId10" Type="http://schemas.openxmlformats.org/officeDocument/2006/relationships/image" Target="../media/image590.png"/></Relationships>
</file>

<file path=ppt/slides/_rels/slide5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9.png"/><Relationship Id="rId21" Type="http://schemas.openxmlformats.org/officeDocument/2006/relationships/image" Target="../media/image360.png"/><Relationship Id="rId42" Type="http://schemas.openxmlformats.org/officeDocument/2006/relationships/customXml" Target="../ink/ink259.xml"/><Relationship Id="rId63" Type="http://schemas.openxmlformats.org/officeDocument/2006/relationships/image" Target="../media/image382.png"/><Relationship Id="rId84" Type="http://schemas.openxmlformats.org/officeDocument/2006/relationships/customXml" Target="../ink/ink280.xml"/><Relationship Id="rId138" Type="http://schemas.openxmlformats.org/officeDocument/2006/relationships/customXml" Target="../ink/ink307.xml"/><Relationship Id="rId159" Type="http://schemas.openxmlformats.org/officeDocument/2006/relationships/image" Target="../media/image433.png"/><Relationship Id="rId170" Type="http://schemas.openxmlformats.org/officeDocument/2006/relationships/customXml" Target="../ink/ink323.xml"/><Relationship Id="rId191" Type="http://schemas.openxmlformats.org/officeDocument/2006/relationships/image" Target="../media/image143.png"/><Relationship Id="rId205" Type="http://schemas.openxmlformats.org/officeDocument/2006/relationships/image" Target="../media/image253.png"/><Relationship Id="rId107" Type="http://schemas.openxmlformats.org/officeDocument/2006/relationships/image" Target="../media/image404.png"/><Relationship Id="rId11" Type="http://schemas.openxmlformats.org/officeDocument/2006/relationships/customXml" Target="../ink/ink244.xml"/><Relationship Id="rId32" Type="http://schemas.openxmlformats.org/officeDocument/2006/relationships/customXml" Target="../ink/ink254.xml"/><Relationship Id="rId53" Type="http://schemas.openxmlformats.org/officeDocument/2006/relationships/image" Target="../media/image376.png"/><Relationship Id="rId74" Type="http://schemas.openxmlformats.org/officeDocument/2006/relationships/customXml" Target="../ink/ink275.xml"/><Relationship Id="rId128" Type="http://schemas.openxmlformats.org/officeDocument/2006/relationships/customXml" Target="../ink/ink302.xml"/><Relationship Id="rId149" Type="http://schemas.openxmlformats.org/officeDocument/2006/relationships/image" Target="../media/image427.png"/><Relationship Id="rId95" Type="http://schemas.openxmlformats.org/officeDocument/2006/relationships/image" Target="../media/image398.png"/><Relationship Id="rId160" Type="http://schemas.openxmlformats.org/officeDocument/2006/relationships/customXml" Target="../ink/ink318.xml"/><Relationship Id="rId181" Type="http://schemas.openxmlformats.org/officeDocument/2006/relationships/image" Target="../media/image138.png"/><Relationship Id="rId216" Type="http://schemas.openxmlformats.org/officeDocument/2006/relationships/image" Target="../media/image258.png"/><Relationship Id="rId22" Type="http://schemas.openxmlformats.org/officeDocument/2006/relationships/customXml" Target="../ink/ink249.xml"/><Relationship Id="rId43" Type="http://schemas.openxmlformats.org/officeDocument/2006/relationships/image" Target="../media/image371.png"/><Relationship Id="rId64" Type="http://schemas.openxmlformats.org/officeDocument/2006/relationships/customXml" Target="../ink/ink270.xml"/><Relationship Id="rId118" Type="http://schemas.openxmlformats.org/officeDocument/2006/relationships/customXml" Target="../ink/ink297.xml"/><Relationship Id="rId139" Type="http://schemas.openxmlformats.org/officeDocument/2006/relationships/image" Target="../media/image422.png"/><Relationship Id="rId85" Type="http://schemas.openxmlformats.org/officeDocument/2006/relationships/image" Target="../media/image393.png"/><Relationship Id="rId150" Type="http://schemas.openxmlformats.org/officeDocument/2006/relationships/customXml" Target="../ink/ink313.xml"/><Relationship Id="rId171" Type="http://schemas.openxmlformats.org/officeDocument/2006/relationships/image" Target="../media/image439.png"/><Relationship Id="rId192" Type="http://schemas.openxmlformats.org/officeDocument/2006/relationships/customXml" Target="../ink/ink334.xml"/><Relationship Id="rId206" Type="http://schemas.openxmlformats.org/officeDocument/2006/relationships/customXml" Target="../ink/ink341.xml"/><Relationship Id="rId12" Type="http://schemas.openxmlformats.org/officeDocument/2006/relationships/image" Target="../media/image106.png"/><Relationship Id="rId33" Type="http://schemas.openxmlformats.org/officeDocument/2006/relationships/image" Target="../media/image366.png"/><Relationship Id="rId108" Type="http://schemas.openxmlformats.org/officeDocument/2006/relationships/customXml" Target="../ink/ink292.xml"/><Relationship Id="rId129" Type="http://schemas.openxmlformats.org/officeDocument/2006/relationships/image" Target="../media/image416.png"/><Relationship Id="rId54" Type="http://schemas.openxmlformats.org/officeDocument/2006/relationships/customXml" Target="../ink/ink265.xml"/><Relationship Id="rId75" Type="http://schemas.openxmlformats.org/officeDocument/2006/relationships/image" Target="../media/image388.png"/><Relationship Id="rId96" Type="http://schemas.openxmlformats.org/officeDocument/2006/relationships/customXml" Target="../ink/ink286.xml"/><Relationship Id="rId140" Type="http://schemas.openxmlformats.org/officeDocument/2006/relationships/customXml" Target="../ink/ink308.xml"/><Relationship Id="rId161" Type="http://schemas.openxmlformats.org/officeDocument/2006/relationships/image" Target="../media/image434.png"/><Relationship Id="rId182" Type="http://schemas.openxmlformats.org/officeDocument/2006/relationships/customXml" Target="../ink/ink329.xml"/><Relationship Id="rId217" Type="http://schemas.openxmlformats.org/officeDocument/2006/relationships/customXml" Target="../ink/ink347.xml"/><Relationship Id="rId23" Type="http://schemas.openxmlformats.org/officeDocument/2006/relationships/image" Target="../media/image361.png"/><Relationship Id="rId119" Type="http://schemas.openxmlformats.org/officeDocument/2006/relationships/image" Target="../media/image411.png"/><Relationship Id="rId44" Type="http://schemas.openxmlformats.org/officeDocument/2006/relationships/customXml" Target="../ink/ink260.xml"/><Relationship Id="rId65" Type="http://schemas.openxmlformats.org/officeDocument/2006/relationships/image" Target="../media/image383.png"/><Relationship Id="rId86" Type="http://schemas.openxmlformats.org/officeDocument/2006/relationships/customXml" Target="../ink/ink281.xml"/><Relationship Id="rId130" Type="http://schemas.openxmlformats.org/officeDocument/2006/relationships/customXml" Target="../ink/ink303.xml"/><Relationship Id="rId151" Type="http://schemas.openxmlformats.org/officeDocument/2006/relationships/image" Target="../media/image428.png"/><Relationship Id="rId172" Type="http://schemas.openxmlformats.org/officeDocument/2006/relationships/customXml" Target="../ink/ink324.xml"/><Relationship Id="rId193" Type="http://schemas.openxmlformats.org/officeDocument/2006/relationships/image" Target="../media/image144.png"/><Relationship Id="rId207" Type="http://schemas.openxmlformats.org/officeDocument/2006/relationships/image" Target="../media/image254.png"/><Relationship Id="rId13" Type="http://schemas.openxmlformats.org/officeDocument/2006/relationships/customXml" Target="../ink/ink245.xml"/><Relationship Id="rId109" Type="http://schemas.openxmlformats.org/officeDocument/2006/relationships/image" Target="../media/image405.png"/><Relationship Id="rId34" Type="http://schemas.openxmlformats.org/officeDocument/2006/relationships/customXml" Target="../ink/ink255.xml"/><Relationship Id="rId55" Type="http://schemas.openxmlformats.org/officeDocument/2006/relationships/image" Target="../media/image377.png"/><Relationship Id="rId76" Type="http://schemas.openxmlformats.org/officeDocument/2006/relationships/customXml" Target="../ink/ink276.xml"/><Relationship Id="rId97" Type="http://schemas.openxmlformats.org/officeDocument/2006/relationships/image" Target="../media/image399.png"/><Relationship Id="rId120" Type="http://schemas.openxmlformats.org/officeDocument/2006/relationships/customXml" Target="../ink/ink298.xml"/><Relationship Id="rId141" Type="http://schemas.openxmlformats.org/officeDocument/2006/relationships/image" Target="../media/image423.png"/><Relationship Id="rId162" Type="http://schemas.openxmlformats.org/officeDocument/2006/relationships/customXml" Target="../ink/ink319.xml"/><Relationship Id="rId183" Type="http://schemas.openxmlformats.org/officeDocument/2006/relationships/image" Target="../media/image139.png"/><Relationship Id="rId218" Type="http://schemas.openxmlformats.org/officeDocument/2006/relationships/image" Target="../media/image259.png"/><Relationship Id="rId24" Type="http://schemas.openxmlformats.org/officeDocument/2006/relationships/customXml" Target="../ink/ink250.xml"/><Relationship Id="rId45" Type="http://schemas.openxmlformats.org/officeDocument/2006/relationships/image" Target="../media/image372.png"/><Relationship Id="rId66" Type="http://schemas.openxmlformats.org/officeDocument/2006/relationships/customXml" Target="../ink/ink271.xml"/><Relationship Id="rId87" Type="http://schemas.openxmlformats.org/officeDocument/2006/relationships/image" Target="../media/image394.png"/><Relationship Id="rId110" Type="http://schemas.openxmlformats.org/officeDocument/2006/relationships/customXml" Target="../ink/ink293.xml"/><Relationship Id="rId131" Type="http://schemas.openxmlformats.org/officeDocument/2006/relationships/image" Target="../media/image417.png"/><Relationship Id="rId152" Type="http://schemas.openxmlformats.org/officeDocument/2006/relationships/customXml" Target="../ink/ink314.xml"/><Relationship Id="rId173" Type="http://schemas.openxmlformats.org/officeDocument/2006/relationships/image" Target="../media/image441.png"/><Relationship Id="rId194" Type="http://schemas.openxmlformats.org/officeDocument/2006/relationships/customXml" Target="../ink/ink335.xml"/><Relationship Id="rId208" Type="http://schemas.openxmlformats.org/officeDocument/2006/relationships/customXml" Target="../ink/ink342.xml"/><Relationship Id="rId19" Type="http://schemas.openxmlformats.org/officeDocument/2006/relationships/image" Target="../media/image359.png"/><Relationship Id="rId30" Type="http://schemas.openxmlformats.org/officeDocument/2006/relationships/customXml" Target="../ink/ink253.xml"/><Relationship Id="rId35" Type="http://schemas.openxmlformats.org/officeDocument/2006/relationships/image" Target="../media/image367.png"/><Relationship Id="rId56" Type="http://schemas.openxmlformats.org/officeDocument/2006/relationships/customXml" Target="../ink/ink266.xml"/><Relationship Id="rId77" Type="http://schemas.openxmlformats.org/officeDocument/2006/relationships/image" Target="../media/image389.png"/><Relationship Id="rId100" Type="http://schemas.openxmlformats.org/officeDocument/2006/relationships/customXml" Target="../ink/ink288.xml"/><Relationship Id="rId105" Type="http://schemas.openxmlformats.org/officeDocument/2006/relationships/image" Target="../media/image403.png"/><Relationship Id="rId126" Type="http://schemas.openxmlformats.org/officeDocument/2006/relationships/customXml" Target="../ink/ink301.xml"/><Relationship Id="rId147" Type="http://schemas.openxmlformats.org/officeDocument/2006/relationships/image" Target="../media/image426.png"/><Relationship Id="rId168" Type="http://schemas.openxmlformats.org/officeDocument/2006/relationships/customXml" Target="../ink/ink322.xml"/><Relationship Id="rId51" Type="http://schemas.openxmlformats.org/officeDocument/2006/relationships/image" Target="../media/image375.png"/><Relationship Id="rId72" Type="http://schemas.openxmlformats.org/officeDocument/2006/relationships/customXml" Target="../ink/ink274.xml"/><Relationship Id="rId93" Type="http://schemas.openxmlformats.org/officeDocument/2006/relationships/image" Target="../media/image397.png"/><Relationship Id="rId98" Type="http://schemas.openxmlformats.org/officeDocument/2006/relationships/customXml" Target="../ink/ink287.xml"/><Relationship Id="rId121" Type="http://schemas.openxmlformats.org/officeDocument/2006/relationships/image" Target="../media/image412.png"/><Relationship Id="rId142" Type="http://schemas.openxmlformats.org/officeDocument/2006/relationships/customXml" Target="../ink/ink309.xml"/><Relationship Id="rId163" Type="http://schemas.openxmlformats.org/officeDocument/2006/relationships/image" Target="../media/image435.png"/><Relationship Id="rId184" Type="http://schemas.openxmlformats.org/officeDocument/2006/relationships/customXml" Target="../ink/ink330.xml"/><Relationship Id="rId189" Type="http://schemas.openxmlformats.org/officeDocument/2006/relationships/image" Target="../media/image142.png"/><Relationship Id="rId219" Type="http://schemas.openxmlformats.org/officeDocument/2006/relationships/customXml" Target="../ink/ink348.xml"/><Relationship Id="rId3" Type="http://schemas.openxmlformats.org/officeDocument/2006/relationships/customXml" Target="../ink/ink243.xml"/><Relationship Id="rId214" Type="http://schemas.openxmlformats.org/officeDocument/2006/relationships/image" Target="../media/image257.png"/><Relationship Id="rId25" Type="http://schemas.openxmlformats.org/officeDocument/2006/relationships/image" Target="../media/image362.png"/><Relationship Id="rId46" Type="http://schemas.openxmlformats.org/officeDocument/2006/relationships/customXml" Target="../ink/ink261.xml"/><Relationship Id="rId67" Type="http://schemas.openxmlformats.org/officeDocument/2006/relationships/image" Target="../media/image384.png"/><Relationship Id="rId116" Type="http://schemas.openxmlformats.org/officeDocument/2006/relationships/customXml" Target="../ink/ink296.xml"/><Relationship Id="rId137" Type="http://schemas.openxmlformats.org/officeDocument/2006/relationships/image" Target="../media/image421.png"/><Relationship Id="rId158" Type="http://schemas.openxmlformats.org/officeDocument/2006/relationships/customXml" Target="../ink/ink317.xml"/><Relationship Id="rId20" Type="http://schemas.openxmlformats.org/officeDocument/2006/relationships/customXml" Target="../ink/ink248.xml"/><Relationship Id="rId41" Type="http://schemas.openxmlformats.org/officeDocument/2006/relationships/image" Target="../media/image370.png"/><Relationship Id="rId62" Type="http://schemas.openxmlformats.org/officeDocument/2006/relationships/customXml" Target="../ink/ink269.xml"/><Relationship Id="rId83" Type="http://schemas.openxmlformats.org/officeDocument/2006/relationships/image" Target="../media/image392.png"/><Relationship Id="rId88" Type="http://schemas.openxmlformats.org/officeDocument/2006/relationships/customXml" Target="../ink/ink282.xml"/><Relationship Id="rId111" Type="http://schemas.openxmlformats.org/officeDocument/2006/relationships/image" Target="../media/image406.png"/><Relationship Id="rId132" Type="http://schemas.openxmlformats.org/officeDocument/2006/relationships/customXml" Target="../ink/ink304.xml"/><Relationship Id="rId153" Type="http://schemas.openxmlformats.org/officeDocument/2006/relationships/image" Target="../media/image429.png"/><Relationship Id="rId174" Type="http://schemas.openxmlformats.org/officeDocument/2006/relationships/customXml" Target="../ink/ink325.xml"/><Relationship Id="rId179" Type="http://schemas.openxmlformats.org/officeDocument/2006/relationships/image" Target="../media/image137.png"/><Relationship Id="rId195" Type="http://schemas.openxmlformats.org/officeDocument/2006/relationships/image" Target="../media/image199.png"/><Relationship Id="rId209" Type="http://schemas.openxmlformats.org/officeDocument/2006/relationships/image" Target="../media/image255.png"/><Relationship Id="rId190" Type="http://schemas.openxmlformats.org/officeDocument/2006/relationships/customXml" Target="../ink/ink333.xml"/><Relationship Id="rId204" Type="http://schemas.openxmlformats.org/officeDocument/2006/relationships/customXml" Target="../ink/ink340.xml"/><Relationship Id="rId220" Type="http://schemas.openxmlformats.org/officeDocument/2006/relationships/image" Target="../media/image260.png"/><Relationship Id="rId15" Type="http://schemas.openxmlformats.org/officeDocument/2006/relationships/image" Target="../media/image357.png"/><Relationship Id="rId36" Type="http://schemas.openxmlformats.org/officeDocument/2006/relationships/customXml" Target="../ink/ink256.xml"/><Relationship Id="rId57" Type="http://schemas.openxmlformats.org/officeDocument/2006/relationships/image" Target="../media/image378.png"/><Relationship Id="rId106" Type="http://schemas.openxmlformats.org/officeDocument/2006/relationships/customXml" Target="../ink/ink291.xml"/><Relationship Id="rId127" Type="http://schemas.openxmlformats.org/officeDocument/2006/relationships/image" Target="../media/image415.png"/><Relationship Id="rId10" Type="http://schemas.openxmlformats.org/officeDocument/2006/relationships/image" Target="../media/image590.png"/><Relationship Id="rId31" Type="http://schemas.openxmlformats.org/officeDocument/2006/relationships/image" Target="../media/image365.png"/><Relationship Id="rId52" Type="http://schemas.openxmlformats.org/officeDocument/2006/relationships/customXml" Target="../ink/ink264.xml"/><Relationship Id="rId73" Type="http://schemas.openxmlformats.org/officeDocument/2006/relationships/image" Target="../media/image387.png"/><Relationship Id="rId78" Type="http://schemas.openxmlformats.org/officeDocument/2006/relationships/customXml" Target="../ink/ink277.xml"/><Relationship Id="rId94" Type="http://schemas.openxmlformats.org/officeDocument/2006/relationships/customXml" Target="../ink/ink285.xml"/><Relationship Id="rId99" Type="http://schemas.openxmlformats.org/officeDocument/2006/relationships/image" Target="../media/image400.png"/><Relationship Id="rId101" Type="http://schemas.openxmlformats.org/officeDocument/2006/relationships/image" Target="../media/image401.png"/><Relationship Id="rId122" Type="http://schemas.openxmlformats.org/officeDocument/2006/relationships/customXml" Target="../ink/ink299.xml"/><Relationship Id="rId143" Type="http://schemas.openxmlformats.org/officeDocument/2006/relationships/image" Target="../media/image424.png"/><Relationship Id="rId148" Type="http://schemas.openxmlformats.org/officeDocument/2006/relationships/customXml" Target="../ink/ink312.xml"/><Relationship Id="rId164" Type="http://schemas.openxmlformats.org/officeDocument/2006/relationships/customXml" Target="../ink/ink320.xml"/><Relationship Id="rId169" Type="http://schemas.openxmlformats.org/officeDocument/2006/relationships/image" Target="../media/image438.png"/><Relationship Id="rId185" Type="http://schemas.openxmlformats.org/officeDocument/2006/relationships/image" Target="../media/image140.png"/><Relationship Id="rId180" Type="http://schemas.openxmlformats.org/officeDocument/2006/relationships/customXml" Target="../ink/ink328.xml"/><Relationship Id="rId210" Type="http://schemas.openxmlformats.org/officeDocument/2006/relationships/customXml" Target="../ink/ink343.xml"/><Relationship Id="rId215" Type="http://schemas.openxmlformats.org/officeDocument/2006/relationships/customXml" Target="../ink/ink346.xml"/><Relationship Id="rId26" Type="http://schemas.openxmlformats.org/officeDocument/2006/relationships/customXml" Target="../ink/ink251.xml"/><Relationship Id="rId47" Type="http://schemas.openxmlformats.org/officeDocument/2006/relationships/image" Target="../media/image373.png"/><Relationship Id="rId68" Type="http://schemas.openxmlformats.org/officeDocument/2006/relationships/customXml" Target="../ink/ink272.xml"/><Relationship Id="rId89" Type="http://schemas.openxmlformats.org/officeDocument/2006/relationships/image" Target="../media/image395.png"/><Relationship Id="rId112" Type="http://schemas.openxmlformats.org/officeDocument/2006/relationships/customXml" Target="../ink/ink294.xml"/><Relationship Id="rId133" Type="http://schemas.openxmlformats.org/officeDocument/2006/relationships/image" Target="../media/image418.png"/><Relationship Id="rId154" Type="http://schemas.openxmlformats.org/officeDocument/2006/relationships/customXml" Target="../ink/ink315.xml"/><Relationship Id="rId175" Type="http://schemas.openxmlformats.org/officeDocument/2006/relationships/image" Target="../media/image135.png"/><Relationship Id="rId196" Type="http://schemas.openxmlformats.org/officeDocument/2006/relationships/customXml" Target="../ink/ink336.xml"/><Relationship Id="rId200" Type="http://schemas.openxmlformats.org/officeDocument/2006/relationships/customXml" Target="../ink/ink338.xml"/><Relationship Id="rId16" Type="http://schemas.openxmlformats.org/officeDocument/2006/relationships/customXml" Target="../ink/ink246.xml"/><Relationship Id="rId221" Type="http://schemas.openxmlformats.org/officeDocument/2006/relationships/customXml" Target="../ink/ink349.xml"/><Relationship Id="rId37" Type="http://schemas.openxmlformats.org/officeDocument/2006/relationships/image" Target="../media/image368.png"/><Relationship Id="rId58" Type="http://schemas.openxmlformats.org/officeDocument/2006/relationships/customXml" Target="../ink/ink267.xml"/><Relationship Id="rId79" Type="http://schemas.openxmlformats.org/officeDocument/2006/relationships/image" Target="../media/image390.png"/><Relationship Id="rId102" Type="http://schemas.openxmlformats.org/officeDocument/2006/relationships/customXml" Target="../ink/ink289.xml"/><Relationship Id="rId123" Type="http://schemas.openxmlformats.org/officeDocument/2006/relationships/image" Target="../media/image413.png"/><Relationship Id="rId144" Type="http://schemas.openxmlformats.org/officeDocument/2006/relationships/customXml" Target="../ink/ink310.xml"/><Relationship Id="rId90" Type="http://schemas.openxmlformats.org/officeDocument/2006/relationships/customXml" Target="../ink/ink283.xml"/><Relationship Id="rId165" Type="http://schemas.openxmlformats.org/officeDocument/2006/relationships/image" Target="../media/image436.png"/><Relationship Id="rId186" Type="http://schemas.openxmlformats.org/officeDocument/2006/relationships/customXml" Target="../ink/ink331.xml"/><Relationship Id="rId211" Type="http://schemas.openxmlformats.org/officeDocument/2006/relationships/image" Target="../media/image256.png"/><Relationship Id="rId27" Type="http://schemas.openxmlformats.org/officeDocument/2006/relationships/image" Target="../media/image363.png"/><Relationship Id="rId48" Type="http://schemas.openxmlformats.org/officeDocument/2006/relationships/customXml" Target="../ink/ink262.xml"/><Relationship Id="rId69" Type="http://schemas.openxmlformats.org/officeDocument/2006/relationships/image" Target="../media/image385.png"/><Relationship Id="rId113" Type="http://schemas.openxmlformats.org/officeDocument/2006/relationships/image" Target="../media/image407.png"/><Relationship Id="rId134" Type="http://schemas.openxmlformats.org/officeDocument/2006/relationships/customXml" Target="../ink/ink305.xml"/><Relationship Id="rId80" Type="http://schemas.openxmlformats.org/officeDocument/2006/relationships/customXml" Target="../ink/ink278.xml"/><Relationship Id="rId155" Type="http://schemas.openxmlformats.org/officeDocument/2006/relationships/image" Target="../media/image431.png"/><Relationship Id="rId176" Type="http://schemas.openxmlformats.org/officeDocument/2006/relationships/customXml" Target="../ink/ink326.xml"/><Relationship Id="rId197" Type="http://schemas.openxmlformats.org/officeDocument/2006/relationships/image" Target="../media/image249.png"/><Relationship Id="rId201" Type="http://schemas.openxmlformats.org/officeDocument/2006/relationships/image" Target="../media/image251.png"/><Relationship Id="rId222" Type="http://schemas.openxmlformats.org/officeDocument/2006/relationships/image" Target="../media/image261.png"/><Relationship Id="rId17" Type="http://schemas.openxmlformats.org/officeDocument/2006/relationships/image" Target="../media/image358.png"/><Relationship Id="rId38" Type="http://schemas.openxmlformats.org/officeDocument/2006/relationships/customXml" Target="../ink/ink257.xml"/><Relationship Id="rId59" Type="http://schemas.openxmlformats.org/officeDocument/2006/relationships/image" Target="../media/image379.png"/><Relationship Id="rId103" Type="http://schemas.openxmlformats.org/officeDocument/2006/relationships/image" Target="../media/image402.png"/><Relationship Id="rId124" Type="http://schemas.openxmlformats.org/officeDocument/2006/relationships/customXml" Target="../ink/ink300.xml"/><Relationship Id="rId70" Type="http://schemas.openxmlformats.org/officeDocument/2006/relationships/customXml" Target="../ink/ink273.xml"/><Relationship Id="rId91" Type="http://schemas.openxmlformats.org/officeDocument/2006/relationships/image" Target="../media/image396.png"/><Relationship Id="rId145" Type="http://schemas.openxmlformats.org/officeDocument/2006/relationships/image" Target="../media/image425.png"/><Relationship Id="rId166" Type="http://schemas.openxmlformats.org/officeDocument/2006/relationships/customXml" Target="../ink/ink321.xml"/><Relationship Id="rId187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44.xml"/><Relationship Id="rId28" Type="http://schemas.openxmlformats.org/officeDocument/2006/relationships/customXml" Target="../ink/ink252.xml"/><Relationship Id="rId49" Type="http://schemas.openxmlformats.org/officeDocument/2006/relationships/image" Target="../media/image374.png"/><Relationship Id="rId114" Type="http://schemas.openxmlformats.org/officeDocument/2006/relationships/customXml" Target="../ink/ink295.xml"/><Relationship Id="rId60" Type="http://schemas.openxmlformats.org/officeDocument/2006/relationships/customXml" Target="../ink/ink268.xml"/><Relationship Id="rId81" Type="http://schemas.openxmlformats.org/officeDocument/2006/relationships/image" Target="../media/image391.png"/><Relationship Id="rId135" Type="http://schemas.openxmlformats.org/officeDocument/2006/relationships/image" Target="../media/image419.png"/><Relationship Id="rId156" Type="http://schemas.openxmlformats.org/officeDocument/2006/relationships/customXml" Target="../ink/ink316.xml"/><Relationship Id="rId177" Type="http://schemas.openxmlformats.org/officeDocument/2006/relationships/image" Target="../media/image136.png"/><Relationship Id="rId198" Type="http://schemas.openxmlformats.org/officeDocument/2006/relationships/customXml" Target="../ink/ink337.xml"/><Relationship Id="rId202" Type="http://schemas.openxmlformats.org/officeDocument/2006/relationships/customXml" Target="../ink/ink339.xml"/><Relationship Id="rId18" Type="http://schemas.openxmlformats.org/officeDocument/2006/relationships/customXml" Target="../ink/ink247.xml"/><Relationship Id="rId39" Type="http://schemas.openxmlformats.org/officeDocument/2006/relationships/image" Target="../media/image369.png"/><Relationship Id="rId50" Type="http://schemas.openxmlformats.org/officeDocument/2006/relationships/customXml" Target="../ink/ink263.xml"/><Relationship Id="rId104" Type="http://schemas.openxmlformats.org/officeDocument/2006/relationships/customXml" Target="../ink/ink290.xml"/><Relationship Id="rId125" Type="http://schemas.openxmlformats.org/officeDocument/2006/relationships/image" Target="../media/image414.png"/><Relationship Id="rId146" Type="http://schemas.openxmlformats.org/officeDocument/2006/relationships/customXml" Target="../ink/ink311.xml"/><Relationship Id="rId167" Type="http://schemas.openxmlformats.org/officeDocument/2006/relationships/image" Target="../media/image437.png"/><Relationship Id="rId188" Type="http://schemas.openxmlformats.org/officeDocument/2006/relationships/customXml" Target="../ink/ink332.xml"/><Relationship Id="rId71" Type="http://schemas.openxmlformats.org/officeDocument/2006/relationships/image" Target="../media/image386.png"/><Relationship Id="rId92" Type="http://schemas.openxmlformats.org/officeDocument/2006/relationships/customXml" Target="../ink/ink284.xml"/><Relationship Id="rId213" Type="http://schemas.openxmlformats.org/officeDocument/2006/relationships/customXml" Target="../ink/ink345.xml"/><Relationship Id="rId2" Type="http://schemas.openxmlformats.org/officeDocument/2006/relationships/image" Target="../media/image2.png"/><Relationship Id="rId29" Type="http://schemas.openxmlformats.org/officeDocument/2006/relationships/image" Target="../media/image364.png"/><Relationship Id="rId40" Type="http://schemas.openxmlformats.org/officeDocument/2006/relationships/customXml" Target="../ink/ink258.xml"/><Relationship Id="rId115" Type="http://schemas.openxmlformats.org/officeDocument/2006/relationships/image" Target="../media/image408.png"/><Relationship Id="rId136" Type="http://schemas.openxmlformats.org/officeDocument/2006/relationships/customXml" Target="../ink/ink306.xml"/><Relationship Id="rId157" Type="http://schemas.openxmlformats.org/officeDocument/2006/relationships/image" Target="../media/image432.png"/><Relationship Id="rId178" Type="http://schemas.openxmlformats.org/officeDocument/2006/relationships/customXml" Target="../ink/ink327.xml"/><Relationship Id="rId61" Type="http://schemas.openxmlformats.org/officeDocument/2006/relationships/image" Target="../media/image381.png"/><Relationship Id="rId82" Type="http://schemas.openxmlformats.org/officeDocument/2006/relationships/customXml" Target="../ink/ink279.xml"/><Relationship Id="rId199" Type="http://schemas.openxmlformats.org/officeDocument/2006/relationships/image" Target="../media/image250.png"/><Relationship Id="rId203" Type="http://schemas.openxmlformats.org/officeDocument/2006/relationships/image" Target="../media/image25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0.xml"/><Relationship Id="rId12" Type="http://schemas.openxmlformats.org/officeDocument/2006/relationships/image" Target="../media/image10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351.xml"/><Relationship Id="rId10" Type="http://schemas.openxmlformats.org/officeDocument/2006/relationships/image" Target="../media/image590.png"/></Relationships>
</file>

<file path=ppt/slides/_rels/slide5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01.png"/><Relationship Id="rId21" Type="http://schemas.openxmlformats.org/officeDocument/2006/relationships/image" Target="../media/image448.png"/><Relationship Id="rId63" Type="http://schemas.openxmlformats.org/officeDocument/2006/relationships/image" Target="../media/image472.png"/><Relationship Id="rId159" Type="http://schemas.openxmlformats.org/officeDocument/2006/relationships/image" Target="../media/image273.png"/><Relationship Id="rId170" Type="http://schemas.openxmlformats.org/officeDocument/2006/relationships/customXml" Target="../ink/ink434.xml"/><Relationship Id="rId226" Type="http://schemas.openxmlformats.org/officeDocument/2006/relationships/customXml" Target="../ink/ink462.xml"/><Relationship Id="rId268" Type="http://schemas.openxmlformats.org/officeDocument/2006/relationships/customXml" Target="../ink/ink483.xml"/><Relationship Id="rId32" Type="http://schemas.openxmlformats.org/officeDocument/2006/relationships/customXml" Target="../ink/ink365.xml"/><Relationship Id="rId74" Type="http://schemas.openxmlformats.org/officeDocument/2006/relationships/customXml" Target="../ink/ink386.xml"/><Relationship Id="rId128" Type="http://schemas.openxmlformats.org/officeDocument/2006/relationships/customXml" Target="../ink/ink413.xml"/><Relationship Id="rId5" Type="http://schemas.openxmlformats.org/officeDocument/2006/relationships/image" Target="../media/image444.png"/><Relationship Id="rId181" Type="http://schemas.openxmlformats.org/officeDocument/2006/relationships/image" Target="../media/image284.png"/><Relationship Id="rId237" Type="http://schemas.openxmlformats.org/officeDocument/2006/relationships/image" Target="../media/image312.png"/><Relationship Id="rId279" Type="http://schemas.openxmlformats.org/officeDocument/2006/relationships/image" Target="../media/image333.png"/><Relationship Id="rId43" Type="http://schemas.openxmlformats.org/officeDocument/2006/relationships/image" Target="../media/image461.png"/><Relationship Id="rId139" Type="http://schemas.openxmlformats.org/officeDocument/2006/relationships/image" Target="../media/image263.png"/><Relationship Id="rId290" Type="http://schemas.openxmlformats.org/officeDocument/2006/relationships/customXml" Target="../ink/ink494.xml"/><Relationship Id="rId85" Type="http://schemas.openxmlformats.org/officeDocument/2006/relationships/image" Target="../media/image484.png"/><Relationship Id="rId150" Type="http://schemas.openxmlformats.org/officeDocument/2006/relationships/customXml" Target="../ink/ink424.xml"/><Relationship Id="rId192" Type="http://schemas.openxmlformats.org/officeDocument/2006/relationships/customXml" Target="../ink/ink445.xml"/><Relationship Id="rId206" Type="http://schemas.openxmlformats.org/officeDocument/2006/relationships/customXml" Target="../ink/ink452.xml"/><Relationship Id="rId248" Type="http://schemas.openxmlformats.org/officeDocument/2006/relationships/customXml" Target="../ink/ink473.xml"/><Relationship Id="rId269" Type="http://schemas.openxmlformats.org/officeDocument/2006/relationships/image" Target="../media/image328.png"/><Relationship Id="rId12" Type="http://schemas.openxmlformats.org/officeDocument/2006/relationships/image" Target="../media/image106.png"/><Relationship Id="rId33" Type="http://schemas.openxmlformats.org/officeDocument/2006/relationships/image" Target="../media/image455.png"/><Relationship Id="rId108" Type="http://schemas.openxmlformats.org/officeDocument/2006/relationships/customXml" Target="../ink/ink403.xml"/><Relationship Id="rId129" Type="http://schemas.openxmlformats.org/officeDocument/2006/relationships/image" Target="../media/image507.png"/><Relationship Id="rId280" Type="http://schemas.openxmlformats.org/officeDocument/2006/relationships/customXml" Target="../ink/ink489.xml"/><Relationship Id="rId54" Type="http://schemas.openxmlformats.org/officeDocument/2006/relationships/customXml" Target="../ink/ink376.xml"/><Relationship Id="rId75" Type="http://schemas.openxmlformats.org/officeDocument/2006/relationships/image" Target="../media/image478.png"/><Relationship Id="rId96" Type="http://schemas.openxmlformats.org/officeDocument/2006/relationships/customXml" Target="../ink/ink397.xml"/><Relationship Id="rId140" Type="http://schemas.openxmlformats.org/officeDocument/2006/relationships/customXml" Target="../ink/ink419.xml"/><Relationship Id="rId161" Type="http://schemas.openxmlformats.org/officeDocument/2006/relationships/image" Target="../media/image274.png"/><Relationship Id="rId182" Type="http://schemas.openxmlformats.org/officeDocument/2006/relationships/customXml" Target="../ink/ink440.xml"/><Relationship Id="rId217" Type="http://schemas.openxmlformats.org/officeDocument/2006/relationships/image" Target="../media/image302.png"/><Relationship Id="rId238" Type="http://schemas.openxmlformats.org/officeDocument/2006/relationships/customXml" Target="../ink/ink468.xml"/><Relationship Id="rId259" Type="http://schemas.openxmlformats.org/officeDocument/2006/relationships/image" Target="../media/image323.png"/><Relationship Id="rId23" Type="http://schemas.openxmlformats.org/officeDocument/2006/relationships/image" Target="../media/image449.png"/><Relationship Id="rId119" Type="http://schemas.openxmlformats.org/officeDocument/2006/relationships/image" Target="../media/image502.png"/><Relationship Id="rId270" Type="http://schemas.openxmlformats.org/officeDocument/2006/relationships/customXml" Target="../ink/ink484.xml"/><Relationship Id="rId291" Type="http://schemas.openxmlformats.org/officeDocument/2006/relationships/image" Target="../media/image339.png"/><Relationship Id="rId44" Type="http://schemas.openxmlformats.org/officeDocument/2006/relationships/customXml" Target="../ink/ink371.xml"/><Relationship Id="rId65" Type="http://schemas.openxmlformats.org/officeDocument/2006/relationships/image" Target="../media/image473.png"/><Relationship Id="rId86" Type="http://schemas.openxmlformats.org/officeDocument/2006/relationships/customXml" Target="../ink/ink392.xml"/><Relationship Id="rId130" Type="http://schemas.openxmlformats.org/officeDocument/2006/relationships/customXml" Target="../ink/ink414.xml"/><Relationship Id="rId151" Type="http://schemas.openxmlformats.org/officeDocument/2006/relationships/image" Target="../media/image269.png"/><Relationship Id="rId172" Type="http://schemas.openxmlformats.org/officeDocument/2006/relationships/customXml" Target="../ink/ink435.xml"/><Relationship Id="rId193" Type="http://schemas.openxmlformats.org/officeDocument/2006/relationships/image" Target="../media/image290.png"/><Relationship Id="rId207" Type="http://schemas.openxmlformats.org/officeDocument/2006/relationships/image" Target="../media/image297.png"/><Relationship Id="rId228" Type="http://schemas.openxmlformats.org/officeDocument/2006/relationships/customXml" Target="../ink/ink463.xml"/><Relationship Id="rId249" Type="http://schemas.openxmlformats.org/officeDocument/2006/relationships/image" Target="../media/image318.png"/><Relationship Id="rId13" Type="http://schemas.openxmlformats.org/officeDocument/2006/relationships/customXml" Target="../ink/ink354.xml"/><Relationship Id="rId109" Type="http://schemas.openxmlformats.org/officeDocument/2006/relationships/image" Target="../media/image496.png"/><Relationship Id="rId260" Type="http://schemas.openxmlformats.org/officeDocument/2006/relationships/customXml" Target="../ink/ink479.xml"/><Relationship Id="rId281" Type="http://schemas.openxmlformats.org/officeDocument/2006/relationships/image" Target="../media/image334.png"/><Relationship Id="rId34" Type="http://schemas.openxmlformats.org/officeDocument/2006/relationships/customXml" Target="../ink/ink366.xml"/><Relationship Id="rId55" Type="http://schemas.openxmlformats.org/officeDocument/2006/relationships/image" Target="../media/image467.png"/><Relationship Id="rId76" Type="http://schemas.openxmlformats.org/officeDocument/2006/relationships/customXml" Target="../ink/ink387.xml"/><Relationship Id="rId97" Type="http://schemas.openxmlformats.org/officeDocument/2006/relationships/image" Target="../media/image490.png"/><Relationship Id="rId120" Type="http://schemas.openxmlformats.org/officeDocument/2006/relationships/customXml" Target="../ink/ink409.xml"/><Relationship Id="rId141" Type="http://schemas.openxmlformats.org/officeDocument/2006/relationships/image" Target="../media/image264.png"/><Relationship Id="rId7" Type="http://schemas.openxmlformats.org/officeDocument/2006/relationships/image" Target="../media/image445.png"/><Relationship Id="rId162" Type="http://schemas.openxmlformats.org/officeDocument/2006/relationships/customXml" Target="../ink/ink430.xml"/><Relationship Id="rId183" Type="http://schemas.openxmlformats.org/officeDocument/2006/relationships/image" Target="../media/image285.png"/><Relationship Id="rId218" Type="http://schemas.openxmlformats.org/officeDocument/2006/relationships/customXml" Target="../ink/ink458.xml"/><Relationship Id="rId239" Type="http://schemas.openxmlformats.org/officeDocument/2006/relationships/image" Target="../media/image313.png"/><Relationship Id="rId250" Type="http://schemas.openxmlformats.org/officeDocument/2006/relationships/customXml" Target="../ink/ink474.xml"/><Relationship Id="rId271" Type="http://schemas.openxmlformats.org/officeDocument/2006/relationships/image" Target="../media/image329.png"/><Relationship Id="rId292" Type="http://schemas.openxmlformats.org/officeDocument/2006/relationships/customXml" Target="../ink/ink495.xml"/><Relationship Id="rId24" Type="http://schemas.openxmlformats.org/officeDocument/2006/relationships/customXml" Target="../ink/ink361.xml"/><Relationship Id="rId45" Type="http://schemas.openxmlformats.org/officeDocument/2006/relationships/image" Target="../media/image462.png"/><Relationship Id="rId66" Type="http://schemas.openxmlformats.org/officeDocument/2006/relationships/customXml" Target="../ink/ink382.xml"/><Relationship Id="rId87" Type="http://schemas.openxmlformats.org/officeDocument/2006/relationships/image" Target="../media/image485.png"/><Relationship Id="rId110" Type="http://schemas.openxmlformats.org/officeDocument/2006/relationships/customXml" Target="../ink/ink404.xml"/><Relationship Id="rId131" Type="http://schemas.openxmlformats.org/officeDocument/2006/relationships/image" Target="../media/image508.png"/><Relationship Id="rId152" Type="http://schemas.openxmlformats.org/officeDocument/2006/relationships/customXml" Target="../ink/ink425.xml"/><Relationship Id="rId173" Type="http://schemas.openxmlformats.org/officeDocument/2006/relationships/image" Target="../media/image280.png"/><Relationship Id="rId194" Type="http://schemas.openxmlformats.org/officeDocument/2006/relationships/customXml" Target="../ink/ink446.xml"/><Relationship Id="rId208" Type="http://schemas.openxmlformats.org/officeDocument/2006/relationships/customXml" Target="../ink/ink453.xml"/><Relationship Id="rId229" Type="http://schemas.openxmlformats.org/officeDocument/2006/relationships/image" Target="../media/image308.png"/><Relationship Id="rId240" Type="http://schemas.openxmlformats.org/officeDocument/2006/relationships/customXml" Target="../ink/ink469.xml"/><Relationship Id="rId261" Type="http://schemas.openxmlformats.org/officeDocument/2006/relationships/image" Target="../media/image324.png"/><Relationship Id="rId14" Type="http://schemas.openxmlformats.org/officeDocument/2006/relationships/image" Target="../media/image443.png"/><Relationship Id="rId35" Type="http://schemas.openxmlformats.org/officeDocument/2006/relationships/image" Target="../media/image456.png"/><Relationship Id="rId56" Type="http://schemas.openxmlformats.org/officeDocument/2006/relationships/customXml" Target="../ink/ink377.xml"/><Relationship Id="rId77" Type="http://schemas.openxmlformats.org/officeDocument/2006/relationships/image" Target="../media/image479.png"/><Relationship Id="rId100" Type="http://schemas.openxmlformats.org/officeDocument/2006/relationships/customXml" Target="../ink/ink399.xml"/><Relationship Id="rId282" Type="http://schemas.openxmlformats.org/officeDocument/2006/relationships/customXml" Target="../ink/ink490.xml"/><Relationship Id="rId98" Type="http://schemas.openxmlformats.org/officeDocument/2006/relationships/customXml" Target="../ink/ink398.xml"/><Relationship Id="rId121" Type="http://schemas.openxmlformats.org/officeDocument/2006/relationships/image" Target="../media/image503.png"/><Relationship Id="rId142" Type="http://schemas.openxmlformats.org/officeDocument/2006/relationships/customXml" Target="../ink/ink420.xml"/><Relationship Id="rId163" Type="http://schemas.openxmlformats.org/officeDocument/2006/relationships/image" Target="../media/image275.png"/><Relationship Id="rId184" Type="http://schemas.openxmlformats.org/officeDocument/2006/relationships/customXml" Target="../ink/ink441.xml"/><Relationship Id="rId219" Type="http://schemas.openxmlformats.org/officeDocument/2006/relationships/image" Target="../media/image303.png"/><Relationship Id="rId230" Type="http://schemas.openxmlformats.org/officeDocument/2006/relationships/customXml" Target="../ink/ink464.xml"/><Relationship Id="rId251" Type="http://schemas.openxmlformats.org/officeDocument/2006/relationships/image" Target="../media/image319.png"/><Relationship Id="rId25" Type="http://schemas.openxmlformats.org/officeDocument/2006/relationships/image" Target="../media/image451.png"/><Relationship Id="rId46" Type="http://schemas.openxmlformats.org/officeDocument/2006/relationships/customXml" Target="../ink/ink372.xml"/><Relationship Id="rId67" Type="http://schemas.openxmlformats.org/officeDocument/2006/relationships/image" Target="../media/image474.png"/><Relationship Id="rId272" Type="http://schemas.openxmlformats.org/officeDocument/2006/relationships/customXml" Target="../ink/ink485.xml"/><Relationship Id="rId293" Type="http://schemas.openxmlformats.org/officeDocument/2006/relationships/image" Target="../media/image340.png"/><Relationship Id="rId88" Type="http://schemas.openxmlformats.org/officeDocument/2006/relationships/customXml" Target="../ink/ink393.xml"/><Relationship Id="rId111" Type="http://schemas.openxmlformats.org/officeDocument/2006/relationships/image" Target="../media/image497.png"/><Relationship Id="rId132" Type="http://schemas.openxmlformats.org/officeDocument/2006/relationships/customXml" Target="../ink/ink415.xml"/><Relationship Id="rId153" Type="http://schemas.openxmlformats.org/officeDocument/2006/relationships/image" Target="../media/image270.png"/><Relationship Id="rId174" Type="http://schemas.openxmlformats.org/officeDocument/2006/relationships/customXml" Target="../ink/ink436.xml"/><Relationship Id="rId195" Type="http://schemas.openxmlformats.org/officeDocument/2006/relationships/image" Target="../media/image291.png"/><Relationship Id="rId209" Type="http://schemas.openxmlformats.org/officeDocument/2006/relationships/image" Target="../media/image298.png"/><Relationship Id="rId220" Type="http://schemas.openxmlformats.org/officeDocument/2006/relationships/customXml" Target="../ink/ink459.xml"/><Relationship Id="rId241" Type="http://schemas.openxmlformats.org/officeDocument/2006/relationships/image" Target="../media/image314.png"/><Relationship Id="rId15" Type="http://schemas.openxmlformats.org/officeDocument/2006/relationships/customXml" Target="../ink/ink355.xml"/><Relationship Id="rId36" Type="http://schemas.openxmlformats.org/officeDocument/2006/relationships/customXml" Target="../ink/ink367.xml"/><Relationship Id="rId57" Type="http://schemas.openxmlformats.org/officeDocument/2006/relationships/image" Target="../media/image468.png"/><Relationship Id="rId262" Type="http://schemas.openxmlformats.org/officeDocument/2006/relationships/customXml" Target="../ink/ink480.xml"/><Relationship Id="rId283" Type="http://schemas.openxmlformats.org/officeDocument/2006/relationships/image" Target="../media/image335.png"/><Relationship Id="rId78" Type="http://schemas.openxmlformats.org/officeDocument/2006/relationships/customXml" Target="../ink/ink388.xml"/><Relationship Id="rId99" Type="http://schemas.openxmlformats.org/officeDocument/2006/relationships/image" Target="../media/image491.png"/><Relationship Id="rId101" Type="http://schemas.openxmlformats.org/officeDocument/2006/relationships/image" Target="../media/image492.png"/><Relationship Id="rId122" Type="http://schemas.openxmlformats.org/officeDocument/2006/relationships/customXml" Target="../ink/ink410.xml"/><Relationship Id="rId143" Type="http://schemas.openxmlformats.org/officeDocument/2006/relationships/image" Target="../media/image265.png"/><Relationship Id="rId164" Type="http://schemas.openxmlformats.org/officeDocument/2006/relationships/customXml" Target="../ink/ink431.xml"/><Relationship Id="rId185" Type="http://schemas.openxmlformats.org/officeDocument/2006/relationships/image" Target="../media/image286.png"/><Relationship Id="rId9" Type="http://schemas.openxmlformats.org/officeDocument/2006/relationships/image" Target="../media/image446.png"/><Relationship Id="rId210" Type="http://schemas.openxmlformats.org/officeDocument/2006/relationships/customXml" Target="../ink/ink454.xml"/><Relationship Id="rId26" Type="http://schemas.openxmlformats.org/officeDocument/2006/relationships/customXml" Target="../ink/ink362.xml"/><Relationship Id="rId231" Type="http://schemas.openxmlformats.org/officeDocument/2006/relationships/image" Target="../media/image309.png"/><Relationship Id="rId252" Type="http://schemas.openxmlformats.org/officeDocument/2006/relationships/customXml" Target="../ink/ink475.xml"/><Relationship Id="rId273" Type="http://schemas.openxmlformats.org/officeDocument/2006/relationships/image" Target="../media/image330.png"/><Relationship Id="rId294" Type="http://schemas.openxmlformats.org/officeDocument/2006/relationships/customXml" Target="../ink/ink496.xml"/><Relationship Id="rId47" Type="http://schemas.openxmlformats.org/officeDocument/2006/relationships/image" Target="../media/image463.png"/><Relationship Id="rId68" Type="http://schemas.openxmlformats.org/officeDocument/2006/relationships/customXml" Target="../ink/ink383.xml"/><Relationship Id="rId89" Type="http://schemas.openxmlformats.org/officeDocument/2006/relationships/image" Target="../media/image486.png"/><Relationship Id="rId112" Type="http://schemas.openxmlformats.org/officeDocument/2006/relationships/customXml" Target="../ink/ink405.xml"/><Relationship Id="rId133" Type="http://schemas.openxmlformats.org/officeDocument/2006/relationships/image" Target="../media/image509.png"/><Relationship Id="rId154" Type="http://schemas.openxmlformats.org/officeDocument/2006/relationships/customXml" Target="../ink/ink426.xml"/><Relationship Id="rId175" Type="http://schemas.openxmlformats.org/officeDocument/2006/relationships/image" Target="../media/image281.png"/><Relationship Id="rId196" Type="http://schemas.openxmlformats.org/officeDocument/2006/relationships/customXml" Target="../ink/ink447.xml"/><Relationship Id="rId200" Type="http://schemas.openxmlformats.org/officeDocument/2006/relationships/customXml" Target="../ink/ink449.xml"/><Relationship Id="rId16" Type="http://schemas.openxmlformats.org/officeDocument/2006/relationships/customXml" Target="../ink/ink356.xml"/><Relationship Id="rId221" Type="http://schemas.openxmlformats.org/officeDocument/2006/relationships/image" Target="../media/image304.png"/><Relationship Id="rId242" Type="http://schemas.openxmlformats.org/officeDocument/2006/relationships/customXml" Target="../ink/ink470.xml"/><Relationship Id="rId263" Type="http://schemas.openxmlformats.org/officeDocument/2006/relationships/image" Target="../media/image325.png"/><Relationship Id="rId284" Type="http://schemas.openxmlformats.org/officeDocument/2006/relationships/customXml" Target="../ink/ink491.xml"/><Relationship Id="rId37" Type="http://schemas.openxmlformats.org/officeDocument/2006/relationships/image" Target="../media/image457.png"/><Relationship Id="rId58" Type="http://schemas.openxmlformats.org/officeDocument/2006/relationships/customXml" Target="../ink/ink378.xml"/><Relationship Id="rId79" Type="http://schemas.openxmlformats.org/officeDocument/2006/relationships/image" Target="../media/image481.png"/><Relationship Id="rId102" Type="http://schemas.openxmlformats.org/officeDocument/2006/relationships/customXml" Target="../ink/ink400.xml"/><Relationship Id="rId123" Type="http://schemas.openxmlformats.org/officeDocument/2006/relationships/image" Target="../media/image504.png"/><Relationship Id="rId144" Type="http://schemas.openxmlformats.org/officeDocument/2006/relationships/customXml" Target="../ink/ink421.xml"/><Relationship Id="rId90" Type="http://schemas.openxmlformats.org/officeDocument/2006/relationships/customXml" Target="../ink/ink394.xml"/><Relationship Id="rId165" Type="http://schemas.openxmlformats.org/officeDocument/2006/relationships/image" Target="../media/image276.png"/><Relationship Id="rId186" Type="http://schemas.openxmlformats.org/officeDocument/2006/relationships/customXml" Target="../ink/ink442.xml"/><Relationship Id="rId211" Type="http://schemas.openxmlformats.org/officeDocument/2006/relationships/image" Target="../media/image299.png"/><Relationship Id="rId232" Type="http://schemas.openxmlformats.org/officeDocument/2006/relationships/customXml" Target="../ink/ink465.xml"/><Relationship Id="rId253" Type="http://schemas.openxmlformats.org/officeDocument/2006/relationships/image" Target="../media/image320.png"/><Relationship Id="rId274" Type="http://schemas.openxmlformats.org/officeDocument/2006/relationships/customXml" Target="../ink/ink486.xml"/><Relationship Id="rId295" Type="http://schemas.openxmlformats.org/officeDocument/2006/relationships/image" Target="../media/image341.png"/><Relationship Id="rId27" Type="http://schemas.openxmlformats.org/officeDocument/2006/relationships/image" Target="../media/image452.png"/><Relationship Id="rId48" Type="http://schemas.openxmlformats.org/officeDocument/2006/relationships/customXml" Target="../ink/ink373.xml"/><Relationship Id="rId69" Type="http://schemas.openxmlformats.org/officeDocument/2006/relationships/image" Target="../media/image475.png"/><Relationship Id="rId113" Type="http://schemas.openxmlformats.org/officeDocument/2006/relationships/image" Target="../media/image498.png"/><Relationship Id="rId134" Type="http://schemas.openxmlformats.org/officeDocument/2006/relationships/customXml" Target="../ink/ink416.xml"/><Relationship Id="rId80" Type="http://schemas.openxmlformats.org/officeDocument/2006/relationships/customXml" Target="../ink/ink389.xml"/><Relationship Id="rId155" Type="http://schemas.openxmlformats.org/officeDocument/2006/relationships/image" Target="../media/image271.png"/><Relationship Id="rId176" Type="http://schemas.openxmlformats.org/officeDocument/2006/relationships/customXml" Target="../ink/ink437.xml"/><Relationship Id="rId197" Type="http://schemas.openxmlformats.org/officeDocument/2006/relationships/image" Target="../media/image292.png"/><Relationship Id="rId201" Type="http://schemas.openxmlformats.org/officeDocument/2006/relationships/image" Target="../media/image294.png"/><Relationship Id="rId222" Type="http://schemas.openxmlformats.org/officeDocument/2006/relationships/customXml" Target="../ink/ink460.xml"/><Relationship Id="rId243" Type="http://schemas.openxmlformats.org/officeDocument/2006/relationships/image" Target="../media/image315.png"/><Relationship Id="rId264" Type="http://schemas.openxmlformats.org/officeDocument/2006/relationships/customXml" Target="../ink/ink481.xml"/><Relationship Id="rId285" Type="http://schemas.openxmlformats.org/officeDocument/2006/relationships/image" Target="../media/image336.png"/><Relationship Id="rId17" Type="http://schemas.openxmlformats.org/officeDocument/2006/relationships/customXml" Target="../ink/ink357.xml"/><Relationship Id="rId38" Type="http://schemas.openxmlformats.org/officeDocument/2006/relationships/customXml" Target="../ink/ink368.xml"/><Relationship Id="rId59" Type="http://schemas.openxmlformats.org/officeDocument/2006/relationships/image" Target="../media/image469.png"/><Relationship Id="rId103" Type="http://schemas.openxmlformats.org/officeDocument/2006/relationships/image" Target="../media/image493.png"/><Relationship Id="rId124" Type="http://schemas.openxmlformats.org/officeDocument/2006/relationships/customXml" Target="../ink/ink411.xml"/><Relationship Id="rId70" Type="http://schemas.openxmlformats.org/officeDocument/2006/relationships/customXml" Target="../ink/ink384.xml"/><Relationship Id="rId91" Type="http://schemas.openxmlformats.org/officeDocument/2006/relationships/image" Target="../media/image487.png"/><Relationship Id="rId145" Type="http://schemas.openxmlformats.org/officeDocument/2006/relationships/image" Target="../media/image266.png"/><Relationship Id="rId166" Type="http://schemas.openxmlformats.org/officeDocument/2006/relationships/customXml" Target="../ink/ink432.xml"/><Relationship Id="rId187" Type="http://schemas.openxmlformats.org/officeDocument/2006/relationships/image" Target="../media/image28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455.xml"/><Relationship Id="rId233" Type="http://schemas.openxmlformats.org/officeDocument/2006/relationships/image" Target="../media/image310.png"/><Relationship Id="rId254" Type="http://schemas.openxmlformats.org/officeDocument/2006/relationships/customXml" Target="../ink/ink476.xml"/><Relationship Id="rId28" Type="http://schemas.openxmlformats.org/officeDocument/2006/relationships/customXml" Target="../ink/ink363.xml"/><Relationship Id="rId49" Type="http://schemas.openxmlformats.org/officeDocument/2006/relationships/image" Target="../media/image464.png"/><Relationship Id="rId114" Type="http://schemas.openxmlformats.org/officeDocument/2006/relationships/customXml" Target="../ink/ink406.xml"/><Relationship Id="rId275" Type="http://schemas.openxmlformats.org/officeDocument/2006/relationships/image" Target="../media/image331.png"/><Relationship Id="rId60" Type="http://schemas.openxmlformats.org/officeDocument/2006/relationships/customXml" Target="../ink/ink379.xml"/><Relationship Id="rId81" Type="http://schemas.openxmlformats.org/officeDocument/2006/relationships/image" Target="../media/image482.png"/><Relationship Id="rId135" Type="http://schemas.openxmlformats.org/officeDocument/2006/relationships/image" Target="../media/image510.png"/><Relationship Id="rId156" Type="http://schemas.openxmlformats.org/officeDocument/2006/relationships/customXml" Target="../ink/ink427.xml"/><Relationship Id="rId177" Type="http://schemas.openxmlformats.org/officeDocument/2006/relationships/image" Target="../media/image282.png"/><Relationship Id="rId198" Type="http://schemas.openxmlformats.org/officeDocument/2006/relationships/customXml" Target="../ink/ink448.xml"/><Relationship Id="rId202" Type="http://schemas.openxmlformats.org/officeDocument/2006/relationships/customXml" Target="../ink/ink450.xml"/><Relationship Id="rId223" Type="http://schemas.openxmlformats.org/officeDocument/2006/relationships/image" Target="../media/image305.png"/><Relationship Id="rId244" Type="http://schemas.openxmlformats.org/officeDocument/2006/relationships/customXml" Target="../ink/ink471.xml"/><Relationship Id="rId18" Type="http://schemas.openxmlformats.org/officeDocument/2006/relationships/customXml" Target="../ink/ink358.xml"/><Relationship Id="rId39" Type="http://schemas.openxmlformats.org/officeDocument/2006/relationships/image" Target="../media/image458.png"/><Relationship Id="rId265" Type="http://schemas.openxmlformats.org/officeDocument/2006/relationships/image" Target="../media/image326.png"/><Relationship Id="rId286" Type="http://schemas.openxmlformats.org/officeDocument/2006/relationships/customXml" Target="../ink/ink492.xml"/><Relationship Id="rId50" Type="http://schemas.openxmlformats.org/officeDocument/2006/relationships/customXml" Target="../ink/ink374.xml"/><Relationship Id="rId104" Type="http://schemas.openxmlformats.org/officeDocument/2006/relationships/customXml" Target="../ink/ink401.xml"/><Relationship Id="rId125" Type="http://schemas.openxmlformats.org/officeDocument/2006/relationships/image" Target="../media/image505.png"/><Relationship Id="rId146" Type="http://schemas.openxmlformats.org/officeDocument/2006/relationships/customXml" Target="../ink/ink422.xml"/><Relationship Id="rId167" Type="http://schemas.openxmlformats.org/officeDocument/2006/relationships/image" Target="../media/image277.png"/><Relationship Id="rId188" Type="http://schemas.openxmlformats.org/officeDocument/2006/relationships/customXml" Target="../ink/ink443.xml"/><Relationship Id="rId71" Type="http://schemas.openxmlformats.org/officeDocument/2006/relationships/image" Target="../media/image476.png"/><Relationship Id="rId92" Type="http://schemas.openxmlformats.org/officeDocument/2006/relationships/customXml" Target="../ink/ink395.xml"/><Relationship Id="rId213" Type="http://schemas.openxmlformats.org/officeDocument/2006/relationships/image" Target="../media/image300.png"/><Relationship Id="rId234" Type="http://schemas.openxmlformats.org/officeDocument/2006/relationships/customXml" Target="../ink/ink466.xml"/><Relationship Id="rId2" Type="http://schemas.openxmlformats.org/officeDocument/2006/relationships/image" Target="../media/image2.png"/><Relationship Id="rId29" Type="http://schemas.openxmlformats.org/officeDocument/2006/relationships/image" Target="../media/image453.png"/><Relationship Id="rId255" Type="http://schemas.openxmlformats.org/officeDocument/2006/relationships/image" Target="../media/image321.png"/><Relationship Id="rId276" Type="http://schemas.openxmlformats.org/officeDocument/2006/relationships/customXml" Target="../ink/ink487.xml"/><Relationship Id="rId40" Type="http://schemas.openxmlformats.org/officeDocument/2006/relationships/customXml" Target="../ink/ink369.xml"/><Relationship Id="rId115" Type="http://schemas.openxmlformats.org/officeDocument/2006/relationships/image" Target="../media/image499.png"/><Relationship Id="rId136" Type="http://schemas.openxmlformats.org/officeDocument/2006/relationships/customXml" Target="../ink/ink417.xml"/><Relationship Id="rId157" Type="http://schemas.openxmlformats.org/officeDocument/2006/relationships/image" Target="../media/image272.png"/><Relationship Id="rId178" Type="http://schemas.openxmlformats.org/officeDocument/2006/relationships/customXml" Target="../ink/ink438.xml"/><Relationship Id="rId61" Type="http://schemas.openxmlformats.org/officeDocument/2006/relationships/image" Target="../media/image471.png"/><Relationship Id="rId82" Type="http://schemas.openxmlformats.org/officeDocument/2006/relationships/customXml" Target="../ink/ink390.xml"/><Relationship Id="rId199" Type="http://schemas.openxmlformats.org/officeDocument/2006/relationships/image" Target="../media/image293.png"/><Relationship Id="rId203" Type="http://schemas.openxmlformats.org/officeDocument/2006/relationships/image" Target="../media/image295.png"/><Relationship Id="rId19" Type="http://schemas.openxmlformats.org/officeDocument/2006/relationships/image" Target="../media/image447.png"/><Relationship Id="rId224" Type="http://schemas.openxmlformats.org/officeDocument/2006/relationships/customXml" Target="../ink/ink461.xml"/><Relationship Id="rId245" Type="http://schemas.openxmlformats.org/officeDocument/2006/relationships/image" Target="../media/image316.png"/><Relationship Id="rId266" Type="http://schemas.openxmlformats.org/officeDocument/2006/relationships/customXml" Target="../ink/ink482.xml"/><Relationship Id="rId287" Type="http://schemas.openxmlformats.org/officeDocument/2006/relationships/image" Target="../media/image337.png"/><Relationship Id="rId30" Type="http://schemas.openxmlformats.org/officeDocument/2006/relationships/customXml" Target="../ink/ink364.xml"/><Relationship Id="rId105" Type="http://schemas.openxmlformats.org/officeDocument/2006/relationships/image" Target="../media/image494.png"/><Relationship Id="rId126" Type="http://schemas.openxmlformats.org/officeDocument/2006/relationships/customXml" Target="../ink/ink412.xml"/><Relationship Id="rId147" Type="http://schemas.openxmlformats.org/officeDocument/2006/relationships/image" Target="../media/image267.png"/><Relationship Id="rId168" Type="http://schemas.openxmlformats.org/officeDocument/2006/relationships/customXml" Target="../ink/ink433.xml"/><Relationship Id="rId51" Type="http://schemas.openxmlformats.org/officeDocument/2006/relationships/image" Target="../media/image465.png"/><Relationship Id="rId72" Type="http://schemas.openxmlformats.org/officeDocument/2006/relationships/customXml" Target="../ink/ink385.xml"/><Relationship Id="rId93" Type="http://schemas.openxmlformats.org/officeDocument/2006/relationships/image" Target="../media/image488.png"/><Relationship Id="rId189" Type="http://schemas.openxmlformats.org/officeDocument/2006/relationships/image" Target="../media/image288.png"/><Relationship Id="rId3" Type="http://schemas.openxmlformats.org/officeDocument/2006/relationships/customXml" Target="../ink/ink352.xml"/><Relationship Id="rId214" Type="http://schemas.openxmlformats.org/officeDocument/2006/relationships/customXml" Target="../ink/ink456.xml"/><Relationship Id="rId235" Type="http://schemas.openxmlformats.org/officeDocument/2006/relationships/image" Target="../media/image311.png"/><Relationship Id="rId256" Type="http://schemas.openxmlformats.org/officeDocument/2006/relationships/customXml" Target="../ink/ink477.xml"/><Relationship Id="rId277" Type="http://schemas.openxmlformats.org/officeDocument/2006/relationships/image" Target="../media/image332.png"/><Relationship Id="rId116" Type="http://schemas.openxmlformats.org/officeDocument/2006/relationships/customXml" Target="../ink/ink407.xml"/><Relationship Id="rId137" Type="http://schemas.openxmlformats.org/officeDocument/2006/relationships/image" Target="../media/image262.png"/><Relationship Id="rId158" Type="http://schemas.openxmlformats.org/officeDocument/2006/relationships/customXml" Target="../ink/ink428.xml"/><Relationship Id="rId20" Type="http://schemas.openxmlformats.org/officeDocument/2006/relationships/customXml" Target="../ink/ink359.xml"/><Relationship Id="rId41" Type="http://schemas.openxmlformats.org/officeDocument/2006/relationships/image" Target="../media/image459.png"/><Relationship Id="rId62" Type="http://schemas.openxmlformats.org/officeDocument/2006/relationships/customXml" Target="../ink/ink380.xml"/><Relationship Id="rId83" Type="http://schemas.openxmlformats.org/officeDocument/2006/relationships/image" Target="../media/image483.png"/><Relationship Id="rId179" Type="http://schemas.openxmlformats.org/officeDocument/2006/relationships/image" Target="../media/image283.png"/><Relationship Id="rId190" Type="http://schemas.openxmlformats.org/officeDocument/2006/relationships/customXml" Target="../ink/ink444.xml"/><Relationship Id="rId204" Type="http://schemas.openxmlformats.org/officeDocument/2006/relationships/customXml" Target="../ink/ink451.xml"/><Relationship Id="rId225" Type="http://schemas.openxmlformats.org/officeDocument/2006/relationships/image" Target="../media/image306.png"/><Relationship Id="rId246" Type="http://schemas.openxmlformats.org/officeDocument/2006/relationships/customXml" Target="../ink/ink472.xml"/><Relationship Id="rId267" Type="http://schemas.openxmlformats.org/officeDocument/2006/relationships/image" Target="../media/image327.png"/><Relationship Id="rId288" Type="http://schemas.openxmlformats.org/officeDocument/2006/relationships/customXml" Target="../ink/ink493.xml"/><Relationship Id="rId106" Type="http://schemas.openxmlformats.org/officeDocument/2006/relationships/customXml" Target="../ink/ink402.xml"/><Relationship Id="rId127" Type="http://schemas.openxmlformats.org/officeDocument/2006/relationships/image" Target="../media/image506.png"/><Relationship Id="rId10" Type="http://schemas.openxmlformats.org/officeDocument/2006/relationships/image" Target="../media/image590.png"/><Relationship Id="rId31" Type="http://schemas.openxmlformats.org/officeDocument/2006/relationships/image" Target="../media/image454.png"/><Relationship Id="rId52" Type="http://schemas.openxmlformats.org/officeDocument/2006/relationships/customXml" Target="../ink/ink375.xml"/><Relationship Id="rId73" Type="http://schemas.openxmlformats.org/officeDocument/2006/relationships/image" Target="../media/image477.png"/><Relationship Id="rId94" Type="http://schemas.openxmlformats.org/officeDocument/2006/relationships/customXml" Target="../ink/ink396.xml"/><Relationship Id="rId148" Type="http://schemas.openxmlformats.org/officeDocument/2006/relationships/customXml" Target="../ink/ink423.xml"/><Relationship Id="rId169" Type="http://schemas.openxmlformats.org/officeDocument/2006/relationships/image" Target="../media/image278.png"/><Relationship Id="rId180" Type="http://schemas.openxmlformats.org/officeDocument/2006/relationships/customXml" Target="../ink/ink439.xml"/><Relationship Id="rId215" Type="http://schemas.openxmlformats.org/officeDocument/2006/relationships/image" Target="../media/image301.png"/><Relationship Id="rId236" Type="http://schemas.openxmlformats.org/officeDocument/2006/relationships/customXml" Target="../ink/ink467.xml"/><Relationship Id="rId257" Type="http://schemas.openxmlformats.org/officeDocument/2006/relationships/image" Target="../media/image322.png"/><Relationship Id="rId278" Type="http://schemas.openxmlformats.org/officeDocument/2006/relationships/customXml" Target="../ink/ink488.xml"/><Relationship Id="rId42" Type="http://schemas.openxmlformats.org/officeDocument/2006/relationships/customXml" Target="../ink/ink370.xml"/><Relationship Id="rId84" Type="http://schemas.openxmlformats.org/officeDocument/2006/relationships/customXml" Target="../ink/ink391.xml"/><Relationship Id="rId138" Type="http://schemas.openxmlformats.org/officeDocument/2006/relationships/customXml" Target="../ink/ink418.xml"/><Relationship Id="rId191" Type="http://schemas.openxmlformats.org/officeDocument/2006/relationships/image" Target="../media/image289.png"/><Relationship Id="rId205" Type="http://schemas.openxmlformats.org/officeDocument/2006/relationships/image" Target="../media/image296.png"/><Relationship Id="rId247" Type="http://schemas.openxmlformats.org/officeDocument/2006/relationships/image" Target="../media/image317.png"/><Relationship Id="rId107" Type="http://schemas.openxmlformats.org/officeDocument/2006/relationships/image" Target="../media/image495.png"/><Relationship Id="rId289" Type="http://schemas.openxmlformats.org/officeDocument/2006/relationships/image" Target="../media/image338.png"/><Relationship Id="rId11" Type="http://schemas.openxmlformats.org/officeDocument/2006/relationships/customXml" Target="../ink/ink353.xml"/><Relationship Id="rId53" Type="http://schemas.openxmlformats.org/officeDocument/2006/relationships/image" Target="../media/image466.png"/><Relationship Id="rId149" Type="http://schemas.openxmlformats.org/officeDocument/2006/relationships/image" Target="../media/image268.png"/><Relationship Id="rId95" Type="http://schemas.openxmlformats.org/officeDocument/2006/relationships/image" Target="../media/image489.png"/><Relationship Id="rId160" Type="http://schemas.openxmlformats.org/officeDocument/2006/relationships/customXml" Target="../ink/ink429.xml"/><Relationship Id="rId216" Type="http://schemas.openxmlformats.org/officeDocument/2006/relationships/customXml" Target="../ink/ink457.xml"/><Relationship Id="rId258" Type="http://schemas.openxmlformats.org/officeDocument/2006/relationships/customXml" Target="../ink/ink478.xml"/><Relationship Id="rId22" Type="http://schemas.openxmlformats.org/officeDocument/2006/relationships/customXml" Target="../ink/ink360.xml"/><Relationship Id="rId64" Type="http://schemas.openxmlformats.org/officeDocument/2006/relationships/customXml" Target="../ink/ink381.xml"/><Relationship Id="rId118" Type="http://schemas.openxmlformats.org/officeDocument/2006/relationships/customXml" Target="../ink/ink408.xml"/><Relationship Id="rId171" Type="http://schemas.openxmlformats.org/officeDocument/2006/relationships/image" Target="../media/image279.png"/><Relationship Id="rId227" Type="http://schemas.openxmlformats.org/officeDocument/2006/relationships/image" Target="../media/image30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7.xml"/><Relationship Id="rId12" Type="http://schemas.openxmlformats.org/officeDocument/2006/relationships/image" Target="../media/image10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498.xml"/><Relationship Id="rId10" Type="http://schemas.openxmlformats.org/officeDocument/2006/relationships/image" Target="../media/image59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99.xml"/><Relationship Id="rId12" Type="http://schemas.openxmlformats.org/officeDocument/2006/relationships/image" Target="../media/image10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500.xml"/><Relationship Id="rId10" Type="http://schemas.openxmlformats.org/officeDocument/2006/relationships/image" Target="../media/image5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8161" y="3519186"/>
            <a:ext cx="9144000" cy="1375844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Arial Black" panose="020B0A04020102020204" pitchFamily="34" charset="0"/>
              </a:rPr>
              <a:t>WEEK 5 </a:t>
            </a:r>
            <a:br>
              <a:rPr lang="en-US" sz="2800" b="1" dirty="0">
                <a:latin typeface="Arial Black" panose="020B0A04020102020204" pitchFamily="34" charset="0"/>
              </a:rPr>
            </a:br>
            <a:r>
              <a:rPr lang="en-US" sz="2800" b="1" dirty="0">
                <a:latin typeface="Arial Black" panose="020B0A04020102020204" pitchFamily="34" charset="0"/>
              </a:rPr>
              <a:t>Transistor Amplifiers – Frequency Response</a:t>
            </a:r>
            <a:endParaRPr lang="en-AU" sz="2800" b="1" dirty="0"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" y="6389999"/>
            <a:ext cx="4089862" cy="468001"/>
          </a:xfrm>
        </p:spPr>
        <p:txBody>
          <a:bodyPr>
            <a:normAutofit/>
          </a:bodyPr>
          <a:lstStyle/>
          <a:p>
            <a:pPr algn="l"/>
            <a:r>
              <a:rPr lang="en-AU" b="1">
                <a:latin typeface="Arial Black" panose="020B0A04020102020204" pitchFamily="34" charset="0"/>
              </a:rPr>
              <a:t>Dr. </a:t>
            </a:r>
            <a:r>
              <a:rPr lang="en-AU" b="1">
                <a:latin typeface="Arial Black" panose="020B0A04020102020204" pitchFamily="34" charset="0"/>
                <a:cs typeface="Times New Roman" panose="02020603050405020304" pitchFamily="18" charset="0"/>
              </a:rPr>
              <a:t>Aron Michael 2023</a:t>
            </a:r>
          </a:p>
          <a:p>
            <a:endParaRPr lang="en-AU"/>
          </a:p>
          <a:p>
            <a:endParaRPr lang="en-AU" sz="1600"/>
          </a:p>
          <a:p>
            <a:endParaRPr lang="en-AU"/>
          </a:p>
        </p:txBody>
      </p:sp>
      <p:grpSp>
        <p:nvGrpSpPr>
          <p:cNvPr id="13" name="Group 12"/>
          <p:cNvGrpSpPr/>
          <p:nvPr/>
        </p:nvGrpSpPr>
        <p:grpSpPr>
          <a:xfrm>
            <a:off x="0" y="-57150"/>
            <a:ext cx="12192000" cy="2456913"/>
            <a:chOff x="0" y="0"/>
            <a:chExt cx="12192000" cy="2456913"/>
          </a:xfrm>
        </p:grpSpPr>
        <p:grpSp>
          <p:nvGrpSpPr>
            <p:cNvPr id="12" name="Group 11"/>
            <p:cNvGrpSpPr/>
            <p:nvPr/>
          </p:nvGrpSpPr>
          <p:grpSpPr>
            <a:xfrm>
              <a:off x="0" y="0"/>
              <a:ext cx="12192000" cy="2456913"/>
              <a:chOff x="0" y="0"/>
              <a:chExt cx="12192000" cy="2456913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0" y="0"/>
                <a:ext cx="12192000" cy="2456912"/>
                <a:chOff x="0" y="6120087"/>
                <a:chExt cx="12192000" cy="2456912"/>
              </a:xfrm>
            </p:grpSpPr>
            <p:sp>
              <p:nvSpPr>
                <p:cNvPr id="6" name="Rectangle 5"/>
                <p:cNvSpPr/>
                <p:nvPr/>
              </p:nvSpPr>
              <p:spPr>
                <a:xfrm>
                  <a:off x="0" y="6120087"/>
                  <a:ext cx="12192000" cy="198000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0" y="8108999"/>
                  <a:ext cx="12192000" cy="468000"/>
                </a:xfrm>
                <a:prstGeom prst="rect">
                  <a:avLst/>
                </a:prstGeom>
                <a:solidFill>
                  <a:srgbClr val="960000"/>
                </a:solidFill>
                <a:ln>
                  <a:solidFill>
                    <a:srgbClr val="960000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</p:grpSp>
          <p:sp>
            <p:nvSpPr>
              <p:cNvPr id="9" name="Pentagon 8"/>
              <p:cNvSpPr/>
              <p:nvPr/>
            </p:nvSpPr>
            <p:spPr>
              <a:xfrm>
                <a:off x="0" y="1988913"/>
                <a:ext cx="5000368" cy="468000"/>
              </a:xfrm>
              <a:prstGeom prst="homePlat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1858" y="2022857"/>
                <a:ext cx="49015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>
                    <a:solidFill>
                      <a:schemeClr val="bg1"/>
                    </a:solidFill>
                  </a:rPr>
                  <a:t>Electrical Engineering &amp; Telecommunications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668161" y="2019702"/>
                <a:ext cx="15116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>
                    <a:solidFill>
                      <a:schemeClr val="bg1"/>
                    </a:solidFill>
                  </a:rPr>
                  <a:t>Engineering</a:t>
                </a:r>
              </a:p>
            </p:txBody>
          </p:sp>
        </p:grp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090" y="156972"/>
              <a:ext cx="1714500" cy="1714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5187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BEE1F6BA-1F23-031A-C257-40F71568A262}"/>
              </a:ext>
            </a:extLst>
          </p:cNvPr>
          <p:cNvGrpSpPr/>
          <p:nvPr/>
        </p:nvGrpSpPr>
        <p:grpSpPr>
          <a:xfrm>
            <a:off x="0" y="6181363"/>
            <a:ext cx="12192000" cy="731495"/>
            <a:chOff x="0" y="6120089"/>
            <a:chExt cx="12192000" cy="73149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10799BB-A9C3-80C4-388C-36253DE0F675}"/>
                </a:ext>
              </a:extLst>
            </p:cNvPr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65AA7C1-847D-5E58-A6D3-5570EF084189}"/>
                </a:ext>
              </a:extLst>
            </p:cNvPr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0" y="6110662"/>
            <a:ext cx="12192000" cy="731495"/>
            <a:chOff x="0" y="6120089"/>
            <a:chExt cx="12192000" cy="731495"/>
          </a:xfrm>
        </p:grpSpPr>
        <p:sp>
          <p:nvSpPr>
            <p:cNvPr id="6" name="Rectangle 5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Rectangle 6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8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44831"/>
            <a:ext cx="1194487" cy="506753"/>
          </a:xfrm>
          <a:prstGeom prst="rect">
            <a:avLst/>
          </a:prstGeom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765E1BC-5EFE-BC58-1CCC-A5013FA681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675057"/>
              </p:ext>
            </p:extLst>
          </p:nvPr>
        </p:nvGraphicFramePr>
        <p:xfrm>
          <a:off x="2831718" y="505781"/>
          <a:ext cx="5832186" cy="3024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9410461" imgH="4886274" progId="Visio.Drawing.15">
                  <p:embed/>
                </p:oleObj>
              </mc:Choice>
              <mc:Fallback>
                <p:oleObj name="Visio" r:id="rId3" imgW="9410461" imgH="4886274" progId="Visio.Drawing.15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765E1BC-5EFE-BC58-1CCC-A5013FA681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1718" y="505781"/>
                        <a:ext cx="5832186" cy="30243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>
            <a:extLst>
              <a:ext uri="{FF2B5EF4-FFF2-40B4-BE49-F238E27FC236}">
                <a16:creationId xmlns:a16="http://schemas.microsoft.com/office/drawing/2014/main" id="{9E6ECC3D-0826-93AF-0847-39FE66337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312" y="3353370"/>
            <a:ext cx="5328592" cy="234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9419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3C9CB79-87C8-099A-196B-0C6CFD95DE1E}"/>
              </a:ext>
            </a:extLst>
          </p:cNvPr>
          <p:cNvGrpSpPr/>
          <p:nvPr/>
        </p:nvGrpSpPr>
        <p:grpSpPr>
          <a:xfrm>
            <a:off x="0" y="6230200"/>
            <a:ext cx="12192000" cy="731495"/>
            <a:chOff x="0" y="6120089"/>
            <a:chExt cx="12192000" cy="73149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B12B80-4B01-D492-2FC4-3B6D45E91336}"/>
                </a:ext>
              </a:extLst>
            </p:cNvPr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1821EE-0966-C311-38EA-A80EFB62D97E}"/>
                </a:ext>
              </a:extLst>
            </p:cNvPr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Arial Black" panose="020B0A04020102020204" pitchFamily="34" charset="0"/>
              </a:rPr>
              <a:t>L</a:t>
            </a:r>
            <a:r>
              <a:rPr lang="en-AU" sz="3600" b="1">
                <a:latin typeface="Arial Black" panose="020B0A04020102020204" pitchFamily="34" charset="0"/>
              </a:rPr>
              <a:t>earning Outcomes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198112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531" y="666304"/>
            <a:ext cx="11960469" cy="54602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At the end of this week, you will be able to</a:t>
            </a:r>
          </a:p>
          <a:p>
            <a:pPr marL="0" indent="0"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Explain and apply short and open circuit time constant methods.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Calculate the lower and higher cut off frequencies of  amplifier circuits.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Explain and apply Miller Theorem and Miller’s effect in frequency analysis of amplifier circuits.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Improve frequency response amplifiers by minimizing Miller’s effect.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Calculate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of BJT transistor and its relationship with parasitic capacitances.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sz="3000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sz="3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7623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 At low frequency, apply short circuit time constant method </a:t>
            </a:r>
          </a:p>
          <a:p>
            <a:pPr marL="927100" marR="673100" lvl="2" indent="0">
              <a:buNone/>
            </a:pPr>
            <a:endParaRPr lang="en-AU" b="1" dirty="0">
              <a:latin typeface="Arial"/>
              <a:cs typeface="Arial"/>
            </a:endParaRP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  <a:p>
            <a:pPr marL="12700" marR="673100" indent="0">
              <a:buNone/>
            </a:pPr>
            <a:endParaRPr lang="en-AU" dirty="0">
              <a:latin typeface="Arial"/>
              <a:cs typeface="Arial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where        is the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800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pole of the gain function                                         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 is short-circuit time constant associated with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is the effective resistance seen by 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AU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when all 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AU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i≠j</a:t>
            </a:r>
            <a:r>
              <a:rPr lang="en-AU" baseline="-25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                 are short circuited and independent sources are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                 disabled.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Hence, the sum of the poles equals the sum of the reciprocals of the short-circuit time constants.  Each of the terms ( ’s) is found for the specific capacitance in isolation, 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i.e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, the other capacitances are short circuited.</a:t>
            </a:r>
          </a:p>
          <a:p>
            <a:pPr marL="469900" marR="673100" indent="-457200"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C0DACA3-1D9E-EE3F-3263-5B179EC9EFCF}"/>
                  </a:ext>
                </a:extLst>
              </p:cNvPr>
              <p:cNvSpPr/>
              <p:nvPr/>
            </p:nvSpPr>
            <p:spPr>
              <a:xfrm>
                <a:off x="1798601" y="976125"/>
                <a:ext cx="6912768" cy="11623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32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3200" b="0" i="0" smtClean="0">
                                  <a:latin typeface="Cambria Math"/>
                                  <a:ea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AU" sz="3200" b="0" i="0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3200" b="0" i="0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3200" b="0" i="0" smtClean="0">
                                  <a:latin typeface="Cambria Math"/>
                                  <a:ea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AU" sz="3200" b="0" i="0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AU" sz="3200" b="0" i="0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3200" b="0" i="0" smtClean="0">
                                  <a:latin typeface="Cambria Math"/>
                                  <a:ea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AU" sz="3200" b="0" i="0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AU" sz="3200" b="0" i="0" smtClean="0">
                              <a:latin typeface="Cambria Math"/>
                              <a:ea typeface="Cambria Math"/>
                            </a:rPr>
                            <m:t>…+</m:t>
                          </m:r>
                          <m:sSub>
                            <m:sSubPr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3200" b="0" i="0" smtClean="0">
                                  <a:latin typeface="Cambria Math"/>
                                  <a:ea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3200" b="0" i="0" smtClean="0">
                                  <a:latin typeface="Cambria Math"/>
                                  <a:ea typeface="Cambria Math"/>
                                </a:rPr>
                                <m:t>n</m:t>
                              </m:r>
                            </m:sub>
                          </m:sSub>
                        </m:e>
                      </m:d>
                      <m:r>
                        <a:rPr lang="en-AU" sz="3200" b="0" i="0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AU" sz="32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AU" sz="3200" b="0" i="0" smtClean="0">
                              <a:latin typeface="Cambria Math"/>
                              <a:ea typeface="Cambria Math"/>
                            </a:rPr>
                            <m:t>j</m:t>
                          </m:r>
                          <m:r>
                            <a:rPr lang="en-AU" sz="3200" b="0" i="0" smtClean="0">
                              <a:latin typeface="Cambria Math"/>
                              <a:ea typeface="Cambria Math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AU" sz="3200" b="0" i="0" smtClean="0">
                              <a:latin typeface="Cambria Math"/>
                              <a:ea typeface="Cambria Math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n-AU" sz="32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3200" b="0" i="0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sz="320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3200" b="0" i="0" smtClean="0">
                                      <a:latin typeface="Cambria Math"/>
                                      <a:ea typeface="Cambria Math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AU" sz="3200" b="0" i="0" smtClean="0">
                                      <a:latin typeface="Cambria Math"/>
                                      <a:ea typeface="Cambria Math"/>
                                    </a:rPr>
                                    <m:t>js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C0DACA3-1D9E-EE3F-3263-5B179EC9EF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601" y="976125"/>
                <a:ext cx="6912768" cy="11623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AD01F8E-6696-22BA-5C3F-506CF9B6B9CC}"/>
                  </a:ext>
                </a:extLst>
              </p:cNvPr>
              <p:cNvSpPr/>
              <p:nvPr/>
            </p:nvSpPr>
            <p:spPr>
              <a:xfrm>
                <a:off x="682425" y="2519296"/>
                <a:ext cx="1884880" cy="5631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js</m:t>
                          </m:r>
                        </m:sub>
                      </m:sSub>
                      <m:r>
                        <a:rPr lang="en-AU" sz="2800" b="0" i="0" dirty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AU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</a:rPr>
                            <m:t>js</m:t>
                          </m:r>
                        </m:sub>
                      </m:sSub>
                      <m:sSub>
                        <m:sSubPr>
                          <m:ctrlPr>
                            <a:rPr lang="en-AU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AD01F8E-6696-22BA-5C3F-506CF9B6B9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25" y="2519296"/>
                <a:ext cx="1884880" cy="56316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9E279E0-E626-DB82-E049-88A667AED9B8}"/>
                  </a:ext>
                </a:extLst>
              </p:cNvPr>
              <p:cNvSpPr/>
              <p:nvPr/>
            </p:nvSpPr>
            <p:spPr>
              <a:xfrm>
                <a:off x="1733985" y="2949640"/>
                <a:ext cx="864096" cy="5631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</a:rPr>
                            <m:t>js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9E279E0-E626-DB82-E049-88A667AED9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985" y="2949640"/>
                <a:ext cx="864096" cy="56316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2E5940B-EFC3-CCDD-6CF6-275A3C1E608F}"/>
                  </a:ext>
                </a:extLst>
              </p:cNvPr>
              <p:cNvSpPr/>
              <p:nvPr/>
            </p:nvSpPr>
            <p:spPr>
              <a:xfrm>
                <a:off x="1834719" y="2131023"/>
                <a:ext cx="579047" cy="5631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>
                              <a:latin typeface="Cambria Math"/>
                              <a:ea typeface="Cambria Math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2E5940B-EFC3-CCDD-6CF6-275A3C1E60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719" y="2131023"/>
                <a:ext cx="579047" cy="56316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FB57F2-D9B8-4CCA-82E9-83795CE8AA96}"/>
                  </a:ext>
                </a:extLst>
              </p:cNvPr>
              <p:cNvSpPr/>
              <p:nvPr/>
            </p:nvSpPr>
            <p:spPr>
              <a:xfrm>
                <a:off x="8573365" y="4743067"/>
                <a:ext cx="40604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800">
                          <a:latin typeface="Cambria Math"/>
                          <a:ea typeface="Cambria Math"/>
                        </a:rPr>
                        <m:t>τ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FB57F2-D9B8-4CCA-82E9-83795CE8AA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365" y="4743067"/>
                <a:ext cx="406043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3337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 dominant-pole approximation can be made if the highest-frequency     pole is separated from the next pole or zero by at least two octaves (i.e., a factor of 4)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LOW FREQUENCY analysis, if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is the dominant pole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p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(poles widely separated)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If the response is not dominated by a single pole, a good design procedure is to assume that the sum of poles is  1.15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ω</a:t>
            </a:r>
            <a:r>
              <a:rPr lang="en-AU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191DFC-0F76-1DDC-0511-B09D2A569C58}"/>
                  </a:ext>
                </a:extLst>
              </p:cNvPr>
              <p:cNvSpPr/>
              <p:nvPr/>
            </p:nvSpPr>
            <p:spPr>
              <a:xfrm>
                <a:off x="2205000" y="3182730"/>
                <a:ext cx="3053104" cy="10294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>
                              <a:latin typeface="Cambria Math"/>
                              <a:ea typeface="Cambria Math"/>
                            </a:rPr>
                            <m:t>P</m:t>
                          </m:r>
                        </m:e>
                        <m:sub>
                          <m:r>
                            <a:rPr lang="en-AU" sz="2800" b="0" i="0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≅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j</m:t>
                          </m:r>
                          <m: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n-AU" sz="28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sz="280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800" b="0" i="0" smtClean="0">
                                      <a:latin typeface="Cambria Math"/>
                                      <a:ea typeface="Cambria Math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AU" sz="2800" b="0" i="0" smtClean="0">
                                      <a:latin typeface="Cambria Math"/>
                                      <a:ea typeface="Cambria Math"/>
                                    </a:rPr>
                                    <m:t>js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54191DFC-0F76-1DDC-0511-B09D2A569C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5000" y="3182730"/>
                <a:ext cx="3053104" cy="102944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FA57B1E-09E5-94B3-78F6-5CF58B9264BF}"/>
                  </a:ext>
                </a:extLst>
              </p:cNvPr>
              <p:cNvSpPr/>
              <p:nvPr/>
            </p:nvSpPr>
            <p:spPr>
              <a:xfrm>
                <a:off x="5228989" y="3121080"/>
                <a:ext cx="3053104" cy="10294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L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≅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j</m:t>
                          </m:r>
                          <m: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n-AU" sz="28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sz="280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800" b="0" i="0" smtClean="0">
                                      <a:latin typeface="Cambria Math"/>
                                      <a:ea typeface="Cambria Math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AU" sz="2800" b="0" i="0" smtClean="0">
                                      <a:latin typeface="Cambria Math"/>
                                      <a:ea typeface="Cambria Math"/>
                                    </a:rPr>
                                    <m:t>js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FA57B1E-09E5-94B3-78F6-5CF58B9264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989" y="3121080"/>
                <a:ext cx="3053104" cy="102944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221E264-D79E-5864-5425-2B96CDB17F99}"/>
                  </a:ext>
                </a:extLst>
              </p:cNvPr>
              <p:cNvSpPr/>
              <p:nvPr/>
            </p:nvSpPr>
            <p:spPr>
              <a:xfrm>
                <a:off x="2701549" y="5277056"/>
                <a:ext cx="4008272" cy="10294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1.15</m:t>
                      </m:r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L</m:t>
                          </m:r>
                        </m:sub>
                      </m:sSub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≅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j</m:t>
                          </m:r>
                          <m: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n</m:t>
                          </m:r>
                        </m:sup>
                        <m:e>
                          <m:f>
                            <m:fPr>
                              <m:ctrlPr>
                                <a:rPr lang="en-AU" sz="280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800" b="0" i="0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sz="280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AU" sz="2800" b="0" i="0" smtClean="0">
                                      <a:latin typeface="Cambria Math"/>
                                      <a:ea typeface="Cambria Math"/>
                                    </a:rPr>
                                    <m:t>τ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AU" sz="2800" b="0" i="0" smtClean="0">
                                      <a:latin typeface="Cambria Math"/>
                                      <a:ea typeface="Cambria Math"/>
                                    </a:rPr>
                                    <m:t>js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221E264-D79E-5864-5425-2B96CDB17F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549" y="5277056"/>
                <a:ext cx="4008272" cy="102944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7733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The low frequency characteristics of an amplifier transfer function are due to the capacitances introduced into the circuit by the designer.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Example: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Calculate the lower cut off frequency,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f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</a:pPr>
            <a:endParaRPr lang="en-US" sz="3200" dirty="0">
              <a:latin typeface="+mn-lt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E9BBECD6-05BD-3380-3621-E614AA966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038" y="2151144"/>
            <a:ext cx="7366973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5380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3200" dirty="0">
              <a:latin typeface="+mn-lt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1685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Draw the circuit as its small-signal equivalent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Note that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r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u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is neglected as it simplifies analysis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</a:t>
            </a:r>
            <a:r>
              <a:rPr lang="el-GR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π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and C</a:t>
            </a:r>
            <a:r>
              <a:rPr lang="en-AU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µ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are neglected at low frequency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An estimate of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f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can be obtained by calculating the short-circuit time constant associated with each capacitor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</a:pPr>
            <a:endParaRPr lang="en-US" sz="3200" dirty="0">
              <a:latin typeface="+mn-lt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A6449C1-B58C-6324-C1E1-97D7F6F9A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848" y="1853356"/>
            <a:ext cx="6668616" cy="3006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7705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Short circuit time constant associated with  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c1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with 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and 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c2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short circuited.</a:t>
            </a:r>
            <a:endParaRPr lang="en-US" baseline="-25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Switch off the input voltage V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</a:pPr>
            <a:endParaRPr lang="en-US" sz="3200" dirty="0">
              <a:latin typeface="+mn-lt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176BC4F3-F983-2B29-7601-CD6D126AB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682" y="2059243"/>
            <a:ext cx="6912769" cy="2172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8A326C9F-752D-8140-BE49-61F0AC864A0A}"/>
              </a:ext>
            </a:extLst>
          </p:cNvPr>
          <p:cNvGrpSpPr/>
          <p:nvPr/>
        </p:nvGrpSpPr>
        <p:grpSpPr>
          <a:xfrm>
            <a:off x="713088" y="2400768"/>
            <a:ext cx="1075320" cy="1484640"/>
            <a:chOff x="713088" y="2400768"/>
            <a:chExt cx="1075320" cy="148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78116D5-1A0F-6B74-059E-AFA6F12DD576}"/>
                    </a:ext>
                  </a:extLst>
                </p14:cNvPr>
                <p14:cNvContentPartPr/>
                <p14:nvPr/>
              </p14:nvContentPartPr>
              <p14:xfrm>
                <a:off x="952488" y="2400768"/>
                <a:ext cx="835920" cy="1287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78116D5-1A0F-6B74-059E-AFA6F12DD57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3488" y="2391768"/>
                  <a:ext cx="853560" cy="13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D50247E-D27C-682B-12AF-2F400B96E071}"/>
                    </a:ext>
                  </a:extLst>
                </p14:cNvPr>
                <p14:cNvContentPartPr/>
                <p14:nvPr/>
              </p14:nvContentPartPr>
              <p14:xfrm>
                <a:off x="867888" y="3658968"/>
                <a:ext cx="3240" cy="1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D50247E-D27C-682B-12AF-2F400B96E07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9788" y="3651768"/>
                  <a:ext cx="19116" cy="155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6B6760F-2364-94AB-57AE-B4968A2EE627}"/>
                    </a:ext>
                  </a:extLst>
                </p14:cNvPr>
                <p14:cNvContentPartPr/>
                <p14:nvPr/>
              </p14:nvContentPartPr>
              <p14:xfrm>
                <a:off x="713088" y="3584448"/>
                <a:ext cx="477000" cy="66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6B6760F-2364-94AB-57AE-B4968A2EE62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04088" y="3575497"/>
                  <a:ext cx="494640" cy="837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2932782-7BAE-EE1D-59EA-E74C7E83B08F}"/>
                    </a:ext>
                  </a:extLst>
                </p14:cNvPr>
                <p14:cNvContentPartPr/>
                <p14:nvPr/>
              </p14:nvContentPartPr>
              <p14:xfrm>
                <a:off x="962928" y="3761208"/>
                <a:ext cx="146520" cy="17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2932782-7BAE-EE1D-59EA-E74C7E83B08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3950" y="3752208"/>
                  <a:ext cx="164117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459EB71-6729-7D0F-0672-4D4349EA0E9A}"/>
                    </a:ext>
                  </a:extLst>
                </p14:cNvPr>
                <p14:cNvContentPartPr/>
                <p14:nvPr/>
              </p14:nvContentPartPr>
              <p14:xfrm>
                <a:off x="1055088" y="3822768"/>
                <a:ext cx="16200" cy="62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459EB71-6729-7D0F-0672-4D4349EA0E9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46088" y="3813768"/>
                  <a:ext cx="33840" cy="8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8DDFC12-D12D-0A03-22D3-25C7C9527379}"/>
                  </a:ext>
                </a:extLst>
              </p14:cNvPr>
              <p14:cNvContentPartPr/>
              <p14:nvPr/>
            </p14:nvContentPartPr>
            <p14:xfrm>
              <a:off x="1169928" y="2692368"/>
              <a:ext cx="771840" cy="6282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8DDFC12-D12D-0A03-22D3-25C7C952737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60928" y="2683368"/>
                <a:ext cx="789480" cy="645840"/>
              </a:xfrm>
              <a:prstGeom prst="rect">
                <a:avLst/>
              </a:prstGeom>
            </p:spPr>
          </p:pic>
        </mc:Fallback>
      </mc:AlternateContent>
      <p:pic>
        <p:nvPicPr>
          <p:cNvPr id="24" name="Picture 3">
            <a:extLst>
              <a:ext uri="{FF2B5EF4-FFF2-40B4-BE49-F238E27FC236}">
                <a16:creationId xmlns:a16="http://schemas.microsoft.com/office/drawing/2014/main" id="{5BAA008B-5D18-8344-124B-AFCDCF603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088" y="4590756"/>
            <a:ext cx="3255632" cy="116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8051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3200" dirty="0">
              <a:latin typeface="+mn-lt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742AA50-A245-2EC9-5F1F-498D2A626222}"/>
                  </a:ext>
                </a:extLst>
              </p14:cNvPr>
              <p14:cNvContentPartPr/>
              <p14:nvPr/>
            </p14:nvContentPartPr>
            <p14:xfrm>
              <a:off x="1764288" y="648393"/>
              <a:ext cx="7918560" cy="5143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742AA50-A245-2EC9-5F1F-498D2A62622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54928" y="639033"/>
                <a:ext cx="7937280" cy="516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6318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3200" dirty="0">
              <a:latin typeface="+mn-lt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5002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Short circuit time constant due to 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with 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and C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short circuited </a:t>
            </a:r>
          </a:p>
          <a:p>
            <a:pPr lv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The equivalent resistance seen by C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is found by analyzing the following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FC9D863-0EA5-0411-38ED-039091473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226" y="2170001"/>
            <a:ext cx="6410531" cy="2903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0921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Assuming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r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o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has become infinite to simplify matters ( it has very little effect anyway). The circuit then becomes: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2800D8D9-943C-4F8B-6BB6-E89A394AC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542" y="1482496"/>
            <a:ext cx="5208439" cy="329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B08EE652-6E57-9528-A86B-3EE5B4F97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176" y="4949802"/>
            <a:ext cx="5334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8870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Assuming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r</a:t>
            </a:r>
            <a:r>
              <a:rPr lang="en-US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o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has become infinite to simplify matters ( it has very little effect anyway). The circuit then becomes: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2800D8D9-943C-4F8B-6BB6-E89A394AC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542" y="1482496"/>
            <a:ext cx="5208439" cy="329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B08EE652-6E57-9528-A86B-3EE5B4F97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176" y="4949802"/>
            <a:ext cx="5334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286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4895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Short circuit constant due to C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c2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with C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c1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and C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short-circuited.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200" baseline="-25000" dirty="0">
              <a:latin typeface="+mn-lt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01E0493-AC57-DC42-BF3A-3D32889D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230" y="1138863"/>
            <a:ext cx="8148588" cy="2670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1A42438D-6F2F-7802-F308-582BD4B97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632" y="4211952"/>
            <a:ext cx="272415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8672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1237" y="551495"/>
                <a:ext cx="11867091" cy="5513168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r>
                  <a:rPr lang="en-US" sz="3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Calculating </a:t>
                </a:r>
                <a:r>
                  <a:rPr lang="en-US" sz="3000" dirty="0" err="1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ω</a:t>
                </a:r>
                <a:r>
                  <a:rPr lang="en-US" sz="3000" baseline="-25000" dirty="0" err="1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L</a:t>
                </a:r>
                <a:r>
                  <a:rPr lang="en-US" sz="3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</a:t>
                </a:r>
              </a:p>
              <a:p>
                <a:pPr lvl="1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We now have terms for each of the three capacitors. This means we can estimate the lower corner frequency for this circuit. Using the definition presented earlier, we have:</a:t>
                </a:r>
              </a:p>
              <a:p>
                <a:pPr lvl="1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 marL="457200" lvl="1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0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000" i="0" dirty="0" smtClean="0">
                              <a:latin typeface="Cambria Math" panose="02040503050406030204" pitchFamily="18" charset="0"/>
                              <a:sym typeface="Symbol"/>
                            </a:rPr>
                            <m:t>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000" i="0" dirty="0" smtClean="0">
                              <a:latin typeface="Cambria Math" panose="02040503050406030204" pitchFamily="18" charset="0"/>
                              <a:sym typeface="Symbol"/>
                            </a:rPr>
                            <m:t>L</m:t>
                          </m:r>
                        </m:sub>
                      </m:sSub>
                      <m:r>
                        <a:rPr lang="en-US" sz="3000" i="0" dirty="0" smtClean="0"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  <m:f>
                        <m:fPr>
                          <m:ctrlPr>
                            <a:rPr lang="en-US" sz="30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en-US" sz="3000" i="0" dirty="0" smtClean="0">
                              <a:latin typeface="Cambria Math" panose="02040503050406030204" pitchFamily="18" charset="0"/>
                              <a:sym typeface="Symbol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3000" i="1" dirty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C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000" i="1" dirty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000" i="0" dirty="0" smtClean="0"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3000" i="0" dirty="0" smtClean="0"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US" sz="3000" i="1" dirty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C</m:t>
                              </m:r>
                              <m: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3000" i="0" dirty="0" smtClean="0">
                          <a:latin typeface="Cambria Math" panose="02040503050406030204" pitchFamily="18" charset="0"/>
                          <a:sym typeface="Symbol"/>
                        </a:rPr>
                        <m:t>+</m:t>
                      </m:r>
                      <m:f>
                        <m:fPr>
                          <m:ctrlPr>
                            <a:rPr lang="en-US" sz="30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en-US" sz="3000" i="0" dirty="0" smtClean="0">
                              <a:latin typeface="Cambria Math" panose="02040503050406030204" pitchFamily="18" charset="0"/>
                              <a:sym typeface="Symbol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3000" i="1" dirty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E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000" i="1" dirty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E</m:t>
                              </m:r>
                            </m:sub>
                          </m:sSub>
                        </m:den>
                      </m:f>
                      <m:r>
                        <a:rPr lang="en-US" sz="3000" i="0" dirty="0" smtClean="0">
                          <a:latin typeface="Cambria Math" panose="02040503050406030204" pitchFamily="18" charset="0"/>
                          <a:sym typeface="Symbol"/>
                        </a:rPr>
                        <m:t>+</m:t>
                      </m:r>
                      <m:f>
                        <m:fPr>
                          <m:ctrlPr>
                            <a:rPr lang="en-US" sz="30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en-US" sz="3000" i="0" dirty="0" smtClean="0">
                              <a:latin typeface="Cambria Math" panose="02040503050406030204" pitchFamily="18" charset="0"/>
                              <a:sym typeface="Symbol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3000" i="1" dirty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C</m:t>
                              </m:r>
                              <m: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000" i="1" dirty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000" i="0" dirty="0" smtClean="0">
                                  <a:latin typeface="Cambria Math" panose="02040503050406030204" pitchFamily="18" charset="0"/>
                                  <a:sym typeface="Symbol"/>
                                </a:rPr>
                                <m:t>R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000" i="1" dirty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000" i="0" dirty="0" smtClean="0"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3000" i="0" dirty="0" smtClean="0"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3000" dirty="0"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 lvl="1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 lvl="1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We can design for a specific value for </a:t>
                </a:r>
                <a:r>
                  <a:rPr lang="en-US" sz="2800" dirty="0" err="1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f</a:t>
                </a:r>
                <a:r>
                  <a:rPr lang="en-US" sz="2800" baseline="-25000" dirty="0" err="1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L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by choosing values for C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E,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C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c1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and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C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c2. </a:t>
                </a:r>
              </a:p>
              <a:p>
                <a:pPr lvl="1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When designing a circuit we make use of the fact that R’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E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is the smallest resistance and select C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E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so that the term due to it is the dominant pole. In a typical design, C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E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is selected so that we have 1/C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E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R’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E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=0.8</a:t>
                </a:r>
                <a:r>
                  <a:rPr lang="el-GR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ω</a:t>
                </a:r>
                <a:r>
                  <a:rPr lang="en-US" sz="2800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L 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with the remaining 20% split evenly between the other two terms.</a:t>
                </a:r>
                <a:endParaRPr lang="en-US" sz="2800" baseline="-25000" dirty="0"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3200" baseline="-25000" dirty="0">
                  <a:latin typeface="+mn-lt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endParaRPr lang="en-AU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1237" y="551495"/>
                <a:ext cx="11867091" cy="5513168"/>
              </a:xfrm>
              <a:blipFill>
                <a:blip r:embed="rId3"/>
                <a:stretch>
                  <a:fillRect l="-924" t="-26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74B1B13-9972-17A3-0E0E-63729150E8D7}"/>
                  </a:ext>
                </a:extLst>
              </p14:cNvPr>
              <p14:cNvContentPartPr/>
              <p14:nvPr/>
            </p14:nvContentPartPr>
            <p14:xfrm>
              <a:off x="6581448" y="2834208"/>
              <a:ext cx="41760" cy="900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74B1B13-9972-17A3-0E0E-63729150E8D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72448" y="2825208"/>
                <a:ext cx="59400" cy="10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6402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37" y="551495"/>
            <a:ext cx="11867091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Example 2 </a:t>
            </a: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14:cNvPr>
              <p14:cNvContentPartPr/>
              <p14:nvPr/>
            </p14:nvContentPartPr>
            <p14:xfrm>
              <a:off x="1764288" y="2458728"/>
              <a:ext cx="16200" cy="154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DE22B32-E3A2-CD84-3F51-D4F5B3222C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55288" y="2449933"/>
                <a:ext cx="33840" cy="327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74B1B13-9972-17A3-0E0E-63729150E8D7}"/>
                  </a:ext>
                </a:extLst>
              </p14:cNvPr>
              <p14:cNvContentPartPr/>
              <p14:nvPr/>
            </p14:nvContentPartPr>
            <p14:xfrm>
              <a:off x="6581448" y="2834208"/>
              <a:ext cx="41760" cy="900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74B1B13-9972-17A3-0E0E-63729150E8D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72448" y="2825208"/>
                <a:ext cx="59400" cy="10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3A1B9177-C73D-2460-DC78-088B93C2CD2F}"/>
              </a:ext>
            </a:extLst>
          </p:cNvPr>
          <p:cNvGrpSpPr/>
          <p:nvPr/>
        </p:nvGrpSpPr>
        <p:grpSpPr>
          <a:xfrm>
            <a:off x="4007640" y="1056600"/>
            <a:ext cx="1609200" cy="333000"/>
            <a:chOff x="2952753" y="632095"/>
            <a:chExt cx="1609200" cy="3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1AFD569-DB62-EE3B-55DA-FE01996601A3}"/>
                    </a:ext>
                  </a:extLst>
                </p14:cNvPr>
                <p14:cNvContentPartPr/>
                <p14:nvPr/>
              </p14:nvContentPartPr>
              <p14:xfrm>
                <a:off x="2959593" y="770335"/>
                <a:ext cx="153360" cy="194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6A19C72-FD18-4E6E-3B57-AEC3444A334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23593" y="734695"/>
                  <a:ext cx="2250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22236D4-FDB9-2662-209A-2E23ABC0D733}"/>
                    </a:ext>
                  </a:extLst>
                </p14:cNvPr>
                <p14:cNvContentPartPr/>
                <p14:nvPr/>
              </p14:nvContentPartPr>
              <p14:xfrm>
                <a:off x="2989473" y="853135"/>
                <a:ext cx="157680" cy="13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A43643C-2C38-D71C-8D08-9BCDFC17DEF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53473" y="817135"/>
                  <a:ext cx="2293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E69139E-AC85-448D-2BFF-D6946D8CF262}"/>
                    </a:ext>
                  </a:extLst>
                </p14:cNvPr>
                <p14:cNvContentPartPr/>
                <p14:nvPr/>
              </p14:nvContentPartPr>
              <p14:xfrm>
                <a:off x="2952753" y="744055"/>
                <a:ext cx="186120" cy="20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3D5820-CD40-03D7-3362-117B1E0E53B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17113" y="708055"/>
                  <a:ext cx="2577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BCB2773-1DEE-9DB4-C19D-220EADE414AF}"/>
                    </a:ext>
                  </a:extLst>
                </p14:cNvPr>
                <p14:cNvContentPartPr/>
                <p14:nvPr/>
              </p14:nvContentPartPr>
              <p14:xfrm>
                <a:off x="3193593" y="771055"/>
                <a:ext cx="105480" cy="160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4981DEB-6555-DD64-05A4-230877BC696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57593" y="735055"/>
                  <a:ext cx="1771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2919B46-02CE-860A-2C5F-8A6C859CE5D0}"/>
                    </a:ext>
                  </a:extLst>
                </p14:cNvPr>
                <p14:cNvContentPartPr/>
                <p14:nvPr/>
              </p14:nvContentPartPr>
              <p14:xfrm>
                <a:off x="3418233" y="708415"/>
                <a:ext cx="46800" cy="250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CDF0EC0-8374-D208-9184-D27123B9151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382593" y="672775"/>
                  <a:ext cx="11844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6201014-9BF6-BDDD-555A-693194151212}"/>
                    </a:ext>
                  </a:extLst>
                </p14:cNvPr>
                <p14:cNvContentPartPr/>
                <p14:nvPr/>
              </p14:nvContentPartPr>
              <p14:xfrm>
                <a:off x="3381153" y="836935"/>
                <a:ext cx="233280" cy="112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9BF6956-4771-D9D6-8D02-229CE25DCAF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45153" y="801295"/>
                  <a:ext cx="3049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C20A7C5-3C6B-69C9-37A3-B52580EAC4ED}"/>
                    </a:ext>
                  </a:extLst>
                </p14:cNvPr>
                <p14:cNvContentPartPr/>
                <p14:nvPr/>
              </p14:nvContentPartPr>
              <p14:xfrm>
                <a:off x="3619833" y="717775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9453602-3EBD-1876-5666-C0624254CB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84193" y="68213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9293EB4-4703-1AA0-1FD6-E207A95585B1}"/>
                    </a:ext>
                  </a:extLst>
                </p14:cNvPr>
                <p14:cNvContentPartPr/>
                <p14:nvPr/>
              </p14:nvContentPartPr>
              <p14:xfrm>
                <a:off x="3695433" y="632095"/>
                <a:ext cx="654480" cy="285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47149C1-5EC7-0841-DCB4-3394A8290AB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59433" y="596095"/>
                  <a:ext cx="7261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ECB172E-97D4-0FE2-1FD4-1D997508968E}"/>
                    </a:ext>
                  </a:extLst>
                </p14:cNvPr>
                <p14:cNvContentPartPr/>
                <p14:nvPr/>
              </p14:nvContentPartPr>
              <p14:xfrm>
                <a:off x="4147593" y="708775"/>
                <a:ext cx="414360" cy="165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359881A-046A-0BB8-3257-E95EBA6D998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11593" y="673135"/>
                  <a:ext cx="48600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F2F73EE-7C24-640D-85A3-24B2DA9691F3}"/>
              </a:ext>
            </a:extLst>
          </p:cNvPr>
          <p:cNvGrpSpPr/>
          <p:nvPr/>
        </p:nvGrpSpPr>
        <p:grpSpPr>
          <a:xfrm>
            <a:off x="5846520" y="1034640"/>
            <a:ext cx="386640" cy="406440"/>
            <a:chOff x="4791633" y="610135"/>
            <a:chExt cx="386640" cy="40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B6CDA49-61A6-14FB-78C5-B301F9CCABD7}"/>
                    </a:ext>
                  </a:extLst>
                </p14:cNvPr>
                <p14:cNvContentPartPr/>
                <p14:nvPr/>
              </p14:nvContentPartPr>
              <p14:xfrm>
                <a:off x="4840593" y="610135"/>
                <a:ext cx="162360" cy="327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0B1C45C-DA2E-357D-E286-23028864FAC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04593" y="574495"/>
                  <a:ext cx="23400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49A20BD-DB4C-62D2-3544-2FA9F6350169}"/>
                    </a:ext>
                  </a:extLst>
                </p14:cNvPr>
                <p14:cNvContentPartPr/>
                <p14:nvPr/>
              </p14:nvContentPartPr>
              <p14:xfrm>
                <a:off x="4791633" y="757735"/>
                <a:ext cx="223200" cy="29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A6B1AD1-1DB3-3002-AD2F-6373FE20080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55633" y="722095"/>
                  <a:ext cx="2948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C62C363-AB89-9A36-39F4-A2688C87EA57}"/>
                    </a:ext>
                  </a:extLst>
                </p14:cNvPr>
                <p14:cNvContentPartPr/>
                <p14:nvPr/>
              </p14:nvContentPartPr>
              <p14:xfrm>
                <a:off x="4977393" y="880855"/>
                <a:ext cx="200880" cy="135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11C4BD8-A273-8922-380B-5F30CF820D9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41393" y="845215"/>
                  <a:ext cx="272520" cy="20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4855E47-9F34-8674-3B0A-9D63C459A593}"/>
                  </a:ext>
                </a:extLst>
              </p14:cNvPr>
              <p14:cNvContentPartPr/>
              <p14:nvPr/>
            </p14:nvContentPartPr>
            <p14:xfrm>
              <a:off x="3186840" y="2482560"/>
              <a:ext cx="186480" cy="2289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4855E47-9F34-8674-3B0A-9D63C459A59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150840" y="2446560"/>
                <a:ext cx="25812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3EEF0DD-DB18-73D4-7B06-807E95A793BC}"/>
                  </a:ext>
                </a:extLst>
              </p14:cNvPr>
              <p14:cNvContentPartPr/>
              <p14:nvPr/>
            </p14:nvContentPartPr>
            <p14:xfrm>
              <a:off x="3389880" y="2644560"/>
              <a:ext cx="68040" cy="1908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3EEF0DD-DB18-73D4-7B06-807E95A793B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353880" y="2608560"/>
                <a:ext cx="13968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E4E85D6-B6D1-D3C1-A985-CAE3F8861B29}"/>
                  </a:ext>
                </a:extLst>
              </p14:cNvPr>
              <p14:cNvContentPartPr/>
              <p14:nvPr/>
            </p14:nvContentPartPr>
            <p14:xfrm>
              <a:off x="2163000" y="3314520"/>
              <a:ext cx="105120" cy="158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E4E85D6-B6D1-D3C1-A985-CAE3F8861B2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127000" y="3278520"/>
                <a:ext cx="17676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5496C0A-D52B-7D00-6C1D-D7F08CB085EF}"/>
                  </a:ext>
                </a:extLst>
              </p14:cNvPr>
              <p14:cNvContentPartPr/>
              <p14:nvPr/>
            </p14:nvContentPartPr>
            <p14:xfrm>
              <a:off x="2023680" y="3223440"/>
              <a:ext cx="1194120" cy="2646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5496C0A-D52B-7D00-6C1D-D7F08CB085E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987669" y="3187440"/>
                <a:ext cx="1265782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FB123A0-4687-0578-0B8A-E818979025C6}"/>
                  </a:ext>
                </a:extLst>
              </p14:cNvPr>
              <p14:cNvContentPartPr/>
              <p14:nvPr/>
            </p14:nvContentPartPr>
            <p14:xfrm>
              <a:off x="3270000" y="3076920"/>
              <a:ext cx="32400" cy="5360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FB123A0-4687-0578-0B8A-E818979025C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234000" y="3040920"/>
                <a:ext cx="104040" cy="60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1E99B8D-F240-C56B-02B7-23A9C44E88E9}"/>
                  </a:ext>
                </a:extLst>
              </p14:cNvPr>
              <p14:cNvContentPartPr/>
              <p14:nvPr/>
            </p14:nvContentPartPr>
            <p14:xfrm>
              <a:off x="3458280" y="3077280"/>
              <a:ext cx="30600" cy="4946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1E99B8D-F240-C56B-02B7-23A9C44E88E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422280" y="3041280"/>
                <a:ext cx="102240" cy="56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4CA40BC-EC87-09AE-F9F2-F62D5E24DD15}"/>
                  </a:ext>
                </a:extLst>
              </p14:cNvPr>
              <p14:cNvContentPartPr/>
              <p14:nvPr/>
            </p14:nvContentPartPr>
            <p14:xfrm>
              <a:off x="3509040" y="3347280"/>
              <a:ext cx="504720" cy="180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4CA40BC-EC87-09AE-F9F2-F62D5E24DD1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473040" y="3311280"/>
                <a:ext cx="57636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F7826C2-D0E0-4568-CFD2-B1D4457BDF57}"/>
                  </a:ext>
                </a:extLst>
              </p14:cNvPr>
              <p14:cNvContentPartPr/>
              <p14:nvPr/>
            </p14:nvContentPartPr>
            <p14:xfrm>
              <a:off x="2234280" y="3655080"/>
              <a:ext cx="181800" cy="2642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F7826C2-D0E0-4568-CFD2-B1D4457BDF5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198280" y="3619129"/>
                <a:ext cx="253440" cy="3357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F947743-B2BF-5759-7C2A-CB19D5C4B64F}"/>
                  </a:ext>
                </a:extLst>
              </p14:cNvPr>
              <p14:cNvContentPartPr/>
              <p14:nvPr/>
            </p14:nvContentPartPr>
            <p14:xfrm>
              <a:off x="2502480" y="3683160"/>
              <a:ext cx="23760" cy="261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F947743-B2BF-5759-7C2A-CB19D5C4B64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465926" y="3647110"/>
                <a:ext cx="96502" cy="3330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E99AE303-0F03-D92D-D378-03A40ACC58F8}"/>
                  </a:ext>
                </a:extLst>
              </p14:cNvPr>
              <p14:cNvContentPartPr/>
              <p14:nvPr/>
            </p14:nvContentPartPr>
            <p14:xfrm>
              <a:off x="2537040" y="3744000"/>
              <a:ext cx="99000" cy="1605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E99AE303-0F03-D92D-D378-03A40ACC58F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500909" y="3708000"/>
                <a:ext cx="170901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54A67EA-CFDA-61A3-692F-BF5B1443E864}"/>
                  </a:ext>
                </a:extLst>
              </p14:cNvPr>
              <p14:cNvContentPartPr/>
              <p14:nvPr/>
            </p14:nvContentPartPr>
            <p14:xfrm>
              <a:off x="2669520" y="3741480"/>
              <a:ext cx="69480" cy="1638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54A67EA-CFDA-61A3-692F-BF5B1443E86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633520" y="3705480"/>
                <a:ext cx="14112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C7FA31E-8DF7-1232-ABB6-4B00EC59AA31}"/>
                  </a:ext>
                </a:extLst>
              </p14:cNvPr>
              <p14:cNvContentPartPr/>
              <p14:nvPr/>
            </p14:nvContentPartPr>
            <p14:xfrm>
              <a:off x="2739360" y="3696480"/>
              <a:ext cx="212040" cy="1987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C7FA31E-8DF7-1232-ABB6-4B00EC59AA3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703360" y="3660480"/>
                <a:ext cx="28368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A92BE55-5511-83B9-7774-3C97149DC9E3}"/>
                  </a:ext>
                </a:extLst>
              </p14:cNvPr>
              <p14:cNvContentPartPr/>
              <p14:nvPr/>
            </p14:nvContentPartPr>
            <p14:xfrm>
              <a:off x="1859520" y="3360600"/>
              <a:ext cx="356040" cy="13010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A92BE55-5511-83B9-7774-3C97149DC9E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823520" y="3324600"/>
                <a:ext cx="427680" cy="13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D075107-2423-51B6-043A-A127FEB4C68B}"/>
                  </a:ext>
                </a:extLst>
              </p14:cNvPr>
              <p14:cNvContentPartPr/>
              <p14:nvPr/>
            </p14:nvContentPartPr>
            <p14:xfrm>
              <a:off x="1651440" y="4025880"/>
              <a:ext cx="181440" cy="169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D075107-2423-51B6-043A-A127FEB4C68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615511" y="3989880"/>
                <a:ext cx="252938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644C74B-E72E-CFD9-381D-E654082E1B73}"/>
                  </a:ext>
                </a:extLst>
              </p14:cNvPr>
              <p14:cNvContentPartPr/>
              <p14:nvPr/>
            </p14:nvContentPartPr>
            <p14:xfrm>
              <a:off x="1760520" y="3957480"/>
              <a:ext cx="30240" cy="1404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644C74B-E72E-CFD9-381D-E654082E1B7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724520" y="3921572"/>
                <a:ext cx="101880" cy="2118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22F8DC96-6569-853C-3B7F-17DEEB1FBCC2}"/>
                  </a:ext>
                </a:extLst>
              </p14:cNvPr>
              <p14:cNvContentPartPr/>
              <p14:nvPr/>
            </p14:nvContentPartPr>
            <p14:xfrm>
              <a:off x="1578720" y="4517280"/>
              <a:ext cx="129960" cy="140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22F8DC96-6569-853C-3B7F-17DEEB1FBCC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542720" y="4482180"/>
                <a:ext cx="201600" cy="838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16BA432-4E40-20E4-CDC9-AC59A0C76786}"/>
                  </a:ext>
                </a:extLst>
              </p14:cNvPr>
              <p14:cNvContentPartPr/>
              <p14:nvPr/>
            </p14:nvContentPartPr>
            <p14:xfrm>
              <a:off x="2024400" y="4614840"/>
              <a:ext cx="24120" cy="3938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16BA432-4E40-20E4-CDC9-AC59A0C7678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987855" y="4578840"/>
                <a:ext cx="96845" cy="46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2CB5568-99A7-58B1-9019-4955D77392AE}"/>
                  </a:ext>
                </a:extLst>
              </p14:cNvPr>
              <p14:cNvContentPartPr/>
              <p14:nvPr/>
            </p14:nvContentPartPr>
            <p14:xfrm>
              <a:off x="2038800" y="4841280"/>
              <a:ext cx="2115360" cy="3114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2CB5568-99A7-58B1-9019-4955D77392A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002800" y="4805238"/>
                <a:ext cx="2187000" cy="383123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F301D55B-8A25-DABA-05EA-C635CABE9DC9}"/>
              </a:ext>
            </a:extLst>
          </p:cNvPr>
          <p:cNvGrpSpPr/>
          <p:nvPr/>
        </p:nvGrpSpPr>
        <p:grpSpPr>
          <a:xfrm>
            <a:off x="3844200" y="1769760"/>
            <a:ext cx="4503600" cy="3318480"/>
            <a:chOff x="2789313" y="1345255"/>
            <a:chExt cx="4503600" cy="331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478C76E-E448-2CA8-6B7E-08D82C487CB5}"/>
                    </a:ext>
                  </a:extLst>
                </p14:cNvPr>
                <p14:cNvContentPartPr/>
                <p14:nvPr/>
              </p14:nvContentPartPr>
              <p14:xfrm>
                <a:off x="2789313" y="1442095"/>
                <a:ext cx="263160" cy="3221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992B877-8C35-8DAB-13DC-457E01B457A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753313" y="1406095"/>
                  <a:ext cx="334800" cy="32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B94B250-B15C-CE5B-9D32-F940EE5076F2}"/>
                    </a:ext>
                  </a:extLst>
                </p14:cNvPr>
                <p14:cNvContentPartPr/>
                <p14:nvPr/>
              </p14:nvContentPartPr>
              <p14:xfrm>
                <a:off x="3133113" y="1846375"/>
                <a:ext cx="131040" cy="2271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15E3127-A20F-2B69-AC6B-81CCB074B2D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097113" y="1810375"/>
                  <a:ext cx="2026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2A9AD48-0278-5E6D-A357-B28E269E19FD}"/>
                    </a:ext>
                  </a:extLst>
                </p14:cNvPr>
                <p14:cNvContentPartPr/>
                <p14:nvPr/>
              </p14:nvContentPartPr>
              <p14:xfrm>
                <a:off x="3309153" y="1864015"/>
                <a:ext cx="199080" cy="158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199F2D8-D061-C18B-95D5-CCCA050BC6C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273153" y="1828015"/>
                  <a:ext cx="2707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D0AC2F7-191C-7413-DE38-DDCC910CAF6E}"/>
                    </a:ext>
                  </a:extLst>
                </p14:cNvPr>
                <p14:cNvContentPartPr/>
                <p14:nvPr/>
              </p14:nvContentPartPr>
              <p14:xfrm>
                <a:off x="3579153" y="1749175"/>
                <a:ext cx="32760" cy="274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E0A892F-EC10-F0C0-8E68-CADD0D259BA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543513" y="1713175"/>
                  <a:ext cx="1044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FF456C2-0F14-C871-06D8-E50E981A9144}"/>
                    </a:ext>
                  </a:extLst>
                </p14:cNvPr>
                <p14:cNvContentPartPr/>
                <p14:nvPr/>
              </p14:nvContentPartPr>
              <p14:xfrm>
                <a:off x="3639993" y="1859695"/>
                <a:ext cx="87840" cy="144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DB8633E-E86B-05C3-5680-B3BF3E98D5A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604353" y="1824055"/>
                  <a:ext cx="1594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B11BF7A-AA6D-9CF3-018A-75E7550C4D7D}"/>
                    </a:ext>
                  </a:extLst>
                </p14:cNvPr>
                <p14:cNvContentPartPr/>
                <p14:nvPr/>
              </p14:nvContentPartPr>
              <p14:xfrm>
                <a:off x="3208353" y="3607135"/>
                <a:ext cx="9720" cy="236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D706CA0-CACA-0C67-9700-CB02D96E706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72353" y="3571495"/>
                  <a:ext cx="8136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4B92476-CD8E-7F36-8356-4AF0FBE6D78D}"/>
                    </a:ext>
                  </a:extLst>
                </p14:cNvPr>
                <p14:cNvContentPartPr/>
                <p14:nvPr/>
              </p14:nvContentPartPr>
              <p14:xfrm>
                <a:off x="3272433" y="3573295"/>
                <a:ext cx="306000" cy="270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36EB4D8-BF4E-763E-41D1-8BF796DCD9D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36793" y="3537655"/>
                  <a:ext cx="3776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1E6580B-A852-9B31-37C7-7D809A6F4F21}"/>
                    </a:ext>
                  </a:extLst>
                </p14:cNvPr>
                <p14:cNvContentPartPr/>
                <p14:nvPr/>
              </p14:nvContentPartPr>
              <p14:xfrm>
                <a:off x="3603273" y="3562855"/>
                <a:ext cx="54360" cy="266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12E306E-F6CF-5D31-E37F-44D57713214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567273" y="3527215"/>
                  <a:ext cx="1260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7F99E71-E734-9656-EBD8-E22D0F4BDD94}"/>
                    </a:ext>
                  </a:extLst>
                </p14:cNvPr>
                <p14:cNvContentPartPr/>
                <p14:nvPr/>
              </p14:nvContentPartPr>
              <p14:xfrm>
                <a:off x="3699393" y="3591295"/>
                <a:ext cx="160200" cy="1519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7B9E3A6-7852-DAD4-D4EE-F5C10793CD1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663753" y="3555295"/>
                  <a:ext cx="2318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F8773E9-4DD3-CB8F-C842-8483848151B2}"/>
                    </a:ext>
                  </a:extLst>
                </p14:cNvPr>
                <p14:cNvContentPartPr/>
                <p14:nvPr/>
              </p14:nvContentPartPr>
              <p14:xfrm>
                <a:off x="2943753" y="2908375"/>
                <a:ext cx="1261440" cy="29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09DD777-2F7D-3BFD-E146-D23A8063D30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907753" y="2872735"/>
                  <a:ext cx="13330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7C72DCA-4E9A-F84D-610E-04D37D7B26DB}"/>
                    </a:ext>
                  </a:extLst>
                </p14:cNvPr>
                <p14:cNvContentPartPr/>
                <p14:nvPr/>
              </p14:nvContentPartPr>
              <p14:xfrm>
                <a:off x="4178553" y="2613895"/>
                <a:ext cx="88200" cy="635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84A8C9E-78CC-45DF-72D7-9471DE131C4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42913" y="2578255"/>
                  <a:ext cx="159840" cy="70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E8442A3-A729-3C7A-E340-F9CBFAFBBA20}"/>
                    </a:ext>
                  </a:extLst>
                </p14:cNvPr>
                <p14:cNvContentPartPr/>
                <p14:nvPr/>
              </p14:nvContentPartPr>
              <p14:xfrm>
                <a:off x="4197273" y="3069295"/>
                <a:ext cx="386640" cy="220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96E5269-0B29-7BD8-56FA-A9B0BB4057C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61633" y="3033295"/>
                  <a:ext cx="4582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6E41B2C-D638-3A98-43EF-A36EA63F27FC}"/>
                    </a:ext>
                  </a:extLst>
                </p14:cNvPr>
                <p14:cNvContentPartPr/>
                <p14:nvPr/>
              </p14:nvContentPartPr>
              <p14:xfrm>
                <a:off x="4344153" y="3049135"/>
                <a:ext cx="140400" cy="2296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0507A70-B20B-30E7-0D84-DD825FD018A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08513" y="3013495"/>
                  <a:ext cx="2120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849BE37-5107-CA62-155F-338DFE8DADAB}"/>
                    </a:ext>
                  </a:extLst>
                </p14:cNvPr>
                <p14:cNvContentPartPr/>
                <p14:nvPr/>
              </p14:nvContentPartPr>
              <p14:xfrm>
                <a:off x="4451433" y="3287095"/>
                <a:ext cx="217440" cy="1315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C2B2A1A-30FD-8138-3996-FA8B5E749D4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15793" y="3251455"/>
                  <a:ext cx="289080" cy="13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41057E2-1DDA-FCD3-DAF1-B30344A8D819}"/>
                    </a:ext>
                  </a:extLst>
                </p14:cNvPr>
                <p14:cNvContentPartPr/>
                <p14:nvPr/>
              </p14:nvContentPartPr>
              <p14:xfrm>
                <a:off x="2997753" y="4600375"/>
                <a:ext cx="1623960" cy="26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7DD894F-9A38-C7E7-35EB-73F7EAFA13A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962113" y="4564735"/>
                  <a:ext cx="16956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0D8A637-8E29-C5DE-1775-8118D4416B7C}"/>
                    </a:ext>
                  </a:extLst>
                </p14:cNvPr>
                <p14:cNvContentPartPr/>
                <p14:nvPr/>
              </p14:nvContentPartPr>
              <p14:xfrm>
                <a:off x="4533153" y="3967855"/>
                <a:ext cx="515520" cy="199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A8D0E85-4204-502B-B3E0-647AA995975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97153" y="3932215"/>
                  <a:ext cx="5871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8878899-C934-5B05-0FBD-E9F266059A4C}"/>
                    </a:ext>
                  </a:extLst>
                </p14:cNvPr>
                <p14:cNvContentPartPr/>
                <p14:nvPr/>
              </p14:nvContentPartPr>
              <p14:xfrm>
                <a:off x="4862913" y="4212295"/>
                <a:ext cx="340920" cy="18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8CEE0E9-8C38-EF75-0209-760A4FEBDA1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827273" y="4176655"/>
                  <a:ext cx="4125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6F942F9-42DC-7CAD-42BD-EE3A1A965610}"/>
                    </a:ext>
                  </a:extLst>
                </p14:cNvPr>
                <p14:cNvContentPartPr/>
                <p14:nvPr/>
              </p14:nvContentPartPr>
              <p14:xfrm>
                <a:off x="4951473" y="4319215"/>
                <a:ext cx="209160" cy="10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B3ABD66-E305-ACED-F2EF-951152512E3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915833" y="4283575"/>
                  <a:ext cx="2808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222D5C8-6DDE-0BAB-2F8C-41DF580587E6}"/>
                    </a:ext>
                  </a:extLst>
                </p14:cNvPr>
                <p14:cNvContentPartPr/>
                <p14:nvPr/>
              </p14:nvContentPartPr>
              <p14:xfrm>
                <a:off x="5061633" y="4345495"/>
                <a:ext cx="9360" cy="214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77A92AE-280F-0EB5-E971-8D8D653F655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025633" y="4309495"/>
                  <a:ext cx="810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9559C70-D8C3-958D-9879-01574C8A4937}"/>
                    </a:ext>
                  </a:extLst>
                </p14:cNvPr>
                <p14:cNvContentPartPr/>
                <p14:nvPr/>
              </p14:nvContentPartPr>
              <p14:xfrm>
                <a:off x="4545393" y="4584895"/>
                <a:ext cx="548280" cy="20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193081A-5843-9967-5CA2-560E77C0D8D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509753" y="4548895"/>
                  <a:ext cx="6199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260ABFE-0DB6-A6AF-41B1-FDFB691945BB}"/>
                    </a:ext>
                  </a:extLst>
                </p14:cNvPr>
                <p14:cNvContentPartPr/>
                <p14:nvPr/>
              </p14:nvContentPartPr>
              <p14:xfrm>
                <a:off x="5303913" y="4124095"/>
                <a:ext cx="164160" cy="2232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05F3D78-C54C-A0D4-F977-E811B93AE6F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67913" y="4088095"/>
                  <a:ext cx="2358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465C6DF-4FE6-262D-0EF6-625CD41AA052}"/>
                    </a:ext>
                  </a:extLst>
                </p14:cNvPr>
                <p14:cNvContentPartPr/>
                <p14:nvPr/>
              </p14:nvContentPartPr>
              <p14:xfrm>
                <a:off x="5547633" y="4255495"/>
                <a:ext cx="150840" cy="147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5EC4D7B-DBF8-0A0E-C91F-9A3D8E39E10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511993" y="4219495"/>
                  <a:ext cx="2224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5EC7DF9-5AAC-DE14-DF8D-9EF2E7D5F17C}"/>
                    </a:ext>
                  </a:extLst>
                </p14:cNvPr>
                <p14:cNvContentPartPr/>
                <p14:nvPr/>
              </p14:nvContentPartPr>
              <p14:xfrm>
                <a:off x="3832953" y="4112575"/>
                <a:ext cx="60840" cy="299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2581DC1-2A44-A8DE-4301-DE29E710945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796953" y="4076935"/>
                  <a:ext cx="13248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A034DED-72A7-E1AE-5652-7629E2C7D37A}"/>
                    </a:ext>
                  </a:extLst>
                </p14:cNvPr>
                <p14:cNvContentPartPr/>
                <p14:nvPr/>
              </p14:nvContentPartPr>
              <p14:xfrm>
                <a:off x="3949233" y="4107895"/>
                <a:ext cx="131760" cy="310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AA08201-0FF8-B78D-3088-D74D26637C9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913593" y="4072255"/>
                  <a:ext cx="20340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A3405EE-1618-6666-5407-E879E0710963}"/>
                    </a:ext>
                  </a:extLst>
                </p14:cNvPr>
                <p14:cNvContentPartPr/>
                <p14:nvPr/>
              </p14:nvContentPartPr>
              <p14:xfrm>
                <a:off x="4150473" y="4141375"/>
                <a:ext cx="47880" cy="209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1DD1F36-9852-FB91-1AB1-50B8763AFB9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14473" y="4105735"/>
                  <a:ext cx="1195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7DABD91-17C2-B0F0-9DCE-4D6BE45F3D22}"/>
                    </a:ext>
                  </a:extLst>
                </p14:cNvPr>
                <p14:cNvContentPartPr/>
                <p14:nvPr/>
              </p14:nvContentPartPr>
              <p14:xfrm>
                <a:off x="4210593" y="4206175"/>
                <a:ext cx="140040" cy="124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537D49A-56F9-1C62-A142-B9C930357C5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74953" y="4170175"/>
                  <a:ext cx="2116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CF97940-2405-5EA4-F2B6-F192CB1515B9}"/>
                    </a:ext>
                  </a:extLst>
                </p14:cNvPr>
                <p14:cNvContentPartPr/>
                <p14:nvPr/>
              </p14:nvContentPartPr>
              <p14:xfrm>
                <a:off x="4795953" y="3394015"/>
                <a:ext cx="215280" cy="257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52E041B-91A3-5E11-5E88-AB630AB5DE6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759953" y="3358015"/>
                  <a:ext cx="28692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5847714-723B-6ABF-D955-D7922A26800B}"/>
                    </a:ext>
                  </a:extLst>
                </p14:cNvPr>
                <p14:cNvContentPartPr/>
                <p14:nvPr/>
              </p14:nvContentPartPr>
              <p14:xfrm>
                <a:off x="5088633" y="3380695"/>
                <a:ext cx="33480" cy="2552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4CD0A76-1E1D-9C65-55B8-C62B93B9DAE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52633" y="3344695"/>
                  <a:ext cx="10512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ECAAB5A-4ADA-A7CD-35A6-34B75CDCA9A6}"/>
                    </a:ext>
                  </a:extLst>
                </p14:cNvPr>
                <p14:cNvContentPartPr/>
                <p14:nvPr/>
              </p14:nvContentPartPr>
              <p14:xfrm>
                <a:off x="5120673" y="3427855"/>
                <a:ext cx="169920" cy="190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F952C2C-E364-BF89-6650-A0AE8E9AABC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085033" y="3391855"/>
                  <a:ext cx="2415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8B90406-AC3A-1B81-E18C-6A00DFB87F3D}"/>
                    </a:ext>
                  </a:extLst>
                </p14:cNvPr>
                <p14:cNvContentPartPr/>
                <p14:nvPr/>
              </p14:nvContentPartPr>
              <p14:xfrm>
                <a:off x="4208433" y="2567815"/>
                <a:ext cx="343440" cy="161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9373A3D-C28B-4792-37D2-E07F8F897EA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172793" y="2531815"/>
                  <a:ext cx="4150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3164EC9-5545-8F40-683F-88AFB71D1144}"/>
                    </a:ext>
                  </a:extLst>
                </p14:cNvPr>
                <p14:cNvContentPartPr/>
                <p14:nvPr/>
              </p14:nvContentPartPr>
              <p14:xfrm>
                <a:off x="4378713" y="1386655"/>
                <a:ext cx="210240" cy="1171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9F38756-33E7-1C61-3066-4D75D97F4A9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342713" y="1351015"/>
                  <a:ext cx="281880" cy="12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8874FCC-A94D-41C4-959A-00E751E09393}"/>
                    </a:ext>
                  </a:extLst>
                </p14:cNvPr>
                <p14:cNvContentPartPr/>
                <p14:nvPr/>
              </p14:nvContentPartPr>
              <p14:xfrm>
                <a:off x="4696593" y="1650175"/>
                <a:ext cx="187920" cy="232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87B849B-A500-AA0D-17E8-5D44958F0DA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660593" y="1614535"/>
                  <a:ext cx="2595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C140A04-BDA8-E64D-FC0D-509B7EE16472}"/>
                    </a:ext>
                  </a:extLst>
                </p14:cNvPr>
                <p14:cNvContentPartPr/>
                <p14:nvPr/>
              </p14:nvContentPartPr>
              <p14:xfrm>
                <a:off x="4950393" y="1699135"/>
                <a:ext cx="89280" cy="175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43926AB-2539-268C-471B-AC307B5BF1C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914753" y="1663135"/>
                  <a:ext cx="1609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E9CF3B9-B4A1-3498-B8C0-5F27720D89E8}"/>
                    </a:ext>
                  </a:extLst>
                </p14:cNvPr>
                <p14:cNvContentPartPr/>
                <p14:nvPr/>
              </p14:nvContentPartPr>
              <p14:xfrm>
                <a:off x="5133273" y="1567015"/>
                <a:ext cx="28080" cy="270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F49AF70-B876-6867-7A60-0C5A0768F30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97633" y="1531015"/>
                  <a:ext cx="997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1444882-199B-5D84-E1A4-BE7259C63C9D}"/>
                    </a:ext>
                  </a:extLst>
                </p14:cNvPr>
                <p14:cNvContentPartPr/>
                <p14:nvPr/>
              </p14:nvContentPartPr>
              <p14:xfrm>
                <a:off x="5174313" y="1640095"/>
                <a:ext cx="125640" cy="180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9617E8C-41E5-77DA-0821-8C25BB7F0B4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138313" y="1604455"/>
                  <a:ext cx="1972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52C3380-EA60-B690-CA82-19C38B250500}"/>
                    </a:ext>
                  </a:extLst>
                </p14:cNvPr>
                <p14:cNvContentPartPr/>
                <p14:nvPr/>
              </p14:nvContentPartPr>
              <p14:xfrm>
                <a:off x="2943393" y="1345255"/>
                <a:ext cx="2804760" cy="79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4080420-FE8D-D241-EB2D-51EF2E216A9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907753" y="1309255"/>
                  <a:ext cx="28764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DC70FC8-F77C-2021-456E-6E13AE808246}"/>
                    </a:ext>
                  </a:extLst>
                </p14:cNvPr>
                <p14:cNvContentPartPr/>
                <p14:nvPr/>
              </p14:nvContentPartPr>
              <p14:xfrm>
                <a:off x="4598313" y="2270455"/>
                <a:ext cx="681480" cy="49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2E619C4-D39A-D1C0-811E-ED5FFB10832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562673" y="2234815"/>
                  <a:ext cx="7531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4A1ABBC-46FA-11EE-0833-A1FF9C55FB9E}"/>
                    </a:ext>
                  </a:extLst>
                </p14:cNvPr>
                <p14:cNvContentPartPr/>
                <p14:nvPr/>
              </p14:nvContentPartPr>
              <p14:xfrm>
                <a:off x="5301753" y="2095135"/>
                <a:ext cx="34920" cy="331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F575267-2B10-3C22-3894-61EE15E3418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265753" y="2059135"/>
                  <a:ext cx="10656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8EE2E78-0DEB-BBB6-C193-25FA98739DA9}"/>
                    </a:ext>
                  </a:extLst>
                </p14:cNvPr>
                <p14:cNvContentPartPr/>
                <p14:nvPr/>
              </p14:nvContentPartPr>
              <p14:xfrm>
                <a:off x="5433153" y="2103415"/>
                <a:ext cx="18360" cy="280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0F613AB-8C5B-44F9-F54B-E2C7C798BC8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397153" y="2067415"/>
                  <a:ext cx="900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FA755ED-2A40-F686-5858-5B002893C781}"/>
                    </a:ext>
                  </a:extLst>
                </p14:cNvPr>
                <p14:cNvContentPartPr/>
                <p14:nvPr/>
              </p14:nvContentPartPr>
              <p14:xfrm>
                <a:off x="5461953" y="2258575"/>
                <a:ext cx="529200" cy="54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144CE88-BCB5-223C-3CED-D1BCBDE7315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26313" y="2222935"/>
                  <a:ext cx="600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D1472E2-6076-C72D-7128-B00BC55A3C3F}"/>
                    </a:ext>
                  </a:extLst>
                </p14:cNvPr>
                <p14:cNvContentPartPr/>
                <p14:nvPr/>
              </p14:nvContentPartPr>
              <p14:xfrm>
                <a:off x="5951913" y="2258575"/>
                <a:ext cx="274680" cy="21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FD34669-8E05-F304-145A-1231FEFB9DE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916273" y="2222575"/>
                  <a:ext cx="3463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E7AF90C-4261-B1F6-F11E-21CFE399180E}"/>
                    </a:ext>
                  </a:extLst>
                </p14:cNvPr>
                <p14:cNvContentPartPr/>
                <p14:nvPr/>
              </p14:nvContentPartPr>
              <p14:xfrm>
                <a:off x="5842113" y="2290975"/>
                <a:ext cx="423360" cy="2140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01F667F-48CD-A34E-A707-3524FC35CEE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06113" y="2254975"/>
                  <a:ext cx="495000" cy="22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A2F0511-C32C-E4E3-4D27-0111270185F5}"/>
                    </a:ext>
                  </a:extLst>
                </p14:cNvPr>
                <p14:cNvContentPartPr/>
                <p14:nvPr/>
              </p14:nvContentPartPr>
              <p14:xfrm>
                <a:off x="6033993" y="4433335"/>
                <a:ext cx="248040" cy="7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97A6D7C-63DE-BFE1-7294-BB49F44423E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97993" y="4397695"/>
                  <a:ext cx="3196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D5F3435-8A9B-209B-7A0B-41FAC5550B99}"/>
                    </a:ext>
                  </a:extLst>
                </p14:cNvPr>
                <p14:cNvContentPartPr/>
                <p14:nvPr/>
              </p14:nvContentPartPr>
              <p14:xfrm>
                <a:off x="6098793" y="4501015"/>
                <a:ext cx="120240" cy="23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EBE651F-8F86-C84C-3A9B-9C5CF0224C6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062793" y="4465375"/>
                  <a:ext cx="1918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96AA24A-1252-12D6-AF1F-DEBD239652E0}"/>
                    </a:ext>
                  </a:extLst>
                </p14:cNvPr>
                <p14:cNvContentPartPr/>
                <p14:nvPr/>
              </p14:nvContentPartPr>
              <p14:xfrm>
                <a:off x="6083673" y="4575175"/>
                <a:ext cx="40320" cy="82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17F18EE-9EF4-5E36-A1F0-675ED62EAF1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048033" y="4539535"/>
                  <a:ext cx="1119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7FCE5EE-F272-52A5-B81C-E6FBC945DD85}"/>
                    </a:ext>
                  </a:extLst>
                </p14:cNvPr>
                <p14:cNvContentPartPr/>
                <p14:nvPr/>
              </p14:nvContentPartPr>
              <p14:xfrm>
                <a:off x="6260073" y="2911255"/>
                <a:ext cx="31320" cy="170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FED2860-1914-A78A-FC00-028AA34AF57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224433" y="2875255"/>
                  <a:ext cx="102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A99B5D4-DFD9-36CE-145B-BB3DC76BBBAF}"/>
                    </a:ext>
                  </a:extLst>
                </p14:cNvPr>
                <p14:cNvContentPartPr/>
                <p14:nvPr/>
              </p14:nvContentPartPr>
              <p14:xfrm>
                <a:off x="6351513" y="2913775"/>
                <a:ext cx="230400" cy="145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6D7D596-6EC0-1C0F-1673-115BDBECE38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315513" y="2878135"/>
                  <a:ext cx="3020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6EA2955-377C-838B-BFF6-87C701C0BFEE}"/>
                    </a:ext>
                  </a:extLst>
                </p14:cNvPr>
                <p14:cNvContentPartPr/>
                <p14:nvPr/>
              </p14:nvContentPartPr>
              <p14:xfrm>
                <a:off x="6622593" y="2860135"/>
                <a:ext cx="18000" cy="212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C54B301-555D-67A5-E3CB-808A1162310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586593" y="2824135"/>
                  <a:ext cx="896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359B148-211B-C3F4-709D-290F27CA6E30}"/>
                    </a:ext>
                  </a:extLst>
                </p14:cNvPr>
                <p14:cNvContentPartPr/>
                <p14:nvPr/>
              </p14:nvContentPartPr>
              <p14:xfrm>
                <a:off x="6649593" y="2926015"/>
                <a:ext cx="111240" cy="1378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D209529-D53F-B7CF-FA2E-DDAA3CB22DE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613953" y="2890375"/>
                  <a:ext cx="1828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039C2AE-4CFC-BB8C-B92D-0F2BC8FB78BC}"/>
                    </a:ext>
                  </a:extLst>
                </p14:cNvPr>
                <p14:cNvContentPartPr/>
                <p14:nvPr/>
              </p14:nvContentPartPr>
              <p14:xfrm>
                <a:off x="6755793" y="2899015"/>
                <a:ext cx="99720" cy="1872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A54AB47-B582-7173-5E65-31C507D72CD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720153" y="2863375"/>
                  <a:ext cx="1713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03AA090-793E-63C2-C119-76DE507875AE}"/>
                    </a:ext>
                  </a:extLst>
                </p14:cNvPr>
                <p14:cNvContentPartPr/>
                <p14:nvPr/>
              </p14:nvContentPartPr>
              <p14:xfrm>
                <a:off x="6836073" y="2892895"/>
                <a:ext cx="201600" cy="161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21F70A1-7A16-4735-FAA8-2E1ABD06BB8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800433" y="2856895"/>
                  <a:ext cx="2732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B6D5C51-B168-C67B-641D-456085382603}"/>
                    </a:ext>
                  </a:extLst>
                </p14:cNvPr>
                <p14:cNvContentPartPr/>
                <p14:nvPr/>
              </p14:nvContentPartPr>
              <p14:xfrm>
                <a:off x="6122553" y="2163895"/>
                <a:ext cx="480600" cy="1378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F2E8AB0-3BE3-265A-2830-27EAFA09595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086913" y="2128255"/>
                  <a:ext cx="5522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CBBCDCD-5677-2552-036E-F961C4BBBD8A}"/>
                    </a:ext>
                  </a:extLst>
                </p14:cNvPr>
                <p14:cNvContentPartPr/>
                <p14:nvPr/>
              </p14:nvContentPartPr>
              <p14:xfrm>
                <a:off x="6903033" y="1969855"/>
                <a:ext cx="187200" cy="2908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904C904-7938-67E0-605E-B422130FF79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867033" y="1933855"/>
                  <a:ext cx="2588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37943F4-60F1-9464-4483-F4103FFF5F36}"/>
                    </a:ext>
                  </a:extLst>
                </p14:cNvPr>
                <p14:cNvContentPartPr/>
                <p14:nvPr/>
              </p14:nvContentPartPr>
              <p14:xfrm>
                <a:off x="7164393" y="2154175"/>
                <a:ext cx="128520" cy="1310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6407745-0EE7-8336-C8DE-5E33E2E8774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128393" y="2118535"/>
                  <a:ext cx="200160" cy="20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D04584D7-741B-9499-433F-39524E51C2F9}"/>
                  </a:ext>
                </a:extLst>
              </p14:cNvPr>
              <p14:cNvContentPartPr/>
              <p14:nvPr/>
            </p14:nvContentPartPr>
            <p14:xfrm>
              <a:off x="3228960" y="3786840"/>
              <a:ext cx="44640" cy="169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D04584D7-741B-9499-433F-39524E51C2F9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192960" y="3751590"/>
                <a:ext cx="116280" cy="87068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5807408-54C1-280F-92B3-4E4B4E73682C}"/>
              </a:ext>
            </a:extLst>
          </p:cNvPr>
          <p:cNvGrpSpPr/>
          <p:nvPr/>
        </p:nvGrpSpPr>
        <p:grpSpPr>
          <a:xfrm>
            <a:off x="6178800" y="3013200"/>
            <a:ext cx="381240" cy="368280"/>
            <a:chOff x="5123913" y="2588695"/>
            <a:chExt cx="38124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697A19E-CC6A-D3E9-3D2C-907EF3BC6EFA}"/>
                    </a:ext>
                  </a:extLst>
                </p14:cNvPr>
                <p14:cNvContentPartPr/>
                <p14:nvPr/>
              </p14:nvContentPartPr>
              <p14:xfrm>
                <a:off x="5123913" y="2588695"/>
                <a:ext cx="190080" cy="2203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3336AC1-3D8C-58B4-4B30-074061AEA01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087913" y="2552695"/>
                  <a:ext cx="2617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8791775-E382-B833-E5DF-5BCA3F8D0A01}"/>
                    </a:ext>
                  </a:extLst>
                </p14:cNvPr>
                <p14:cNvContentPartPr/>
                <p14:nvPr/>
              </p14:nvContentPartPr>
              <p14:xfrm>
                <a:off x="5344593" y="2724055"/>
                <a:ext cx="160560" cy="232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1176BB2-4425-0219-96A4-D3202D8FB04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308593" y="2688415"/>
                  <a:ext cx="23220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23DFA6C-111E-4E84-F2FB-67DA4F7A83C2}"/>
              </a:ext>
            </a:extLst>
          </p:cNvPr>
          <p:cNvGrpSpPr/>
          <p:nvPr/>
        </p:nvGrpSpPr>
        <p:grpSpPr>
          <a:xfrm>
            <a:off x="8410440" y="1522800"/>
            <a:ext cx="550440" cy="414360"/>
            <a:chOff x="7355553" y="1098295"/>
            <a:chExt cx="550440" cy="41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CD6ACBC-C837-D409-7C5F-40E90A3438FA}"/>
                    </a:ext>
                  </a:extLst>
                </p14:cNvPr>
                <p14:cNvContentPartPr/>
                <p14:nvPr/>
              </p14:nvContentPartPr>
              <p14:xfrm>
                <a:off x="7355553" y="1098295"/>
                <a:ext cx="244080" cy="246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9261602-0125-15C4-D9A7-B1FB1E015A4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319553" y="1062655"/>
                  <a:ext cx="3157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277A7D9-5E58-1F40-09A9-1DED9353372F}"/>
                    </a:ext>
                  </a:extLst>
                </p14:cNvPr>
                <p14:cNvContentPartPr/>
                <p14:nvPr/>
              </p14:nvContentPartPr>
              <p14:xfrm>
                <a:off x="7575513" y="1302415"/>
                <a:ext cx="61920" cy="2102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8C927E2-D7D6-6F1F-7DF4-DEC32DBDF05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539513" y="1266415"/>
                  <a:ext cx="1335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43F4756-F711-0BE2-976F-483472776801}"/>
                    </a:ext>
                  </a:extLst>
                </p14:cNvPr>
                <p14:cNvContentPartPr/>
                <p14:nvPr/>
              </p14:nvContentPartPr>
              <p14:xfrm>
                <a:off x="7743633" y="1245535"/>
                <a:ext cx="162360" cy="1317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8BDAB21-8431-9244-D4CC-611F7711B0A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707633" y="1209535"/>
                  <a:ext cx="23400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364385C-6E25-9F7A-4D7E-92A47EC3A0ED}"/>
              </a:ext>
            </a:extLst>
          </p:cNvPr>
          <p:cNvGrpSpPr/>
          <p:nvPr/>
        </p:nvGrpSpPr>
        <p:grpSpPr>
          <a:xfrm>
            <a:off x="9100200" y="1252440"/>
            <a:ext cx="786960" cy="601200"/>
            <a:chOff x="8045313" y="827935"/>
            <a:chExt cx="786960" cy="60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C31E7AB-A19E-F281-3DC8-1462834D11FB}"/>
                    </a:ext>
                  </a:extLst>
                </p14:cNvPr>
                <p14:cNvContentPartPr/>
                <p14:nvPr/>
              </p14:nvContentPartPr>
              <p14:xfrm>
                <a:off x="8045313" y="1010095"/>
                <a:ext cx="16200" cy="2984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904F46B-7436-E85E-9485-028E190CC1A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009673" y="974095"/>
                  <a:ext cx="8784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37C7422-0B1D-7FA4-4BD0-466165310F02}"/>
                    </a:ext>
                  </a:extLst>
                </p14:cNvPr>
                <p14:cNvContentPartPr/>
                <p14:nvPr/>
              </p14:nvContentPartPr>
              <p14:xfrm>
                <a:off x="8219553" y="1005055"/>
                <a:ext cx="112680" cy="254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E3A57AC-D98A-74E5-6CB8-0EC095CCF0E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183913" y="969415"/>
                  <a:ext cx="18432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2A7E1B8-E6CA-6E8D-0A83-99484AFA5388}"/>
                    </a:ext>
                  </a:extLst>
                </p14:cNvPr>
                <p14:cNvContentPartPr/>
                <p14:nvPr/>
              </p14:nvContentPartPr>
              <p14:xfrm>
                <a:off x="8376873" y="1030255"/>
                <a:ext cx="215280" cy="193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CE96360-172A-DF3E-7236-5C1107824A2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341233" y="994615"/>
                  <a:ext cx="2869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1974A65-B99A-7B02-BDA5-AF10166401CC}"/>
                    </a:ext>
                  </a:extLst>
                </p14:cNvPr>
                <p14:cNvContentPartPr/>
                <p14:nvPr/>
              </p14:nvContentPartPr>
              <p14:xfrm>
                <a:off x="8632833" y="827935"/>
                <a:ext cx="167040" cy="601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A05B9D5-0DF3-382E-7CCA-7580158ECD5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597193" y="792295"/>
                  <a:ext cx="238680" cy="67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1CB12E5-09FE-E591-CC24-D10065BE3758}"/>
                    </a:ext>
                  </a:extLst>
                </p14:cNvPr>
                <p14:cNvContentPartPr/>
                <p14:nvPr/>
              </p14:nvContentPartPr>
              <p14:xfrm>
                <a:off x="8649753" y="1124215"/>
                <a:ext cx="182520" cy="432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86E1856-3E4B-DF6A-B3E4-733A3EB47E6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613753" y="1088215"/>
                  <a:ext cx="25416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82282C9-10A0-309E-3DF1-E3888774ACE7}"/>
              </a:ext>
            </a:extLst>
          </p:cNvPr>
          <p:cNvGrpSpPr/>
          <p:nvPr/>
        </p:nvGrpSpPr>
        <p:grpSpPr>
          <a:xfrm>
            <a:off x="8668200" y="2043720"/>
            <a:ext cx="1267920" cy="539280"/>
            <a:chOff x="7613313" y="1619215"/>
            <a:chExt cx="1267920" cy="53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086A3C2-707A-E32F-DB0E-6D0204206757}"/>
                    </a:ext>
                  </a:extLst>
                </p14:cNvPr>
                <p14:cNvContentPartPr/>
                <p14:nvPr/>
              </p14:nvContentPartPr>
              <p14:xfrm>
                <a:off x="7613313" y="1635775"/>
                <a:ext cx="181440" cy="277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35B8C6A-B751-6D51-1892-DCBE26AECF6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577673" y="1599775"/>
                  <a:ext cx="2530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715DB2A-CE34-D3EB-16B0-7F862FB102CC}"/>
                    </a:ext>
                  </a:extLst>
                </p14:cNvPr>
                <p14:cNvContentPartPr/>
                <p14:nvPr/>
              </p14:nvContentPartPr>
              <p14:xfrm>
                <a:off x="7770273" y="1855015"/>
                <a:ext cx="133200" cy="176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22BF8AF-F2B9-F392-051F-50B9F1571EA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734633" y="1819015"/>
                  <a:ext cx="2048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97337C5-037B-8100-7E19-F3C85237FC68}"/>
                    </a:ext>
                  </a:extLst>
                </p14:cNvPr>
                <p14:cNvContentPartPr/>
                <p14:nvPr/>
              </p14:nvContentPartPr>
              <p14:xfrm>
                <a:off x="7905993" y="1886695"/>
                <a:ext cx="60120" cy="2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7ED7BBF-BCC4-D81C-56F6-6886090EEC5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869993" y="1850695"/>
                  <a:ext cx="131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2B999FE-CBBD-F41E-FF0B-7AB8FF19AA5E}"/>
                    </a:ext>
                  </a:extLst>
                </p14:cNvPr>
                <p14:cNvContentPartPr/>
                <p14:nvPr/>
              </p14:nvContentPartPr>
              <p14:xfrm>
                <a:off x="8031633" y="1695175"/>
                <a:ext cx="164520" cy="285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66BF7DE-B053-84C2-1335-CBF1063FE0B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995993" y="1659175"/>
                  <a:ext cx="2361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3500488-E768-6D37-C7BC-B5319402DEB8}"/>
                    </a:ext>
                  </a:extLst>
                </p14:cNvPr>
                <p14:cNvContentPartPr/>
                <p14:nvPr/>
              </p14:nvContentPartPr>
              <p14:xfrm>
                <a:off x="8247993" y="1746655"/>
                <a:ext cx="162000" cy="2034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448AC67-6A41-7B1E-E506-2B361E486E3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212353" y="1710655"/>
                  <a:ext cx="2336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26D3864-C5F0-6BEC-FFA6-34662622C3CA}"/>
                    </a:ext>
                  </a:extLst>
                </p14:cNvPr>
                <p14:cNvContentPartPr/>
                <p14:nvPr/>
              </p14:nvContentPartPr>
              <p14:xfrm>
                <a:off x="8450673" y="1775815"/>
                <a:ext cx="201600" cy="1450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C8856FF-046A-22B6-3BAC-4D19627B013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414673" y="1739815"/>
                  <a:ext cx="2732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4A121BF-AC8B-E5A7-DE8F-7600A5F05AE3}"/>
                    </a:ext>
                  </a:extLst>
                </p14:cNvPr>
                <p14:cNvContentPartPr/>
                <p14:nvPr/>
              </p14:nvContentPartPr>
              <p14:xfrm>
                <a:off x="8749473" y="1619215"/>
                <a:ext cx="94680" cy="5392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9355906-D77A-DC77-C96F-6494B026844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713473" y="1583575"/>
                  <a:ext cx="166320" cy="61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240D141-25B6-20ED-B65F-928980582159}"/>
                    </a:ext>
                  </a:extLst>
                </p14:cNvPr>
                <p14:cNvContentPartPr/>
                <p14:nvPr/>
              </p14:nvContentPartPr>
              <p14:xfrm>
                <a:off x="8710593" y="1901455"/>
                <a:ext cx="170640" cy="18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68BDFDB-87D3-7DC5-5610-EB582AD1B17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674593" y="1865815"/>
                  <a:ext cx="24228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C16CCED-246D-B360-5A27-247E141A29B9}"/>
              </a:ext>
            </a:extLst>
          </p:cNvPr>
          <p:cNvGrpSpPr/>
          <p:nvPr/>
        </p:nvGrpSpPr>
        <p:grpSpPr>
          <a:xfrm>
            <a:off x="8723640" y="2760120"/>
            <a:ext cx="1280160" cy="554760"/>
            <a:chOff x="7668753" y="2335615"/>
            <a:chExt cx="1280160" cy="55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DB81CE4-827F-0BE2-993E-AEA0F2D6AF96}"/>
                    </a:ext>
                  </a:extLst>
                </p14:cNvPr>
                <p14:cNvContentPartPr/>
                <p14:nvPr/>
              </p14:nvContentPartPr>
              <p14:xfrm>
                <a:off x="7668753" y="2365495"/>
                <a:ext cx="181800" cy="2595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2564615-9ED1-3E2D-F824-129B4265C96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632753" y="2329495"/>
                  <a:ext cx="2534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32CE91B-5FBB-1515-12AB-D5994403B071}"/>
                    </a:ext>
                  </a:extLst>
                </p14:cNvPr>
                <p14:cNvContentPartPr/>
                <p14:nvPr/>
              </p14:nvContentPartPr>
              <p14:xfrm>
                <a:off x="7869993" y="2508055"/>
                <a:ext cx="109080" cy="2959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2D33433-9844-FDCA-E407-5F31EBEC217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834353" y="2472055"/>
                  <a:ext cx="1807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BE86E4A-2C61-8DB3-BFF5-FB3631FF7679}"/>
                    </a:ext>
                  </a:extLst>
                </p14:cNvPr>
                <p14:cNvContentPartPr/>
                <p14:nvPr/>
              </p14:nvContentPartPr>
              <p14:xfrm>
                <a:off x="8053953" y="2609215"/>
                <a:ext cx="3600" cy="14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6E836B1-9128-F566-831D-A9892CDD8F8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017953" y="2573215"/>
                  <a:ext cx="752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3DF555B-DBCB-AF74-945E-29F9F5DDE934}"/>
                    </a:ext>
                  </a:extLst>
                </p14:cNvPr>
                <p14:cNvContentPartPr/>
                <p14:nvPr/>
              </p14:nvContentPartPr>
              <p14:xfrm>
                <a:off x="8091393" y="2437135"/>
                <a:ext cx="226440" cy="2512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3A48130-51A7-E3CF-EB70-894DC8ADC9D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055753" y="2401495"/>
                  <a:ext cx="2980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4ABBA1B-26E2-2844-EE1C-B22C33C626CF}"/>
                    </a:ext>
                  </a:extLst>
                </p14:cNvPr>
                <p14:cNvContentPartPr/>
                <p14:nvPr/>
              </p14:nvContentPartPr>
              <p14:xfrm>
                <a:off x="8356713" y="2419135"/>
                <a:ext cx="136440" cy="2376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815BB7A-56E1-65C9-53C5-9E78D1FCBB5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320713" y="2383135"/>
                  <a:ext cx="2080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3A8F443-6ACE-18FF-901C-2E6A7E07ED3A}"/>
                    </a:ext>
                  </a:extLst>
                </p14:cNvPr>
                <p14:cNvContentPartPr/>
                <p14:nvPr/>
              </p14:nvContentPartPr>
              <p14:xfrm>
                <a:off x="8550753" y="2492575"/>
                <a:ext cx="210240" cy="1897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ED2E54A-E320-8E18-7567-34F697419A0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515113" y="2456575"/>
                  <a:ext cx="2818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1267A48-6D76-A367-88DE-EE76698B3E33}"/>
                    </a:ext>
                  </a:extLst>
                </p14:cNvPr>
                <p14:cNvContentPartPr/>
                <p14:nvPr/>
              </p14:nvContentPartPr>
              <p14:xfrm>
                <a:off x="8841273" y="2335615"/>
                <a:ext cx="107640" cy="554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4517C32-CD80-F06A-EBF9-A47F310E489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805633" y="2299975"/>
                  <a:ext cx="17928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EAEC6E7C-F0FB-5831-3D09-225135657B28}"/>
                    </a:ext>
                  </a:extLst>
                </p14:cNvPr>
                <p14:cNvContentPartPr/>
                <p14:nvPr/>
              </p14:nvContentPartPr>
              <p14:xfrm>
                <a:off x="8813553" y="2626855"/>
                <a:ext cx="117360" cy="21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E302EAF-4610-7DAD-53CC-EEF29D2413B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777913" y="2591215"/>
                  <a:ext cx="189000" cy="9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9CF5F961-71CD-E5E0-C83B-0B2575104C9C}"/>
              </a:ext>
            </a:extLst>
          </p:cNvPr>
          <p:cNvGrpSpPr/>
          <p:nvPr/>
        </p:nvGrpSpPr>
        <p:grpSpPr>
          <a:xfrm>
            <a:off x="8489640" y="3482640"/>
            <a:ext cx="1277640" cy="500760"/>
            <a:chOff x="7434753" y="3058135"/>
            <a:chExt cx="1277640" cy="50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7C93747-FABF-5C2E-6539-CC8B23D27733}"/>
                    </a:ext>
                  </a:extLst>
                </p14:cNvPr>
                <p14:cNvContentPartPr/>
                <p14:nvPr/>
              </p14:nvContentPartPr>
              <p14:xfrm>
                <a:off x="7434753" y="3084775"/>
                <a:ext cx="144000" cy="474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9EA220C-1AAD-8010-EF05-6F12F022CC9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399113" y="3048775"/>
                  <a:ext cx="21564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14EC562-9C4E-5A27-75C5-0061673162CD}"/>
                    </a:ext>
                  </a:extLst>
                </p14:cNvPr>
                <p14:cNvContentPartPr/>
                <p14:nvPr/>
              </p14:nvContentPartPr>
              <p14:xfrm>
                <a:off x="7497033" y="3058135"/>
                <a:ext cx="195840" cy="301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16CE2DF-17D8-FEE5-6286-24E997F6FA3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461033" y="3022495"/>
                  <a:ext cx="2674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8EA74B6-E83D-5D46-D224-0303E18BB914}"/>
                    </a:ext>
                  </a:extLst>
                </p14:cNvPr>
                <p14:cNvContentPartPr/>
                <p14:nvPr/>
              </p14:nvContentPartPr>
              <p14:xfrm>
                <a:off x="7836873" y="3165415"/>
                <a:ext cx="127800" cy="169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FF8305F-A0D0-433E-6935-75CD473AC04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800873" y="3129775"/>
                  <a:ext cx="1994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5D75035-61D5-EE22-CB2B-34F1D1085BD9}"/>
                    </a:ext>
                  </a:extLst>
                </p14:cNvPr>
                <p14:cNvContentPartPr/>
                <p14:nvPr/>
              </p14:nvContentPartPr>
              <p14:xfrm>
                <a:off x="7817073" y="3260815"/>
                <a:ext cx="140040" cy="180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DB2C767-CC24-D4C1-7C1D-B02D96B9507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781433" y="3225175"/>
                  <a:ext cx="2116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AD9317F-B486-980D-427D-FD2956D7B471}"/>
                    </a:ext>
                  </a:extLst>
                </p14:cNvPr>
                <p14:cNvContentPartPr/>
                <p14:nvPr/>
              </p14:nvContentPartPr>
              <p14:xfrm>
                <a:off x="8091753" y="3104935"/>
                <a:ext cx="51480" cy="2030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F6A1AF9-4AF5-8BCD-A3E6-44194A7A2F2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056113" y="3068935"/>
                  <a:ext cx="1231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F420713-9807-BED1-0E52-0653AA7C6C83}"/>
                    </a:ext>
                  </a:extLst>
                </p14:cNvPr>
                <p14:cNvContentPartPr/>
                <p14:nvPr/>
              </p14:nvContentPartPr>
              <p14:xfrm>
                <a:off x="8196513" y="3137335"/>
                <a:ext cx="163440" cy="159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C520E9B-9BAB-8761-1DD1-EB0F286A37F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160873" y="3101695"/>
                  <a:ext cx="2350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8C0C575-06FB-AC15-06DA-9DCCE7BDFAEB}"/>
                    </a:ext>
                  </a:extLst>
                </p14:cNvPr>
                <p14:cNvContentPartPr/>
                <p14:nvPr/>
              </p14:nvContentPartPr>
              <p14:xfrm>
                <a:off x="8450313" y="3117895"/>
                <a:ext cx="262080" cy="2059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B4C3FFF-3CAC-69B7-E5F9-586BB148FF9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414313" y="3082255"/>
                  <a:ext cx="333720" cy="27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65DFBBE-65EF-7BB1-7033-0632765EDEEF}"/>
              </a:ext>
            </a:extLst>
          </p:cNvPr>
          <p:cNvGrpSpPr/>
          <p:nvPr/>
        </p:nvGrpSpPr>
        <p:grpSpPr>
          <a:xfrm>
            <a:off x="8517000" y="3998520"/>
            <a:ext cx="1016280" cy="521640"/>
            <a:chOff x="7462113" y="3574015"/>
            <a:chExt cx="1016280" cy="52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5589BA0-1AAC-7B27-BDBD-74859F7566F8}"/>
                    </a:ext>
                  </a:extLst>
                </p14:cNvPr>
                <p14:cNvContentPartPr/>
                <p14:nvPr/>
              </p14:nvContentPartPr>
              <p14:xfrm>
                <a:off x="7462113" y="3574015"/>
                <a:ext cx="218880" cy="3718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6EEE15F-05A9-B75C-9C34-EDFF81B445E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426113" y="3538375"/>
                  <a:ext cx="29052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7760BE4-8093-132A-6071-988CBC30FEF5}"/>
                    </a:ext>
                  </a:extLst>
                </p14:cNvPr>
                <p14:cNvContentPartPr/>
                <p14:nvPr/>
              </p14:nvContentPartPr>
              <p14:xfrm>
                <a:off x="7529073" y="3832855"/>
                <a:ext cx="164160" cy="262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BEE01F6-E22F-0B7C-E391-75CFE8E03E3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493433" y="3796855"/>
                  <a:ext cx="2358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8717CDB-F341-03CE-FBFB-188BAF4DE72C}"/>
                    </a:ext>
                  </a:extLst>
                </p14:cNvPr>
                <p14:cNvContentPartPr/>
                <p14:nvPr/>
              </p14:nvContentPartPr>
              <p14:xfrm>
                <a:off x="7569033" y="4018975"/>
                <a:ext cx="107280" cy="68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57450B6-184E-0F45-A5FB-0EE30583DE1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533033" y="3982975"/>
                  <a:ext cx="1789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3A0853E-6A6B-DEF7-8ED9-0FFEC2AC366A}"/>
                    </a:ext>
                  </a:extLst>
                </p14:cNvPr>
                <p14:cNvContentPartPr/>
                <p14:nvPr/>
              </p14:nvContentPartPr>
              <p14:xfrm>
                <a:off x="7837233" y="3725215"/>
                <a:ext cx="90720" cy="54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13C6802-BFCD-3CD2-90FE-CC9D6141212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801233" y="3689575"/>
                  <a:ext cx="1623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DF558FD-AA46-7B22-EAD3-CB59333C127A}"/>
                    </a:ext>
                  </a:extLst>
                </p14:cNvPr>
                <p14:cNvContentPartPr/>
                <p14:nvPr/>
              </p14:nvContentPartPr>
              <p14:xfrm>
                <a:off x="7854153" y="3818815"/>
                <a:ext cx="93600" cy="219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9C9AA74-C779-5080-097C-32BB4C2F252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818513" y="3783175"/>
                  <a:ext cx="1652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63158BA-E0EB-2FAF-D61A-45997670DF20}"/>
                    </a:ext>
                  </a:extLst>
                </p14:cNvPr>
                <p14:cNvContentPartPr/>
                <p14:nvPr/>
              </p14:nvContentPartPr>
              <p14:xfrm>
                <a:off x="8070153" y="3635575"/>
                <a:ext cx="408240" cy="2070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CDCA56D-9BE5-EB83-2602-CA1BC485BC9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034513" y="3599575"/>
                  <a:ext cx="479880" cy="27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1FBF3EA9-7D6B-842C-4F82-70C2A7AA3273}"/>
              </a:ext>
            </a:extLst>
          </p:cNvPr>
          <p:cNvGrpSpPr/>
          <p:nvPr/>
        </p:nvGrpSpPr>
        <p:grpSpPr>
          <a:xfrm>
            <a:off x="3776520" y="5026680"/>
            <a:ext cx="444960" cy="635760"/>
            <a:chOff x="2721633" y="4602175"/>
            <a:chExt cx="444960" cy="63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623919F-A8F2-594F-3FA7-46E14E74A8AE}"/>
                    </a:ext>
                  </a:extLst>
                </p14:cNvPr>
                <p14:cNvContentPartPr/>
                <p14:nvPr/>
              </p14:nvContentPartPr>
              <p14:xfrm>
                <a:off x="3002793" y="4602175"/>
                <a:ext cx="25200" cy="3049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BFDE1DB-7E79-351D-A9F0-159D4CC4667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966793" y="4566175"/>
                  <a:ext cx="9684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8EC3B56-0F62-9DCA-901A-9DA21C740EC4}"/>
                    </a:ext>
                  </a:extLst>
                </p14:cNvPr>
                <p14:cNvContentPartPr/>
                <p14:nvPr/>
              </p14:nvContentPartPr>
              <p14:xfrm>
                <a:off x="2721633" y="4912135"/>
                <a:ext cx="444960" cy="820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0A9213E-62AE-54F6-9A4D-7AF77D74051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685633" y="4876135"/>
                  <a:ext cx="5166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FB81F9C-CC46-5621-E9B7-20A8B73C142F}"/>
                    </a:ext>
                  </a:extLst>
                </p14:cNvPr>
                <p14:cNvContentPartPr/>
                <p14:nvPr/>
              </p14:nvContentPartPr>
              <p14:xfrm>
                <a:off x="2955633" y="5124535"/>
                <a:ext cx="84600" cy="115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A3D316C-DAC7-B310-CA28-E72B13B8A18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919633" y="5088535"/>
                  <a:ext cx="1562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D725A75-85FC-7E09-FB7B-04A62D32D378}"/>
                    </a:ext>
                  </a:extLst>
                </p14:cNvPr>
                <p14:cNvContentPartPr/>
                <p14:nvPr/>
              </p14:nvContentPartPr>
              <p14:xfrm>
                <a:off x="2971473" y="5228575"/>
                <a:ext cx="74520" cy="93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B2D6623-3FCF-5279-0031-F167C6D9759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935833" y="5192935"/>
                  <a:ext cx="14616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84F09D4A-75FE-2119-7FDB-C00AAA195E89}"/>
              </a:ext>
            </a:extLst>
          </p:cNvPr>
          <p:cNvGrpSpPr/>
          <p:nvPr/>
        </p:nvGrpSpPr>
        <p:grpSpPr>
          <a:xfrm>
            <a:off x="6841560" y="1343160"/>
            <a:ext cx="858960" cy="408960"/>
            <a:chOff x="5786673" y="918655"/>
            <a:chExt cx="858960" cy="40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3236A52-2D06-04FC-33F6-313BA24647D6}"/>
                    </a:ext>
                  </a:extLst>
                </p14:cNvPr>
                <p14:cNvContentPartPr/>
                <p14:nvPr/>
              </p14:nvContentPartPr>
              <p14:xfrm>
                <a:off x="5786673" y="1172455"/>
                <a:ext cx="194400" cy="21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D2F5918-8D58-D817-4448-C56EDCD881C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751033" y="1136455"/>
                  <a:ext cx="266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8BA705E-E458-679F-0F35-4FB3ECAFCA8B}"/>
                    </a:ext>
                  </a:extLst>
                </p14:cNvPr>
                <p14:cNvContentPartPr/>
                <p14:nvPr/>
              </p14:nvContentPartPr>
              <p14:xfrm>
                <a:off x="5895753" y="1061575"/>
                <a:ext cx="12600" cy="2660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5B86828-3FB7-ADDF-EDD6-94AF3AA7A5E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860113" y="1025575"/>
                  <a:ext cx="842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8CAC64D-F67F-181D-035A-B398B31E0EBB}"/>
                    </a:ext>
                  </a:extLst>
                </p14:cNvPr>
                <p14:cNvContentPartPr/>
                <p14:nvPr/>
              </p14:nvContentPartPr>
              <p14:xfrm>
                <a:off x="6083313" y="1057975"/>
                <a:ext cx="59040" cy="2217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BA12F07-4B4C-7127-E00B-668052AB7EF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047673" y="1021975"/>
                  <a:ext cx="1306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8BF4FE9-66F8-5A0D-FE09-BB55DBB24072}"/>
                    </a:ext>
                  </a:extLst>
                </p14:cNvPr>
                <p14:cNvContentPartPr/>
                <p14:nvPr/>
              </p14:nvContentPartPr>
              <p14:xfrm>
                <a:off x="6181953" y="1075255"/>
                <a:ext cx="159120" cy="195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488734E-FB25-620E-3394-E1ED2A744BA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146313" y="1039615"/>
                  <a:ext cx="2307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97AC9B7-6786-6340-17EF-3EC588F3F78D}"/>
                    </a:ext>
                  </a:extLst>
                </p14:cNvPr>
                <p14:cNvContentPartPr/>
                <p14:nvPr/>
              </p14:nvContentPartPr>
              <p14:xfrm>
                <a:off x="6201753" y="1043575"/>
                <a:ext cx="173160" cy="651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22C1F68-3D60-364E-53FA-A79D5EB551B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166113" y="1007935"/>
                  <a:ext cx="2448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70685D3-7FCD-65B1-0BE0-40A58FF218E5}"/>
                    </a:ext>
                  </a:extLst>
                </p14:cNvPr>
                <p14:cNvContentPartPr/>
                <p14:nvPr/>
              </p14:nvContentPartPr>
              <p14:xfrm>
                <a:off x="6387513" y="918655"/>
                <a:ext cx="258120" cy="330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031E054-F22A-7903-5193-1C9708F0CAB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351513" y="882655"/>
                  <a:ext cx="329760" cy="401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59605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613337"/>
            <a:ext cx="11867091" cy="551316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2862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613337"/>
            <a:ext cx="11867091" cy="551316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0630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Short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613337"/>
            <a:ext cx="11867091" cy="551316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5419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Open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613337"/>
            <a:ext cx="11867091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For High-Frequency amplifier circuits</a:t>
            </a:r>
          </a:p>
          <a:p>
            <a:pPr>
              <a:lnSpc>
                <a:spcPct val="90000"/>
              </a:lnSpc>
            </a:pPr>
            <a:endParaRPr lang="en-US" sz="3200" dirty="0">
              <a:latin typeface="+mn-lt"/>
            </a:endParaRPr>
          </a:p>
          <a:p>
            <a:pPr>
              <a:lnSpc>
                <a:spcPct val="90000"/>
              </a:lnSpc>
            </a:pPr>
            <a:endParaRPr lang="en-US" sz="3200" dirty="0">
              <a:latin typeface="+mn-lt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Where      is the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2800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2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pole of the gain function                                         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               is open-circuit time constant associated with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is the effective resistance seen by 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AU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when all 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AU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i≠j</a:t>
            </a:r>
            <a:r>
              <a:rPr lang="en-AU" baseline="-25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are open</a:t>
            </a:r>
            <a:endParaRPr lang="en-AU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circuited and independent sources are disabled.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Hence, the sum of the reciprocals of the poles equals the sum of the open-circuit time constants.  Each of the terms (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τ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’s) is found for the specific capacitance in isolation, 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i.e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, the other capacitances are open circuited.</a:t>
            </a: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F29571C-E214-3D18-2F16-8F142C4AE2B8}"/>
                  </a:ext>
                </a:extLst>
              </p:cNvPr>
              <p:cNvSpPr/>
              <p:nvPr/>
            </p:nvSpPr>
            <p:spPr>
              <a:xfrm>
                <a:off x="2457500" y="1129986"/>
                <a:ext cx="4559966" cy="85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AU" sz="28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AU" sz="2800" b="0" i="0">
                                    <a:latin typeface="Cambria Math"/>
                                    <a:ea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en-AU" sz="2800" b="0" i="0">
                                    <a:latin typeface="Cambria Math"/>
                                    <a:ea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AU" sz="2800" b="0" i="0" smtClean="0">
                            <a:latin typeface="Cambria Math"/>
                            <a:ea typeface="Cambria Math"/>
                          </a:rPr>
                          <m:t>+</m:t>
                        </m:r>
                        <m:f>
                          <m:fPr>
                            <m:ctrlPr>
                              <a:rPr lang="en-AU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AU" sz="28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AU" sz="2800" b="0" i="0">
                                    <a:latin typeface="Cambria Math"/>
                                    <a:ea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en-AU" sz="2800" b="0" i="0" smtClean="0">
                                    <a:latin typeface="Cambria Math"/>
                                    <a:ea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AU" sz="2800" b="0" i="0" smtClean="0">
                            <a:latin typeface="Cambria Math"/>
                            <a:ea typeface="Cambria Math"/>
                          </a:rPr>
                          <m:t>…+</m:t>
                        </m:r>
                        <m:f>
                          <m:fPr>
                            <m:ctrlPr>
                              <a:rPr lang="en-AU" sz="2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AU" sz="2800" b="0" i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AU" sz="28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AU" sz="2800" b="0" i="0">
                                    <a:latin typeface="Cambria Math"/>
                                    <a:ea typeface="Cambria Math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AU" sz="2800" b="0" i="0" smtClean="0">
                                    <a:latin typeface="Cambria Math"/>
                                    <a:ea typeface="Cambria Math"/>
                                  </a:rPr>
                                  <m:t>n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AU" sz="2800" b="0" i="0" smtClean="0">
                        <a:latin typeface="Cambria Math"/>
                        <a:ea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j</m:t>
                        </m:r>
                        <m:r>
                          <a:rPr lang="en-AU" sz="2800" b="0" i="0" smtClean="0">
                            <a:latin typeface="Cambria Math"/>
                            <a:ea typeface="Cambria Math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2800" b="0" i="0" smtClean="0">
                            <a:latin typeface="Cambria Math"/>
                            <a:ea typeface="Cambria Math"/>
                          </a:rPr>
                          <m:t>n</m:t>
                        </m:r>
                      </m:sup>
                      <m:e>
                        <m:sSub>
                          <m:sSubPr>
                            <m:ctrlPr>
                              <a:rPr lang="en-AU" sz="280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 b="0" i="0" smtClean="0">
                                <a:latin typeface="Cambria Math"/>
                                <a:ea typeface="Cambria Math"/>
                              </a:rPr>
                              <m:t>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800" b="0" i="0" smtClean="0">
                                <a:latin typeface="Cambria Math"/>
                                <a:ea typeface="Cambria Math"/>
                              </a:rPr>
                              <m:t>jo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AU" sz="2800" dirty="0">
                    <a:ea typeface="Cambria Math"/>
                  </a:rPr>
                  <a:t> </a:t>
                </a:r>
                <a:endParaRPr lang="en-AU" sz="28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F29571C-E214-3D18-2F16-8F142C4AE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500" y="1129986"/>
                <a:ext cx="4559966" cy="85427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BF047E3-15B5-5E98-FA29-5F85107D2F8D}"/>
                  </a:ext>
                </a:extLst>
              </p:cNvPr>
              <p:cNvSpPr/>
              <p:nvPr/>
            </p:nvSpPr>
            <p:spPr>
              <a:xfrm>
                <a:off x="1633574" y="2167684"/>
                <a:ext cx="864096" cy="5631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>
                              <a:latin typeface="Cambria Math"/>
                              <a:ea typeface="Cambria Math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BF047E3-15B5-5E98-FA29-5F85107D2F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574" y="2167684"/>
                <a:ext cx="864096" cy="56316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7313172-AE1E-CF1C-9D8A-1BB71FDFA121}"/>
                  </a:ext>
                </a:extLst>
              </p:cNvPr>
              <p:cNvSpPr/>
              <p:nvPr/>
            </p:nvSpPr>
            <p:spPr>
              <a:xfrm>
                <a:off x="263038" y="2554986"/>
                <a:ext cx="2443586" cy="5640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τ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smtClean="0">
                              <a:latin typeface="Cambria Math"/>
                              <a:ea typeface="Cambria Math"/>
                            </a:rPr>
                            <m:t>jo</m:t>
                          </m:r>
                        </m:sub>
                      </m:sSub>
                      <m:r>
                        <a:rPr lang="en-AU" sz="2800" b="0" i="0" dirty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AU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</a:rPr>
                            <m:t>jo</m:t>
                          </m:r>
                        </m:sub>
                      </m:sSub>
                      <m:sSub>
                        <m:sSubPr>
                          <m:ctrlPr>
                            <a:rPr lang="en-AU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800" b="0" i="0" dirty="0" smtClean="0">
                              <a:latin typeface="Cambria Math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800" b="0" i="0" dirty="0">
                              <a:latin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7313172-AE1E-CF1C-9D8A-1BB71FDFA1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38" y="2554986"/>
                <a:ext cx="2443586" cy="56400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3056934-DEBC-9E10-58D1-7E08B3C58662}"/>
                  </a:ext>
                </a:extLst>
              </p:cNvPr>
              <p:cNvSpPr/>
              <p:nvPr/>
            </p:nvSpPr>
            <p:spPr>
              <a:xfrm>
                <a:off x="1679294" y="3135181"/>
                <a:ext cx="864096" cy="4966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2400" b="0" i="0" dirty="0" smtClean="0">
                              <a:latin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2400" b="0" i="0" dirty="0" smtClean="0">
                              <a:latin typeface="Cambria Math"/>
                            </a:rPr>
                            <m:t>jo</m:t>
                          </m:r>
                        </m:sub>
                      </m:sSub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3056934-DEBC-9E10-58D1-7E08B3C586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294" y="3135181"/>
                <a:ext cx="864096" cy="496674"/>
              </a:xfrm>
              <a:prstGeom prst="rect">
                <a:avLst/>
              </a:prstGeom>
              <a:blipFill>
                <a:blip r:embed="rId14"/>
                <a:stretch>
                  <a:fillRect b="-109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2524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Open Circuit Time Constant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613337"/>
            <a:ext cx="12029546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HIGH FREQUENCY analysis, if 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is the dominant pole 1/p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1/p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2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then: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If the response is not dominated by a single pole, a good design procedure is to assume that the sum of poles is  1.15/</a:t>
            </a:r>
            <a:r>
              <a:rPr lang="el-GR" sz="32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ω</a:t>
            </a:r>
            <a:r>
              <a:rPr lang="en-AU" sz="32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</a:t>
            </a:r>
            <a:endParaRPr lang="en-US" sz="3200" baseline="-25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</a:pPr>
            <a:endParaRPr lang="en-US" sz="3200" dirty="0">
              <a:latin typeface="+mn-lt"/>
            </a:endParaRPr>
          </a:p>
          <a:p>
            <a:pPr>
              <a:lnSpc>
                <a:spcPct val="90000"/>
              </a:lnSpc>
            </a:pPr>
            <a:endParaRPr lang="en-US" sz="3200" dirty="0">
              <a:latin typeface="+mn-lt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604F6AB-CC1E-8C27-E3CB-52D9575E1C15}"/>
                  </a:ext>
                </a:extLst>
              </p:cNvPr>
              <p:cNvSpPr/>
              <p:nvPr/>
            </p:nvSpPr>
            <p:spPr>
              <a:xfrm>
                <a:off x="2851784" y="1695329"/>
                <a:ext cx="2342899" cy="8016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AU" sz="3000" b="0" i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AU" sz="30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3000" b="0" i="0">
                                <a:latin typeface="Cambria Math"/>
                                <a:ea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en-AU" sz="3000" b="0" i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AU" sz="3000" b="0" i="0">
                        <a:latin typeface="Cambria Math"/>
                        <a:ea typeface="Cambria Math"/>
                      </a:rPr>
                      <m:t>≅</m:t>
                    </m:r>
                    <m:nary>
                      <m:naryPr>
                        <m:chr m:val="∑"/>
                        <m:limLoc m:val="subSup"/>
                        <m:ctrlPr>
                          <a:rPr lang="en-AU" sz="30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AU" sz="3000" b="0" i="0" smtClean="0">
                            <a:latin typeface="Cambria Math"/>
                            <a:ea typeface="Cambria Math"/>
                          </a:rPr>
                          <m:t>j</m:t>
                        </m:r>
                        <m:r>
                          <a:rPr lang="en-AU" sz="3000" b="0" i="0" smtClean="0">
                            <a:latin typeface="Cambria Math"/>
                            <a:ea typeface="Cambria Math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3000" b="0" i="0" smtClean="0">
                            <a:latin typeface="Cambria Math"/>
                            <a:ea typeface="Cambria Math"/>
                          </a:rPr>
                          <m:t>n</m:t>
                        </m:r>
                      </m:sup>
                      <m:e>
                        <m:sSub>
                          <m:sSubPr>
                            <m:ctrlPr>
                              <a:rPr lang="en-AU" sz="300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jo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AU" sz="2800" dirty="0">
                    <a:latin typeface="Arial" panose="020B0604020202020204" pitchFamily="34" charset="0"/>
                    <a:ea typeface="Cambria Math"/>
                    <a:cs typeface="Arial" panose="020B0604020202020204" pitchFamily="34" charset="0"/>
                  </a:rPr>
                  <a:t> </a:t>
                </a:r>
                <a:endParaRPr lang="en-AU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604F6AB-CC1E-8C27-E3CB-52D9575E1C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784" y="1695329"/>
                <a:ext cx="2342899" cy="8016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B336030-DE85-1E87-A921-CFF4000E3876}"/>
                  </a:ext>
                </a:extLst>
              </p:cNvPr>
              <p:cNvSpPr/>
              <p:nvPr/>
            </p:nvSpPr>
            <p:spPr>
              <a:xfrm>
                <a:off x="5535544" y="1695329"/>
                <a:ext cx="2342899" cy="8016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0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AU" sz="3000" b="0" i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AU" sz="30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AU" sz="3000" b="0" i="0">
                        <a:latin typeface="Cambria Math"/>
                        <a:ea typeface="Cambria Math"/>
                      </a:rPr>
                      <m:t>≅</m:t>
                    </m:r>
                    <m:nary>
                      <m:naryPr>
                        <m:chr m:val="∑"/>
                        <m:limLoc m:val="subSup"/>
                        <m:ctrlPr>
                          <a:rPr lang="en-AU" sz="30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AU" sz="3000" b="0" i="0" smtClean="0">
                            <a:latin typeface="Cambria Math"/>
                            <a:ea typeface="Cambria Math"/>
                          </a:rPr>
                          <m:t>j</m:t>
                        </m:r>
                        <m:r>
                          <a:rPr lang="en-AU" sz="3000" b="0" i="0" smtClean="0">
                            <a:latin typeface="Cambria Math"/>
                            <a:ea typeface="Cambria Math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3000" b="0" i="0" smtClean="0">
                            <a:latin typeface="Cambria Math"/>
                            <a:ea typeface="Cambria Math"/>
                          </a:rPr>
                          <m:t>n</m:t>
                        </m:r>
                      </m:sup>
                      <m:e>
                        <m:sSub>
                          <m:sSubPr>
                            <m:ctrlPr>
                              <a:rPr lang="en-AU" sz="300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jo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AU" sz="3000" dirty="0">
                    <a:latin typeface="Arial" panose="020B0604020202020204" pitchFamily="34" charset="0"/>
                    <a:ea typeface="Cambria Math"/>
                    <a:cs typeface="Arial" panose="020B0604020202020204" pitchFamily="34" charset="0"/>
                  </a:rPr>
                  <a:t> </a:t>
                </a:r>
                <a:endParaRPr lang="en-AU" sz="3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B336030-DE85-1E87-A921-CFF4000E38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5544" y="1695329"/>
                <a:ext cx="2342899" cy="8016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FF61A92-1BC3-CC0A-31BE-614EE21652BC}"/>
                  </a:ext>
                </a:extLst>
              </p:cNvPr>
              <p:cNvSpPr/>
              <p:nvPr/>
            </p:nvSpPr>
            <p:spPr>
              <a:xfrm>
                <a:off x="3222280" y="3697732"/>
                <a:ext cx="2817319" cy="8091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0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AU" sz="3000" b="0" i="0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sz="3000" b="0" i="0" smtClean="0">
                            <a:latin typeface="Cambria Math"/>
                            <a:ea typeface="Cambria Math"/>
                          </a:rPr>
                          <m:t>.15</m:t>
                        </m:r>
                      </m:num>
                      <m:den>
                        <m:sSub>
                          <m:sSubPr>
                            <m:ctrlPr>
                              <a:rPr lang="en-AU" sz="30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ω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H</m:t>
                            </m:r>
                          </m:sub>
                        </m:sSub>
                      </m:den>
                    </m:f>
                    <m:r>
                      <a:rPr lang="en-AU" sz="3000" b="0" i="0">
                        <a:latin typeface="Cambria Math"/>
                        <a:ea typeface="Cambria Math"/>
                      </a:rPr>
                      <m:t>≅</m:t>
                    </m:r>
                    <m:nary>
                      <m:naryPr>
                        <m:chr m:val="∑"/>
                        <m:limLoc m:val="subSup"/>
                        <m:ctrlPr>
                          <a:rPr lang="en-AU" sz="30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AU" sz="3000" b="0" i="0" smtClean="0">
                            <a:latin typeface="Cambria Math"/>
                            <a:ea typeface="Cambria Math"/>
                          </a:rPr>
                          <m:t>j</m:t>
                        </m:r>
                        <m:r>
                          <a:rPr lang="en-AU" sz="3000" b="0" i="0" smtClean="0">
                            <a:latin typeface="Cambria Math"/>
                            <a:ea typeface="Cambria Math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3000" b="0" i="0" smtClean="0">
                            <a:latin typeface="Cambria Math"/>
                            <a:ea typeface="Cambria Math"/>
                          </a:rPr>
                          <m:t>n</m:t>
                        </m:r>
                      </m:sup>
                      <m:e>
                        <m:sSub>
                          <m:sSubPr>
                            <m:ctrlPr>
                              <a:rPr lang="en-AU" sz="300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3000" b="0" i="0" smtClean="0">
                                <a:latin typeface="Cambria Math"/>
                                <a:ea typeface="Cambria Math"/>
                              </a:rPr>
                              <m:t>jo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AU" sz="3000" dirty="0">
                    <a:latin typeface="Arial" panose="020B0604020202020204" pitchFamily="34" charset="0"/>
                    <a:ea typeface="Cambria Math"/>
                    <a:cs typeface="Arial" panose="020B0604020202020204" pitchFamily="34" charset="0"/>
                  </a:rPr>
                  <a:t> </a:t>
                </a:r>
                <a:endParaRPr lang="en-AU" sz="3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FF61A92-1BC3-CC0A-31BE-614EE21652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2280" y="3697732"/>
                <a:ext cx="2817319" cy="8091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7139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Miller’s Theorem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613337"/>
            <a:ext cx="12029546" cy="55131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Consider an arbitrary circuit configuration of N distinct nodes where the node voltages are with reference to V</a:t>
            </a:r>
            <a:r>
              <a:rPr lang="en-US" sz="3000" baseline="-25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N 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= 0 – ground.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Consider nodes 1 and 2 with an impedance Z connected between them. We postulate that the voltage ratio (i.e., gain) between nodes 1 and 2 is</a:t>
            </a: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3854F78-2466-0B5F-05E9-A6C7B789C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225" y="1840249"/>
            <a:ext cx="3456384" cy="2681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7686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Miller’s Theorem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613337"/>
            <a:ext cx="12029546" cy="551316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AU" dirty="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02730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Miller’s Theorem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314" y="390568"/>
                <a:ext cx="12029546" cy="5948208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90000"/>
                  </a:lnSpc>
                  <a:buNone/>
                </a:pPr>
                <a:endParaRPr lang="en-US" sz="3200" dirty="0">
                  <a:latin typeface="+mn-lt"/>
                  <a:sym typeface="Symbol"/>
                </a:endParaRPr>
              </a:p>
              <a:p>
                <a:pPr>
                  <a:lnSpc>
                    <a:spcPct val="90000"/>
                  </a:lnSpc>
                </a:pPr>
                <a:endParaRPr lang="en-US" sz="3200" dirty="0">
                  <a:sym typeface="Symbol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3200" dirty="0">
                  <a:latin typeface="+mn-lt"/>
                  <a:sym typeface="Symbol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3200" dirty="0">
                  <a:latin typeface="+mn-lt"/>
                  <a:sym typeface="Symbol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3200" i="1" dirty="0" smtClean="0">
                            <a:latin typeface="Cambria Math" panose="02040503050406030204" pitchFamily="18" charset="0"/>
                            <a:sym typeface="Symbol"/>
                          </a:rPr>
                          <m:t>𝑧</m:t>
                        </m:r>
                      </m:e>
                      <m:sub>
                        <m:r>
                          <a:rPr lang="en-US" sz="3200" i="0" dirty="0" smtClean="0">
                            <a:latin typeface="Cambria Math" panose="02040503050406030204" pitchFamily="18" charset="0"/>
                            <a:sym typeface="Symbol"/>
                          </a:rPr>
                          <m:t>1</m:t>
                        </m:r>
                      </m:sub>
                    </m:sSub>
                    <m:r>
                      <a:rPr lang="en-US" sz="3200" i="0" dirty="0" smtClean="0">
                        <a:latin typeface="Cambria Math" panose="02040503050406030204" pitchFamily="18" charset="0"/>
                        <a:sym typeface="Symbol"/>
                      </a:rPr>
                      <m:t>=</m:t>
                    </m:r>
                    <m:f>
                      <m:fPr>
                        <m:ctrlPr>
                          <a:rPr lang="en-US" sz="32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fPr>
                      <m:num>
                        <m:r>
                          <a:rPr lang="en-US" sz="3200" i="1" dirty="0" smtClean="0">
                            <a:latin typeface="Cambria Math" panose="02040503050406030204" pitchFamily="18" charset="0"/>
                            <a:sym typeface="Symbol"/>
                          </a:rPr>
                          <m:t>𝑧</m:t>
                        </m:r>
                      </m:num>
                      <m:den>
                        <m:r>
                          <a:rPr lang="en-US" sz="3200" i="0" dirty="0" smtClean="0">
                            <a:latin typeface="Cambria Math" panose="02040503050406030204" pitchFamily="18" charset="0"/>
                            <a:sym typeface="Symbol"/>
                          </a:rPr>
                          <m:t>1−</m:t>
                        </m:r>
                        <m:r>
                          <a:rPr lang="en-US" sz="3200" i="1" dirty="0" smtClean="0">
                            <a:latin typeface="Cambria Math" panose="02040503050406030204" pitchFamily="18" charset="0"/>
                            <a:sym typeface="Symbol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sz="32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                   </a:t>
                </a: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This means that the current drawn from node 1, (i.e., I</a:t>
                </a:r>
                <a:r>
                  <a:rPr lang="en-US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1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) can be obtained by disconnecting Z from node 1 and placing an impedance  Z</a:t>
                </a:r>
                <a:r>
                  <a:rPr lang="en-US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1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between node 1 and V</a:t>
                </a:r>
                <a:r>
                  <a:rPr lang="en-US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N,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i.e., ground.</a:t>
                </a:r>
                <a:endParaRPr lang="en-US" baseline="-25000" dirty="0"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Proceeding in a similar manner for I</a:t>
                </a:r>
                <a:r>
                  <a:rPr lang="en-US" baseline="-25000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2,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we find the following: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3200" dirty="0">
                  <a:latin typeface="+mn-lt"/>
                  <a:sym typeface="Symbol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3000" b="1" dirty="0"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</p:txBody>
          </p:sp>
        </mc:Choice>
        <mc:Fallback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314" y="390568"/>
                <a:ext cx="12029546" cy="5948208"/>
              </a:xfrm>
              <a:blipFill>
                <a:blip r:embed="rId3"/>
                <a:stretch>
                  <a:fillRect l="-861" r="-7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F0B44D-26FA-7247-D49E-17AFE2241713}"/>
                  </a:ext>
                </a:extLst>
              </p:cNvPr>
              <p:cNvSpPr txBox="1"/>
              <p:nvPr/>
            </p:nvSpPr>
            <p:spPr>
              <a:xfrm>
                <a:off x="4953000" y="659888"/>
                <a:ext cx="1143000" cy="8090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5F0B44D-26FA-7247-D49E-17AFE2241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659888"/>
                <a:ext cx="1143000" cy="8090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4106DB-5F21-0B5B-FAA3-40C17894EA88}"/>
                  </a:ext>
                </a:extLst>
              </p:cNvPr>
              <p:cNvSpPr txBox="1"/>
              <p:nvPr/>
            </p:nvSpPr>
            <p:spPr>
              <a:xfrm>
                <a:off x="2720059" y="1468956"/>
                <a:ext cx="6140477" cy="11222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AU" sz="28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d>
                            <m:d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num>
                        <m:den>
                          <m:r>
                            <a:rPr lang="en-AU" sz="2800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num>
                            <m:den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den>
                      </m:f>
                      <m:r>
                        <a:rPr lang="en-AU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AU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4106DB-5F21-0B5B-FAA3-40C17894E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059" y="1468956"/>
                <a:ext cx="6140477" cy="11222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C9BBAB-DF14-EC71-14AE-4C3DAB5B342B}"/>
                  </a:ext>
                </a:extLst>
              </p:cNvPr>
              <p:cNvSpPr txBox="1"/>
              <p:nvPr/>
            </p:nvSpPr>
            <p:spPr>
              <a:xfrm>
                <a:off x="765794" y="4998697"/>
                <a:ext cx="6078266" cy="12588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AU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AU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AU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type m:val="skw"/>
                                  <m:ctrlPr>
                                    <a:rPr lang="en-AU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AU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AU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r>
                        <a:rPr lang="en-AU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AU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C9BBAB-DF14-EC71-14AE-4C3DAB5B3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794" y="4998697"/>
                <a:ext cx="6078266" cy="125887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9EB2A2-C7F3-4AFE-C5D6-A1AF3D458797}"/>
                  </a:ext>
                </a:extLst>
              </p:cNvPr>
              <p:cNvSpPr txBox="1"/>
              <p:nvPr/>
            </p:nvSpPr>
            <p:spPr>
              <a:xfrm>
                <a:off x="7836912" y="5284867"/>
                <a:ext cx="1623201" cy="7012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AU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𝑘𝑧</m:t>
                          </m:r>
                        </m:num>
                        <m:den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AU" sz="2400" i="0">
                              <a:latin typeface="Cambria Math" panose="02040503050406030204" pitchFamily="18" charset="0"/>
                            </a:rPr>
                            <m:t>−1⋅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9EB2A2-C7F3-4AFE-C5D6-A1AF3D458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912" y="5284867"/>
                <a:ext cx="1623201" cy="70121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87732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Miller’s Theorem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We can now replace the original circuit by the following</a:t>
            </a:r>
            <a:endParaRPr lang="en-US" sz="3000" baseline="-25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 algn="just">
              <a:lnSpc>
                <a:spcPct val="90000"/>
              </a:lnSpc>
              <a:buNone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Miller equivalent circuit is valid only as long as K is unchanged. For example, the Miller equivalent circuit can not be used directly to determine output resistance and reverse transmission of the amplifier.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In practice, it is difficult to determine K independently and often the feed-through effects between input and output are neglected. For this reason, the transfer function obtained from the exact analysis differs slightly from that of the miller transformed circuit.</a:t>
            </a:r>
          </a:p>
          <a:p>
            <a:pPr>
              <a:lnSpc>
                <a:spcPct val="90000"/>
              </a:lnSpc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2">
            <a:extLst>
              <a:ext uri="{FF2B5EF4-FFF2-40B4-BE49-F238E27FC236}">
                <a16:creationId xmlns:a16="http://schemas.microsoft.com/office/drawing/2014/main" id="{1D8D6E48-7F7E-D958-FCD6-B67304A43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064" y="996728"/>
            <a:ext cx="4973563" cy="1852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0525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Miller’s Theorem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We can now replace the original circuit by the following</a:t>
            </a:r>
            <a:endParaRPr lang="en-US" sz="3000" baseline="-25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 algn="just">
              <a:lnSpc>
                <a:spcPct val="90000"/>
              </a:lnSpc>
              <a:buNone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Miller equivalent circuit is valid only as long as K is unchanged. For example, the Miller equivalent circuit can not be used directly to determine output resistance and reverse transmission of the amplifier.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In practice, it is difficult to determine K independently and often the feed-through effects between input and output are neglected. For this reason, the transfer function obtained from the exact analysis differs slightly from that of the miller transformed circuit.</a:t>
            </a:r>
          </a:p>
          <a:p>
            <a:pPr>
              <a:lnSpc>
                <a:spcPct val="90000"/>
              </a:lnSpc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2">
            <a:extLst>
              <a:ext uri="{FF2B5EF4-FFF2-40B4-BE49-F238E27FC236}">
                <a16:creationId xmlns:a16="http://schemas.microsoft.com/office/drawing/2014/main" id="{1D8D6E48-7F7E-D958-FCD6-B67304A43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064" y="996728"/>
            <a:ext cx="4973563" cy="1852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98787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Miller’s Theorem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4474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Example: CE amplifier – Calculate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f</a:t>
            </a:r>
            <a:r>
              <a:rPr lang="en-US" sz="3000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C0CB87A-6E50-9822-BDE4-4F5729684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68760"/>
            <a:ext cx="3095588" cy="3231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4B3F2892-1C8F-5892-3E61-4750784A5756}"/>
              </a:ext>
            </a:extLst>
          </p:cNvPr>
          <p:cNvGrpSpPr/>
          <p:nvPr/>
        </p:nvGrpSpPr>
        <p:grpSpPr>
          <a:xfrm>
            <a:off x="7756128" y="686808"/>
            <a:ext cx="1886040" cy="450360"/>
            <a:chOff x="7756128" y="686808"/>
            <a:chExt cx="1886040" cy="45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94FC432-A673-695B-28E1-75153C690768}"/>
                    </a:ext>
                  </a:extLst>
                </p14:cNvPr>
                <p14:cNvContentPartPr/>
                <p14:nvPr/>
              </p14:nvContentPartPr>
              <p14:xfrm>
                <a:off x="7756128" y="1129968"/>
                <a:ext cx="18000" cy="7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94FC432-A673-695B-28E1-75153C69076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747128" y="1120968"/>
                  <a:ext cx="35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0C825DF-5424-414E-30B8-8D4F541DE83A}"/>
                    </a:ext>
                  </a:extLst>
                </p14:cNvPr>
                <p14:cNvContentPartPr/>
                <p14:nvPr/>
              </p14:nvContentPartPr>
              <p14:xfrm>
                <a:off x="7950888" y="794808"/>
                <a:ext cx="295560" cy="263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0C825DF-5424-414E-30B8-8D4F541DE83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941888" y="786168"/>
                  <a:ext cx="3132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6056A12-E2C6-9187-22BD-4D3E120C6007}"/>
                    </a:ext>
                  </a:extLst>
                </p14:cNvPr>
                <p14:cNvContentPartPr/>
                <p14:nvPr/>
              </p14:nvContentPartPr>
              <p14:xfrm>
                <a:off x="8247168" y="984528"/>
                <a:ext cx="136080" cy="136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6056A12-E2C6-9187-22BD-4D3E120C600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38528" y="975888"/>
                  <a:ext cx="1537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6865BC2-D862-992A-07C7-374D1DF1487A}"/>
                    </a:ext>
                  </a:extLst>
                </p14:cNvPr>
                <p14:cNvContentPartPr/>
                <p14:nvPr/>
              </p14:nvContentPartPr>
              <p14:xfrm>
                <a:off x="8247168" y="901728"/>
                <a:ext cx="133200" cy="21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6865BC2-D862-992A-07C7-374D1DF1487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38528" y="893088"/>
                  <a:ext cx="1508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1B2B66D-2AD7-F6CC-EF67-77FE2A38107A}"/>
                    </a:ext>
                  </a:extLst>
                </p14:cNvPr>
                <p14:cNvContentPartPr/>
                <p14:nvPr/>
              </p14:nvContentPartPr>
              <p14:xfrm>
                <a:off x="8576928" y="890928"/>
                <a:ext cx="106920" cy="10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1B2B66D-2AD7-F6CC-EF67-77FE2A38107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568288" y="882288"/>
                  <a:ext cx="1245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04BA9B7-B43B-1AED-F63F-6818BF5CA186}"/>
                    </a:ext>
                  </a:extLst>
                </p14:cNvPr>
                <p14:cNvContentPartPr/>
                <p14:nvPr/>
              </p14:nvContentPartPr>
              <p14:xfrm>
                <a:off x="8536248" y="994968"/>
                <a:ext cx="146520" cy="19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04BA9B7-B43B-1AED-F63F-6818BF5CA18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527248" y="986328"/>
                  <a:ext cx="164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CA3C220-B1F7-784A-5056-E45729DA0540}"/>
                    </a:ext>
                  </a:extLst>
                </p14:cNvPr>
                <p14:cNvContentPartPr/>
                <p14:nvPr/>
              </p14:nvContentPartPr>
              <p14:xfrm>
                <a:off x="8832888" y="765288"/>
                <a:ext cx="350280" cy="221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CA3C220-B1F7-784A-5056-E45729DA054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824248" y="756648"/>
                  <a:ext cx="3679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27109BF-B3A7-2DF1-4C5A-491978579796}"/>
                    </a:ext>
                  </a:extLst>
                </p14:cNvPr>
                <p14:cNvContentPartPr/>
                <p14:nvPr/>
              </p14:nvContentPartPr>
              <p14:xfrm>
                <a:off x="9278208" y="794088"/>
                <a:ext cx="88200" cy="255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27109BF-B3A7-2DF1-4C5A-49197857979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269208" y="785088"/>
                  <a:ext cx="1058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19C2A08-D6F2-F285-C04D-B64D7A1E000D}"/>
                    </a:ext>
                  </a:extLst>
                </p14:cNvPr>
                <p14:cNvContentPartPr/>
                <p14:nvPr/>
              </p14:nvContentPartPr>
              <p14:xfrm>
                <a:off x="9273168" y="760608"/>
                <a:ext cx="78480" cy="164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19C2A08-D6F2-F285-C04D-B64D7A1E000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64528" y="751608"/>
                  <a:ext cx="961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001CFCB-89C5-C26C-0B35-9F207FC3A4E0}"/>
                    </a:ext>
                  </a:extLst>
                </p14:cNvPr>
                <p14:cNvContentPartPr/>
                <p14:nvPr/>
              </p14:nvContentPartPr>
              <p14:xfrm>
                <a:off x="9467568" y="686808"/>
                <a:ext cx="174600" cy="418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001CFCB-89C5-C26C-0B35-9F207FC3A4E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458928" y="677808"/>
                  <a:ext cx="19224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0BCB718-CFCA-C470-0A97-A1C7D707CC69}"/>
                    </a:ext>
                  </a:extLst>
                </p14:cNvPr>
                <p14:cNvContentPartPr/>
                <p14:nvPr/>
              </p14:nvContentPartPr>
              <p14:xfrm>
                <a:off x="9391608" y="892008"/>
                <a:ext cx="155880" cy="54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0BCB718-CFCA-C470-0A97-A1C7D707CC6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382608" y="883368"/>
                  <a:ext cx="1735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35C65C9-9BEB-4619-D951-6ECF7A09B3B9}"/>
                    </a:ext>
                  </a:extLst>
                </p14:cNvPr>
                <p14:cNvContentPartPr/>
                <p14:nvPr/>
              </p14:nvContentPartPr>
              <p14:xfrm>
                <a:off x="9237888" y="739368"/>
                <a:ext cx="110160" cy="323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35C65C9-9BEB-4619-D951-6ECF7A09B3B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228888" y="730728"/>
                  <a:ext cx="1278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C6B7CCE-DC56-E0C7-7DAD-759F198D44EB}"/>
                    </a:ext>
                  </a:extLst>
                </p14:cNvPr>
                <p14:cNvContentPartPr/>
                <p14:nvPr/>
              </p14:nvContentPartPr>
              <p14:xfrm>
                <a:off x="9270288" y="706248"/>
                <a:ext cx="173880" cy="203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C6B7CCE-DC56-E0C7-7DAD-759F198D44E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261288" y="697248"/>
                  <a:ext cx="19152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D8E18DD-57C7-CD8E-8961-4567A00C4965}"/>
              </a:ext>
            </a:extLst>
          </p:cNvPr>
          <p:cNvGrpSpPr/>
          <p:nvPr/>
        </p:nvGrpSpPr>
        <p:grpSpPr>
          <a:xfrm>
            <a:off x="10096128" y="532728"/>
            <a:ext cx="1376280" cy="524880"/>
            <a:chOff x="10096128" y="532728"/>
            <a:chExt cx="1376280" cy="52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3FB1889-AD9A-A381-76F2-D4A45F7D7323}"/>
                    </a:ext>
                  </a:extLst>
                </p14:cNvPr>
                <p14:cNvContentPartPr/>
                <p14:nvPr/>
              </p14:nvContentPartPr>
              <p14:xfrm>
                <a:off x="10096128" y="634968"/>
                <a:ext cx="233640" cy="258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3FB1889-AD9A-A381-76F2-D4A45F7D732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087488" y="625968"/>
                  <a:ext cx="2512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0517FD3-28ED-D533-60C2-A7BB373D17D8}"/>
                    </a:ext>
                  </a:extLst>
                </p14:cNvPr>
                <p14:cNvContentPartPr/>
                <p14:nvPr/>
              </p14:nvContentPartPr>
              <p14:xfrm>
                <a:off x="10367928" y="825048"/>
                <a:ext cx="230760" cy="232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0517FD3-28ED-D533-60C2-A7BB373D17D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359288" y="816408"/>
                  <a:ext cx="2484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6021B4C-6CD6-D1F2-F7F0-A6C84D300634}"/>
                    </a:ext>
                  </a:extLst>
                </p14:cNvPr>
                <p14:cNvContentPartPr/>
                <p14:nvPr/>
              </p14:nvContentPartPr>
              <p14:xfrm>
                <a:off x="10741248" y="718488"/>
                <a:ext cx="77760" cy="36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6021B4C-6CD6-D1F2-F7F0-A6C84D30063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732248" y="709488"/>
                  <a:ext cx="95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E4D78CB-0373-60A4-777E-EC486EF2F52B}"/>
                    </a:ext>
                  </a:extLst>
                </p14:cNvPr>
                <p14:cNvContentPartPr/>
                <p14:nvPr/>
              </p14:nvContentPartPr>
              <p14:xfrm>
                <a:off x="10744848" y="816048"/>
                <a:ext cx="110160" cy="42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E4D78CB-0373-60A4-777E-EC486EF2F52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735848" y="807048"/>
                  <a:ext cx="127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F28B24D-F57F-39FD-F4D4-4E0CB5F37231}"/>
                    </a:ext>
                  </a:extLst>
                </p14:cNvPr>
                <p14:cNvContentPartPr/>
                <p14:nvPr/>
              </p14:nvContentPartPr>
              <p14:xfrm>
                <a:off x="10856088" y="637128"/>
                <a:ext cx="182880" cy="199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F28B24D-F57F-39FD-F4D4-4E0CB5F3723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847448" y="628128"/>
                  <a:ext cx="2005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691728C-1382-806F-BCBF-9550C1EBAFBF}"/>
                    </a:ext>
                  </a:extLst>
                </p14:cNvPr>
                <p14:cNvContentPartPr/>
                <p14:nvPr/>
              </p14:nvContentPartPr>
              <p14:xfrm>
                <a:off x="11084688" y="659088"/>
                <a:ext cx="179640" cy="285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691728C-1382-806F-BCBF-9550C1EBAFB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076048" y="650448"/>
                  <a:ext cx="1972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21498E6-1096-8CF8-351C-C2EDFFF7338B}"/>
                    </a:ext>
                  </a:extLst>
                </p14:cNvPr>
                <p14:cNvContentPartPr/>
                <p14:nvPr/>
              </p14:nvContentPartPr>
              <p14:xfrm>
                <a:off x="11237328" y="532728"/>
                <a:ext cx="235080" cy="502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21498E6-1096-8CF8-351C-C2EDFFF7338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228328" y="523728"/>
                  <a:ext cx="25272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091C9B2-673B-8049-486E-FD745B482CF7}"/>
                    </a:ext>
                  </a:extLst>
                </p14:cNvPr>
                <p14:cNvContentPartPr/>
                <p14:nvPr/>
              </p14:nvContentPartPr>
              <p14:xfrm>
                <a:off x="11173968" y="720648"/>
                <a:ext cx="283320" cy="75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091C9B2-673B-8049-486E-FD745B482CF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164968" y="712008"/>
                  <a:ext cx="30096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EC3FDE6-FDBC-AD86-18AE-AFC5B69D643E}"/>
              </a:ext>
            </a:extLst>
          </p:cNvPr>
          <p:cNvGrpSpPr/>
          <p:nvPr/>
        </p:nvGrpSpPr>
        <p:grpSpPr>
          <a:xfrm>
            <a:off x="10415448" y="1198728"/>
            <a:ext cx="1412280" cy="537840"/>
            <a:chOff x="10415448" y="1198728"/>
            <a:chExt cx="1412280" cy="53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A2567AB-F381-8159-A33A-695F3C617ED7}"/>
                    </a:ext>
                  </a:extLst>
                </p14:cNvPr>
                <p14:cNvContentPartPr/>
                <p14:nvPr/>
              </p14:nvContentPartPr>
              <p14:xfrm>
                <a:off x="10415448" y="1241208"/>
                <a:ext cx="256320" cy="392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A2567AB-F381-8159-A33A-695F3C617ED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406808" y="1232568"/>
                  <a:ext cx="27396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EA59E82-B130-CF6A-66F3-E592E169D769}"/>
                    </a:ext>
                  </a:extLst>
                </p14:cNvPr>
                <p14:cNvContentPartPr/>
                <p14:nvPr/>
              </p14:nvContentPartPr>
              <p14:xfrm>
                <a:off x="10686888" y="1573488"/>
                <a:ext cx="185040" cy="163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EA59E82-B130-CF6A-66F3-E592E169D76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678248" y="1564848"/>
                  <a:ext cx="202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F65D7D4-2FB5-7A20-B2A3-CE59AEA469C8}"/>
                    </a:ext>
                  </a:extLst>
                </p14:cNvPr>
                <p14:cNvContentPartPr/>
                <p14:nvPr/>
              </p14:nvContentPartPr>
              <p14:xfrm>
                <a:off x="10680048" y="1564488"/>
                <a:ext cx="265320" cy="146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F65D7D4-2FB5-7A20-B2A3-CE59AEA469C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671408" y="1555488"/>
                  <a:ext cx="2829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4544CD7-544D-2626-79D4-DD85AD9CB661}"/>
                    </a:ext>
                  </a:extLst>
                </p14:cNvPr>
                <p14:cNvContentPartPr/>
                <p14:nvPr/>
              </p14:nvContentPartPr>
              <p14:xfrm>
                <a:off x="10957608" y="1246968"/>
                <a:ext cx="149040" cy="318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4544CD7-544D-2626-79D4-DD85AD9CB66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948608" y="1237968"/>
                  <a:ext cx="16668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4AE7A12-DDC6-A60C-8046-D87CDC840E74}"/>
                    </a:ext>
                  </a:extLst>
                </p14:cNvPr>
                <p14:cNvContentPartPr/>
                <p14:nvPr/>
              </p14:nvContentPartPr>
              <p14:xfrm>
                <a:off x="11148408" y="1465848"/>
                <a:ext cx="139680" cy="204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4AE7A12-DDC6-A60C-8046-D87CDC840E7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139768" y="1456848"/>
                  <a:ext cx="1573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0C4AA60-78CF-3B93-5955-860C8C009754}"/>
                    </a:ext>
                  </a:extLst>
                </p14:cNvPr>
                <p14:cNvContentPartPr/>
                <p14:nvPr/>
              </p14:nvContentPartPr>
              <p14:xfrm>
                <a:off x="11314008" y="1332648"/>
                <a:ext cx="93600" cy="21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0C4AA60-78CF-3B93-5955-860C8C00975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305368" y="1324008"/>
                  <a:ext cx="111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8955950-61DE-BCAB-2257-90ED7B4A0E98}"/>
                    </a:ext>
                  </a:extLst>
                </p14:cNvPr>
                <p14:cNvContentPartPr/>
                <p14:nvPr/>
              </p14:nvContentPartPr>
              <p14:xfrm>
                <a:off x="11317608" y="1423008"/>
                <a:ext cx="106920" cy="30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8955950-61DE-BCAB-2257-90ED7B4A0E9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308968" y="1414368"/>
                  <a:ext cx="124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27EF824-9A26-F395-8ACF-3A7DF15224BD}"/>
                    </a:ext>
                  </a:extLst>
                </p14:cNvPr>
                <p14:cNvContentPartPr/>
                <p14:nvPr/>
              </p14:nvContentPartPr>
              <p14:xfrm>
                <a:off x="11496888" y="1215288"/>
                <a:ext cx="88920" cy="236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27EF824-9A26-F395-8ACF-3A7DF15224B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88248" y="1206288"/>
                  <a:ext cx="1065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F0F3211-7CA3-147F-FFAA-5645275D4887}"/>
                    </a:ext>
                  </a:extLst>
                </p14:cNvPr>
                <p14:cNvContentPartPr/>
                <p14:nvPr/>
              </p14:nvContentPartPr>
              <p14:xfrm>
                <a:off x="11506608" y="1198728"/>
                <a:ext cx="162000" cy="36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F0F3211-7CA3-147F-FFAA-5645275D488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497968" y="1189728"/>
                  <a:ext cx="1796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2E66E87-B219-86D3-1A48-60D4C0CEC43C}"/>
                    </a:ext>
                  </a:extLst>
                </p14:cNvPr>
                <p14:cNvContentPartPr/>
                <p14:nvPr/>
              </p14:nvContentPartPr>
              <p14:xfrm>
                <a:off x="11639808" y="1213488"/>
                <a:ext cx="187920" cy="172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2E66E87-B219-86D3-1A48-60D4C0CEC43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630808" y="1204848"/>
                  <a:ext cx="205560" cy="190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416026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AC equivalent circuit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76825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Calculate time constants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41293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/>
          </a:bodyPr>
          <a:lstStyle/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AU" sz="3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MILLER EFFECT</a:t>
            </a:r>
          </a:p>
          <a:p>
            <a:pPr marL="914400" lvl="2" indent="-457200" algn="just"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The small capacitance C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µ 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due to amplification gives rise to a substantial capacitance between the base and ground. The large capacitance will actually limit the high-frequency response of the circuit. This multiplication of the effective value of the capacitance C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µ 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is known as  </a:t>
            </a:r>
            <a:r>
              <a:rPr lang="en-AU" sz="2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MILLER EFFECT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.</a:t>
            </a:r>
          </a:p>
          <a:p>
            <a:pPr marL="914400" lvl="2" indent="-457200" algn="just"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914400" lvl="2" indent="-457200" algn="just"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The Miller Effect will be the determining factor for high-frequency response in circuits that experience it and severely affect the high-frequency response. </a:t>
            </a:r>
          </a:p>
          <a:p>
            <a:pPr marL="914400" lvl="2" indent="-457200" algn="just"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914400" lvl="2" indent="-457200" algn="just"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How do we then get high gain from a circuit while minimising or even avoiding the Miller effect?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 algn="just">
              <a:lnSpc>
                <a:spcPct val="9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81279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/>
          </a:bodyPr>
          <a:lstStyle/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AU" sz="3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Miller Effect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Recall that the corner frequency, </a:t>
            </a:r>
            <a:r>
              <a:rPr lang="el-G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ω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, is determined by two things, namely: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857250" lvl="2" indent="-45720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µ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multiplication ( the Miller effect) – signal feed through- observe that C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µ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is multiplied by (1 + |gain|). For the CE case, this gain is  |</a:t>
            </a:r>
            <a:r>
              <a:rPr lang="en-AU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g</a:t>
            </a:r>
            <a:r>
              <a:rPr lang="en-AU" sz="2800" baseline="-25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m</a:t>
            </a:r>
            <a:r>
              <a:rPr lang="en-AU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R’</a:t>
            </a:r>
            <a:r>
              <a:rPr lang="en-AU" sz="2800" baseline="-25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|.</a:t>
            </a:r>
          </a:p>
          <a:p>
            <a:pPr marL="400050" lvl="2" indent="0">
              <a:lnSpc>
                <a:spcPct val="90000"/>
              </a:lnSpc>
              <a:buNone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857250" lvl="2" indent="-457200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The resistance ‘seen’ by the capacitor ( 1+ |gain|)C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µ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.</a:t>
            </a:r>
          </a:p>
          <a:p>
            <a:pPr marL="857250" lvl="2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To improve on </a:t>
            </a:r>
            <a:r>
              <a:rPr lang="el-G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ω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H, 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we need to modify one of the terms or preferably both.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64281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/>
          </a:bodyPr>
          <a:lstStyle/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AU" sz="3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Improving frequency response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Common base amplifier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AF7F12C-AE84-4CFC-8698-66243224C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496" y="944341"/>
            <a:ext cx="2764502" cy="349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A3C1E915-3720-ED8A-F724-FB049C10F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56" y="1897376"/>
            <a:ext cx="5444410" cy="2478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04529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/>
          </a:bodyPr>
          <a:lstStyle/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AU" sz="3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Improving frequency response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Common base amplifier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The most important aspect of this circuit is that there is no feedback capacitor as for the common-emitter circuit. This means that there is no Miller effect and we would expect the higher corner frequency for the common-base circuit to be larger than that for a common-emitter circuit.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3">
            <a:extLst>
              <a:ext uri="{FF2B5EF4-FFF2-40B4-BE49-F238E27FC236}">
                <a16:creationId xmlns:a16="http://schemas.microsoft.com/office/drawing/2014/main" id="{186CA5C4-0E76-83ED-3936-F82C3F6D4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736" y="1410496"/>
            <a:ext cx="7827168" cy="2258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07164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948208"/>
          </a:xfrm>
        </p:spPr>
        <p:txBody>
          <a:bodyPr>
            <a:normAutofit/>
          </a:bodyPr>
          <a:lstStyle/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AU" sz="3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Improving frequency response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Cascode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configuration - frequency response can be improved by reducing the |gain| term in Millers Effect by ensuring R’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 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is low. This can be achieved by driving into the emitter of a common-base configuration.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87DB94CE-E617-81C9-DA9C-69F1D86FC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488" y="2626938"/>
            <a:ext cx="5457792" cy="3410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6704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AU" sz="3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Improving frequency response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Cascode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configuration – explanation</a:t>
            </a:r>
          </a:p>
          <a:p>
            <a:pPr marL="0" lvl="1" indent="0">
              <a:lnSpc>
                <a:spcPct val="90000"/>
              </a:lnSpc>
              <a:buNone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The common-emitter stage sees the common-base stage as its load. This load is equal to the input resistance of the common base stage, which is equal to re – typically 25</a:t>
            </a:r>
            <a:r>
              <a:rPr lang="el-G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Ω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, i.e., very low. This reduces the Miller effect since R</a:t>
            </a:r>
            <a:r>
              <a:rPr lang="en-US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has been reduced. Since the collector current through Q2 is approximately equal to that of Q1, the mid-band gain doesn’t suffer.  Another way to think of it is that Q2 is acting like a current buffer that passes on the current signal to the load while presenting a low load resistance to the amplifying transistor Q1</a:t>
            </a: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68950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AU" sz="3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Improving frequency response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Long tail pair: CC – CB</a:t>
            </a:r>
          </a:p>
          <a:p>
            <a:pPr marL="0" lvl="1" indent="0">
              <a:lnSpc>
                <a:spcPct val="90000"/>
              </a:lnSpc>
              <a:buNone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9611BF9-ED6C-E507-E4C6-8C81C137B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033" y="1727088"/>
            <a:ext cx="7128792" cy="3936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62561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AU" sz="3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Improving frequency response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Explanation</a:t>
            </a:r>
          </a:p>
          <a:p>
            <a:pPr marL="0" lvl="1" indent="0">
              <a:lnSpc>
                <a:spcPct val="90000"/>
              </a:lnSpc>
              <a:buNone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CC has low voltage gain. Hence, it does not exhibit Miller effect. But provides current gain.</a:t>
            </a:r>
          </a:p>
          <a:p>
            <a:pPr marL="0" lvl="1" indent="0">
              <a:lnSpc>
                <a:spcPct val="90000"/>
              </a:lnSpc>
              <a:buNone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CB provides voltage gain. However, there is no capacitor between emitter and collector. Hence, no Miller’s effect can be observed.</a:t>
            </a:r>
          </a:p>
          <a:p>
            <a:pPr marL="0" lvl="1" indent="0">
              <a:lnSpc>
                <a:spcPct val="90000"/>
              </a:lnSpc>
              <a:buNone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lvl="1" indent="0">
              <a:lnSpc>
                <a:spcPct val="90000"/>
              </a:lnSpc>
              <a:buNone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42481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marL="457200" lvl="1" indent="-4572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AU" sz="3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Improving frequency response</a:t>
            </a: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CC – CE</a:t>
            </a:r>
          </a:p>
          <a:p>
            <a:pPr marL="0" lvl="1" indent="0">
              <a:lnSpc>
                <a:spcPct val="90000"/>
              </a:lnSpc>
              <a:buNone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3">
            <a:extLst>
              <a:ext uri="{FF2B5EF4-FFF2-40B4-BE49-F238E27FC236}">
                <a16:creationId xmlns:a16="http://schemas.microsoft.com/office/drawing/2014/main" id="{282D9E7E-8400-E0EB-5D33-A26CBAC86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937" y="1591080"/>
            <a:ext cx="7986454" cy="455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48994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2454" y="582063"/>
                <a:ext cx="12029546" cy="5228121"/>
              </a:xfrm>
            </p:spPr>
            <p:txBody>
              <a:bodyPr>
                <a:normAutofit lnSpcReduction="10000"/>
              </a:bodyPr>
              <a:lstStyle/>
              <a:p>
                <a:pPr marL="457200" lvl="1" indent="-457200" algn="just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r>
                  <a:rPr lang="en-AU" sz="30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Improving frequency response</a:t>
                </a:r>
              </a:p>
              <a:p>
                <a:pPr marL="457200" lvl="1" indent="-45720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CC </a:t>
                </a:r>
                <a:r>
                  <a:rPr lang="en-AU" sz="28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– CE</a:t>
                </a:r>
              </a:p>
              <a:p>
                <a:pPr marL="0" lvl="1" indent="0">
                  <a:lnSpc>
                    <a:spcPct val="90000"/>
                  </a:lnSpc>
                  <a:buNone/>
                </a:pPr>
                <a:r>
                  <a:rPr lang="en-AU" sz="28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 </a:t>
                </a: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Explanation </a:t>
                </a:r>
              </a:p>
              <a:p>
                <a:pPr marL="457200" lvl="1" indent="-45720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Output resistance of CC stage is very low – looks like a signal source with very low output resistance. The CC stage does not suffer from the Miler effect.</a:t>
                </a:r>
              </a:p>
              <a:p>
                <a:pPr marL="457200" lvl="1" indent="-45720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r>
                  <a:rPr lang="en-AU" sz="28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Symbol"/>
                  </a:rPr>
                  <a:t>The voltage gain provided by the CE stage, which does suffer from the Millers effect. However, the multiplied capacitance of the CE stage “sees” a much smaller resistance due to the CC stage. Hence, it has lower open circuit time constant and therefore larger high corner frequency</a:t>
                </a:r>
              </a:p>
              <a:p>
                <a:pPr marL="0" lvl="1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fPr>
                        <m:num>
                          <m:r>
                            <a:rPr lang="en-AU" sz="280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AU" sz="28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en-AU" sz="28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AU" sz="280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𝐻</m:t>
                              </m:r>
                            </m:sub>
                          </m:sSub>
                        </m:den>
                      </m:f>
                      <m:r>
                        <a:rPr lang="en-AU" sz="28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  <m:sSub>
                        <m:sSubPr>
                          <m:ctrlPr>
                            <a:rPr lang="en-AU" sz="28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en-AU" sz="28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𝑟</m:t>
                          </m:r>
                        </m:e>
                        <m:sub>
                          <m:r>
                            <a:rPr lang="en-AU" sz="28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𝑐𝑐</m:t>
                          </m:r>
                        </m:sub>
                      </m:sSub>
                      <m:r>
                        <a:rPr lang="en-AU" sz="2800" i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×</m:t>
                      </m:r>
                      <m:sSub>
                        <m:sSubPr>
                          <m:ctrlPr>
                            <a:rPr lang="en-AU" sz="28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en-AU" sz="280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𝑐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𝑀𝑖𝑙𝑙𝑒𝑟</m:t>
                          </m:r>
                        </m:sub>
                      </m:sSub>
                    </m:oMath>
                  </m:oMathPara>
                </a14:m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 marL="457200" lvl="1" indent="-45720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 marL="457200" lvl="1" indent="-45720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 marL="457200" lvl="1" indent="-457200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endParaRPr lang="en-AU" sz="28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 algn="just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:endParaRPr lang="en-US" sz="3000" dirty="0"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3200" dirty="0">
                  <a:sym typeface="Symbol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3200" dirty="0">
                  <a:latin typeface="+mn-lt"/>
                  <a:sym typeface="Symbol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3200" dirty="0">
                  <a:latin typeface="+mn-lt"/>
                  <a:sym typeface="Symbol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sz="3000" b="1" dirty="0">
                  <a:latin typeface="Arial" panose="020B0604020202020204" pitchFamily="34" charset="0"/>
                  <a:cs typeface="Arial" panose="020B0604020202020204" pitchFamily="34" charset="0"/>
                  <a:sym typeface="Symbol"/>
                </a:endParaRPr>
              </a:p>
            </p:txBody>
          </p:sp>
        </mc:Choice>
        <mc:Fallback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EC021D9-EDA7-3A58-CB97-32F406713A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2454" y="582063"/>
                <a:ext cx="12029546" cy="5228121"/>
              </a:xfrm>
              <a:blipFill>
                <a:blip r:embed="rId3"/>
                <a:stretch>
                  <a:fillRect l="-1064" t="-326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77505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 </a:t>
            </a:r>
            <a:r>
              <a:rPr lang="en-AU" sz="3600" b="1" dirty="0">
                <a:latin typeface="Arial Black" panose="020B0A04020102020204" pitchFamily="34" charset="0"/>
              </a:rPr>
              <a:t>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0874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Limit – Hybrid-π</a:t>
            </a:r>
            <a:r>
              <a:rPr lang="en-AU" sz="3600" b="1" dirty="0">
                <a:latin typeface="Arial Black" panose="020B0A04020102020204" pitchFamily="34" charset="0"/>
              </a:rPr>
              <a:t> Model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Consider a BJT operating at high frequency. The minority carriers in the base need time to diffuse from the emitter to the collector: the base transit time, </a:t>
            </a:r>
            <a:r>
              <a:rPr lang="el-G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τ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.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The hybrid-</a:t>
            </a:r>
            <a:r>
              <a:rPr lang="el-G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π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model will work well for the case of </a:t>
            </a:r>
            <a:r>
              <a:rPr lang="el-G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τ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 1/f , where f is the frequency of the input signal.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A figure of merit is that we should have f such that f ≤ (1/3)</a:t>
            </a:r>
            <a:r>
              <a:rPr lang="en-AU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f</a:t>
            </a:r>
            <a:r>
              <a:rPr lang="en-AU" sz="2800" baseline="-25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to ensure the hybrid-</a:t>
            </a:r>
            <a:r>
              <a:rPr lang="el-G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π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model works well.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AU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f</a:t>
            </a:r>
            <a:r>
              <a:rPr lang="en-AU" sz="2800" baseline="-25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</a:t>
            </a:r>
            <a:r>
              <a:rPr lang="en-AU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is defined as the frequency at which the short-circuit current gain (</a:t>
            </a:r>
            <a:r>
              <a:rPr lang="el-GR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β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=</a:t>
            </a:r>
            <a:r>
              <a:rPr lang="en-AU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h</a:t>
            </a:r>
            <a:r>
              <a:rPr lang="en-AU" sz="2800" baseline="-25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fe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) of the transistor is unity. </a:t>
            </a:r>
            <a:endParaRPr lang="en-US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28998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Limit – Hybrid-π</a:t>
            </a:r>
            <a:r>
              <a:rPr lang="en-AU" sz="3600" b="1" dirty="0">
                <a:latin typeface="Arial Black" panose="020B0A04020102020204" pitchFamily="34" charset="0"/>
              </a:rPr>
              <a:t> Model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6B58E44-7CE2-5A94-4D54-2B7884E00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023" y="1047816"/>
            <a:ext cx="6700899" cy="2189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FAF63D3-6592-3799-7CCE-F3F4194F93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93480" y="3929474"/>
                <a:ext cx="7046743" cy="95484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lvl="1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𝑖</m:t>
                          </m:r>
                        </m:e>
                        <m:sub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𝑏</m:t>
                          </m:r>
                        </m:sub>
                      </m:sSub>
                      <m:r>
                        <a:rPr lang="en-AU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  <m:sSub>
                        <m:sSubPr>
                          <m:ctrlP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𝑣</m:t>
                          </m:r>
                        </m:e>
                        <m:sub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𝑏𝑒</m:t>
                          </m:r>
                        </m:sub>
                      </m:sSub>
                      <m:d>
                        <m:dPr>
                          <m:ctrlP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sSubPr>
                                <m:e>
                                  <m: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𝜋</m:t>
                                  </m:r>
                                </m:sub>
                              </m:sSub>
                            </m:den>
                          </m:f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+</m:t>
                          </m:r>
                          <m:f>
                            <m:fPr>
                              <m:ctrlP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sSubPr>
                                <m:e>
                                  <m: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𝑢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AU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  <m:sSub>
                        <m:sSubPr>
                          <m:ctrlP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𝑣</m:t>
                          </m:r>
                        </m:e>
                        <m:sub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𝑏𝑒</m:t>
                          </m:r>
                        </m:sub>
                      </m:sSub>
                      <m:d>
                        <m:dPr>
                          <m:ctrlP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𝜇</m:t>
                              </m:r>
                            </m:sub>
                          </m:sSub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+</m:t>
                          </m:r>
                          <m:f>
                            <m:fPr>
                              <m:ctrlP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⊥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𝑢</m:t>
                                  </m:r>
                                </m:sub>
                              </m:sSub>
                            </m:den>
                          </m:f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+</m:t>
                          </m:r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𝜋</m:t>
                              </m:r>
                            </m:sub>
                          </m:sSub>
                          <m:r>
                            <a:rPr lang="en-AU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+</m:t>
                          </m:r>
                          <m:f>
                            <m:fPr>
                              <m:ctrlP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AU" i="1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AU" i="1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𝜋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ym typeface="Symbol"/>
                </a:endParaRPr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FAF63D3-6592-3799-7CCE-F3F4194F9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480" y="3929474"/>
                <a:ext cx="7046743" cy="95484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006848-9F6B-3B3B-5112-1A87A29F15EC}"/>
                  </a:ext>
                </a:extLst>
              </p:cNvPr>
              <p:cNvSpPr txBox="1"/>
              <p:nvPr/>
            </p:nvSpPr>
            <p:spPr>
              <a:xfrm rot="10800000" flipV="1">
                <a:off x="1025678" y="3953454"/>
                <a:ext cx="2448271" cy="7562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den>
                      </m:f>
                      <m:r>
                        <a:rPr lang="en-AU" sz="240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i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r>
                        <a:rPr lang="en-AU" sz="240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8006848-9F6B-3B3B-5112-1A87A29F1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1025678" y="3953454"/>
                <a:ext cx="2448271" cy="756297"/>
              </a:xfrm>
              <a:prstGeom prst="rect">
                <a:avLst/>
              </a:prstGeom>
              <a:blipFill>
                <a:blip r:embed="rId15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0D3AD74-0A28-BC27-35E5-D129330B233D}"/>
                  </a:ext>
                </a:extLst>
              </p14:cNvPr>
              <p14:cNvContentPartPr/>
              <p14:nvPr/>
            </p14:nvContentPartPr>
            <p14:xfrm>
              <a:off x="4556697" y="3636293"/>
              <a:ext cx="37440" cy="176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0D3AD74-0A28-BC27-35E5-D129330B233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520697" y="3599543"/>
                <a:ext cx="109080" cy="907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D9C28E-A4D8-A926-2418-32A6574A407D}"/>
                  </a:ext>
                </a:extLst>
              </p:cNvPr>
              <p:cNvSpPr txBox="1"/>
              <p:nvPr/>
            </p:nvSpPr>
            <p:spPr>
              <a:xfrm rot="10800000" flipV="1">
                <a:off x="1101265" y="4905902"/>
                <a:ext cx="2448271" cy="7562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AU" sz="2400" i="1" dirty="0" smtClean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 smtClean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AU" sz="2400" i="1" dirty="0" smtClean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den>
                      </m:f>
                      <m:r>
                        <a:rPr lang="en-AU" sz="2400" i="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AU" sz="2400" i="1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AU" sz="2400" i="1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AU" sz="2400" i="0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i="1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0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AU" sz="2400" i="1" dirty="0" smtClean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 smtClean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AU" sz="2400" i="1" dirty="0" smtClean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1D9C28E-A4D8-A926-2418-32A6574A4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1101265" y="4905902"/>
                <a:ext cx="2448271" cy="756297"/>
              </a:xfrm>
              <a:prstGeom prst="rect">
                <a:avLst/>
              </a:prstGeom>
              <a:blipFill>
                <a:blip r:embed="rId18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C64072-15E4-30F1-66BD-466B9BD89ECA}"/>
                  </a:ext>
                </a:extLst>
              </p:cNvPr>
              <p:cNvSpPr txBox="1"/>
              <p:nvPr/>
            </p:nvSpPr>
            <p:spPr>
              <a:xfrm rot="10800000" flipV="1">
                <a:off x="2480831" y="5103706"/>
                <a:ext cx="244827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AU" sz="240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𝑠𝐶</m:t>
                      </m:r>
                      <m:r>
                        <a:rPr lang="en-AU" sz="240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C64072-15E4-30F1-66BD-466B9BD8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0800000" flipV="1">
                <a:off x="2480831" y="5103706"/>
                <a:ext cx="2448271" cy="369332"/>
              </a:xfrm>
              <a:prstGeom prst="rect">
                <a:avLst/>
              </a:prstGeom>
              <a:blipFill>
                <a:blip r:embed="rId19"/>
                <a:stretch>
                  <a:fillRect b="-4262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ECA30A-C011-D98B-D817-543C046B6030}"/>
                  </a:ext>
                </a:extLst>
              </p:cNvPr>
              <p:cNvSpPr txBox="1"/>
              <p:nvPr/>
            </p:nvSpPr>
            <p:spPr>
              <a:xfrm>
                <a:off x="5171699" y="4755918"/>
                <a:ext cx="2348143" cy="6955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AU" sz="240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𝑏𝑒</m:t>
                          </m:r>
                        </m:sub>
                      </m:sSub>
                      <m:r>
                        <a:rPr lang="en-AU" sz="240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𝑏𝑒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CECA30A-C011-D98B-D817-543C046B6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699" y="4755918"/>
                <a:ext cx="2348143" cy="695575"/>
              </a:xfrm>
              <a:prstGeom prst="rect">
                <a:avLst/>
              </a:prstGeom>
              <a:blipFill>
                <a:blip r:embed="rId20"/>
                <a:stretch>
                  <a:fillRect r="-259" b="-70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C91145-DD22-58B4-CDC6-D3A6D8FC1927}"/>
                  </a:ext>
                </a:extLst>
              </p:cNvPr>
              <p:cNvSpPr txBox="1"/>
              <p:nvPr/>
            </p:nvSpPr>
            <p:spPr>
              <a:xfrm>
                <a:off x="7487687" y="4902667"/>
                <a:ext cx="23773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0" dirty="0" smtClean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𝑏𝑒</m:t>
                          </m:r>
                        </m:sub>
                      </m:sSub>
                      <m:d>
                        <m:d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0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AU" sz="2400" i="0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0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AU" sz="2400" i="0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C91145-DD22-58B4-CDC6-D3A6D8FC1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687" y="4902667"/>
                <a:ext cx="2377382" cy="369332"/>
              </a:xfrm>
              <a:prstGeom prst="rect">
                <a:avLst/>
              </a:prstGeom>
              <a:blipFill>
                <a:blip r:embed="rId21"/>
                <a:stretch>
                  <a:fillRect l="-1282" b="-360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10658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Limit – Hybrid-π</a:t>
            </a:r>
            <a:r>
              <a:rPr lang="en-AU" sz="3600" b="1" dirty="0">
                <a:latin typeface="Arial Black" panose="020B0A04020102020204" pitchFamily="34" charset="0"/>
              </a:rPr>
              <a:t> Model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3">
            <a:extLst>
              <a:ext uri="{FF2B5EF4-FFF2-40B4-BE49-F238E27FC236}">
                <a16:creationId xmlns:a16="http://schemas.microsoft.com/office/drawing/2014/main" id="{003CA228-08F4-0DB5-AC4C-AC8E2740C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392" y="713522"/>
            <a:ext cx="20002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E493F2F-5E8D-0074-6F6C-4F86AB266EE6}"/>
                  </a:ext>
                </a:extLst>
              </p14:cNvPr>
              <p14:cNvContentPartPr/>
              <p14:nvPr/>
            </p14:nvContentPartPr>
            <p14:xfrm>
              <a:off x="5297361" y="3841678"/>
              <a:ext cx="37440" cy="176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E493F2F-5E8D-0074-6F6C-4F86AB266EE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61361" y="3804928"/>
                <a:ext cx="109080" cy="907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89CE2C-7074-EF63-02DC-1702D6BA8FD1}"/>
                  </a:ext>
                </a:extLst>
              </p:cNvPr>
              <p:cNvSpPr txBox="1"/>
              <p:nvPr/>
            </p:nvSpPr>
            <p:spPr>
              <a:xfrm>
                <a:off x="2692410" y="1506255"/>
                <a:ext cx="3308342" cy="10492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AU" sz="240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n-AU" sz="240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num>
                        <m:den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r>
                                <a:rPr lang="en-AU" sz="2400" i="0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i="0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89CE2C-7074-EF63-02DC-1702D6BA8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410" y="1506255"/>
                <a:ext cx="3308342" cy="1049262"/>
              </a:xfrm>
              <a:prstGeom prst="rect">
                <a:avLst/>
              </a:prstGeom>
              <a:blipFill>
                <a:blip r:embed="rId16"/>
                <a:stretch>
                  <a:fillRect r="-923" b="-58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8E90656-2059-ED90-B290-275BF4CA1B60}"/>
                  </a:ext>
                </a:extLst>
              </p:cNvPr>
              <p:cNvSpPr txBox="1"/>
              <p:nvPr/>
            </p:nvSpPr>
            <p:spPr>
              <a:xfrm>
                <a:off x="2544368" y="2675986"/>
                <a:ext cx="6643935" cy="10452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AU" sz="240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acc>
                                <m:accPr>
                                  <m:chr m:val="̅"/>
                                  <m:ctrlP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sub>
                          </m:sSub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num>
                        <m:den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r>
                                <a:rPr lang="en-AU" sz="2400" i="0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AU" sz="240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num>
                        <m:den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p>
                                <m:sSupPr>
                                  <m:ctrlP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AU" sz="2400" i="0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AU" sz="2400" i="1" dirty="0">
                                          <a:solidFill>
                                            <a:schemeClr val="tx1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AU" sz="2400" i="1" dirty="0">
                                          <a:solidFill>
                                            <a:schemeClr val="tx1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AU" sz="2400" i="1" dirty="0">
                                          <a:solidFill>
                                            <a:schemeClr val="tx1"/>
                                          </a:solidFill>
                                          <a:effectLst>
                                            <a:outerShdw blurRad="38100" dist="38100" dir="2700000" algn="tl">
                                              <a:srgbClr val="000000">
                                                <a:alpha val="43137"/>
                                              </a:srgbClr>
                                            </a:outerShdw>
                                          </a:effectLst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den>
                      </m:f>
                      <m:r>
                        <a:rPr lang="en-AU" sz="240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AU" sz="2400" i="1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AU" sz="2400" i="0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AU" sz="2400" i="0" dirty="0">
                              <a:solidFill>
                                <a:schemeClr val="tx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i="1" dirty="0">
                                  <a:solidFill>
                                    <a:schemeClr val="tx1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AU" sz="2400" i="1" dirty="0">
                                      <a:solidFill>
                                        <a:schemeClr val="tx1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AU" sz="240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8E90656-2059-ED90-B290-275BF4CA1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368" y="2675986"/>
                <a:ext cx="6643935" cy="1045223"/>
              </a:xfrm>
              <a:prstGeom prst="rect">
                <a:avLst/>
              </a:prstGeom>
              <a:blipFill>
                <a:blip r:embed="rId17"/>
                <a:stretch>
                  <a:fillRect r="-92" b="-58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4">
            <a:extLst>
              <a:ext uri="{FF2B5EF4-FFF2-40B4-BE49-F238E27FC236}">
                <a16:creationId xmlns:a16="http://schemas.microsoft.com/office/drawing/2014/main" id="{FE87DD34-0E03-F56C-32F3-B885CE602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606" y="3882520"/>
            <a:ext cx="4882378" cy="2053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E973FD9-252A-24DB-57DB-E97EC6EE0C9E}"/>
                  </a:ext>
                </a:extLst>
              </p14:cNvPr>
              <p14:cNvContentPartPr/>
              <p14:nvPr/>
            </p14:nvContentPartPr>
            <p14:xfrm>
              <a:off x="4685675" y="4225690"/>
              <a:ext cx="50040" cy="874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E973FD9-252A-24DB-57DB-E97EC6EE0C9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649675" y="4189690"/>
                <a:ext cx="121680" cy="15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84441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Limit – Hybrid-π</a:t>
            </a:r>
            <a:r>
              <a:rPr lang="en-AU" sz="3600" b="1" dirty="0">
                <a:latin typeface="Arial Black" panose="020B0A04020102020204" pitchFamily="34" charset="0"/>
              </a:rPr>
              <a:t> Model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3">
            <a:extLst>
              <a:ext uri="{FF2B5EF4-FFF2-40B4-BE49-F238E27FC236}">
                <a16:creationId xmlns:a16="http://schemas.microsoft.com/office/drawing/2014/main" id="{92D69A62-07E8-C145-D5D7-C332BFB08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981" y="890631"/>
            <a:ext cx="56673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BA179E44-F072-108F-5A30-8E96AE54E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018" y="1319256"/>
            <a:ext cx="8316416" cy="4248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BC39D1E-651B-5E8A-4952-6764534AF484}"/>
                  </a:ext>
                </a:extLst>
              </p14:cNvPr>
              <p14:cNvContentPartPr/>
              <p14:nvPr/>
            </p14:nvContentPartPr>
            <p14:xfrm>
              <a:off x="6798096" y="4693559"/>
              <a:ext cx="626760" cy="3661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BC39D1E-651B-5E8A-4952-6764534AF48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88736" y="4684199"/>
                <a:ext cx="645480" cy="38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45745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Limit – Hybrid-π</a:t>
            </a:r>
            <a:r>
              <a:rPr lang="en-AU" sz="3600" b="1" dirty="0">
                <a:latin typeface="Arial Black" panose="020B0A04020102020204" pitchFamily="34" charset="0"/>
              </a:rPr>
              <a:t> Model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2">
            <a:extLst>
              <a:ext uri="{FF2B5EF4-FFF2-40B4-BE49-F238E27FC236}">
                <a16:creationId xmlns:a16="http://schemas.microsoft.com/office/drawing/2014/main" id="{9A486C96-B7D6-1845-A536-C323D8057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361" y="1029539"/>
            <a:ext cx="8220410" cy="3535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00671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Limit – Hybrid-π</a:t>
            </a:r>
            <a:r>
              <a:rPr lang="en-AU" sz="3600" b="1" dirty="0">
                <a:latin typeface="Arial Black" panose="020B0A04020102020204" pitchFamily="34" charset="0"/>
              </a:rPr>
              <a:t> Model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AU" sz="3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Example:</a:t>
            </a:r>
            <a:r>
              <a:rPr lang="en-AU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</a:t>
            </a:r>
            <a:r>
              <a:rPr lang="el-GR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β</a:t>
            </a:r>
            <a:r>
              <a:rPr lang="en-AU" sz="3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dc</a:t>
            </a:r>
            <a:r>
              <a:rPr lang="en-AU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=100; C</a:t>
            </a:r>
            <a:r>
              <a:rPr lang="el-GR" sz="3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π</a:t>
            </a:r>
            <a:r>
              <a:rPr lang="en-AU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= 20pF ; C</a:t>
            </a:r>
            <a:r>
              <a:rPr lang="en-AU" sz="3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µ</a:t>
            </a:r>
            <a:r>
              <a:rPr lang="en-AU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= 2pF; I</a:t>
            </a:r>
            <a:r>
              <a:rPr lang="en-AU" sz="3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C</a:t>
            </a:r>
            <a:r>
              <a:rPr lang="en-AU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= 0.25mA</a:t>
            </a:r>
          </a:p>
          <a:p>
            <a:pPr marL="0" indent="0">
              <a:buNone/>
            </a:pP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 Calculate f</a:t>
            </a:r>
            <a:r>
              <a:rPr lang="el-GR" sz="28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β</a:t>
            </a:r>
            <a:r>
              <a:rPr lang="en-AU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  and </a:t>
            </a:r>
            <a:r>
              <a:rPr lang="en-AU" sz="2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f</a:t>
            </a:r>
            <a:r>
              <a:rPr lang="en-AU" sz="2800" baseline="-25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T</a:t>
            </a:r>
            <a:endParaRPr lang="en-AU" sz="2800" baseline="-25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67186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AU" sz="3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Example</a:t>
            </a:r>
          </a:p>
          <a:p>
            <a:pPr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6102A01-D46D-4C95-7A4F-DC6AD3820F04}"/>
              </a:ext>
            </a:extLst>
          </p:cNvPr>
          <p:cNvGrpSpPr/>
          <p:nvPr/>
        </p:nvGrpSpPr>
        <p:grpSpPr>
          <a:xfrm>
            <a:off x="834166" y="1176985"/>
            <a:ext cx="5135400" cy="3153240"/>
            <a:chOff x="139353" y="800935"/>
            <a:chExt cx="5135400" cy="315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DB7E563-46AF-F41F-EC6F-B969BF9DA66E}"/>
                    </a:ext>
                  </a:extLst>
                </p14:cNvPr>
                <p14:cNvContentPartPr/>
                <p14:nvPr/>
              </p14:nvContentPartPr>
              <p14:xfrm>
                <a:off x="1404393" y="934135"/>
                <a:ext cx="39240" cy="387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B93DA52-3745-5438-6E81-4A1592ADF4A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95753" y="925135"/>
                  <a:ext cx="5688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83B833C-6618-04C1-7BB8-F18AEE435656}"/>
                    </a:ext>
                  </a:extLst>
                </p14:cNvPr>
                <p14:cNvContentPartPr/>
                <p14:nvPr/>
              </p14:nvContentPartPr>
              <p14:xfrm>
                <a:off x="1167513" y="1328695"/>
                <a:ext cx="571320" cy="458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2211AE3-4162-E465-2A39-E2001E02E84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58513" y="1320055"/>
                  <a:ext cx="58896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82372BB-845D-3A22-F509-A1309B8914EE}"/>
                    </a:ext>
                  </a:extLst>
                </p14:cNvPr>
                <p14:cNvContentPartPr/>
                <p14:nvPr/>
              </p14:nvContentPartPr>
              <p14:xfrm>
                <a:off x="1452633" y="1508335"/>
                <a:ext cx="9360" cy="133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4EE7BA3-C32C-7A57-D5C9-966C467310A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43993" y="1499335"/>
                  <a:ext cx="270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DB68724-5F6A-D354-AD31-76223BD867EE}"/>
                    </a:ext>
                  </a:extLst>
                </p14:cNvPr>
                <p14:cNvContentPartPr/>
                <p14:nvPr/>
              </p14:nvContentPartPr>
              <p14:xfrm>
                <a:off x="1399713" y="1557655"/>
                <a:ext cx="140400" cy="113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46E68EF-E6D1-9A4C-5252-199B1424A95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90713" y="1549015"/>
                  <a:ext cx="1580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C1F939E-342B-B5EA-5B09-4778B8F4DF2C}"/>
                    </a:ext>
                  </a:extLst>
                </p14:cNvPr>
                <p14:cNvContentPartPr/>
                <p14:nvPr/>
              </p14:nvContentPartPr>
              <p14:xfrm>
                <a:off x="1834953" y="1361815"/>
                <a:ext cx="9000" cy="252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5E21338-DC35-9C6B-330D-7A044D29D31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26313" y="1352815"/>
                  <a:ext cx="266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CAA0429-C124-4AC6-ACA7-621F062B9116}"/>
                    </a:ext>
                  </a:extLst>
                </p14:cNvPr>
                <p14:cNvContentPartPr/>
                <p14:nvPr/>
              </p14:nvContentPartPr>
              <p14:xfrm>
                <a:off x="1980393" y="1423735"/>
                <a:ext cx="225000" cy="171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C11AE11-A60D-52CD-F46A-87F3650ADA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71753" y="1415095"/>
                  <a:ext cx="2426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72EE43C-5DE8-63A3-46F0-6EA3648ABC12}"/>
                    </a:ext>
                  </a:extLst>
                </p14:cNvPr>
                <p14:cNvContentPartPr/>
                <p14:nvPr/>
              </p14:nvContentPartPr>
              <p14:xfrm>
                <a:off x="2299713" y="1362535"/>
                <a:ext cx="191880" cy="228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CE9F7FD-D01A-11BC-C9E9-D095FDD22A2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90713" y="1353535"/>
                  <a:ext cx="2095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A1F6D02-4015-AC92-9429-B37EF4CD94DE}"/>
                    </a:ext>
                  </a:extLst>
                </p14:cNvPr>
                <p14:cNvContentPartPr/>
                <p14:nvPr/>
              </p14:nvContentPartPr>
              <p14:xfrm>
                <a:off x="1260753" y="1775095"/>
                <a:ext cx="201240" cy="667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4DBD45E-D1AC-8896-6F25-F88ED2FF6A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51753" y="1766455"/>
                  <a:ext cx="218880" cy="68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B9AE7AA-C71C-0F79-FA4D-F7D36C65064E}"/>
                    </a:ext>
                  </a:extLst>
                </p14:cNvPr>
                <p14:cNvContentPartPr/>
                <p14:nvPr/>
              </p14:nvContentPartPr>
              <p14:xfrm>
                <a:off x="1186953" y="2257495"/>
                <a:ext cx="59760" cy="506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07FC54A-281B-E6ED-3F43-40DD8A07AC2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78313" y="2248495"/>
                  <a:ext cx="7740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B580764-63A6-D793-2B0D-CC9D8534C1FF}"/>
                    </a:ext>
                  </a:extLst>
                </p14:cNvPr>
                <p14:cNvContentPartPr/>
                <p14:nvPr/>
              </p14:nvContentPartPr>
              <p14:xfrm>
                <a:off x="1250313" y="2679415"/>
                <a:ext cx="163080" cy="7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ECC1B0F-2777-73BB-FC47-D4CD3B391E7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41673" y="2670775"/>
                  <a:ext cx="1807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A03ACB4-4ACA-6E9B-4D39-96C3E4149A22}"/>
                    </a:ext>
                  </a:extLst>
                </p14:cNvPr>
                <p14:cNvContentPartPr/>
                <p14:nvPr/>
              </p14:nvContentPartPr>
              <p14:xfrm>
                <a:off x="1338153" y="2629015"/>
                <a:ext cx="62640" cy="86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7848581-F2F3-0F90-3CFF-BE4E92DE9F0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329153" y="2620375"/>
                  <a:ext cx="80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07A599D-8F16-FA41-C436-A4C0B476AEE2}"/>
                    </a:ext>
                  </a:extLst>
                </p14:cNvPr>
                <p14:cNvContentPartPr/>
                <p14:nvPr/>
              </p14:nvContentPartPr>
              <p14:xfrm>
                <a:off x="1401153" y="2691655"/>
                <a:ext cx="106200" cy="642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9D24524-0832-5CE3-6A3D-B7C5E2B698B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92153" y="2682655"/>
                  <a:ext cx="12384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5E76051-CCCD-03EF-4951-F8E77020495B}"/>
                    </a:ext>
                  </a:extLst>
                </p14:cNvPr>
                <p14:cNvContentPartPr/>
                <p14:nvPr/>
              </p14:nvContentPartPr>
              <p14:xfrm>
                <a:off x="1047993" y="2422735"/>
                <a:ext cx="12600" cy="184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9E48489-8EB3-F159-8546-606466182D5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9353" y="2414095"/>
                  <a:ext cx="302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CA2F493-4B5D-2D1D-29D0-06E70CC1F4C0}"/>
                    </a:ext>
                  </a:extLst>
                </p14:cNvPr>
                <p14:cNvContentPartPr/>
                <p14:nvPr/>
              </p14:nvContentPartPr>
              <p14:xfrm>
                <a:off x="139353" y="2450815"/>
                <a:ext cx="905400" cy="180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CF182E2-05F3-D019-E8F6-5E4E91FAA8C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0353" y="2442175"/>
                  <a:ext cx="923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C88A8EB-AE4E-9A71-A181-8F4F74554EC7}"/>
                    </a:ext>
                  </a:extLst>
                </p14:cNvPr>
                <p14:cNvContentPartPr/>
                <p14:nvPr/>
              </p14:nvContentPartPr>
              <p14:xfrm>
                <a:off x="352473" y="2032855"/>
                <a:ext cx="146880" cy="166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82EDBB7-BF7F-3DE5-3069-CF2180EBF92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43473" y="2023855"/>
                  <a:ext cx="1645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C3D091A-E993-E89D-ECE9-DBC17120C573}"/>
                    </a:ext>
                  </a:extLst>
                </p14:cNvPr>
                <p14:cNvContentPartPr/>
                <p14:nvPr/>
              </p14:nvContentPartPr>
              <p14:xfrm>
                <a:off x="514473" y="2067775"/>
                <a:ext cx="116280" cy="140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A5A0B24-B130-B512-8164-D676C69FB5B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5833" y="2059135"/>
                  <a:ext cx="133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AD9D5DA-8322-D008-6960-2364ADD0513F}"/>
                    </a:ext>
                  </a:extLst>
                </p14:cNvPr>
                <p14:cNvContentPartPr/>
                <p14:nvPr/>
              </p14:nvContentPartPr>
              <p14:xfrm>
                <a:off x="699153" y="1898935"/>
                <a:ext cx="35280" cy="272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92C6F9B-7931-24E7-F600-976B3FDC8ED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0153" y="1889935"/>
                  <a:ext cx="529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94DECD3-4366-9758-AC32-CA42F74E1C46}"/>
                    </a:ext>
                  </a:extLst>
                </p14:cNvPr>
                <p14:cNvContentPartPr/>
                <p14:nvPr/>
              </p14:nvContentPartPr>
              <p14:xfrm>
                <a:off x="724353" y="1953295"/>
                <a:ext cx="281160" cy="266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B0D3EB4-1548-1319-513B-9477E5DB000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5713" y="1944655"/>
                  <a:ext cx="2988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10A472C-8DDF-AB8A-1D8C-392B48BF36F1}"/>
                    </a:ext>
                  </a:extLst>
                </p14:cNvPr>
                <p14:cNvContentPartPr/>
                <p14:nvPr/>
              </p14:nvContentPartPr>
              <p14:xfrm>
                <a:off x="260313" y="2630815"/>
                <a:ext cx="15840" cy="449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56D7A10-A775-52BF-C960-017BFB6814C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1313" y="2621815"/>
                  <a:ext cx="3348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5904581-2B18-9A2E-92BA-C2890F750B78}"/>
                    </a:ext>
                  </a:extLst>
                </p14:cNvPr>
                <p14:cNvContentPartPr/>
                <p14:nvPr/>
              </p14:nvContentPartPr>
              <p14:xfrm>
                <a:off x="777993" y="1934575"/>
                <a:ext cx="201960" cy="287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4192974-52CD-7EE0-5EC8-75ECE6E5E8F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68993" y="1925575"/>
                  <a:ext cx="2196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A0BA5AF-6996-3949-FB1D-79CB304F16E8}"/>
                    </a:ext>
                  </a:extLst>
                </p14:cNvPr>
                <p14:cNvContentPartPr/>
                <p14:nvPr/>
              </p14:nvContentPartPr>
              <p14:xfrm>
                <a:off x="912993" y="1898575"/>
                <a:ext cx="240480" cy="247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7773DD9-D8D2-59FC-1E9C-14F20E9B0DE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4353" y="1889935"/>
                  <a:ext cx="2581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C03AE91-AF67-5BCB-CCE5-C57BD97EA131}"/>
                    </a:ext>
                  </a:extLst>
                </p14:cNvPr>
                <p14:cNvContentPartPr/>
                <p14:nvPr/>
              </p14:nvContentPartPr>
              <p14:xfrm>
                <a:off x="210633" y="2561335"/>
                <a:ext cx="28080" cy="169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8DFEF30-CF7D-88F2-CA35-87A5A9C2799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1993" y="2552335"/>
                  <a:ext cx="457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8169473-7C21-CB2E-0776-2B03E846EEBD}"/>
                    </a:ext>
                  </a:extLst>
                </p14:cNvPr>
                <p14:cNvContentPartPr/>
                <p14:nvPr/>
              </p14:nvContentPartPr>
              <p14:xfrm>
                <a:off x="197313" y="3051655"/>
                <a:ext cx="292680" cy="350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653178F-C8C4-FF11-71D9-D8B171E1FA6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88313" y="3042655"/>
                  <a:ext cx="3103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A15509C-6054-9C8E-17E8-AE52532E039A}"/>
                    </a:ext>
                  </a:extLst>
                </p14:cNvPr>
                <p14:cNvContentPartPr/>
                <p14:nvPr/>
              </p14:nvContentPartPr>
              <p14:xfrm>
                <a:off x="266073" y="3214735"/>
                <a:ext cx="137880" cy="86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5CC7BBC-614B-774B-BF42-6B1B2472C8A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7433" y="3206095"/>
                  <a:ext cx="155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2DD8BFC-37AE-0BDC-DBA4-766F19DF9E3E}"/>
                    </a:ext>
                  </a:extLst>
                </p14:cNvPr>
                <p14:cNvContentPartPr/>
                <p14:nvPr/>
              </p14:nvContentPartPr>
              <p14:xfrm>
                <a:off x="597993" y="3070735"/>
                <a:ext cx="74520" cy="226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4779C36-3FE4-E86D-0B2D-46D77CF779D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9353" y="3062095"/>
                  <a:ext cx="921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CB2C2FB-3630-B616-705F-07ADB56039C5}"/>
                    </a:ext>
                  </a:extLst>
                </p14:cNvPr>
                <p14:cNvContentPartPr/>
                <p14:nvPr/>
              </p14:nvContentPartPr>
              <p14:xfrm>
                <a:off x="725433" y="3102055"/>
                <a:ext cx="101160" cy="207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4F864D9-CD03-BE8D-776E-BD0BD3A790C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6793" y="3093055"/>
                  <a:ext cx="1188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ACDA293-2495-EAD3-906B-90E89F249547}"/>
                    </a:ext>
                  </a:extLst>
                </p14:cNvPr>
                <p14:cNvContentPartPr/>
                <p14:nvPr/>
              </p14:nvContentPartPr>
              <p14:xfrm>
                <a:off x="351393" y="3401575"/>
                <a:ext cx="12960" cy="255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42EAE16-89C7-B2DE-6BB2-0BA434E2D82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2753" y="3392935"/>
                  <a:ext cx="306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4DF5752-9AE5-2F01-5B3E-DD6A8681346E}"/>
                    </a:ext>
                  </a:extLst>
                </p14:cNvPr>
                <p14:cNvContentPartPr/>
                <p14:nvPr/>
              </p14:nvContentPartPr>
              <p14:xfrm>
                <a:off x="205233" y="3723055"/>
                <a:ext cx="196920" cy="15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FAFC2FB-9346-ECDE-E92C-235368C065C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6593" y="3714055"/>
                  <a:ext cx="214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379126F-9EC2-4CA4-F74B-964113BDE09D}"/>
                    </a:ext>
                  </a:extLst>
                </p14:cNvPr>
                <p14:cNvContentPartPr/>
                <p14:nvPr/>
              </p14:nvContentPartPr>
              <p14:xfrm>
                <a:off x="320793" y="3785695"/>
                <a:ext cx="44280" cy="22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1C795CC-D633-A9CD-89A3-3EC28373A6F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1793" y="3776695"/>
                  <a:ext cx="619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3F80FBA-E531-1D26-7B27-CB4B20D2C20D}"/>
                    </a:ext>
                  </a:extLst>
                </p14:cNvPr>
                <p14:cNvContentPartPr/>
                <p14:nvPr/>
              </p14:nvContentPartPr>
              <p14:xfrm>
                <a:off x="1411593" y="3184135"/>
                <a:ext cx="45720" cy="735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849643C-382C-8DE2-178C-165430B87A6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02953" y="3175135"/>
                  <a:ext cx="63360" cy="75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0A4082A-2D8B-8539-E570-B443822D3F86}"/>
                    </a:ext>
                  </a:extLst>
                </p14:cNvPr>
                <p14:cNvContentPartPr/>
                <p14:nvPr/>
              </p14:nvContentPartPr>
              <p14:xfrm>
                <a:off x="1252473" y="3764455"/>
                <a:ext cx="276480" cy="189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E7731EB-B305-EF4D-266C-5B3ACCDE08D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243833" y="3755815"/>
                  <a:ext cx="2941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B7E1FDB-B2E8-8DB0-95FB-320A3238CEC9}"/>
                    </a:ext>
                  </a:extLst>
                </p14:cNvPr>
                <p14:cNvContentPartPr/>
                <p14:nvPr/>
              </p14:nvContentPartPr>
              <p14:xfrm>
                <a:off x="1316913" y="800935"/>
                <a:ext cx="205920" cy="187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57A8F37-EC2D-B30D-1CAB-D58B7105E6C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307913" y="791935"/>
                  <a:ext cx="2235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C9F2BD9-7D37-1ADC-6C41-499A70634399}"/>
                    </a:ext>
                  </a:extLst>
                </p14:cNvPr>
                <p14:cNvContentPartPr/>
                <p14:nvPr/>
              </p14:nvContentPartPr>
              <p14:xfrm>
                <a:off x="1418433" y="2018095"/>
                <a:ext cx="1331280" cy="47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51FE2B5-02F2-C591-24C4-B72EDBB0857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09433" y="2009095"/>
                  <a:ext cx="13489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59A167D-80B2-5959-F1E4-407A04A647E2}"/>
                    </a:ext>
                  </a:extLst>
                </p14:cNvPr>
                <p14:cNvContentPartPr/>
                <p14:nvPr/>
              </p14:nvContentPartPr>
              <p14:xfrm>
                <a:off x="2358393" y="2039695"/>
                <a:ext cx="187920" cy="1231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24EB166-7BED-4499-D499-18D5F2A8D38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49753" y="2030695"/>
                  <a:ext cx="205560" cy="12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E440808-1164-35D5-38CC-53AC17039FD4}"/>
                    </a:ext>
                  </a:extLst>
                </p14:cNvPr>
                <p14:cNvContentPartPr/>
                <p14:nvPr/>
              </p14:nvContentPartPr>
              <p14:xfrm>
                <a:off x="2332473" y="3300415"/>
                <a:ext cx="309960" cy="23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DEDF47D-EF20-0040-0923-29122008B09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323473" y="3291775"/>
                  <a:ext cx="3276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7406690-9FDC-CAD6-B976-EB1EB478A597}"/>
                    </a:ext>
                  </a:extLst>
                </p14:cNvPr>
                <p14:cNvContentPartPr/>
                <p14:nvPr/>
              </p14:nvContentPartPr>
              <p14:xfrm>
                <a:off x="2505993" y="3372775"/>
                <a:ext cx="41760" cy="3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D4E4BBB-BDD1-E1B5-30BB-B691A5C164E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97353" y="3363775"/>
                  <a:ext cx="594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D2FDC76-8848-29C7-EF73-53F6D7C1ADD0}"/>
                    </a:ext>
                  </a:extLst>
                </p14:cNvPr>
                <p14:cNvContentPartPr/>
                <p14:nvPr/>
              </p14:nvContentPartPr>
              <p14:xfrm>
                <a:off x="2536233" y="3421735"/>
                <a:ext cx="44280" cy="7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672A56D-C6AE-52FF-C280-4B173B0A8BC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27233" y="3412735"/>
                  <a:ext cx="619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D5E16E1-16D5-177F-9728-8AAE2A18A7A2}"/>
                    </a:ext>
                  </a:extLst>
                </p14:cNvPr>
                <p14:cNvContentPartPr/>
                <p14:nvPr/>
              </p14:nvContentPartPr>
              <p14:xfrm>
                <a:off x="2666553" y="2509135"/>
                <a:ext cx="136800" cy="236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6A42A67-F74C-770F-63EE-A72EB17295D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657913" y="2500135"/>
                  <a:ext cx="1544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1800161-7F62-7775-953B-04A5FE39FA49}"/>
                    </a:ext>
                  </a:extLst>
                </p14:cNvPr>
                <p14:cNvContentPartPr/>
                <p14:nvPr/>
              </p14:nvContentPartPr>
              <p14:xfrm>
                <a:off x="2824233" y="2626855"/>
                <a:ext cx="95040" cy="158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C6176EB-30AA-41E6-20DA-78032FD81DD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815233" y="2618215"/>
                  <a:ext cx="1126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8DDB792-8AE6-0DED-1D62-4353D0978B56}"/>
                    </a:ext>
                  </a:extLst>
                </p14:cNvPr>
                <p14:cNvContentPartPr/>
                <p14:nvPr/>
              </p14:nvContentPartPr>
              <p14:xfrm>
                <a:off x="2925753" y="2629015"/>
                <a:ext cx="44640" cy="1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25B64E4-2A40-1C77-E9DB-9C32C282940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16753" y="2620375"/>
                  <a:ext cx="622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CC10BBA-1D0F-6191-23A8-711C487782A8}"/>
                    </a:ext>
                  </a:extLst>
                </p14:cNvPr>
                <p14:cNvContentPartPr/>
                <p14:nvPr/>
              </p14:nvContentPartPr>
              <p14:xfrm>
                <a:off x="2933673" y="2651695"/>
                <a:ext cx="33840" cy="18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A8070BA-1EDC-8630-634B-6B90230AAFA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925033" y="2643055"/>
                  <a:ext cx="514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314EE08-EC46-C15F-B48B-6A43AE8FDEA2}"/>
                    </a:ext>
                  </a:extLst>
                </p14:cNvPr>
                <p14:cNvContentPartPr/>
                <p14:nvPr/>
              </p14:nvContentPartPr>
              <p14:xfrm>
                <a:off x="3005673" y="2558095"/>
                <a:ext cx="172080" cy="1893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6A2993B-6372-59B6-DB57-610E462ECA5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96673" y="2549455"/>
                  <a:ext cx="1897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F274C8A-33C2-C321-1A18-030EE3F47541}"/>
                    </a:ext>
                  </a:extLst>
                </p14:cNvPr>
                <p14:cNvContentPartPr/>
                <p14:nvPr/>
              </p14:nvContentPartPr>
              <p14:xfrm>
                <a:off x="3188553" y="2566015"/>
                <a:ext cx="105120" cy="1314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7101AE1-AF2F-D36E-7636-98F2622F8F8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79553" y="2557015"/>
                  <a:ext cx="1227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14AF4C5-5186-869A-B406-C7D166A3EFAE}"/>
                    </a:ext>
                  </a:extLst>
                </p14:cNvPr>
                <p14:cNvContentPartPr/>
                <p14:nvPr/>
              </p14:nvContentPartPr>
              <p14:xfrm>
                <a:off x="3334713" y="2509495"/>
                <a:ext cx="10440" cy="146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23E04AA-A7F6-8421-B82D-37C25827A4E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326073" y="2500855"/>
                  <a:ext cx="280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FF3C4A1-5C0B-74AA-4526-B9324DEAAC9D}"/>
                    </a:ext>
                  </a:extLst>
                </p14:cNvPr>
                <p14:cNvContentPartPr/>
                <p14:nvPr/>
              </p14:nvContentPartPr>
              <p14:xfrm>
                <a:off x="3372513" y="2527855"/>
                <a:ext cx="143280" cy="133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7F5D068-8434-8D4A-296F-33635E4D726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363873" y="2518855"/>
                  <a:ext cx="1609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2B6E2A4-942D-D9E2-446F-DDD086DA7855}"/>
                    </a:ext>
                  </a:extLst>
                </p14:cNvPr>
                <p14:cNvContentPartPr/>
                <p14:nvPr/>
              </p14:nvContentPartPr>
              <p14:xfrm>
                <a:off x="3474753" y="2515615"/>
                <a:ext cx="172800" cy="99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D985667-1053-FC3F-0FB3-7CC29964BF9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466113" y="2506615"/>
                  <a:ext cx="1904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3FD2CF8-768C-170F-010E-0E9B9F3318B2}"/>
                    </a:ext>
                  </a:extLst>
                </p14:cNvPr>
                <p14:cNvContentPartPr/>
                <p14:nvPr/>
              </p14:nvContentPartPr>
              <p14:xfrm>
                <a:off x="2584473" y="1941055"/>
                <a:ext cx="1396080" cy="87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D22ABE2-A815-B985-B39B-4A4A46B1E12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575473" y="1932055"/>
                  <a:ext cx="14137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DD5207F-9EF4-C335-D1FE-39507AED195D}"/>
                    </a:ext>
                  </a:extLst>
                </p14:cNvPr>
                <p14:cNvContentPartPr/>
                <p14:nvPr/>
              </p14:nvContentPartPr>
              <p14:xfrm>
                <a:off x="3768153" y="1980655"/>
                <a:ext cx="53280" cy="395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1D6A9BA-6E36-25F5-B329-82DFE437AB2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759153" y="1972015"/>
                  <a:ext cx="709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53BCBC-8466-2518-0003-776C76AF13A6}"/>
                    </a:ext>
                  </a:extLst>
                </p14:cNvPr>
                <p14:cNvContentPartPr/>
                <p14:nvPr/>
              </p14:nvContentPartPr>
              <p14:xfrm>
                <a:off x="3643953" y="2370535"/>
                <a:ext cx="381240" cy="11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0407C3E-937D-5DBE-751F-C4CD99A7EAA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634953" y="2361535"/>
                  <a:ext cx="398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57C5E44-2760-190B-644C-39C1B5DBACE3}"/>
                    </a:ext>
                  </a:extLst>
                </p14:cNvPr>
                <p14:cNvContentPartPr/>
                <p14:nvPr/>
              </p14:nvContentPartPr>
              <p14:xfrm>
                <a:off x="3724953" y="2506255"/>
                <a:ext cx="333720" cy="47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4E0130B-0ADE-375E-AF4A-49020A0940D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16313" y="2497255"/>
                  <a:ext cx="3513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9E80077-74C2-5FBE-6851-A0408C0E4770}"/>
                    </a:ext>
                  </a:extLst>
                </p14:cNvPr>
                <p14:cNvContentPartPr/>
                <p14:nvPr/>
              </p14:nvContentPartPr>
              <p14:xfrm>
                <a:off x="3894873" y="2575375"/>
                <a:ext cx="26640" cy="5263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22F491E-B776-CF11-D24B-2495E4ADE37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885873" y="2566735"/>
                  <a:ext cx="4428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7FCE140-1D2E-2689-A05A-B4E2D7178D5C}"/>
                    </a:ext>
                  </a:extLst>
                </p14:cNvPr>
                <p14:cNvContentPartPr/>
                <p14:nvPr/>
              </p14:nvContentPartPr>
              <p14:xfrm>
                <a:off x="3727833" y="3166135"/>
                <a:ext cx="245520" cy="13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CE0F73F-D303-4DA3-80C8-E580A8A33AC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719193" y="3157495"/>
                  <a:ext cx="263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4DDE1A1-F2FC-E4D0-A957-008E521B95C3}"/>
                    </a:ext>
                  </a:extLst>
                </p14:cNvPr>
                <p14:cNvContentPartPr/>
                <p14:nvPr/>
              </p14:nvContentPartPr>
              <p14:xfrm>
                <a:off x="3838713" y="3241375"/>
                <a:ext cx="51840" cy="17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EC321E4-5947-4743-368E-B9E668A293A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830073" y="3232735"/>
                  <a:ext cx="694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A9DEC53-459D-2C02-FDC0-A8933B29F479}"/>
                    </a:ext>
                  </a:extLst>
                </p14:cNvPr>
                <p14:cNvContentPartPr/>
                <p14:nvPr/>
              </p14:nvContentPartPr>
              <p14:xfrm>
                <a:off x="4167033" y="2419135"/>
                <a:ext cx="151920" cy="209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2495A41-ACE8-7F8B-FC89-76602C6FE4D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158393" y="2410135"/>
                  <a:ext cx="1695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58ABD38-7F7B-2D0E-E196-7E2541EFDF71}"/>
                    </a:ext>
                  </a:extLst>
                </p14:cNvPr>
                <p14:cNvContentPartPr/>
                <p14:nvPr/>
              </p14:nvContentPartPr>
              <p14:xfrm>
                <a:off x="4374393" y="2535055"/>
                <a:ext cx="129600" cy="206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F014A68-2BF4-04EC-224E-AB169AE36CE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365393" y="2526055"/>
                  <a:ext cx="147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66A5909-41A6-3CC5-D3AC-B99187751C8B}"/>
                    </a:ext>
                  </a:extLst>
                </p14:cNvPr>
                <p14:cNvContentPartPr/>
                <p14:nvPr/>
              </p14:nvContentPartPr>
              <p14:xfrm>
                <a:off x="4565913" y="2491135"/>
                <a:ext cx="78840" cy="86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AE87F4C-2134-1677-8F0A-A11B2EF2054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557273" y="2482495"/>
                  <a:ext cx="964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24D9C6E-2E75-7335-D562-3DC978361E55}"/>
                    </a:ext>
                  </a:extLst>
                </p14:cNvPr>
                <p14:cNvContentPartPr/>
                <p14:nvPr/>
              </p14:nvContentPartPr>
              <p14:xfrm>
                <a:off x="4842033" y="2361535"/>
                <a:ext cx="23760" cy="255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652D8E5-6520-C7DC-D865-A5BBD21C007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833033" y="2352535"/>
                  <a:ext cx="414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032B327-A981-615C-C45C-01671F3AC2E5}"/>
                    </a:ext>
                  </a:extLst>
                </p14:cNvPr>
                <p14:cNvContentPartPr/>
                <p14:nvPr/>
              </p14:nvContentPartPr>
              <p14:xfrm>
                <a:off x="4947513" y="2370535"/>
                <a:ext cx="17640" cy="237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B29F7D5-F2C6-6812-4EDD-5B01CB16541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938513" y="2361535"/>
                  <a:ext cx="352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6401830-9551-DABF-EC25-50532EEB7F0E}"/>
                    </a:ext>
                  </a:extLst>
                </p14:cNvPr>
                <p14:cNvContentPartPr/>
                <p14:nvPr/>
              </p14:nvContentPartPr>
              <p14:xfrm>
                <a:off x="4945353" y="2349655"/>
                <a:ext cx="101880" cy="123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83074BF-18AF-A611-F9E3-E4C74104830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936713" y="2340655"/>
                  <a:ext cx="1195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22D5153-2BAB-10AC-B23A-D110EC4B41DE}"/>
                    </a:ext>
                  </a:extLst>
                </p14:cNvPr>
                <p14:cNvContentPartPr/>
                <p14:nvPr/>
              </p14:nvContentPartPr>
              <p14:xfrm>
                <a:off x="5130753" y="2280895"/>
                <a:ext cx="96840" cy="3787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5D878B8-52FC-C8A7-12C1-4004A00025C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122113" y="2271895"/>
                  <a:ext cx="11448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FC2814B-BEED-EAC5-A170-5B68B41A27ED}"/>
                    </a:ext>
                  </a:extLst>
                </p14:cNvPr>
                <p14:cNvContentPartPr/>
                <p14:nvPr/>
              </p14:nvContentPartPr>
              <p14:xfrm>
                <a:off x="5079273" y="2484295"/>
                <a:ext cx="195480" cy="237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60146F8-17C1-EB21-845E-4F8AF4AB2B8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070273" y="2475655"/>
                  <a:ext cx="21312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F6B271F-FE55-8C37-931F-8DEF2E86014E}"/>
              </a:ext>
            </a:extLst>
          </p:cNvPr>
          <p:cNvGrpSpPr/>
          <p:nvPr/>
        </p:nvGrpSpPr>
        <p:grpSpPr>
          <a:xfrm>
            <a:off x="5013766" y="847529"/>
            <a:ext cx="2039760" cy="582840"/>
            <a:chOff x="7104993" y="128815"/>
            <a:chExt cx="2039760" cy="58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92D126D-5FB2-E3B0-B2E5-0E243287014A}"/>
                    </a:ext>
                  </a:extLst>
                </p14:cNvPr>
                <p14:cNvContentPartPr/>
                <p14:nvPr/>
              </p14:nvContentPartPr>
              <p14:xfrm>
                <a:off x="7516473" y="147535"/>
                <a:ext cx="157320" cy="310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EB4C991-CCDF-1D94-55D6-55F239E2BC3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07833" y="138895"/>
                  <a:ext cx="17496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F42CF51-8939-C0E5-BED2-98C3838CE923}"/>
                    </a:ext>
                  </a:extLst>
                </p14:cNvPr>
                <p14:cNvContentPartPr/>
                <p14:nvPr/>
              </p14:nvContentPartPr>
              <p14:xfrm>
                <a:off x="7696473" y="419335"/>
                <a:ext cx="55440" cy="950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2C0DF81-34C9-FC22-109B-395FB721F59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687833" y="410335"/>
                  <a:ext cx="730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E7AA0F8-1355-93EC-4027-A55A1CDFA246}"/>
                    </a:ext>
                  </a:extLst>
                </p14:cNvPr>
                <p14:cNvContentPartPr/>
                <p14:nvPr/>
              </p14:nvContentPartPr>
              <p14:xfrm>
                <a:off x="7788993" y="408535"/>
                <a:ext cx="80640" cy="83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002B2D9-7EAF-4781-3902-9E5EFE26C42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780353" y="399535"/>
                  <a:ext cx="982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F3B7DF5-2923-EC97-3EA9-06A77FD8ECBB}"/>
                    </a:ext>
                  </a:extLst>
                </p14:cNvPr>
                <p14:cNvContentPartPr/>
                <p14:nvPr/>
              </p14:nvContentPartPr>
              <p14:xfrm>
                <a:off x="7788273" y="404215"/>
                <a:ext cx="93600" cy="81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4D48C22-7EFD-1BD3-C2C0-BE6BC3CB448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779633" y="395575"/>
                  <a:ext cx="111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C9877CF-380F-93C3-4751-D17C06826A6A}"/>
                    </a:ext>
                  </a:extLst>
                </p14:cNvPr>
                <p14:cNvContentPartPr/>
                <p14:nvPr/>
              </p14:nvContentPartPr>
              <p14:xfrm>
                <a:off x="7104993" y="224215"/>
                <a:ext cx="280440" cy="349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B961077-4FBA-E6B2-F700-3512041E0F8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095993" y="215575"/>
                  <a:ext cx="29808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F72602F-DA84-9509-EAB1-55D24B97A7A3}"/>
                    </a:ext>
                  </a:extLst>
                </p14:cNvPr>
                <p14:cNvContentPartPr/>
                <p14:nvPr/>
              </p14:nvContentPartPr>
              <p14:xfrm>
                <a:off x="7932993" y="128815"/>
                <a:ext cx="227520" cy="172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3682036-B77B-44B9-774C-562D9DD1A60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924353" y="120175"/>
                  <a:ext cx="245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4F9A3DD-F2E3-62C1-B5B2-7DCA885C2E38}"/>
                    </a:ext>
                  </a:extLst>
                </p14:cNvPr>
                <p14:cNvContentPartPr/>
                <p14:nvPr/>
              </p14:nvContentPartPr>
              <p14:xfrm>
                <a:off x="7948113" y="359935"/>
                <a:ext cx="188640" cy="7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377A037-D04A-5242-FB83-624EB087714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939113" y="350935"/>
                  <a:ext cx="206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103BB4F-0EE0-D64B-911C-B8A1A81AF6F4}"/>
                    </a:ext>
                  </a:extLst>
                </p14:cNvPr>
                <p14:cNvContentPartPr/>
                <p14:nvPr/>
              </p14:nvContentPartPr>
              <p14:xfrm>
                <a:off x="8016513" y="407455"/>
                <a:ext cx="127800" cy="1958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09487F9-F907-C98A-522D-26268615E95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007513" y="398815"/>
                  <a:ext cx="145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D73FD4E-2820-E296-9330-5CFEAF00DAFF}"/>
                    </a:ext>
                  </a:extLst>
                </p14:cNvPr>
                <p14:cNvContentPartPr/>
                <p14:nvPr/>
              </p14:nvContentPartPr>
              <p14:xfrm>
                <a:off x="8217393" y="352015"/>
                <a:ext cx="61200" cy="22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0D3F7B3-65AA-3BAE-146A-78EE75D7F80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208393" y="343015"/>
                  <a:ext cx="78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343E25A-2E07-88C1-8E42-8BE6DCA39F3D}"/>
                    </a:ext>
                  </a:extLst>
                </p14:cNvPr>
                <p14:cNvContentPartPr/>
                <p14:nvPr/>
              </p14:nvContentPartPr>
              <p14:xfrm>
                <a:off x="8220273" y="401335"/>
                <a:ext cx="99720" cy="7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1948263-38D8-877A-0405-DE091FBDAE1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211273" y="392695"/>
                  <a:ext cx="1173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B8FB1F0-7435-E6E6-989B-49B8FEAF5EDC}"/>
                    </a:ext>
                  </a:extLst>
                </p14:cNvPr>
                <p14:cNvContentPartPr/>
                <p14:nvPr/>
              </p14:nvContentPartPr>
              <p14:xfrm>
                <a:off x="8420073" y="255895"/>
                <a:ext cx="120600" cy="1767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030F4B9-4942-563E-3732-E0B73335808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11433" y="247255"/>
                  <a:ext cx="1382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A306D00-A6FB-8CFD-C502-2FFDCD0C9F00}"/>
                    </a:ext>
                  </a:extLst>
                </p14:cNvPr>
                <p14:cNvContentPartPr/>
                <p14:nvPr/>
              </p14:nvContentPartPr>
              <p14:xfrm>
                <a:off x="8602953" y="264175"/>
                <a:ext cx="120240" cy="175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DC618D7-6FD4-6BE5-346C-45C4DDA8ED4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594313" y="255175"/>
                  <a:ext cx="1378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1B01F5A-12FB-52AE-F570-AFD70F5E8BA2}"/>
                    </a:ext>
                  </a:extLst>
                </p14:cNvPr>
                <p14:cNvContentPartPr/>
                <p14:nvPr/>
              </p14:nvContentPartPr>
              <p14:xfrm>
                <a:off x="8654073" y="242575"/>
                <a:ext cx="157320" cy="46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0A5E27E-BCF1-0B19-D920-4250847E92A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645073" y="233575"/>
                  <a:ext cx="174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E63A52C-5775-F9C2-D90C-8544F19CB4CB}"/>
                    </a:ext>
                  </a:extLst>
                </p14:cNvPr>
                <p14:cNvContentPartPr/>
                <p14:nvPr/>
              </p14:nvContentPartPr>
              <p14:xfrm>
                <a:off x="8810313" y="295495"/>
                <a:ext cx="90000" cy="878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7FE05F2-C2E9-B17F-63B4-83DF3264373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801313" y="286495"/>
                  <a:ext cx="1076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8DA7735-07CE-A793-C656-77699095E3A6}"/>
                    </a:ext>
                  </a:extLst>
                </p14:cNvPr>
                <p14:cNvContentPartPr/>
                <p14:nvPr/>
              </p14:nvContentPartPr>
              <p14:xfrm>
                <a:off x="8931993" y="259495"/>
                <a:ext cx="43200" cy="131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EE95979-91ED-D4B3-20E0-3A81926509D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923353" y="250495"/>
                  <a:ext cx="608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1BADCEA-1FC8-C47B-A311-1E2DEBE0BF7A}"/>
                    </a:ext>
                  </a:extLst>
                </p14:cNvPr>
                <p14:cNvContentPartPr/>
                <p14:nvPr/>
              </p14:nvContentPartPr>
              <p14:xfrm>
                <a:off x="8907153" y="347695"/>
                <a:ext cx="55800" cy="133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E366A6F-9447-FA90-40BF-92D353FC0D1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898513" y="338695"/>
                  <a:ext cx="734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643130A-7C41-65FE-718E-5835ECC60C98}"/>
                    </a:ext>
                  </a:extLst>
                </p14:cNvPr>
                <p14:cNvContentPartPr/>
                <p14:nvPr/>
              </p14:nvContentPartPr>
              <p14:xfrm>
                <a:off x="8763153" y="404575"/>
                <a:ext cx="280080" cy="961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CE18353-E507-CDE4-D780-A495BE6C4AB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754513" y="395935"/>
                  <a:ext cx="2977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363358F-6DDE-3FA2-9A0E-7A0D7E8FCD95}"/>
                    </a:ext>
                  </a:extLst>
                </p14:cNvPr>
                <p14:cNvContentPartPr/>
                <p14:nvPr/>
              </p14:nvContentPartPr>
              <p14:xfrm>
                <a:off x="8901393" y="543895"/>
                <a:ext cx="73080" cy="1677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24D6FFE-A0E3-0291-7E00-ED614F64B4A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892753" y="534895"/>
                  <a:ext cx="90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11A98D6-6FF8-CC23-97C4-D23397FCC5D9}"/>
                    </a:ext>
                  </a:extLst>
                </p14:cNvPr>
                <p14:cNvContentPartPr/>
                <p14:nvPr/>
              </p14:nvContentPartPr>
              <p14:xfrm>
                <a:off x="8995353" y="492415"/>
                <a:ext cx="149400" cy="61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FDA78AC-F04F-E347-EC37-94C021AAB6C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986713" y="483415"/>
                  <a:ext cx="167040" cy="7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F99D8E00-B801-5092-9551-EC14EE20214E}"/>
                  </a:ext>
                </a:extLst>
              </p14:cNvPr>
              <p14:cNvContentPartPr/>
              <p14:nvPr/>
            </p14:nvContentPartPr>
            <p14:xfrm>
              <a:off x="7706448" y="913032"/>
              <a:ext cx="260640" cy="14652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F99D8E00-B801-5092-9551-EC14EE20214E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697808" y="904032"/>
                <a:ext cx="278280" cy="16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8140D3D-62E5-625C-EA50-17665DD52982}"/>
              </a:ext>
            </a:extLst>
          </p:cNvPr>
          <p:cNvGrpSpPr/>
          <p:nvPr/>
        </p:nvGrpSpPr>
        <p:grpSpPr>
          <a:xfrm>
            <a:off x="7648128" y="952272"/>
            <a:ext cx="864720" cy="513000"/>
            <a:chOff x="7648128" y="952272"/>
            <a:chExt cx="864720" cy="51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BB881E8-4011-0EFA-B1BF-100B0B7111C9}"/>
                    </a:ext>
                  </a:extLst>
                </p14:cNvPr>
                <p14:cNvContentPartPr/>
                <p14:nvPr/>
              </p14:nvContentPartPr>
              <p14:xfrm>
                <a:off x="7648128" y="952272"/>
                <a:ext cx="214560" cy="253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BB881E8-4011-0EFA-B1BF-100B0B7111C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39488" y="943632"/>
                  <a:ext cx="2322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FE229AC-C4D8-D04E-7598-56764C2C62A1}"/>
                    </a:ext>
                  </a:extLst>
                </p14:cNvPr>
                <p14:cNvContentPartPr/>
                <p14:nvPr/>
              </p14:nvContentPartPr>
              <p14:xfrm>
                <a:off x="7904808" y="1096632"/>
                <a:ext cx="203760" cy="368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FE229AC-C4D8-D04E-7598-56764C2C62A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96168" y="1087992"/>
                  <a:ext cx="2214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2D6F38C-63D2-636F-DFD3-12F360CF7C5C}"/>
                    </a:ext>
                  </a:extLst>
                </p14:cNvPr>
                <p14:cNvContentPartPr/>
                <p14:nvPr/>
              </p14:nvContentPartPr>
              <p14:xfrm>
                <a:off x="8172648" y="1107432"/>
                <a:ext cx="118800" cy="223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2D6F38C-63D2-636F-DFD3-12F360CF7C5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164008" y="1098432"/>
                  <a:ext cx="1364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A65B6C9-74E8-BABA-F324-3A297D13D390}"/>
                    </a:ext>
                  </a:extLst>
                </p14:cNvPr>
                <p14:cNvContentPartPr/>
                <p14:nvPr/>
              </p14:nvContentPartPr>
              <p14:xfrm>
                <a:off x="8421048" y="1079712"/>
                <a:ext cx="72720" cy="15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A65B6C9-74E8-BABA-F324-3A297D13D39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412408" y="1071072"/>
                  <a:ext cx="90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81D4D9D-A949-DA02-7331-60BAAA9F055F}"/>
                    </a:ext>
                  </a:extLst>
                </p14:cNvPr>
                <p14:cNvContentPartPr/>
                <p14:nvPr/>
              </p14:nvContentPartPr>
              <p14:xfrm>
                <a:off x="8435088" y="1152432"/>
                <a:ext cx="77760" cy="14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81D4D9D-A949-DA02-7331-60BAAA9F055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426088" y="1143432"/>
                  <a:ext cx="9540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03BC76D-A540-68B3-856D-53C4601D9A8B}"/>
              </a:ext>
            </a:extLst>
          </p:cNvPr>
          <p:cNvGrpSpPr/>
          <p:nvPr/>
        </p:nvGrpSpPr>
        <p:grpSpPr>
          <a:xfrm>
            <a:off x="8677008" y="824832"/>
            <a:ext cx="1047600" cy="448920"/>
            <a:chOff x="8677008" y="824832"/>
            <a:chExt cx="1047600" cy="4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450ACEE-CCAF-3866-3B3C-3A3FA1D9158F}"/>
                    </a:ext>
                  </a:extLst>
                </p14:cNvPr>
                <p14:cNvContentPartPr/>
                <p14:nvPr/>
              </p14:nvContentPartPr>
              <p14:xfrm>
                <a:off x="8677008" y="931392"/>
                <a:ext cx="150840" cy="2584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450ACEE-CCAF-3866-3B3C-3A3FA1D9158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668368" y="922392"/>
                  <a:ext cx="1684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10315EC-AAB3-EE98-6D0A-7AB36464A05C}"/>
                    </a:ext>
                  </a:extLst>
                </p14:cNvPr>
                <p14:cNvContentPartPr/>
                <p14:nvPr/>
              </p14:nvContentPartPr>
              <p14:xfrm>
                <a:off x="8934408" y="1074312"/>
                <a:ext cx="360" cy="23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10315EC-AAB3-EE98-6D0A-7AB36464A05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925408" y="1065672"/>
                  <a:ext cx="180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C9F6593-D0E6-0918-EBBC-94A381A2A3AD}"/>
                    </a:ext>
                  </a:extLst>
                </p14:cNvPr>
                <p14:cNvContentPartPr/>
                <p14:nvPr/>
              </p14:nvContentPartPr>
              <p14:xfrm>
                <a:off x="9017928" y="949752"/>
                <a:ext cx="231840" cy="2714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C9F6593-D0E6-0918-EBBC-94A381A2A3A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008928" y="940752"/>
                  <a:ext cx="2494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6D1FEF1-43B5-E43B-382D-16E58C73EF68}"/>
                    </a:ext>
                  </a:extLst>
                </p14:cNvPr>
                <p14:cNvContentPartPr/>
                <p14:nvPr/>
              </p14:nvContentPartPr>
              <p14:xfrm>
                <a:off x="9343368" y="962352"/>
                <a:ext cx="60120" cy="311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6D1FEF1-43B5-E43B-382D-16E58C73EF6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334368" y="953352"/>
                  <a:ext cx="777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B183EF8-C1A9-A304-AD1D-77D877C654B7}"/>
                    </a:ext>
                  </a:extLst>
                </p14:cNvPr>
                <p14:cNvContentPartPr/>
                <p14:nvPr/>
              </p14:nvContentPartPr>
              <p14:xfrm>
                <a:off x="9402048" y="928152"/>
                <a:ext cx="95760" cy="127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B183EF8-C1A9-A304-AD1D-77D877C654B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393048" y="919152"/>
                  <a:ext cx="1134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435A3B6-FF3E-994D-1A2F-C16646D3A20C}"/>
                    </a:ext>
                  </a:extLst>
                </p14:cNvPr>
                <p14:cNvContentPartPr/>
                <p14:nvPr/>
              </p14:nvContentPartPr>
              <p14:xfrm>
                <a:off x="9571248" y="824832"/>
                <a:ext cx="152640" cy="3654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435A3B6-FF3E-994D-1A2F-C16646D3A20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62608" y="816192"/>
                  <a:ext cx="1702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75461B9-A7C5-3DD5-B997-96D050A47DD8}"/>
                    </a:ext>
                  </a:extLst>
                </p14:cNvPr>
                <p14:cNvContentPartPr/>
                <p14:nvPr/>
              </p14:nvContentPartPr>
              <p14:xfrm>
                <a:off x="9577368" y="964512"/>
                <a:ext cx="147240" cy="190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75461B9-A7C5-3DD5-B997-96D050A47DD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68368" y="955872"/>
                  <a:ext cx="16488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E47F2A1-9794-C119-CDAB-B8C6202666AA}"/>
              </a:ext>
            </a:extLst>
          </p:cNvPr>
          <p:cNvGrpSpPr/>
          <p:nvPr/>
        </p:nvGrpSpPr>
        <p:grpSpPr>
          <a:xfrm>
            <a:off x="10141128" y="587592"/>
            <a:ext cx="1818360" cy="687240"/>
            <a:chOff x="10141128" y="587592"/>
            <a:chExt cx="1818360" cy="68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6C4CDDE-4A9B-692D-C0A9-386E49E63BBA}"/>
                    </a:ext>
                  </a:extLst>
                </p14:cNvPr>
                <p14:cNvContentPartPr/>
                <p14:nvPr/>
              </p14:nvContentPartPr>
              <p14:xfrm>
                <a:off x="10141128" y="820152"/>
                <a:ext cx="173880" cy="2912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6C4CDDE-4A9B-692D-C0A9-386E49E63BB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132128" y="811512"/>
                  <a:ext cx="1915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FFDF7E0-0720-82F4-9AED-FB57D368DDA8}"/>
                    </a:ext>
                  </a:extLst>
                </p14:cNvPr>
                <p14:cNvContentPartPr/>
                <p14:nvPr/>
              </p14:nvContentPartPr>
              <p14:xfrm>
                <a:off x="10316808" y="991872"/>
                <a:ext cx="166680" cy="2829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FFDF7E0-0720-82F4-9AED-FB57D368DDA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308168" y="982872"/>
                  <a:ext cx="1843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1E92836-C4B9-A522-0F04-9DD51B196943}"/>
                    </a:ext>
                  </a:extLst>
                </p14:cNvPr>
                <p14:cNvContentPartPr/>
                <p14:nvPr/>
              </p14:nvContentPartPr>
              <p14:xfrm>
                <a:off x="10507968" y="873792"/>
                <a:ext cx="192600" cy="2833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1E92836-C4B9-A522-0F04-9DD51B19694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499328" y="865152"/>
                  <a:ext cx="2102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F260FF3-9E54-4BA5-4266-7AEF6FF506DA}"/>
                    </a:ext>
                  </a:extLst>
                </p14:cNvPr>
                <p14:cNvContentPartPr/>
                <p14:nvPr/>
              </p14:nvContentPartPr>
              <p14:xfrm>
                <a:off x="10843488" y="868392"/>
                <a:ext cx="68040" cy="126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F260FF3-9E54-4BA5-4266-7AEF6FF506D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834488" y="859392"/>
                  <a:ext cx="85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C1F67D8-04A3-DE0B-F0F6-FB0EF0DB494B}"/>
                    </a:ext>
                  </a:extLst>
                </p14:cNvPr>
                <p14:cNvContentPartPr/>
                <p14:nvPr/>
              </p14:nvContentPartPr>
              <p14:xfrm>
                <a:off x="10883808" y="923832"/>
                <a:ext cx="36000" cy="154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C1F67D8-04A3-DE0B-F0F6-FB0EF0DB494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875168" y="914832"/>
                  <a:ext cx="53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B10DB84-BD8F-8031-17F5-DACF7A30741F}"/>
                    </a:ext>
                  </a:extLst>
                </p14:cNvPr>
                <p14:cNvContentPartPr/>
                <p14:nvPr/>
              </p14:nvContentPartPr>
              <p14:xfrm>
                <a:off x="11032128" y="718992"/>
                <a:ext cx="160920" cy="270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B10DB84-BD8F-8031-17F5-DACF7A30741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023128" y="710352"/>
                  <a:ext cx="1785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3AC1F5B-E17D-9089-F6B3-CAB1A04B5A1C}"/>
                    </a:ext>
                  </a:extLst>
                </p14:cNvPr>
                <p14:cNvContentPartPr/>
                <p14:nvPr/>
              </p14:nvContentPartPr>
              <p14:xfrm>
                <a:off x="11295288" y="856152"/>
                <a:ext cx="360" cy="223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3AC1F5B-E17D-9089-F6B3-CAB1A04B5A1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286288" y="847152"/>
                  <a:ext cx="18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D13030C-C696-1071-1A69-FC2B4F76FBC9}"/>
                    </a:ext>
                  </a:extLst>
                </p14:cNvPr>
                <p14:cNvContentPartPr/>
                <p14:nvPr/>
              </p14:nvContentPartPr>
              <p14:xfrm>
                <a:off x="11384928" y="703872"/>
                <a:ext cx="144000" cy="186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D13030C-C696-1071-1A69-FC2B4F76FBC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375928" y="694872"/>
                  <a:ext cx="161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C14680B-4FC0-293F-91AB-B69BCA28EA7A}"/>
                    </a:ext>
                  </a:extLst>
                </p14:cNvPr>
                <p14:cNvContentPartPr/>
                <p14:nvPr/>
              </p14:nvContentPartPr>
              <p14:xfrm>
                <a:off x="11637648" y="769032"/>
                <a:ext cx="40680" cy="1836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C14680B-4FC0-293F-91AB-B69BCA28EA7A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629008" y="760392"/>
                  <a:ext cx="583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EC5C73F-D08A-26BC-C495-DFDAABE5F946}"/>
                    </a:ext>
                  </a:extLst>
                </p14:cNvPr>
                <p14:cNvContentPartPr/>
                <p14:nvPr/>
              </p14:nvContentPartPr>
              <p14:xfrm>
                <a:off x="11665008" y="725832"/>
                <a:ext cx="49680" cy="1166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EC5C73F-D08A-26BC-C495-DFDAABE5F94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1656368" y="716832"/>
                  <a:ext cx="67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2782FDA-60D5-30CB-F31B-3C59B076F717}"/>
                    </a:ext>
                  </a:extLst>
                </p14:cNvPr>
                <p14:cNvContentPartPr/>
                <p14:nvPr/>
              </p14:nvContentPartPr>
              <p14:xfrm>
                <a:off x="11815128" y="587592"/>
                <a:ext cx="138240" cy="4615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2782FDA-60D5-30CB-F31B-3C59B076F71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1806488" y="578592"/>
                  <a:ext cx="15588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8A172D9-814F-2963-BFF3-E2B69E92F260}"/>
                    </a:ext>
                  </a:extLst>
                </p14:cNvPr>
                <p14:cNvContentPartPr/>
                <p14:nvPr/>
              </p14:nvContentPartPr>
              <p14:xfrm>
                <a:off x="11770128" y="809712"/>
                <a:ext cx="189360" cy="370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8A172D9-814F-2963-BFF3-E2B69E92F26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1761128" y="801072"/>
                  <a:ext cx="207000" cy="54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835310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32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92894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54" y="582063"/>
            <a:ext cx="12029546" cy="52281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Example 2:</a:t>
            </a:r>
          </a:p>
          <a:p>
            <a:pPr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3BF93972-7F35-2E2C-9ABD-127DE798A2EA}"/>
              </a:ext>
            </a:extLst>
          </p:cNvPr>
          <p:cNvGrpSpPr/>
          <p:nvPr/>
        </p:nvGrpSpPr>
        <p:grpSpPr>
          <a:xfrm>
            <a:off x="2982993" y="3952872"/>
            <a:ext cx="522000" cy="1862280"/>
            <a:chOff x="1931433" y="3685615"/>
            <a:chExt cx="522000" cy="186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0E7D294-BE72-B3C4-AA0B-9615AA6C8FD7}"/>
                    </a:ext>
                  </a:extLst>
                </p14:cNvPr>
                <p14:cNvContentPartPr/>
                <p14:nvPr/>
              </p14:nvContentPartPr>
              <p14:xfrm>
                <a:off x="1931433" y="3685615"/>
                <a:ext cx="291600" cy="821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DC13EBB-D58A-CD77-29D3-8CC54FE50B5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922793" y="3676615"/>
                  <a:ext cx="309240" cy="83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2E9A77A-9187-E622-27C9-912EF76981C4}"/>
                    </a:ext>
                  </a:extLst>
                </p14:cNvPr>
                <p14:cNvContentPartPr/>
                <p14:nvPr/>
              </p14:nvContentPartPr>
              <p14:xfrm>
                <a:off x="2052753" y="4402735"/>
                <a:ext cx="70200" cy="140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A8E4052-BE76-F479-9C58-F2FA17FD541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44113" y="4394095"/>
                  <a:ext cx="87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87F7985-649F-E2FF-75ED-545BB38B0B6C}"/>
                    </a:ext>
                  </a:extLst>
                </p14:cNvPr>
                <p14:cNvContentPartPr/>
                <p14:nvPr/>
              </p14:nvContentPartPr>
              <p14:xfrm>
                <a:off x="2214393" y="4486975"/>
                <a:ext cx="159120" cy="1026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488670F-8844-AD17-1A0B-9EDEFF47DA0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05393" y="4477975"/>
                  <a:ext cx="176760" cy="10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C535EF7-1CD4-8744-6D26-E3D0B551D0C0}"/>
                    </a:ext>
                  </a:extLst>
                </p14:cNvPr>
                <p14:cNvContentPartPr/>
                <p14:nvPr/>
              </p14:nvContentPartPr>
              <p14:xfrm>
                <a:off x="2273433" y="5388775"/>
                <a:ext cx="180000" cy="159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0D9E560-2114-9FD3-4984-99D4256647A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64433" y="5380135"/>
                  <a:ext cx="197640" cy="17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8E1E989-59D2-C533-8E00-C1A5FD3181B5}"/>
              </a:ext>
            </a:extLst>
          </p:cNvPr>
          <p:cNvGrpSpPr/>
          <p:nvPr/>
        </p:nvGrpSpPr>
        <p:grpSpPr>
          <a:xfrm>
            <a:off x="2110106" y="1275552"/>
            <a:ext cx="5847480" cy="2828160"/>
            <a:chOff x="1062753" y="1011895"/>
            <a:chExt cx="5847480" cy="282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EB79B28-B9D7-02FD-62F2-43D1F149EF38}"/>
                    </a:ext>
                  </a:extLst>
                </p14:cNvPr>
                <p14:cNvContentPartPr/>
                <p14:nvPr/>
              </p14:nvContentPartPr>
              <p14:xfrm>
                <a:off x="1809393" y="2069575"/>
                <a:ext cx="254880" cy="655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B6B4CAD-3E37-0A30-68B8-67D049B7145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00753" y="2060575"/>
                  <a:ext cx="272520" cy="67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FF891D9-850E-848D-9DDB-5686FE9B1054}"/>
                    </a:ext>
                  </a:extLst>
                </p14:cNvPr>
                <p14:cNvContentPartPr/>
                <p14:nvPr/>
              </p14:nvContentPartPr>
              <p14:xfrm>
                <a:off x="1803633" y="2511295"/>
                <a:ext cx="15840" cy="550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027096D-1634-5DDF-F457-611DE11A0F2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94633" y="2502655"/>
                  <a:ext cx="3348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4840C23-91FA-D635-FBA9-81977EF5C860}"/>
                    </a:ext>
                  </a:extLst>
                </p14:cNvPr>
                <p14:cNvContentPartPr/>
                <p14:nvPr/>
              </p14:nvContentPartPr>
              <p14:xfrm>
                <a:off x="1801113" y="2875255"/>
                <a:ext cx="226440" cy="223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2751A3B-466A-5BED-085F-2FAE94EFCB7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92473" y="2866255"/>
                  <a:ext cx="2440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0320576-8807-A832-EE88-0CD2FF0DBC7C}"/>
                    </a:ext>
                  </a:extLst>
                </p14:cNvPr>
                <p14:cNvContentPartPr/>
                <p14:nvPr/>
              </p14:nvContentPartPr>
              <p14:xfrm>
                <a:off x="1858353" y="2969935"/>
                <a:ext cx="122040" cy="103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9F1ABFB-4147-5145-1847-E4870497835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49353" y="2961295"/>
                  <a:ext cx="1396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1204C1B-29B7-EF79-6846-40C8935D50D6}"/>
                    </a:ext>
                  </a:extLst>
                </p14:cNvPr>
                <p14:cNvContentPartPr/>
                <p14:nvPr/>
              </p14:nvContentPartPr>
              <p14:xfrm>
                <a:off x="2009193" y="3066775"/>
                <a:ext cx="105480" cy="107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71450E1-F568-421C-331A-EE1EDC7CE47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00193" y="3057775"/>
                  <a:ext cx="1231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EEDA99E-864C-C56D-AC0B-46196128AC5D}"/>
                    </a:ext>
                  </a:extLst>
                </p14:cNvPr>
                <p14:cNvContentPartPr/>
                <p14:nvPr/>
              </p14:nvContentPartPr>
              <p14:xfrm>
                <a:off x="2105673" y="3163975"/>
                <a:ext cx="58320" cy="676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C60AF41-5165-C6B9-B530-CFC3107D333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97033" y="3154975"/>
                  <a:ext cx="7596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2CEBD85-6267-2864-C63D-C6839C3B8B04}"/>
                    </a:ext>
                  </a:extLst>
                </p14:cNvPr>
                <p14:cNvContentPartPr/>
                <p14:nvPr/>
              </p14:nvContentPartPr>
              <p14:xfrm>
                <a:off x="1231953" y="2734855"/>
                <a:ext cx="537480" cy="338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ACE87B4-9DA3-6763-4397-503C7ADEFDC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23313" y="2726215"/>
                  <a:ext cx="5551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1097DC9-0331-DA1D-388D-E35E2D58B6E1}"/>
                    </a:ext>
                  </a:extLst>
                </p14:cNvPr>
                <p14:cNvContentPartPr/>
                <p14:nvPr/>
              </p14:nvContentPartPr>
              <p14:xfrm>
                <a:off x="1062753" y="3144535"/>
                <a:ext cx="192240" cy="17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257F6B0-59FD-BF92-64FE-FF38566F718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4113" y="3135535"/>
                  <a:ext cx="2098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2D9E9A4-7B78-8A7F-C690-0D66F40D0E02}"/>
                    </a:ext>
                  </a:extLst>
                </p14:cNvPr>
                <p14:cNvContentPartPr/>
                <p14:nvPr/>
              </p14:nvContentPartPr>
              <p14:xfrm>
                <a:off x="1172913" y="3203575"/>
                <a:ext cx="53640" cy="19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D2B873D-B6CA-7287-6746-BA636667076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63913" y="3194575"/>
                  <a:ext cx="712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4AB4E40-7CAF-3F2B-5ACE-320A905B0844}"/>
                    </a:ext>
                  </a:extLst>
                </p14:cNvPr>
                <p14:cNvContentPartPr/>
                <p14:nvPr/>
              </p14:nvContentPartPr>
              <p14:xfrm>
                <a:off x="1206033" y="3260455"/>
                <a:ext cx="28080" cy="3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33235E4-F408-1580-9DFA-BE79F1063CE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97393" y="3251455"/>
                  <a:ext cx="457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1B4E9E0-78B4-5A84-063F-BBA83FC07328}"/>
                    </a:ext>
                  </a:extLst>
                </p14:cNvPr>
                <p14:cNvContentPartPr/>
                <p14:nvPr/>
              </p14:nvContentPartPr>
              <p14:xfrm>
                <a:off x="3233193" y="2306455"/>
                <a:ext cx="194400" cy="873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B21A690-D8A4-D574-CA58-DAFA7EE18CF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24553" y="2297815"/>
                  <a:ext cx="212040" cy="89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59C1BE4-5FFC-B7C6-A1F6-B7597126F561}"/>
                    </a:ext>
                  </a:extLst>
                </p14:cNvPr>
                <p14:cNvContentPartPr/>
                <p14:nvPr/>
              </p14:nvContentPartPr>
              <p14:xfrm>
                <a:off x="3206553" y="3185575"/>
                <a:ext cx="205920" cy="15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53CCFED-FBD4-BEFD-5A91-AB24C2932FA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7913" y="3176575"/>
                  <a:ext cx="223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33A887A-3C7B-6AF1-5DD2-9BF7911DC2BB}"/>
                    </a:ext>
                  </a:extLst>
                </p14:cNvPr>
                <p14:cNvContentPartPr/>
                <p14:nvPr/>
              </p14:nvContentPartPr>
              <p14:xfrm>
                <a:off x="3314193" y="3307255"/>
                <a:ext cx="93600" cy="8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B83BC3F-BEB6-8281-EC37-6CDA072ADEB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05193" y="3298615"/>
                  <a:ext cx="111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44A8977-5EB6-7746-7882-93280B4AC745}"/>
                    </a:ext>
                  </a:extLst>
                </p14:cNvPr>
                <p14:cNvContentPartPr/>
                <p14:nvPr/>
              </p14:nvContentPartPr>
              <p14:xfrm>
                <a:off x="3529833" y="2717935"/>
                <a:ext cx="103320" cy="189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AB0AD57-185A-5F09-9E56-C379FDA2598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20833" y="2708935"/>
                  <a:ext cx="1209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BB8E492-0ACE-0115-A855-D1DF54534BC7}"/>
                    </a:ext>
                  </a:extLst>
                </p14:cNvPr>
                <p14:cNvContentPartPr/>
                <p14:nvPr/>
              </p14:nvContentPartPr>
              <p14:xfrm>
                <a:off x="3677793" y="2828815"/>
                <a:ext cx="137160" cy="160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4021E3D-4F8C-A223-F3AB-EBAE9620EFF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668793" y="2819815"/>
                  <a:ext cx="1548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2209A8F-91E9-999A-2E97-1A8F82B16D4B}"/>
                    </a:ext>
                  </a:extLst>
                </p14:cNvPr>
                <p14:cNvContentPartPr/>
                <p14:nvPr/>
              </p14:nvContentPartPr>
              <p14:xfrm>
                <a:off x="3794433" y="2805775"/>
                <a:ext cx="48600" cy="3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270B82C-72A2-DE32-EF2E-DA6B4E335F2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85793" y="2797135"/>
                  <a:ext cx="662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B18F432-0F6A-E8D5-97BB-75B60AE8BEA4}"/>
                    </a:ext>
                  </a:extLst>
                </p14:cNvPr>
                <p14:cNvContentPartPr/>
                <p14:nvPr/>
              </p14:nvContentPartPr>
              <p14:xfrm>
                <a:off x="3825033" y="2849695"/>
                <a:ext cx="16920" cy="46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F52A99B-0984-1C50-EB66-DF29A34C78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16393" y="2841055"/>
                  <a:ext cx="34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8C93864-DEFA-008D-39B5-D9707E613BB4}"/>
                    </a:ext>
                  </a:extLst>
                </p14:cNvPr>
                <p14:cNvContentPartPr/>
                <p14:nvPr/>
              </p14:nvContentPartPr>
              <p14:xfrm>
                <a:off x="3935913" y="2696335"/>
                <a:ext cx="141480" cy="151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306F1E7-9C3E-8C8E-29F2-E082D0E90D1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27273" y="2687335"/>
                  <a:ext cx="1591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99582AC-9FB0-91C4-6CE8-2679A53C830F}"/>
                    </a:ext>
                  </a:extLst>
                </p14:cNvPr>
                <p14:cNvContentPartPr/>
                <p14:nvPr/>
              </p14:nvContentPartPr>
              <p14:xfrm>
                <a:off x="4114833" y="2684455"/>
                <a:ext cx="96480" cy="129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9E58457-96E4-CA55-DAFD-188E9D13CD1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06193" y="2675455"/>
                  <a:ext cx="1141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F81F90D-594B-8CF8-0CA7-38229F1BBCE5}"/>
                    </a:ext>
                  </a:extLst>
                </p14:cNvPr>
                <p14:cNvContentPartPr/>
                <p14:nvPr/>
              </p14:nvContentPartPr>
              <p14:xfrm>
                <a:off x="4281153" y="2627575"/>
                <a:ext cx="93600" cy="178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67BF1B3-61DB-3238-ECC2-F4694427BF5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72153" y="2618935"/>
                  <a:ext cx="1112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062D30B-45C6-A6E9-AB6F-3F7683C9A98A}"/>
                    </a:ext>
                  </a:extLst>
                </p14:cNvPr>
                <p14:cNvContentPartPr/>
                <p14:nvPr/>
              </p14:nvContentPartPr>
              <p14:xfrm>
                <a:off x="4388793" y="2684455"/>
                <a:ext cx="75240" cy="149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A6EB5D8-5299-11C3-878D-667ACB65739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80153" y="2675815"/>
                  <a:ext cx="92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ACB02B3-A170-2F05-BACB-52B24EDBCFF4}"/>
                    </a:ext>
                  </a:extLst>
                </p14:cNvPr>
                <p14:cNvContentPartPr/>
                <p14:nvPr/>
              </p14:nvContentPartPr>
              <p14:xfrm>
                <a:off x="4425153" y="2641615"/>
                <a:ext cx="181080" cy="158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5942832-80D6-EF14-7AE6-ACD7A13FBB6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16513" y="2632975"/>
                  <a:ext cx="198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96A97DD-0655-03E4-502E-5D8492259559}"/>
                    </a:ext>
                  </a:extLst>
                </p14:cNvPr>
                <p14:cNvContentPartPr/>
                <p14:nvPr/>
              </p14:nvContentPartPr>
              <p14:xfrm>
                <a:off x="2038713" y="1195135"/>
                <a:ext cx="19440" cy="374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6AE7A7C-F777-7607-0C93-F66EE556E0B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30073" y="1186135"/>
                  <a:ext cx="3708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315EDBD-AB47-4F43-37D5-422CBCDB65AC}"/>
                    </a:ext>
                  </a:extLst>
                </p14:cNvPr>
                <p14:cNvContentPartPr/>
                <p14:nvPr/>
              </p14:nvContentPartPr>
              <p14:xfrm>
                <a:off x="1819833" y="1575295"/>
                <a:ext cx="517680" cy="495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C7E7F59-9093-9875-7FB4-8FD9D13F570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10833" y="1566295"/>
                  <a:ext cx="53532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8B71657-BE27-1923-7994-287232C91D31}"/>
                    </a:ext>
                  </a:extLst>
                </p14:cNvPr>
                <p14:cNvContentPartPr/>
                <p14:nvPr/>
              </p14:nvContentPartPr>
              <p14:xfrm>
                <a:off x="2027913" y="1776895"/>
                <a:ext cx="10800" cy="151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D9DFDC9-9D4A-9331-8776-BB292E08545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19273" y="1767895"/>
                  <a:ext cx="284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FFA7985-CC2A-8054-36F2-4B1AEAB38984}"/>
                    </a:ext>
                  </a:extLst>
                </p14:cNvPr>
                <p14:cNvContentPartPr/>
                <p14:nvPr/>
              </p14:nvContentPartPr>
              <p14:xfrm>
                <a:off x="1993353" y="1852855"/>
                <a:ext cx="97920" cy="136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BAA2FC9-22BE-8A58-3CDD-B612F43F0A3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84713" y="1843855"/>
                  <a:ext cx="1155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A8F2CB9-AE9A-351A-4CF3-B292A59DD150}"/>
                    </a:ext>
                  </a:extLst>
                </p14:cNvPr>
                <p14:cNvContentPartPr/>
                <p14:nvPr/>
              </p14:nvContentPartPr>
              <p14:xfrm>
                <a:off x="1971753" y="1011895"/>
                <a:ext cx="131040" cy="174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CC70C68-4083-828D-30A3-056A0B06E1A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63113" y="1002895"/>
                  <a:ext cx="1486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9EA7F47-6851-0555-8977-FDA090DCAF27}"/>
                    </a:ext>
                  </a:extLst>
                </p14:cNvPr>
                <p14:cNvContentPartPr/>
                <p14:nvPr/>
              </p14:nvContentPartPr>
              <p14:xfrm>
                <a:off x="2478273" y="1650535"/>
                <a:ext cx="15480" cy="252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12D2CA2-E9D8-4663-C607-2A649A3E459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469633" y="1641895"/>
                  <a:ext cx="331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E563A6D-CE1E-151E-67AB-CB31A209A76F}"/>
                    </a:ext>
                  </a:extLst>
                </p14:cNvPr>
                <p14:cNvContentPartPr/>
                <p14:nvPr/>
              </p14:nvContentPartPr>
              <p14:xfrm>
                <a:off x="2542353" y="1744855"/>
                <a:ext cx="186840" cy="153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5DAF237-5839-6EEF-1421-704AA1D0D0D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33713" y="1736215"/>
                  <a:ext cx="2044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34372B2-D107-7C88-9E54-EE4A0C9AD7B0}"/>
                    </a:ext>
                  </a:extLst>
                </p14:cNvPr>
                <p14:cNvContentPartPr/>
                <p14:nvPr/>
              </p14:nvContentPartPr>
              <p14:xfrm>
                <a:off x="2826033" y="1667455"/>
                <a:ext cx="143280" cy="258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DB114B0-0491-1325-DE23-D430D6DD4EC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17033" y="1658815"/>
                  <a:ext cx="1609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E43FABF-F7C6-1C5E-F346-BCF79C359D83}"/>
                    </a:ext>
                  </a:extLst>
                </p14:cNvPr>
                <p14:cNvContentPartPr/>
                <p14:nvPr/>
              </p14:nvContentPartPr>
              <p14:xfrm>
                <a:off x="2863473" y="1802455"/>
                <a:ext cx="137880" cy="23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BDB3D52-5406-98FA-7F26-22BC1A9535D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54833" y="1793455"/>
                  <a:ext cx="155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603794C-6A96-54FE-DB0A-BA0DD1E1EFF1}"/>
                    </a:ext>
                  </a:extLst>
                </p14:cNvPr>
                <p14:cNvContentPartPr/>
                <p14:nvPr/>
              </p14:nvContentPartPr>
              <p14:xfrm>
                <a:off x="2094513" y="2263255"/>
                <a:ext cx="1686960" cy="48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663A03C-2462-06CC-F36A-EDAEB7E3AE0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85513" y="2254255"/>
                  <a:ext cx="1704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FC15CA1-5C7E-1A33-12D0-9647BAB12009}"/>
                    </a:ext>
                  </a:extLst>
                </p14:cNvPr>
                <p14:cNvContentPartPr/>
                <p14:nvPr/>
              </p14:nvContentPartPr>
              <p14:xfrm>
                <a:off x="3596073" y="2083255"/>
                <a:ext cx="1406880" cy="222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492DD47-7607-82F2-CB91-235608E7F78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587433" y="2074615"/>
                  <a:ext cx="14245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71F007D-5B52-8DC8-EDEA-1586997E7E0F}"/>
                    </a:ext>
                  </a:extLst>
                </p14:cNvPr>
                <p14:cNvContentPartPr/>
                <p14:nvPr/>
              </p14:nvContentPartPr>
              <p14:xfrm>
                <a:off x="3434073" y="2190175"/>
                <a:ext cx="2043720" cy="120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69B49B8-9F8C-01D4-5D6B-0C435497682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25433" y="2181535"/>
                  <a:ext cx="20613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08DBCD5-457B-0553-8A20-B2CD6AACA5F4}"/>
                    </a:ext>
                  </a:extLst>
                </p14:cNvPr>
                <p14:cNvContentPartPr/>
                <p14:nvPr/>
              </p14:nvContentPartPr>
              <p14:xfrm>
                <a:off x="5112753" y="2230855"/>
                <a:ext cx="41040" cy="347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4515501-2547-D716-8EAA-C8B07EBC338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104113" y="2221855"/>
                  <a:ext cx="586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DFE7081-EE4B-3BB8-EA2B-66E6A05D6F8E}"/>
                    </a:ext>
                  </a:extLst>
                </p14:cNvPr>
                <p14:cNvContentPartPr/>
                <p14:nvPr/>
              </p14:nvContentPartPr>
              <p14:xfrm>
                <a:off x="4948953" y="2594815"/>
                <a:ext cx="330480" cy="24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D120D02-99DC-89AD-0A0A-CDE57866CD8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40313" y="2585815"/>
                  <a:ext cx="3481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45D70CD-4B3B-87EA-61AD-C64D998758A0}"/>
                    </a:ext>
                  </a:extLst>
                </p14:cNvPr>
                <p14:cNvContentPartPr/>
                <p14:nvPr/>
              </p14:nvContentPartPr>
              <p14:xfrm>
                <a:off x="4998273" y="2706775"/>
                <a:ext cx="270360" cy="41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8032299-249A-E9D6-446A-8D2F66F7BEB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989273" y="2697775"/>
                  <a:ext cx="288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D2B4606-6805-7DA8-F98C-E38DA7F1FB8A}"/>
                    </a:ext>
                  </a:extLst>
                </p14:cNvPr>
                <p14:cNvContentPartPr/>
                <p14:nvPr/>
              </p14:nvContentPartPr>
              <p14:xfrm>
                <a:off x="5163513" y="2776975"/>
                <a:ext cx="18000" cy="329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7EB6836-9CBB-3504-74BD-C8638D0379C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154513" y="2768335"/>
                  <a:ext cx="356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E5D5415-DACF-4C4E-8C37-25D39F7DE097}"/>
                    </a:ext>
                  </a:extLst>
                </p14:cNvPr>
                <p14:cNvContentPartPr/>
                <p14:nvPr/>
              </p14:nvContentPartPr>
              <p14:xfrm>
                <a:off x="5010513" y="3172615"/>
                <a:ext cx="165960" cy="60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7A537CF-716A-F67E-B58C-2F6DB203A7B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01513" y="3163975"/>
                  <a:ext cx="1836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2D2D86B-42D5-5493-3C77-BE2E1C9093A3}"/>
                    </a:ext>
                  </a:extLst>
                </p14:cNvPr>
                <p14:cNvContentPartPr/>
                <p14:nvPr/>
              </p14:nvContentPartPr>
              <p14:xfrm>
                <a:off x="5418393" y="2552335"/>
                <a:ext cx="171000" cy="253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7993F5A-5DB8-62DC-A13E-D8587BE12DE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409753" y="2543695"/>
                  <a:ext cx="1886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AE26CF9-0C4A-B5BD-BB23-0DC3E3610624}"/>
                    </a:ext>
                  </a:extLst>
                </p14:cNvPr>
                <p14:cNvContentPartPr/>
                <p14:nvPr/>
              </p14:nvContentPartPr>
              <p14:xfrm>
                <a:off x="5575353" y="2696695"/>
                <a:ext cx="137160" cy="168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F73D511-2A68-E718-15A4-8838249DABC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566713" y="2688055"/>
                  <a:ext cx="1548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A0FEBFB-7D41-B248-2C62-DA74981E7448}"/>
                    </a:ext>
                  </a:extLst>
                </p14:cNvPr>
                <p14:cNvContentPartPr/>
                <p14:nvPr/>
              </p14:nvContentPartPr>
              <p14:xfrm>
                <a:off x="5763633" y="2645215"/>
                <a:ext cx="23040" cy="2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440C81B-54AD-B730-3064-C87C111B6B8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54633" y="2636575"/>
                  <a:ext cx="406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811E2E8-B2A7-BE2F-64BA-2B8BA9C1B9BD}"/>
                    </a:ext>
                  </a:extLst>
                </p14:cNvPr>
                <p14:cNvContentPartPr/>
                <p14:nvPr/>
              </p14:nvContentPartPr>
              <p14:xfrm>
                <a:off x="5762553" y="2572495"/>
                <a:ext cx="233640" cy="185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68C3526-2187-8483-1D71-EDDFE874B18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753553" y="2563855"/>
                  <a:ext cx="2512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13167B1-BA89-0E4A-CD6E-F1B3EDC0B51C}"/>
                    </a:ext>
                  </a:extLst>
                </p14:cNvPr>
                <p14:cNvContentPartPr/>
                <p14:nvPr/>
              </p14:nvContentPartPr>
              <p14:xfrm>
                <a:off x="6035793" y="2534335"/>
                <a:ext cx="120240" cy="241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D021F1F-598E-A331-E1A1-EA850910480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026793" y="2525695"/>
                  <a:ext cx="1378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CE27C6E-73F1-7716-20AF-219CE45DCBFB}"/>
                    </a:ext>
                  </a:extLst>
                </p14:cNvPr>
                <p14:cNvContentPartPr/>
                <p14:nvPr/>
              </p14:nvContentPartPr>
              <p14:xfrm>
                <a:off x="6233433" y="2456215"/>
                <a:ext cx="48240" cy="360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340ABAB-27B1-A311-A56A-6150A69AE5A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224433" y="2447215"/>
                  <a:ext cx="6588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65E1C4D-29CF-D68D-072D-C9AA1B5EEADA}"/>
                    </a:ext>
                  </a:extLst>
                </p14:cNvPr>
                <p14:cNvContentPartPr/>
                <p14:nvPr/>
              </p14:nvContentPartPr>
              <p14:xfrm>
                <a:off x="6166833" y="2640895"/>
                <a:ext cx="149040" cy="52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259E623-27B2-E916-D0CC-A3C4E5B94CD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58193" y="2631895"/>
                  <a:ext cx="1666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6DAD175-634A-A6AF-EF7C-300079BC110F}"/>
                    </a:ext>
                  </a:extLst>
                </p14:cNvPr>
                <p14:cNvContentPartPr/>
                <p14:nvPr/>
              </p14:nvContentPartPr>
              <p14:xfrm>
                <a:off x="5034273" y="2093335"/>
                <a:ext cx="1361160" cy="1591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F72392E-AFD7-4776-A785-98DFE037E59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25633" y="2084695"/>
                  <a:ext cx="13788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94DDDA7-1E42-C829-C487-97672C5920D8}"/>
                    </a:ext>
                  </a:extLst>
                </p14:cNvPr>
                <p14:cNvContentPartPr/>
                <p14:nvPr/>
              </p14:nvContentPartPr>
              <p14:xfrm>
                <a:off x="6589113" y="1897495"/>
                <a:ext cx="149040" cy="2246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0B1BEEA-92B0-BADD-03C4-88877701FA3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580473" y="1888495"/>
                  <a:ext cx="1666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4E96D2C-CBB2-AAC0-DFAE-0302B86A13BA}"/>
                    </a:ext>
                  </a:extLst>
                </p14:cNvPr>
                <p14:cNvContentPartPr/>
                <p14:nvPr/>
              </p14:nvContentPartPr>
              <p14:xfrm>
                <a:off x="6788913" y="2038975"/>
                <a:ext cx="121320" cy="123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4310310-6D50-81ED-73F0-2C784271224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779913" y="2030335"/>
                  <a:ext cx="13896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5F40CE6-7A87-02A8-1C82-7315A24A2E61}"/>
              </a:ext>
            </a:extLst>
          </p:cNvPr>
          <p:cNvGrpSpPr/>
          <p:nvPr/>
        </p:nvGrpSpPr>
        <p:grpSpPr>
          <a:xfrm>
            <a:off x="1798953" y="4434552"/>
            <a:ext cx="1040040" cy="270000"/>
            <a:chOff x="747393" y="4167295"/>
            <a:chExt cx="104004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6587876-CDE1-7060-39EA-E6B6AA85127C}"/>
                    </a:ext>
                  </a:extLst>
                </p14:cNvPr>
                <p14:cNvContentPartPr/>
                <p14:nvPr/>
              </p14:nvContentPartPr>
              <p14:xfrm>
                <a:off x="1748553" y="4167295"/>
                <a:ext cx="38880" cy="238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194F2E2-0A7F-38DA-2BB3-DD73F21E984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39553" y="4158295"/>
                  <a:ext cx="56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41DEF7E-1419-B409-8BB5-8593BDFE2A53}"/>
                    </a:ext>
                  </a:extLst>
                </p14:cNvPr>
                <p14:cNvContentPartPr/>
                <p14:nvPr/>
              </p14:nvContentPartPr>
              <p14:xfrm>
                <a:off x="747393" y="4198255"/>
                <a:ext cx="981720" cy="2390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FEBE9EB-4C16-CCF7-3323-623C467A798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38393" y="4189615"/>
                  <a:ext cx="99936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3BF2352-85BF-49D1-888A-20F8CE94340A}"/>
              </a:ext>
            </a:extLst>
          </p:cNvPr>
          <p:cNvGrpSpPr/>
          <p:nvPr/>
        </p:nvGrpSpPr>
        <p:grpSpPr>
          <a:xfrm>
            <a:off x="1889673" y="4069152"/>
            <a:ext cx="655200" cy="276840"/>
            <a:chOff x="838113" y="3801895"/>
            <a:chExt cx="655200" cy="27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630AA02-B558-DF6E-DB36-31A6692A9831}"/>
                    </a:ext>
                  </a:extLst>
                </p14:cNvPr>
                <p14:cNvContentPartPr/>
                <p14:nvPr/>
              </p14:nvContentPartPr>
              <p14:xfrm>
                <a:off x="838113" y="3801895"/>
                <a:ext cx="353520" cy="276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E5ECC7F-B415-686E-4200-3480C541645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29473" y="3792895"/>
                  <a:ext cx="3711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796C8B0-36C8-0FBB-74BC-D0739CA6B81B}"/>
                    </a:ext>
                  </a:extLst>
                </p14:cNvPr>
                <p14:cNvContentPartPr/>
                <p14:nvPr/>
              </p14:nvContentPartPr>
              <p14:xfrm>
                <a:off x="1187313" y="3836455"/>
                <a:ext cx="306000" cy="173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649325C-705F-A085-9890-0F915BEC52F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78673" y="3827815"/>
                  <a:ext cx="32364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9D32532-B938-21B6-C858-CB328B1CD947}"/>
              </a:ext>
            </a:extLst>
          </p:cNvPr>
          <p:cNvGrpSpPr/>
          <p:nvPr/>
        </p:nvGrpSpPr>
        <p:grpSpPr>
          <a:xfrm>
            <a:off x="1728033" y="4575312"/>
            <a:ext cx="395280" cy="1386000"/>
            <a:chOff x="676473" y="4308055"/>
            <a:chExt cx="395280" cy="138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EA8F698-92CD-2CC8-F8DF-6EFAC708DD10}"/>
                    </a:ext>
                  </a:extLst>
                </p14:cNvPr>
                <p14:cNvContentPartPr/>
                <p14:nvPr/>
              </p14:nvContentPartPr>
              <p14:xfrm>
                <a:off x="676473" y="4308055"/>
                <a:ext cx="395280" cy="862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0C152FB-D0CA-445F-2708-5FB1B9CD0ED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67473" y="4299055"/>
                  <a:ext cx="412920" cy="88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6B38D0D-8393-129B-199D-EBE8259BD39C}"/>
                    </a:ext>
                  </a:extLst>
                </p14:cNvPr>
                <p14:cNvContentPartPr/>
                <p14:nvPr/>
              </p14:nvContentPartPr>
              <p14:xfrm>
                <a:off x="751713" y="4908535"/>
                <a:ext cx="229680" cy="103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FB49C8F-22B0-73C8-08ED-CDB1E0345BD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42713" y="4899535"/>
                  <a:ext cx="2473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C6832DF-E59F-082F-2054-A797DDBCC580}"/>
                    </a:ext>
                  </a:extLst>
                </p14:cNvPr>
                <p14:cNvContentPartPr/>
                <p14:nvPr/>
              </p14:nvContentPartPr>
              <p14:xfrm>
                <a:off x="834153" y="5195815"/>
                <a:ext cx="82440" cy="392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CB52684-A873-2E88-521F-D99F26F4132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25513" y="5187175"/>
                  <a:ext cx="10008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D5A940-CFD2-80CF-4C99-A2999FBA8E81}"/>
                    </a:ext>
                  </a:extLst>
                </p14:cNvPr>
                <p14:cNvContentPartPr/>
                <p14:nvPr/>
              </p14:nvContentPartPr>
              <p14:xfrm>
                <a:off x="691233" y="5651935"/>
                <a:ext cx="240120" cy="42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F3D7ED2-F57D-B012-E8A7-98308208273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2593" y="5643295"/>
                  <a:ext cx="25776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E7472E7-64C4-3998-2A83-97D4CFFD29E5}"/>
              </a:ext>
            </a:extLst>
          </p:cNvPr>
          <p:cNvGrpSpPr/>
          <p:nvPr/>
        </p:nvGrpSpPr>
        <p:grpSpPr>
          <a:xfrm>
            <a:off x="1261833" y="5219352"/>
            <a:ext cx="208440" cy="352080"/>
            <a:chOff x="210273" y="4952095"/>
            <a:chExt cx="20844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3F3AAED-58E7-2829-9F81-DEC2E685BA19}"/>
                    </a:ext>
                  </a:extLst>
                </p14:cNvPr>
                <p14:cNvContentPartPr/>
                <p14:nvPr/>
              </p14:nvContentPartPr>
              <p14:xfrm>
                <a:off x="210273" y="4952095"/>
                <a:ext cx="100440" cy="182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636041D-A555-DD61-E03E-682A74C3C69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01273" y="4943455"/>
                  <a:ext cx="1180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0942486-A5AA-AF49-9829-D9425FDE1D2A}"/>
                    </a:ext>
                  </a:extLst>
                </p14:cNvPr>
                <p14:cNvContentPartPr/>
                <p14:nvPr/>
              </p14:nvContentPartPr>
              <p14:xfrm>
                <a:off x="340953" y="5096095"/>
                <a:ext cx="77760" cy="2080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94C257A-2FE9-8829-A13C-30BBC2FA0FA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31953" y="5087455"/>
                  <a:ext cx="95400" cy="22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0A86BFC-4FB7-4696-8A30-EB25C1933E80}"/>
                  </a:ext>
                </a:extLst>
              </p14:cNvPr>
              <p14:cNvContentPartPr/>
              <p14:nvPr/>
            </p14:nvContentPartPr>
            <p14:xfrm>
              <a:off x="9191448" y="913392"/>
              <a:ext cx="286920" cy="2602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0A86BFC-4FB7-4696-8A30-EB25C1933E8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182448" y="904752"/>
                <a:ext cx="304560" cy="27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B162A686-D6E7-59DA-C7CA-D850299D23C8}"/>
              </a:ext>
            </a:extLst>
          </p:cNvPr>
          <p:cNvGrpSpPr/>
          <p:nvPr/>
        </p:nvGrpSpPr>
        <p:grpSpPr>
          <a:xfrm>
            <a:off x="9504648" y="1138032"/>
            <a:ext cx="338400" cy="309960"/>
            <a:chOff x="9504648" y="1138032"/>
            <a:chExt cx="338400" cy="30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AE68895-FF55-61D0-70F2-9E2CAF72F7C3}"/>
                    </a:ext>
                  </a:extLst>
                </p14:cNvPr>
                <p14:cNvContentPartPr/>
                <p14:nvPr/>
              </p14:nvContentPartPr>
              <p14:xfrm>
                <a:off x="9504648" y="1140912"/>
                <a:ext cx="174960" cy="3070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AE68895-FF55-61D0-70F2-9E2CAF72F7C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495648" y="1131912"/>
                  <a:ext cx="1926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48550EA-79F0-7121-44E3-95FD8263B0A3}"/>
                    </a:ext>
                  </a:extLst>
                </p14:cNvPr>
                <p14:cNvContentPartPr/>
                <p14:nvPr/>
              </p14:nvContentPartPr>
              <p14:xfrm>
                <a:off x="9727488" y="1138032"/>
                <a:ext cx="115560" cy="2131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48550EA-79F0-7121-44E3-95FD8263B0A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718488" y="1129392"/>
                  <a:ext cx="133200" cy="2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C1566F9-AB8E-C92E-7405-2582975448E7}"/>
              </a:ext>
            </a:extLst>
          </p:cNvPr>
          <p:cNvGrpSpPr/>
          <p:nvPr/>
        </p:nvGrpSpPr>
        <p:grpSpPr>
          <a:xfrm>
            <a:off x="10025568" y="1083672"/>
            <a:ext cx="73080" cy="88560"/>
            <a:chOff x="10025568" y="1083672"/>
            <a:chExt cx="73080" cy="8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0FCD07A-C24B-87DE-32B7-BE870A2C10FB}"/>
                    </a:ext>
                  </a:extLst>
                </p14:cNvPr>
                <p14:cNvContentPartPr/>
                <p14:nvPr/>
              </p14:nvContentPartPr>
              <p14:xfrm>
                <a:off x="10025568" y="1083672"/>
                <a:ext cx="73080" cy="180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0FCD07A-C24B-87DE-32B7-BE870A2C10F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016568" y="1074672"/>
                  <a:ext cx="907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7C03B1E-3085-39BD-5E59-FE2A9B0081F2}"/>
                    </a:ext>
                  </a:extLst>
                </p14:cNvPr>
                <p14:cNvContentPartPr/>
                <p14:nvPr/>
              </p14:nvContentPartPr>
              <p14:xfrm>
                <a:off x="10029168" y="1151712"/>
                <a:ext cx="55800" cy="20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7C03B1E-3085-39BD-5E59-FE2A9B0081F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20168" y="1143072"/>
                  <a:ext cx="7344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4E27326-8D0A-4139-99A7-C21EC0A5BB9D}"/>
              </a:ext>
            </a:extLst>
          </p:cNvPr>
          <p:cNvGrpSpPr/>
          <p:nvPr/>
        </p:nvGrpSpPr>
        <p:grpSpPr>
          <a:xfrm>
            <a:off x="10255248" y="787392"/>
            <a:ext cx="912960" cy="401040"/>
            <a:chOff x="10255248" y="787392"/>
            <a:chExt cx="912960" cy="40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411933B-8581-871D-9A70-E3F02E119BD5}"/>
                    </a:ext>
                  </a:extLst>
                </p14:cNvPr>
                <p14:cNvContentPartPr/>
                <p14:nvPr/>
              </p14:nvContentPartPr>
              <p14:xfrm>
                <a:off x="10255248" y="965232"/>
                <a:ext cx="154080" cy="187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411933B-8581-871D-9A70-E3F02E119BD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246248" y="956592"/>
                  <a:ext cx="1717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5F0CE73-721D-9342-A11A-17FF5AB798E1}"/>
                    </a:ext>
                  </a:extLst>
                </p14:cNvPr>
                <p14:cNvContentPartPr/>
                <p14:nvPr/>
              </p14:nvContentPartPr>
              <p14:xfrm>
                <a:off x="10475928" y="1068192"/>
                <a:ext cx="6480" cy="10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5F0CE73-721D-9342-A11A-17FF5AB798E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466928" y="1059552"/>
                  <a:ext cx="24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5573B28-D2E6-1DF3-7D38-D27C1CF5C0F1}"/>
                    </a:ext>
                  </a:extLst>
                </p14:cNvPr>
                <p14:cNvContentPartPr/>
                <p14:nvPr/>
              </p14:nvContentPartPr>
              <p14:xfrm>
                <a:off x="10608768" y="922752"/>
                <a:ext cx="183240" cy="191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5573B28-D2E6-1DF3-7D38-D27C1CF5C0F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599768" y="914112"/>
                  <a:ext cx="2008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4B385BE-2BE1-FA10-0928-A50F9C700687}"/>
                    </a:ext>
                  </a:extLst>
                </p14:cNvPr>
                <p14:cNvContentPartPr/>
                <p14:nvPr/>
              </p14:nvContentPartPr>
              <p14:xfrm>
                <a:off x="10859688" y="948672"/>
                <a:ext cx="55800" cy="239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4B385BE-2BE1-FA10-0928-A50F9C70068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851048" y="940032"/>
                  <a:ext cx="734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AE6D37E-4AF4-B489-8DDE-332872887561}"/>
                    </a:ext>
                  </a:extLst>
                </p14:cNvPr>
                <p14:cNvContentPartPr/>
                <p14:nvPr/>
              </p14:nvContentPartPr>
              <p14:xfrm>
                <a:off x="10894248" y="903672"/>
                <a:ext cx="49320" cy="759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AE6D37E-4AF4-B489-8DDE-33287288756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885248" y="894672"/>
                  <a:ext cx="669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3D4B097-B5DF-6F9B-E462-612245772AF6}"/>
                    </a:ext>
                  </a:extLst>
                </p14:cNvPr>
                <p14:cNvContentPartPr/>
                <p14:nvPr/>
              </p14:nvContentPartPr>
              <p14:xfrm>
                <a:off x="11057328" y="787392"/>
                <a:ext cx="79920" cy="3564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3D4B097-B5DF-6F9B-E462-612245772AF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048328" y="778752"/>
                  <a:ext cx="9756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44ED891-4219-5C61-DB16-4A2FF258C750}"/>
                    </a:ext>
                  </a:extLst>
                </p14:cNvPr>
                <p14:cNvContentPartPr/>
                <p14:nvPr/>
              </p14:nvContentPartPr>
              <p14:xfrm>
                <a:off x="11008008" y="897552"/>
                <a:ext cx="160200" cy="55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44ED891-4219-5C61-DB16-4A2FF258C75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999368" y="888912"/>
                  <a:ext cx="1778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A4F8092-CB9A-9CF2-44F6-53D78E2C8F71}"/>
                    </a:ext>
                  </a:extLst>
                </p14:cNvPr>
                <p14:cNvContentPartPr/>
                <p14:nvPr/>
              </p14:nvContentPartPr>
              <p14:xfrm>
                <a:off x="10852488" y="879552"/>
                <a:ext cx="153360" cy="138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A4F8092-CB9A-9CF2-44F6-53D78E2C8F7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843848" y="870912"/>
                  <a:ext cx="17100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6AB59B8-C020-FC26-CD25-9E64699AD326}"/>
              </a:ext>
            </a:extLst>
          </p:cNvPr>
          <p:cNvGrpSpPr/>
          <p:nvPr/>
        </p:nvGrpSpPr>
        <p:grpSpPr>
          <a:xfrm>
            <a:off x="9220608" y="1507032"/>
            <a:ext cx="819720" cy="451800"/>
            <a:chOff x="9220608" y="1507032"/>
            <a:chExt cx="819720" cy="45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F32A027-913B-C1C3-0508-995259DF3D38}"/>
                    </a:ext>
                  </a:extLst>
                </p14:cNvPr>
                <p14:cNvContentPartPr/>
                <p14:nvPr/>
              </p14:nvContentPartPr>
              <p14:xfrm>
                <a:off x="9220608" y="1507032"/>
                <a:ext cx="231840" cy="305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F32A027-913B-C1C3-0508-995259DF3D3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211608" y="1498032"/>
                  <a:ext cx="2494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4736AD8-FAD6-C786-DC07-E4BF3D7E4689}"/>
                    </a:ext>
                  </a:extLst>
                </p14:cNvPr>
                <p14:cNvContentPartPr/>
                <p14:nvPr/>
              </p14:nvContentPartPr>
              <p14:xfrm>
                <a:off x="9430848" y="1703952"/>
                <a:ext cx="101520" cy="2548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4736AD8-FAD6-C786-DC07-E4BF3D7E468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421848" y="1695312"/>
                  <a:ext cx="1191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92E5715-780C-55FC-9818-7DDEBDA87A97}"/>
                    </a:ext>
                  </a:extLst>
                </p14:cNvPr>
                <p14:cNvContentPartPr/>
                <p14:nvPr/>
              </p14:nvContentPartPr>
              <p14:xfrm>
                <a:off x="9661968" y="1654632"/>
                <a:ext cx="209520" cy="265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92E5715-780C-55FC-9818-7DDEBDA87A9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653328" y="1645992"/>
                  <a:ext cx="2271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F1F8EE2-E890-6C6F-E1A2-20381652AF7F}"/>
                    </a:ext>
                  </a:extLst>
                </p14:cNvPr>
                <p14:cNvContentPartPr/>
                <p14:nvPr/>
              </p14:nvContentPartPr>
              <p14:xfrm>
                <a:off x="9988128" y="1738872"/>
                <a:ext cx="52200" cy="118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F1F8EE2-E890-6C6F-E1A2-20381652AF7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979488" y="1729872"/>
                  <a:ext cx="69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CE51C4F-6B75-F3F1-4BA0-787446EB19F6}"/>
                    </a:ext>
                  </a:extLst>
                </p14:cNvPr>
                <p14:cNvContentPartPr/>
                <p14:nvPr/>
              </p14:nvContentPartPr>
              <p14:xfrm>
                <a:off x="9971568" y="1813032"/>
                <a:ext cx="57240" cy="320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CE51C4F-6B75-F3F1-4BA0-787446EB19F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962568" y="1804392"/>
                  <a:ext cx="7488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CFFC47E-29C0-2416-971E-2B48728C2793}"/>
              </a:ext>
            </a:extLst>
          </p:cNvPr>
          <p:cNvGrpSpPr/>
          <p:nvPr/>
        </p:nvGrpSpPr>
        <p:grpSpPr>
          <a:xfrm>
            <a:off x="10236528" y="1381752"/>
            <a:ext cx="911160" cy="448920"/>
            <a:chOff x="10236528" y="1381752"/>
            <a:chExt cx="911160" cy="4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CE01451-6929-4FEF-7FC1-A158636DDF2A}"/>
                    </a:ext>
                  </a:extLst>
                </p14:cNvPr>
                <p14:cNvContentPartPr/>
                <p14:nvPr/>
              </p14:nvContentPartPr>
              <p14:xfrm>
                <a:off x="10236528" y="1560672"/>
                <a:ext cx="127800" cy="2138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CE01451-6929-4FEF-7FC1-A158636DDF2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27528" y="1552032"/>
                  <a:ext cx="1454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7C9EA87-C7A2-E00C-D668-F0DB0042866D}"/>
                    </a:ext>
                  </a:extLst>
                </p14:cNvPr>
                <p14:cNvContentPartPr/>
                <p14:nvPr/>
              </p14:nvContentPartPr>
              <p14:xfrm>
                <a:off x="10455768" y="1640592"/>
                <a:ext cx="2880" cy="385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7C9EA87-C7A2-E00C-D668-F0DB0042866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447128" y="1631952"/>
                  <a:ext cx="20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A5FC4EC-90A8-243F-CF41-833685DD1C68}"/>
                    </a:ext>
                  </a:extLst>
                </p14:cNvPr>
                <p14:cNvContentPartPr/>
                <p14:nvPr/>
              </p14:nvContentPartPr>
              <p14:xfrm>
                <a:off x="10550088" y="1502352"/>
                <a:ext cx="177120" cy="180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A5FC4EC-90A8-243F-CF41-833685DD1C6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541448" y="1493352"/>
                  <a:ext cx="1947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EFAE2AC-348A-B046-7C44-09F7EA65A025}"/>
                    </a:ext>
                  </a:extLst>
                </p14:cNvPr>
                <p14:cNvContentPartPr/>
                <p14:nvPr/>
              </p14:nvContentPartPr>
              <p14:xfrm>
                <a:off x="10767168" y="1544832"/>
                <a:ext cx="75960" cy="2260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EFAE2AC-348A-B046-7C44-09F7EA65A02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758528" y="1536192"/>
                  <a:ext cx="936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90C3392-3CE2-EC8C-F5F4-CD3FA5F24CC1}"/>
                    </a:ext>
                  </a:extLst>
                </p14:cNvPr>
                <p14:cNvContentPartPr/>
                <p14:nvPr/>
              </p14:nvContentPartPr>
              <p14:xfrm>
                <a:off x="10798488" y="1502352"/>
                <a:ext cx="98280" cy="1260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90C3392-3CE2-EC8C-F5F4-CD3FA5F24CC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789848" y="1493352"/>
                  <a:ext cx="1159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08B7A4B-2AF7-536D-7A9D-556F5514D620}"/>
                    </a:ext>
                  </a:extLst>
                </p14:cNvPr>
                <p14:cNvContentPartPr/>
                <p14:nvPr/>
              </p14:nvContentPartPr>
              <p14:xfrm>
                <a:off x="10969488" y="1381752"/>
                <a:ext cx="178200" cy="4489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08B7A4B-2AF7-536D-7A9D-556F5514D62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960848" y="1373112"/>
                  <a:ext cx="195840" cy="46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6BF578C8-B9E3-90DF-2794-40CC7B63C41E}"/>
              </a:ext>
            </a:extLst>
          </p:cNvPr>
          <p:cNvGrpSpPr/>
          <p:nvPr/>
        </p:nvGrpSpPr>
        <p:grpSpPr>
          <a:xfrm>
            <a:off x="9284328" y="2146032"/>
            <a:ext cx="415440" cy="384840"/>
            <a:chOff x="9284328" y="2146032"/>
            <a:chExt cx="41544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F9ABF44-28FC-A0A5-97FA-FB3E3806F75D}"/>
                    </a:ext>
                  </a:extLst>
                </p14:cNvPr>
                <p14:cNvContentPartPr/>
                <p14:nvPr/>
              </p14:nvContentPartPr>
              <p14:xfrm>
                <a:off x="9284328" y="2146032"/>
                <a:ext cx="252360" cy="3427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F9ABF44-28FC-A0A5-97FA-FB3E3806F75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275688" y="2137392"/>
                  <a:ext cx="27000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8711D5D-2458-56FF-05C5-C19832DF67D9}"/>
                    </a:ext>
                  </a:extLst>
                </p14:cNvPr>
                <p14:cNvContentPartPr/>
                <p14:nvPr/>
              </p14:nvContentPartPr>
              <p14:xfrm>
                <a:off x="9506088" y="2427912"/>
                <a:ext cx="137520" cy="1029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8711D5D-2458-56FF-05C5-C19832DF67D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497088" y="2419272"/>
                  <a:ext cx="1551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C46CD8C-FE65-2A45-FD04-774CC94D8999}"/>
                    </a:ext>
                  </a:extLst>
                </p14:cNvPr>
                <p14:cNvContentPartPr/>
                <p14:nvPr/>
              </p14:nvContentPartPr>
              <p14:xfrm>
                <a:off x="9539928" y="2312352"/>
                <a:ext cx="159840" cy="489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C46CD8C-FE65-2A45-FD04-774CC94D899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530928" y="2303712"/>
                  <a:ext cx="17748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62FF97CA-432E-F8DD-D599-8DC7778F94B2}"/>
              </a:ext>
            </a:extLst>
          </p:cNvPr>
          <p:cNvGrpSpPr/>
          <p:nvPr/>
        </p:nvGrpSpPr>
        <p:grpSpPr>
          <a:xfrm>
            <a:off x="9381528" y="2806632"/>
            <a:ext cx="360000" cy="426600"/>
            <a:chOff x="9381528" y="2806632"/>
            <a:chExt cx="360000" cy="42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C9E2A43-3275-5957-369B-B3130C90C716}"/>
                    </a:ext>
                  </a:extLst>
                </p14:cNvPr>
                <p14:cNvContentPartPr/>
                <p14:nvPr/>
              </p14:nvContentPartPr>
              <p14:xfrm>
                <a:off x="9381528" y="2806632"/>
                <a:ext cx="123120" cy="250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C9E2A43-3275-5957-369B-B3130C90C71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372528" y="2797992"/>
                  <a:ext cx="1407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CD188C1-1DED-2FDC-754F-400503C68D67}"/>
                    </a:ext>
                  </a:extLst>
                </p14:cNvPr>
                <p14:cNvContentPartPr/>
                <p14:nvPr/>
              </p14:nvContentPartPr>
              <p14:xfrm>
                <a:off x="9520128" y="3020832"/>
                <a:ext cx="221400" cy="2124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CD188C1-1DED-2FDC-754F-400503C68D6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511488" y="3011832"/>
                  <a:ext cx="239040" cy="23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40352416-CD51-F646-79DF-53C841CD796B}"/>
                  </a:ext>
                </a:extLst>
              </p14:cNvPr>
              <p14:cNvContentPartPr/>
              <p14:nvPr/>
            </p14:nvContentPartPr>
            <p14:xfrm>
              <a:off x="9929808" y="2990952"/>
              <a:ext cx="38160" cy="9360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40352416-CD51-F646-79DF-53C841CD796B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921168" y="2981952"/>
                <a:ext cx="55800" cy="11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2D3ED8D4-B82B-DA08-601F-DC97A21A5970}"/>
              </a:ext>
            </a:extLst>
          </p:cNvPr>
          <p:cNvGrpSpPr/>
          <p:nvPr/>
        </p:nvGrpSpPr>
        <p:grpSpPr>
          <a:xfrm>
            <a:off x="9487008" y="3434112"/>
            <a:ext cx="214200" cy="588960"/>
            <a:chOff x="9487008" y="3434112"/>
            <a:chExt cx="214200" cy="58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D2CCA4D-C81D-56FD-F578-4365F63E03B2}"/>
                    </a:ext>
                  </a:extLst>
                </p14:cNvPr>
                <p14:cNvContentPartPr/>
                <p14:nvPr/>
              </p14:nvContentPartPr>
              <p14:xfrm>
                <a:off x="9487008" y="3442032"/>
                <a:ext cx="99000" cy="5810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D2CCA4D-C81D-56FD-F578-4365F63E03B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478368" y="3433032"/>
                  <a:ext cx="11664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DB338D8-44E1-B0E2-FF35-9176375DBE94}"/>
                    </a:ext>
                  </a:extLst>
                </p14:cNvPr>
                <p14:cNvContentPartPr/>
                <p14:nvPr/>
              </p14:nvContentPartPr>
              <p14:xfrm>
                <a:off x="9539568" y="3434112"/>
                <a:ext cx="161640" cy="301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DB338D8-44E1-B0E2-FF35-9176375DBE9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30928" y="3425472"/>
                  <a:ext cx="179280" cy="31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D1FD4E04-85B6-B22F-29F6-64F5071152A1}"/>
              </a:ext>
            </a:extLst>
          </p:cNvPr>
          <p:cNvGrpSpPr/>
          <p:nvPr/>
        </p:nvGrpSpPr>
        <p:grpSpPr>
          <a:xfrm>
            <a:off x="9863208" y="3574152"/>
            <a:ext cx="109440" cy="95040"/>
            <a:chOff x="9863208" y="3574152"/>
            <a:chExt cx="109440" cy="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F911351-DD4F-AAF2-AF14-188E4CAC2D78}"/>
                    </a:ext>
                  </a:extLst>
                </p14:cNvPr>
                <p14:cNvContentPartPr/>
                <p14:nvPr/>
              </p14:nvContentPartPr>
              <p14:xfrm>
                <a:off x="9901368" y="3574152"/>
                <a:ext cx="71280" cy="97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F911351-DD4F-AAF2-AF14-188E4CAC2D7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892368" y="3565512"/>
                  <a:ext cx="889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86212B3-5488-7FFC-A009-8FD8F0D1AED6}"/>
                    </a:ext>
                  </a:extLst>
                </p14:cNvPr>
                <p14:cNvContentPartPr/>
                <p14:nvPr/>
              </p14:nvContentPartPr>
              <p14:xfrm>
                <a:off x="9863208" y="3655872"/>
                <a:ext cx="82800" cy="133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86212B3-5488-7FFC-A009-8FD8F0D1AED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854568" y="3646872"/>
                  <a:ext cx="10044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78958D8-7C8F-D007-5546-B47FAD1BFE85}"/>
              </a:ext>
            </a:extLst>
          </p:cNvPr>
          <p:cNvGrpSpPr/>
          <p:nvPr/>
        </p:nvGrpSpPr>
        <p:grpSpPr>
          <a:xfrm>
            <a:off x="10290528" y="2706768"/>
            <a:ext cx="712080" cy="488880"/>
            <a:chOff x="10290528" y="2706768"/>
            <a:chExt cx="712080" cy="48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A381934-B5B9-CC87-7408-8929C359FF47}"/>
                    </a:ext>
                  </a:extLst>
                </p14:cNvPr>
                <p14:cNvContentPartPr/>
                <p14:nvPr/>
              </p14:nvContentPartPr>
              <p14:xfrm>
                <a:off x="10290528" y="2839968"/>
                <a:ext cx="222120" cy="2347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A381934-B5B9-CC87-7408-8929C359FF4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281888" y="2830968"/>
                  <a:ext cx="2397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8886474-69AF-7305-FCBF-B06F4222858D}"/>
                    </a:ext>
                  </a:extLst>
                </p14:cNvPr>
                <p14:cNvContentPartPr/>
                <p14:nvPr/>
              </p14:nvContentPartPr>
              <p14:xfrm>
                <a:off x="10619208" y="2865528"/>
                <a:ext cx="52920" cy="3301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8886474-69AF-7305-FCBF-B06F4222858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610208" y="2856528"/>
                  <a:ext cx="7056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2C3DC81-AF24-94E7-3065-DCBC9C331F79}"/>
                    </a:ext>
                  </a:extLst>
                </p14:cNvPr>
                <p14:cNvContentPartPr/>
                <p14:nvPr/>
              </p14:nvContentPartPr>
              <p14:xfrm>
                <a:off x="10655208" y="2825568"/>
                <a:ext cx="77040" cy="1137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2C3DC81-AF24-94E7-3065-DCBC9C331F7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46208" y="2816928"/>
                  <a:ext cx="94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A5B8C76-9917-6DAB-C7B8-0495A89A4FEF}"/>
                    </a:ext>
                  </a:extLst>
                </p14:cNvPr>
                <p14:cNvContentPartPr/>
                <p14:nvPr/>
              </p14:nvContentPartPr>
              <p14:xfrm>
                <a:off x="10834488" y="2706768"/>
                <a:ext cx="113400" cy="4215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A5B8C76-9917-6DAB-C7B8-0495A89A4FE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825488" y="2697768"/>
                  <a:ext cx="13104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96106D8-B5B9-7A17-E71A-6A0AE57A9264}"/>
                    </a:ext>
                  </a:extLst>
                </p14:cNvPr>
                <p14:cNvContentPartPr/>
                <p14:nvPr/>
              </p14:nvContentPartPr>
              <p14:xfrm>
                <a:off x="10826568" y="2883528"/>
                <a:ext cx="176040" cy="234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96106D8-B5B9-7A17-E71A-6A0AE57A926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817568" y="2874888"/>
                  <a:ext cx="193680" cy="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82083643-758C-B46B-F61D-EE680EFD6538}"/>
              </a:ext>
            </a:extLst>
          </p:cNvPr>
          <p:cNvGrpSpPr/>
          <p:nvPr/>
        </p:nvGrpSpPr>
        <p:grpSpPr>
          <a:xfrm>
            <a:off x="9880848" y="2356272"/>
            <a:ext cx="82080" cy="95400"/>
            <a:chOff x="9880848" y="2356272"/>
            <a:chExt cx="82080" cy="9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F193BE8-8235-8DF0-983C-29B55A375E8B}"/>
                    </a:ext>
                  </a:extLst>
                </p14:cNvPr>
                <p14:cNvContentPartPr/>
                <p14:nvPr/>
              </p14:nvContentPartPr>
              <p14:xfrm>
                <a:off x="9880848" y="2356272"/>
                <a:ext cx="82080" cy="82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F193BE8-8235-8DF0-983C-29B55A375E8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872208" y="2347272"/>
                  <a:ext cx="997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F07456E-965C-D741-2995-EA4BFE99ED04}"/>
                    </a:ext>
                  </a:extLst>
                </p14:cNvPr>
                <p14:cNvContentPartPr/>
                <p14:nvPr/>
              </p14:nvContentPartPr>
              <p14:xfrm>
                <a:off x="9890568" y="2443392"/>
                <a:ext cx="69120" cy="8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F07456E-965C-D741-2995-EA4BFE99ED0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881928" y="2434752"/>
                  <a:ext cx="8676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48568D7-2DB8-70C3-AA07-900D74659DE4}"/>
              </a:ext>
            </a:extLst>
          </p:cNvPr>
          <p:cNvGrpSpPr/>
          <p:nvPr/>
        </p:nvGrpSpPr>
        <p:grpSpPr>
          <a:xfrm>
            <a:off x="10293408" y="3408408"/>
            <a:ext cx="558360" cy="261360"/>
            <a:chOff x="10293408" y="3408408"/>
            <a:chExt cx="55836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D0FC7CA-36BA-3CA7-B9D0-1BBD16B7E0B8}"/>
                    </a:ext>
                  </a:extLst>
                </p14:cNvPr>
                <p14:cNvContentPartPr/>
                <p14:nvPr/>
              </p14:nvContentPartPr>
              <p14:xfrm>
                <a:off x="10293408" y="3408408"/>
                <a:ext cx="87120" cy="2613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D0FC7CA-36BA-3CA7-B9D0-1BBD16B7E0B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284768" y="3399408"/>
                  <a:ext cx="1047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540FEDD-3AD2-DA42-D911-BB9746434143}"/>
                    </a:ext>
                  </a:extLst>
                </p14:cNvPr>
                <p14:cNvContentPartPr/>
                <p14:nvPr/>
              </p14:nvContentPartPr>
              <p14:xfrm>
                <a:off x="10447128" y="3447648"/>
                <a:ext cx="153360" cy="1976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540FEDD-3AD2-DA42-D911-BB974643414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438128" y="3438648"/>
                  <a:ext cx="1710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357BAA2-F3D6-E51A-CD10-7786521D4C2D}"/>
                    </a:ext>
                  </a:extLst>
                </p14:cNvPr>
                <p14:cNvContentPartPr/>
                <p14:nvPr/>
              </p14:nvContentPartPr>
              <p14:xfrm>
                <a:off x="10699128" y="3444048"/>
                <a:ext cx="152640" cy="1929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357BAA2-F3D6-E51A-CD10-7786521D4C2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690488" y="3435048"/>
                  <a:ext cx="17028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9CDD5862-4E3A-DE4F-9809-70A63E087AB1}"/>
              </a:ext>
            </a:extLst>
          </p:cNvPr>
          <p:cNvGrpSpPr/>
          <p:nvPr/>
        </p:nvGrpSpPr>
        <p:grpSpPr>
          <a:xfrm>
            <a:off x="9517608" y="3937968"/>
            <a:ext cx="723960" cy="559440"/>
            <a:chOff x="9517608" y="3937968"/>
            <a:chExt cx="723960" cy="55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734174F-2FB3-C0EB-5F4A-077F925344B5}"/>
                    </a:ext>
                  </a:extLst>
                </p14:cNvPr>
                <p14:cNvContentPartPr/>
                <p14:nvPr/>
              </p14:nvContentPartPr>
              <p14:xfrm>
                <a:off x="9593928" y="3937968"/>
                <a:ext cx="180720" cy="415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734174F-2FB3-C0EB-5F4A-077F925344B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585288" y="3929328"/>
                  <a:ext cx="19836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F655052-49F2-55BE-7C64-DC0C05DDFFC4}"/>
                    </a:ext>
                  </a:extLst>
                </p14:cNvPr>
                <p14:cNvContentPartPr/>
                <p14:nvPr/>
              </p14:nvContentPartPr>
              <p14:xfrm>
                <a:off x="9517608" y="4135608"/>
                <a:ext cx="214200" cy="280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F655052-49F2-55BE-7C64-DC0C05DDFFC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508968" y="4126608"/>
                  <a:ext cx="231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7FE50C0-F9C0-2A80-FD35-63DFACC6C9C8}"/>
                    </a:ext>
                  </a:extLst>
                </p14:cNvPr>
                <p14:cNvContentPartPr/>
                <p14:nvPr/>
              </p14:nvContentPartPr>
              <p14:xfrm>
                <a:off x="9790128" y="4254048"/>
                <a:ext cx="66240" cy="2433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7FE50C0-F9C0-2A80-FD35-63DFACC6C9C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781488" y="4245408"/>
                  <a:ext cx="838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695898E-825A-F0FB-EEE4-0DC129D800BD}"/>
                    </a:ext>
                  </a:extLst>
                </p14:cNvPr>
                <p14:cNvContentPartPr/>
                <p14:nvPr/>
              </p14:nvContentPartPr>
              <p14:xfrm>
                <a:off x="9733608" y="4236048"/>
                <a:ext cx="177120" cy="248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695898E-825A-F0FB-EEE4-0DC129D800B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724608" y="4227408"/>
                  <a:ext cx="194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65CC5A2-6F9C-F05B-82E4-B95F5555D15E}"/>
                    </a:ext>
                  </a:extLst>
                </p14:cNvPr>
                <p14:cNvContentPartPr/>
                <p14:nvPr/>
              </p14:nvContentPartPr>
              <p14:xfrm>
                <a:off x="10107288" y="4177008"/>
                <a:ext cx="74520" cy="61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65CC5A2-6F9C-F05B-82E4-B95F5555D15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098288" y="4168368"/>
                  <a:ext cx="921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894ED3A-ED5C-1F3F-F544-93AC5834D771}"/>
                    </a:ext>
                  </a:extLst>
                </p14:cNvPr>
                <p14:cNvContentPartPr/>
                <p14:nvPr/>
              </p14:nvContentPartPr>
              <p14:xfrm>
                <a:off x="10054728" y="4260528"/>
                <a:ext cx="186840" cy="705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894ED3A-ED5C-1F3F-F544-93AC5834D77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045728" y="4251888"/>
                  <a:ext cx="20448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3E4F78DB-FB86-F2FF-B69C-EE773C9A87BE}"/>
              </a:ext>
            </a:extLst>
          </p:cNvPr>
          <p:cNvGrpSpPr/>
          <p:nvPr/>
        </p:nvGrpSpPr>
        <p:grpSpPr>
          <a:xfrm>
            <a:off x="10455768" y="3898008"/>
            <a:ext cx="1182240" cy="457920"/>
            <a:chOff x="10455768" y="3898008"/>
            <a:chExt cx="1182240" cy="45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33AA0D6-1A56-8B1F-0C0D-C8A1CF2E06B6}"/>
                    </a:ext>
                  </a:extLst>
                </p14:cNvPr>
                <p14:cNvContentPartPr/>
                <p14:nvPr/>
              </p14:nvContentPartPr>
              <p14:xfrm>
                <a:off x="10455768" y="3968928"/>
                <a:ext cx="117000" cy="387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33AA0D6-1A56-8B1F-0C0D-C8A1CF2E06B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447128" y="3960288"/>
                  <a:ext cx="13464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609F3CC-06A5-80D6-F687-757296FDC448}"/>
                    </a:ext>
                  </a:extLst>
                </p14:cNvPr>
                <p14:cNvContentPartPr/>
                <p14:nvPr/>
              </p14:nvContentPartPr>
              <p14:xfrm>
                <a:off x="10477368" y="4123368"/>
                <a:ext cx="159840" cy="234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609F3CC-06A5-80D6-F687-757296FDC44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468368" y="4114728"/>
                  <a:ext cx="1774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B6C42F3-BA10-677E-A695-2E08751D1FFA}"/>
                    </a:ext>
                  </a:extLst>
                </p14:cNvPr>
                <p14:cNvContentPartPr/>
                <p14:nvPr/>
              </p14:nvContentPartPr>
              <p14:xfrm>
                <a:off x="10631448" y="3980448"/>
                <a:ext cx="139320" cy="3193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B6C42F3-BA10-677E-A695-2E08751D1FF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622808" y="3971448"/>
                  <a:ext cx="1569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BDE6CD4-0B19-651C-D21C-A83FCACA8C3B}"/>
                    </a:ext>
                  </a:extLst>
                </p14:cNvPr>
                <p14:cNvContentPartPr/>
                <p14:nvPr/>
              </p14:nvContentPartPr>
              <p14:xfrm>
                <a:off x="10896408" y="3970728"/>
                <a:ext cx="242640" cy="3247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BDE6CD4-0B19-651C-D21C-A83FCACA8C3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887408" y="3962088"/>
                  <a:ext cx="2602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743199B-77EF-2718-32A6-977AA03AEB92}"/>
                    </a:ext>
                  </a:extLst>
                </p14:cNvPr>
                <p14:cNvContentPartPr/>
                <p14:nvPr/>
              </p14:nvContentPartPr>
              <p14:xfrm>
                <a:off x="11218968" y="3932208"/>
                <a:ext cx="97920" cy="3236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743199B-77EF-2718-32A6-977AA03AEB9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210328" y="3923208"/>
                  <a:ext cx="1155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B808B71-527E-D7F9-05C6-8A41DAE95742}"/>
                    </a:ext>
                  </a:extLst>
                </p14:cNvPr>
                <p14:cNvContentPartPr/>
                <p14:nvPr/>
              </p14:nvContentPartPr>
              <p14:xfrm>
                <a:off x="11313288" y="3898008"/>
                <a:ext cx="138240" cy="324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B808B71-527E-D7F9-05C6-8A41DAE9574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304648" y="3889008"/>
                  <a:ext cx="1558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664F851-A40C-2574-0988-47382B3934B7}"/>
                    </a:ext>
                  </a:extLst>
                </p14:cNvPr>
                <p14:cNvContentPartPr/>
                <p14:nvPr/>
              </p14:nvContentPartPr>
              <p14:xfrm>
                <a:off x="11271888" y="4069728"/>
                <a:ext cx="69120" cy="162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664F851-A40C-2574-0988-47382B3934B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263248" y="4061088"/>
                  <a:ext cx="86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A0A5BCA-E27B-9579-2BCF-F607B344340E}"/>
                    </a:ext>
                  </a:extLst>
                </p14:cNvPr>
                <p14:cNvContentPartPr/>
                <p14:nvPr/>
              </p14:nvContentPartPr>
              <p14:xfrm>
                <a:off x="11461608" y="3949848"/>
                <a:ext cx="34200" cy="97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A0A5BCA-E27B-9579-2BCF-F607B344340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452608" y="3941208"/>
                  <a:ext cx="51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5AE2FD9-8A6F-A63E-6D68-C0CB301F7800}"/>
                    </a:ext>
                  </a:extLst>
                </p14:cNvPr>
                <p14:cNvContentPartPr/>
                <p14:nvPr/>
              </p14:nvContentPartPr>
              <p14:xfrm>
                <a:off x="11438928" y="3953448"/>
                <a:ext cx="171720" cy="2790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5AE2FD9-8A6F-A63E-6D68-C0CB301F780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430288" y="3944448"/>
                  <a:ext cx="1893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BAF4449-BCDA-BC84-8018-7F58AB8DBCB9}"/>
                    </a:ext>
                  </a:extLst>
                </p14:cNvPr>
                <p14:cNvContentPartPr/>
                <p14:nvPr/>
              </p14:nvContentPartPr>
              <p14:xfrm>
                <a:off x="11497608" y="4063608"/>
                <a:ext cx="140400" cy="90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BAF4449-BCDA-BC84-8018-7F58AB8DBCB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488608" y="4054968"/>
                  <a:ext cx="15804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B5A0A127-12B9-D203-DC57-B28B7AAD81BC}"/>
              </a:ext>
            </a:extLst>
          </p:cNvPr>
          <p:cNvGrpSpPr/>
          <p:nvPr/>
        </p:nvGrpSpPr>
        <p:grpSpPr>
          <a:xfrm>
            <a:off x="8824608" y="4819968"/>
            <a:ext cx="1597680" cy="707400"/>
            <a:chOff x="8824608" y="4819968"/>
            <a:chExt cx="1597680" cy="70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8A4384D-88D8-CFD2-33F8-A6DAAD0FB3D2}"/>
                    </a:ext>
                  </a:extLst>
                </p14:cNvPr>
                <p14:cNvContentPartPr/>
                <p14:nvPr/>
              </p14:nvContentPartPr>
              <p14:xfrm>
                <a:off x="9381168" y="4924368"/>
                <a:ext cx="158760" cy="3506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8A4384D-88D8-CFD2-33F8-A6DAAD0FB3D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372168" y="4915728"/>
                  <a:ext cx="1764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37EF77D-F096-AAD6-56EC-A8D17031C166}"/>
                    </a:ext>
                  </a:extLst>
                </p14:cNvPr>
                <p14:cNvContentPartPr/>
                <p14:nvPr/>
              </p14:nvContentPartPr>
              <p14:xfrm>
                <a:off x="9592488" y="5208768"/>
                <a:ext cx="83160" cy="1551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37EF77D-F096-AAD6-56EC-A8D17031C16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583848" y="5200128"/>
                  <a:ext cx="1008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3C07C17-2290-9CF1-FA0A-4EDECC32BD35}"/>
                    </a:ext>
                  </a:extLst>
                </p14:cNvPr>
                <p14:cNvContentPartPr/>
                <p14:nvPr/>
              </p14:nvContentPartPr>
              <p14:xfrm>
                <a:off x="9736488" y="5147568"/>
                <a:ext cx="128880" cy="1796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3C07C17-2290-9CF1-FA0A-4EDECC32BD3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727488" y="5138568"/>
                  <a:ext cx="1465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43FD16A-0E75-E356-4381-E96D3B47A6E4}"/>
                    </a:ext>
                  </a:extLst>
                </p14:cNvPr>
                <p14:cNvContentPartPr/>
                <p14:nvPr/>
              </p14:nvContentPartPr>
              <p14:xfrm>
                <a:off x="9755928" y="5137848"/>
                <a:ext cx="127080" cy="2124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43FD16A-0E75-E356-4381-E96D3B47A6E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747288" y="5128848"/>
                  <a:ext cx="1447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F291C9D-8F75-4E42-F3AD-F9ADF34B2FE7}"/>
                    </a:ext>
                  </a:extLst>
                </p14:cNvPr>
                <p14:cNvContentPartPr/>
                <p14:nvPr/>
              </p14:nvContentPartPr>
              <p14:xfrm>
                <a:off x="8824608" y="5090688"/>
                <a:ext cx="288360" cy="3466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F291C9D-8F75-4E42-F3AD-F9ADF34B2FE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815968" y="5082048"/>
                  <a:ext cx="30600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290527C-9352-57B8-857F-FE78510452D8}"/>
                    </a:ext>
                  </a:extLst>
                </p14:cNvPr>
                <p14:cNvContentPartPr/>
                <p14:nvPr/>
              </p14:nvContentPartPr>
              <p14:xfrm>
                <a:off x="9140688" y="5350968"/>
                <a:ext cx="169200" cy="1515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290527C-9352-57B8-857F-FE78510452D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31688" y="5342328"/>
                  <a:ext cx="1868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CC17468-08BD-9558-F4C4-6F7CD4DC9DCB}"/>
                    </a:ext>
                  </a:extLst>
                </p14:cNvPr>
                <p14:cNvContentPartPr/>
                <p14:nvPr/>
              </p14:nvContentPartPr>
              <p14:xfrm>
                <a:off x="10086768" y="4819968"/>
                <a:ext cx="209520" cy="2336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CC17468-08BD-9558-F4C4-6F7CD4DC9DC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078128" y="4810968"/>
                  <a:ext cx="2271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465FDA6-7DA3-159A-E641-1CFA1C3E43BA}"/>
                    </a:ext>
                  </a:extLst>
                </p14:cNvPr>
                <p14:cNvContentPartPr/>
                <p14:nvPr/>
              </p14:nvContentPartPr>
              <p14:xfrm>
                <a:off x="10030248" y="5095008"/>
                <a:ext cx="392040" cy="662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465FDA6-7DA3-159A-E641-1CFA1C3E43B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021608" y="5086008"/>
                  <a:ext cx="4096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44A133C-A66E-9E4F-09C9-82A50D15D377}"/>
                    </a:ext>
                  </a:extLst>
                </p14:cNvPr>
                <p14:cNvContentPartPr/>
                <p14:nvPr/>
              </p14:nvContentPartPr>
              <p14:xfrm>
                <a:off x="10129608" y="5288688"/>
                <a:ext cx="223560" cy="2386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44A133C-A66E-9E4F-09C9-82A50D15D37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120968" y="5280048"/>
                  <a:ext cx="24120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644717D7-6DFE-EF85-E25D-56615DC48234}"/>
              </a:ext>
            </a:extLst>
          </p:cNvPr>
          <p:cNvGrpSpPr/>
          <p:nvPr/>
        </p:nvGrpSpPr>
        <p:grpSpPr>
          <a:xfrm>
            <a:off x="10608048" y="4934088"/>
            <a:ext cx="125280" cy="99000"/>
            <a:chOff x="10608048" y="4934088"/>
            <a:chExt cx="125280" cy="9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0CF9CBC-2BAF-A0F6-02DA-D2CD02D48742}"/>
                    </a:ext>
                  </a:extLst>
                </p14:cNvPr>
                <p14:cNvContentPartPr/>
                <p14:nvPr/>
              </p14:nvContentPartPr>
              <p14:xfrm>
                <a:off x="10608048" y="4934088"/>
                <a:ext cx="111240" cy="223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0CF9CBC-2BAF-A0F6-02DA-D2CD02D4874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599408" y="4925448"/>
                  <a:ext cx="128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1D37EFE-F328-5E0A-D302-2928E96BCCDF}"/>
                    </a:ext>
                  </a:extLst>
                </p14:cNvPr>
                <p14:cNvContentPartPr/>
                <p14:nvPr/>
              </p14:nvContentPartPr>
              <p14:xfrm>
                <a:off x="10624608" y="5001768"/>
                <a:ext cx="108720" cy="313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1D37EFE-F328-5E0A-D302-2928E96BCCD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615968" y="4993128"/>
                  <a:ext cx="12636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774758F0-C693-CB35-3E24-FA9BD39EF805}"/>
              </a:ext>
            </a:extLst>
          </p:cNvPr>
          <p:cNvGrpSpPr/>
          <p:nvPr/>
        </p:nvGrpSpPr>
        <p:grpSpPr>
          <a:xfrm>
            <a:off x="10914408" y="4677408"/>
            <a:ext cx="795600" cy="815040"/>
            <a:chOff x="10914408" y="4677408"/>
            <a:chExt cx="795600" cy="81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B1C3D1F-1A53-94D8-002B-24CD4CB7CDA1}"/>
                    </a:ext>
                  </a:extLst>
                </p14:cNvPr>
                <p14:cNvContentPartPr/>
                <p14:nvPr/>
              </p14:nvContentPartPr>
              <p14:xfrm>
                <a:off x="10914408" y="4729608"/>
                <a:ext cx="171720" cy="2390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B1C3D1F-1A53-94D8-002B-24CD4CB7CDA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905408" y="4720608"/>
                  <a:ext cx="1893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92CFD80-6DAC-5B9F-3C92-500B21C4371A}"/>
                    </a:ext>
                  </a:extLst>
                </p14:cNvPr>
                <p14:cNvContentPartPr/>
                <p14:nvPr/>
              </p14:nvContentPartPr>
              <p14:xfrm>
                <a:off x="11164248" y="4751928"/>
                <a:ext cx="56880" cy="2034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92CFD80-6DAC-5B9F-3C92-500B21C4371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155248" y="4742928"/>
                  <a:ext cx="745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8403645-C662-C406-1EC8-06FDF20B7511}"/>
                    </a:ext>
                  </a:extLst>
                </p14:cNvPr>
                <p14:cNvContentPartPr/>
                <p14:nvPr/>
              </p14:nvContentPartPr>
              <p14:xfrm>
                <a:off x="11161008" y="4677408"/>
                <a:ext cx="129600" cy="637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8403645-C662-C406-1EC8-06FDF20B751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152368" y="4668768"/>
                  <a:ext cx="1472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B99DED8-F63E-0A3C-79A3-5A2316592886}"/>
                    </a:ext>
                  </a:extLst>
                </p14:cNvPr>
                <p14:cNvContentPartPr/>
                <p14:nvPr/>
              </p14:nvContentPartPr>
              <p14:xfrm>
                <a:off x="11338488" y="4760208"/>
                <a:ext cx="138600" cy="1368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B99DED8-F63E-0A3C-79A3-5A231659288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329488" y="4751568"/>
                  <a:ext cx="1562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6836FA5-E13E-58F0-5559-75A5BE52779F}"/>
                    </a:ext>
                  </a:extLst>
                </p14:cNvPr>
                <p14:cNvContentPartPr/>
                <p14:nvPr/>
              </p14:nvContentPartPr>
              <p14:xfrm>
                <a:off x="11508048" y="4697928"/>
                <a:ext cx="111960" cy="1810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6836FA5-E13E-58F0-5559-75A5BE52779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499048" y="4689288"/>
                  <a:ext cx="129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DC3152A-F6DB-A011-7344-930B6ABFD9F6}"/>
                    </a:ext>
                  </a:extLst>
                </p14:cNvPr>
                <p14:cNvContentPartPr/>
                <p14:nvPr/>
              </p14:nvContentPartPr>
              <p14:xfrm>
                <a:off x="11522448" y="4776768"/>
                <a:ext cx="105840" cy="338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DC3152A-F6DB-A011-7344-930B6ABFD9F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513448" y="4768128"/>
                  <a:ext cx="1234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F49AB95-EC5E-5964-6698-832422240AE3}"/>
                    </a:ext>
                  </a:extLst>
                </p14:cNvPr>
                <p14:cNvContentPartPr/>
                <p14:nvPr/>
              </p14:nvContentPartPr>
              <p14:xfrm>
                <a:off x="11277648" y="4978728"/>
                <a:ext cx="344520" cy="432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F49AB95-EC5E-5964-6698-832422240AE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268648" y="4969728"/>
                  <a:ext cx="3621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C1630B3-B8E0-9748-5DDD-28DE03AE8B03}"/>
                    </a:ext>
                  </a:extLst>
                </p14:cNvPr>
                <p14:cNvContentPartPr/>
                <p14:nvPr/>
              </p14:nvContentPartPr>
              <p14:xfrm>
                <a:off x="11407968" y="5173128"/>
                <a:ext cx="123120" cy="3193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C1630B3-B8E0-9748-5DDD-28DE03AE8B0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398968" y="5164128"/>
                  <a:ext cx="1407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BD84CB3-1DA0-AF33-58F3-C8096FD57ED1}"/>
                    </a:ext>
                  </a:extLst>
                </p14:cNvPr>
                <p14:cNvContentPartPr/>
                <p14:nvPr/>
              </p14:nvContentPartPr>
              <p14:xfrm>
                <a:off x="11592648" y="5030928"/>
                <a:ext cx="117360" cy="910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BD84CB3-1DA0-AF33-58F3-C8096FD57ED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584008" y="5022288"/>
                  <a:ext cx="135000" cy="108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138586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1687"/>
            <a:ext cx="12029546" cy="522812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32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57764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766" y="61254"/>
            <a:ext cx="10515600" cy="58713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Arial Black" panose="020B0A04020102020204" pitchFamily="34" charset="0"/>
              </a:rPr>
              <a:t>High Frequency Analysis</a:t>
            </a:r>
            <a:endParaRPr lang="en-AU" sz="3600" b="1" dirty="0">
              <a:latin typeface="Arial Black" panose="020B0A040201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0" y="6338776"/>
            <a:ext cx="12192000" cy="731495"/>
            <a:chOff x="0" y="6120089"/>
            <a:chExt cx="12192000" cy="731495"/>
          </a:xfrm>
        </p:grpSpPr>
        <p:sp>
          <p:nvSpPr>
            <p:cNvPr id="5" name="Rectangle 4"/>
            <p:cNvSpPr/>
            <p:nvPr/>
          </p:nvSpPr>
          <p:spPr>
            <a:xfrm>
              <a:off x="0" y="6311584"/>
              <a:ext cx="12192000" cy="5400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120089"/>
              <a:ext cx="12192000" cy="180000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373" y="6351247"/>
            <a:ext cx="1194487" cy="506753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EC021D9-EDA7-3A58-CB97-32F40671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1687"/>
            <a:ext cx="12029546" cy="522812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sz="32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4572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AU" sz="2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200" dirty="0">
              <a:latin typeface="+mn-lt"/>
              <a:sym typeface="Symbol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3000" b="1" dirty="0">
              <a:latin typeface="Arial" panose="020B0604020202020204" pitchFamily="34" charset="0"/>
              <a:cs typeface="Arial" panose="020B0604020202020204" pitchFamily="34" charset="0"/>
              <a:sym typeface="Symbo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14:cNvPr>
              <p14:cNvContentPartPr/>
              <p14:nvPr/>
            </p14:nvContentPartPr>
            <p14:xfrm>
              <a:off x="-72072" y="1275552"/>
              <a:ext cx="3240" cy="90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BD4CAF1-A7EA-D0CA-8193-ADAEE97542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81072" y="1266552"/>
                <a:ext cx="20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14:cNvPr>
              <p14:cNvContentPartPr/>
              <p14:nvPr/>
            </p14:nvContentPartPr>
            <p14:xfrm>
              <a:off x="12812328" y="6885432"/>
              <a:ext cx="146160" cy="136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55ED60A-BF88-4234-C9DA-940922275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803688" y="6876432"/>
                <a:ext cx="163800" cy="15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5434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2888</TotalTime>
  <Words>2016</Words>
  <Application>Microsoft Office PowerPoint</Application>
  <PresentationFormat>Widescreen</PresentationFormat>
  <Paragraphs>413</Paragraphs>
  <Slides>54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4" baseType="lpstr">
      <vt:lpstr>Arial</vt:lpstr>
      <vt:lpstr>Arial Black</vt:lpstr>
      <vt:lpstr>Calibri</vt:lpstr>
      <vt:lpstr>Calibri Light</vt:lpstr>
      <vt:lpstr>Cambria</vt:lpstr>
      <vt:lpstr>Cambria Math</vt:lpstr>
      <vt:lpstr>Courier New</vt:lpstr>
      <vt:lpstr>Wingdings</vt:lpstr>
      <vt:lpstr>Office Theme</vt:lpstr>
      <vt:lpstr>Visio</vt:lpstr>
      <vt:lpstr>WEEK 5  Transistor Amplifiers – Frequency Response</vt:lpstr>
      <vt:lpstr>PowerPoint Presentation</vt:lpstr>
      <vt:lpstr>Learning Outcomes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Short Circuit Time Constant </vt:lpstr>
      <vt:lpstr>Open Circuit Time Constant </vt:lpstr>
      <vt:lpstr>Open Circuit Time Constant </vt:lpstr>
      <vt:lpstr>Miller’s Theorem </vt:lpstr>
      <vt:lpstr>Miller’s Theorem </vt:lpstr>
      <vt:lpstr>Miller’s Theorem </vt:lpstr>
      <vt:lpstr>Miller’s Theorem </vt:lpstr>
      <vt:lpstr>Miller’s Theorem </vt:lpstr>
      <vt:lpstr>Miller’s Theorem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Analysis  </vt:lpstr>
      <vt:lpstr>High Frequency Limit – Hybrid-π Model</vt:lpstr>
      <vt:lpstr>High Frequency Limit – Hybrid-π Model</vt:lpstr>
      <vt:lpstr>High Frequency Limit – Hybrid-π Model</vt:lpstr>
      <vt:lpstr>High Frequency Limit – Hybrid-π Model</vt:lpstr>
      <vt:lpstr>High Frequency Limit – Hybrid-π Model</vt:lpstr>
      <vt:lpstr>High Frequency Limit – Hybrid-π Model</vt:lpstr>
      <vt:lpstr>High Frequency Analysis</vt:lpstr>
      <vt:lpstr>High Frequency Analysis</vt:lpstr>
      <vt:lpstr>High Frequency Analysis</vt:lpstr>
      <vt:lpstr>High Frequency Analysis</vt:lpstr>
      <vt:lpstr>High Frequency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Aron Michael</cp:lastModifiedBy>
  <cp:revision>4</cp:revision>
  <dcterms:created xsi:type="dcterms:W3CDTF">2018-04-12T05:54:00Z</dcterms:created>
  <dcterms:modified xsi:type="dcterms:W3CDTF">2023-06-30T02:22:43Z</dcterms:modified>
</cp:coreProperties>
</file>