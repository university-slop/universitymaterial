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76" r:id="rId3"/>
    <p:sldId id="267" r:id="rId4"/>
    <p:sldId id="292" r:id="rId5"/>
    <p:sldId id="417" r:id="rId6"/>
    <p:sldId id="418" r:id="rId7"/>
    <p:sldId id="419" r:id="rId8"/>
    <p:sldId id="420" r:id="rId9"/>
    <p:sldId id="421" r:id="rId10"/>
    <p:sldId id="423" r:id="rId11"/>
    <p:sldId id="422" r:id="rId12"/>
    <p:sldId id="424" r:id="rId13"/>
    <p:sldId id="379" r:id="rId14"/>
    <p:sldId id="425" r:id="rId15"/>
    <p:sldId id="426" r:id="rId16"/>
    <p:sldId id="427" r:id="rId17"/>
    <p:sldId id="429" r:id="rId18"/>
    <p:sldId id="428" r:id="rId19"/>
    <p:sldId id="430" r:id="rId20"/>
    <p:sldId id="431" r:id="rId21"/>
    <p:sldId id="432" r:id="rId22"/>
    <p:sldId id="433" r:id="rId23"/>
    <p:sldId id="434" r:id="rId24"/>
    <p:sldId id="435" r:id="rId25"/>
    <p:sldId id="436" r:id="rId26"/>
    <p:sldId id="437" r:id="rId27"/>
    <p:sldId id="438" r:id="rId28"/>
    <p:sldId id="439" r:id="rId29"/>
    <p:sldId id="440" r:id="rId30"/>
    <p:sldId id="441" r:id="rId31"/>
    <p:sldId id="442" r:id="rId32"/>
    <p:sldId id="443" r:id="rId33"/>
    <p:sldId id="444" r:id="rId34"/>
    <p:sldId id="445" r:id="rId35"/>
    <p:sldId id="446" r:id="rId36"/>
    <p:sldId id="447" r:id="rId37"/>
    <p:sldId id="44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2121"/>
    <a:srgbClr val="FFFFFF"/>
    <a:srgbClr val="96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7B37C7-923F-4858-84B7-9653DBF059D8}" v="120" dt="2023-06-15T09:47:45.377"/>
    <p1510:client id="{97C2611C-583D-4F36-B993-A1D7AFC2F934}" v="499" dt="2023-06-15T09:38:16.3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0"/>
  </p:normalViewPr>
  <p:slideViewPr>
    <p:cSldViewPr snapToGrid="0">
      <p:cViewPr>
        <p:scale>
          <a:sx n="120" d="100"/>
          <a:sy n="120" d="100"/>
        </p:scale>
        <p:origin x="256" y="2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on Michael" userId="a6335a5c-3af6-488f-9ef1-dea14714a451" providerId="ADAL" clId="{497B37C7-923F-4858-84B7-9653DBF059D8}"/>
    <pc:docChg chg="custSel addSld modSld">
      <pc:chgData name="Aron Michael" userId="a6335a5c-3af6-488f-9ef1-dea14714a451" providerId="ADAL" clId="{497B37C7-923F-4858-84B7-9653DBF059D8}" dt="2023-06-15T09:47:45.377" v="2694"/>
      <pc:docMkLst>
        <pc:docMk/>
      </pc:docMkLst>
      <pc:sldChg chg="modSp mod">
        <pc:chgData name="Aron Michael" userId="a6335a5c-3af6-488f-9ef1-dea14714a451" providerId="ADAL" clId="{497B37C7-923F-4858-84B7-9653DBF059D8}" dt="2023-06-12T13:05:58.529" v="52" actId="20577"/>
        <pc:sldMkLst>
          <pc:docMk/>
          <pc:sldMk cId="535187678" sldId="256"/>
        </pc:sldMkLst>
        <pc:spChg chg="mod">
          <ac:chgData name="Aron Michael" userId="a6335a5c-3af6-488f-9ef1-dea14714a451" providerId="ADAL" clId="{497B37C7-923F-4858-84B7-9653DBF059D8}" dt="2023-06-12T13:05:58.529" v="52" actId="20577"/>
          <ac:spMkLst>
            <pc:docMk/>
            <pc:sldMk cId="535187678" sldId="256"/>
            <ac:spMk id="2" creationId="{00000000-0000-0000-0000-000000000000}"/>
          </ac:spMkLst>
        </pc:spChg>
      </pc:sldChg>
      <pc:sldChg chg="modSp mod">
        <pc:chgData name="Aron Michael" userId="a6335a5c-3af6-488f-9ef1-dea14714a451" providerId="ADAL" clId="{497B37C7-923F-4858-84B7-9653DBF059D8}" dt="2023-06-12T13:54:09.465" v="1274" actId="5793"/>
        <pc:sldMkLst>
          <pc:docMk/>
          <pc:sldMk cId="2617623060" sldId="267"/>
        </pc:sldMkLst>
        <pc:spChg chg="mod">
          <ac:chgData name="Aron Michael" userId="a6335a5c-3af6-488f-9ef1-dea14714a451" providerId="ADAL" clId="{497B37C7-923F-4858-84B7-9653DBF059D8}" dt="2023-06-12T13:54:09.465" v="1274" actId="5793"/>
          <ac:spMkLst>
            <pc:docMk/>
            <pc:sldMk cId="2617623060" sldId="267"/>
            <ac:spMk id="19" creationId="{BEC021D9-EDA7-3A58-CB97-32F406713A00}"/>
          </ac:spMkLst>
        </pc:spChg>
      </pc:sldChg>
      <pc:sldChg chg="addSp delSp modSp mod">
        <pc:chgData name="Aron Michael" userId="a6335a5c-3af6-488f-9ef1-dea14714a451" providerId="ADAL" clId="{497B37C7-923F-4858-84B7-9653DBF059D8}" dt="2023-06-12T13:22:12.800" v="180"/>
        <pc:sldMkLst>
          <pc:docMk/>
          <pc:sldMk cId="2689419930" sldId="276"/>
        </pc:sldMkLst>
        <pc:grpChg chg="del mod">
          <ac:chgData name="Aron Michael" userId="a6335a5c-3af6-488f-9ef1-dea14714a451" providerId="ADAL" clId="{497B37C7-923F-4858-84B7-9653DBF059D8}" dt="2023-06-12T13:19:34.014" v="126"/>
          <ac:grpSpMkLst>
            <pc:docMk/>
            <pc:sldMk cId="2689419930" sldId="276"/>
            <ac:grpSpMk id="65" creationId="{0839EAE8-D16D-4ED6-42F2-EFDC4C57D435}"/>
          </ac:grpSpMkLst>
        </pc:grpChg>
        <pc:grpChg chg="del mod">
          <ac:chgData name="Aron Michael" userId="a6335a5c-3af6-488f-9ef1-dea14714a451" providerId="ADAL" clId="{497B37C7-923F-4858-84B7-9653DBF059D8}" dt="2023-06-12T13:19:39.080" v="132"/>
          <ac:grpSpMkLst>
            <pc:docMk/>
            <pc:sldMk cId="2689419930" sldId="276"/>
            <ac:grpSpMk id="71" creationId="{EF1929A2-EE01-1066-925F-974E2E802A02}"/>
          </ac:grpSpMkLst>
        </pc:grpChg>
        <pc:grpChg chg="del mod">
          <ac:chgData name="Aron Michael" userId="a6335a5c-3af6-488f-9ef1-dea14714a451" providerId="ADAL" clId="{497B37C7-923F-4858-84B7-9653DBF059D8}" dt="2023-06-12T13:19:42.354" v="135"/>
          <ac:grpSpMkLst>
            <pc:docMk/>
            <pc:sldMk cId="2689419930" sldId="276"/>
            <ac:grpSpMk id="77" creationId="{534D8D50-9498-44AB-CC0B-B8BE6797E636}"/>
          </ac:grpSpMkLst>
        </pc:grpChg>
        <pc:grpChg chg="del mod">
          <ac:chgData name="Aron Michael" userId="a6335a5c-3af6-488f-9ef1-dea14714a451" providerId="ADAL" clId="{497B37C7-923F-4858-84B7-9653DBF059D8}" dt="2023-06-12T13:19:55.281" v="138"/>
          <ac:grpSpMkLst>
            <pc:docMk/>
            <pc:sldMk cId="2689419930" sldId="276"/>
            <ac:grpSpMk id="80" creationId="{4A1404C1-71A8-4773-6572-1147A7C84D46}"/>
          </ac:grpSpMkLst>
        </pc:grpChg>
        <pc:grpChg chg="del mod">
          <ac:chgData name="Aron Michael" userId="a6335a5c-3af6-488f-9ef1-dea14714a451" providerId="ADAL" clId="{497B37C7-923F-4858-84B7-9653DBF059D8}" dt="2023-06-12T13:20:09.276" v="155"/>
          <ac:grpSpMkLst>
            <pc:docMk/>
            <pc:sldMk cId="2689419930" sldId="276"/>
            <ac:grpSpMk id="83" creationId="{BD1276E2-7F6A-475F-058E-E153592737DB}"/>
          </ac:grpSpMkLst>
        </pc:grpChg>
        <pc:grpChg chg="del mod">
          <ac:chgData name="Aron Michael" userId="a6335a5c-3af6-488f-9ef1-dea14714a451" providerId="ADAL" clId="{497B37C7-923F-4858-84B7-9653DBF059D8}" dt="2023-06-12T13:20:09.276" v="155"/>
          <ac:grpSpMkLst>
            <pc:docMk/>
            <pc:sldMk cId="2689419930" sldId="276"/>
            <ac:grpSpMk id="92" creationId="{56C9DC64-E3CA-B6D5-0177-CC17287C2B85}"/>
          </ac:grpSpMkLst>
        </pc:grpChg>
        <pc:grpChg chg="del mod">
          <ac:chgData name="Aron Michael" userId="a6335a5c-3af6-488f-9ef1-dea14714a451" providerId="ADAL" clId="{497B37C7-923F-4858-84B7-9653DBF059D8}" dt="2023-06-12T13:20:09.276" v="155"/>
          <ac:grpSpMkLst>
            <pc:docMk/>
            <pc:sldMk cId="2689419930" sldId="276"/>
            <ac:grpSpMk id="93" creationId="{114AF317-77E1-8A06-0C07-E60707D6EB83}"/>
          </ac:grpSpMkLst>
        </pc:grpChg>
        <pc:grpChg chg="del mod">
          <ac:chgData name="Aron Michael" userId="a6335a5c-3af6-488f-9ef1-dea14714a451" providerId="ADAL" clId="{497B37C7-923F-4858-84B7-9653DBF059D8}" dt="2023-06-12T13:20:09.276" v="155"/>
          <ac:grpSpMkLst>
            <pc:docMk/>
            <pc:sldMk cId="2689419930" sldId="276"/>
            <ac:grpSpMk id="101" creationId="{4552E8FB-11FE-B439-E869-2F2A355C1CD5}"/>
          </ac:grpSpMkLst>
        </pc:grpChg>
        <pc:grpChg chg="del mod">
          <ac:chgData name="Aron Michael" userId="a6335a5c-3af6-488f-9ef1-dea14714a451" providerId="ADAL" clId="{497B37C7-923F-4858-84B7-9653DBF059D8}" dt="2023-06-12T13:20:12.608" v="159"/>
          <ac:grpSpMkLst>
            <pc:docMk/>
            <pc:sldMk cId="2689419930" sldId="276"/>
            <ac:grpSpMk id="102" creationId="{FBBBFF6E-727E-2B80-6034-D23FBC8ABA9D}"/>
          </ac:grpSpMkLst>
        </pc:grpChg>
        <pc:grpChg chg="mod">
          <ac:chgData name="Aron Michael" userId="a6335a5c-3af6-488f-9ef1-dea14714a451" providerId="ADAL" clId="{497B37C7-923F-4858-84B7-9653DBF059D8}" dt="2023-06-12T13:20:12.608" v="159"/>
          <ac:grpSpMkLst>
            <pc:docMk/>
            <pc:sldMk cId="2689419930" sldId="276"/>
            <ac:grpSpMk id="106" creationId="{74131D03-EBFF-CB9E-F5BB-316C4F4CBDE5}"/>
          </ac:grpSpMkLst>
        </pc:grpChg>
        <pc:grpChg chg="mod">
          <ac:chgData name="Aron Michael" userId="a6335a5c-3af6-488f-9ef1-dea14714a451" providerId="ADAL" clId="{497B37C7-923F-4858-84B7-9653DBF059D8}" dt="2023-06-12T13:22:05.957" v="176"/>
          <ac:grpSpMkLst>
            <pc:docMk/>
            <pc:sldMk cId="2689419930" sldId="276"/>
            <ac:grpSpMk id="117" creationId="{2C735A86-39C9-3265-9ADD-74CBB1895280}"/>
          </ac:grpSpMkLst>
        </pc:grpChg>
        <pc:grpChg chg="mod">
          <ac:chgData name="Aron Michael" userId="a6335a5c-3af6-488f-9ef1-dea14714a451" providerId="ADAL" clId="{497B37C7-923F-4858-84B7-9653DBF059D8}" dt="2023-06-12T13:22:12.800" v="180"/>
          <ac:grpSpMkLst>
            <pc:docMk/>
            <pc:sldMk cId="2689419930" sldId="276"/>
            <ac:grpSpMk id="121" creationId="{593EF21E-83A3-54CD-E6A6-35ABD73ACF3C}"/>
          </ac:grpSpMkLst>
        </pc:grpChg>
        <pc:picChg chg="del">
          <ac:chgData name="Aron Michael" userId="a6335a5c-3af6-488f-9ef1-dea14714a451" providerId="ADAL" clId="{497B37C7-923F-4858-84B7-9653DBF059D8}" dt="2023-06-12T13:21:33.361" v="163" actId="478"/>
          <ac:picMkLst>
            <pc:docMk/>
            <pc:sldMk cId="2689419930" sldId="276"/>
            <ac:picMk id="2" creationId="{569C854D-2841-DA0B-BDCE-84D1146CF692}"/>
          </ac:picMkLst>
        </pc:picChg>
        <pc:picChg chg="add mod">
          <ac:chgData name="Aron Michael" userId="a6335a5c-3af6-488f-9ef1-dea14714a451" providerId="ADAL" clId="{497B37C7-923F-4858-84B7-9653DBF059D8}" dt="2023-06-12T13:16:04.851" v="56" actId="1076"/>
          <ac:picMkLst>
            <pc:docMk/>
            <pc:sldMk cId="2689419930" sldId="276"/>
            <ac:picMk id="3" creationId="{2F14017E-A268-8D19-7DF6-C14CAC834767}"/>
          </ac:picMkLst>
        </pc:picChg>
        <pc:picChg chg="del">
          <ac:chgData name="Aron Michael" userId="a6335a5c-3af6-488f-9ef1-dea14714a451" providerId="ADAL" clId="{497B37C7-923F-4858-84B7-9653DBF059D8}" dt="2023-06-12T13:18:57.007" v="112" actId="478"/>
          <ac:picMkLst>
            <pc:docMk/>
            <pc:sldMk cId="2689419930" sldId="276"/>
            <ac:picMk id="4" creationId="{DEB3A75E-41C0-ABF6-470E-82F3E9EE9789}"/>
          </ac:picMkLst>
        </pc:picChg>
        <pc:picChg chg="del">
          <ac:chgData name="Aron Michael" userId="a6335a5c-3af6-488f-9ef1-dea14714a451" providerId="ADAL" clId="{497B37C7-923F-4858-84B7-9653DBF059D8}" dt="2023-06-12T13:15:57.977" v="54" actId="478"/>
          <ac:picMkLst>
            <pc:docMk/>
            <pc:sldMk cId="2689419930" sldId="276"/>
            <ac:picMk id="9" creationId="{5A1A7D80-1114-8DF5-6498-B6AD168DD067}"/>
          </ac:picMkLst>
        </pc:picChg>
        <pc:picChg chg="del">
          <ac:chgData name="Aron Michael" userId="a6335a5c-3af6-488f-9ef1-dea14714a451" providerId="ADAL" clId="{497B37C7-923F-4858-84B7-9653DBF059D8}" dt="2023-06-12T13:15:55.829" v="53" actId="478"/>
          <ac:picMkLst>
            <pc:docMk/>
            <pc:sldMk cId="2689419930" sldId="276"/>
            <ac:picMk id="10" creationId="{544C19CA-644D-CF66-A130-165E5B895D85}"/>
          </ac:picMkLst>
        </pc:picChg>
        <pc:picChg chg="del">
          <ac:chgData name="Aron Michael" userId="a6335a5c-3af6-488f-9ef1-dea14714a451" providerId="ADAL" clId="{497B37C7-923F-4858-84B7-9653DBF059D8}" dt="2023-06-12T13:18:19.967" v="57" actId="478"/>
          <ac:picMkLst>
            <pc:docMk/>
            <pc:sldMk cId="2689419930" sldId="276"/>
            <ac:picMk id="12" creationId="{09FEB873-90F4-7E86-D8F6-D686AA839FD2}"/>
          </ac:picMkLst>
        </pc:picChg>
        <pc:picChg chg="del">
          <ac:chgData name="Aron Michael" userId="a6335a5c-3af6-488f-9ef1-dea14714a451" providerId="ADAL" clId="{497B37C7-923F-4858-84B7-9653DBF059D8}" dt="2023-06-12T13:21:30.516" v="162" actId="478"/>
          <ac:picMkLst>
            <pc:docMk/>
            <pc:sldMk cId="2689419930" sldId="276"/>
            <ac:picMk id="13" creationId="{6230934A-78ED-979F-77AD-C7F60B45F95A}"/>
          </ac:picMkLst>
        </pc:picChg>
        <pc:picChg chg="add mod">
          <ac:chgData name="Aron Michael" userId="a6335a5c-3af6-488f-9ef1-dea14714a451" providerId="ADAL" clId="{497B37C7-923F-4858-84B7-9653DBF059D8}" dt="2023-06-12T13:21:40.832" v="166" actId="1076"/>
          <ac:picMkLst>
            <pc:docMk/>
            <pc:sldMk cId="2689419930" sldId="276"/>
            <ac:picMk id="107" creationId="{DADACD22-2EDE-1160-42E9-FBD474BB79F8}"/>
          </ac:picMkLst>
        </pc:picChg>
        <pc:inkChg chg="add del mod">
          <ac:chgData name="Aron Michael" userId="a6335a5c-3af6-488f-9ef1-dea14714a451" providerId="ADAL" clId="{497B37C7-923F-4858-84B7-9653DBF059D8}" dt="2023-06-12T13:19:05.467" v="113" actId="478"/>
          <ac:inkMkLst>
            <pc:docMk/>
            <pc:sldMk cId="2689419930" sldId="276"/>
            <ac:inkMk id="11" creationId="{15026E7F-6242-22C0-5DD4-D6D9F8C3A48A}"/>
          </ac:inkMkLst>
        </pc:inkChg>
        <pc:inkChg chg="add del mod">
          <ac:chgData name="Aron Michael" userId="a6335a5c-3af6-488f-9ef1-dea14714a451" providerId="ADAL" clId="{497B37C7-923F-4858-84B7-9653DBF059D8}" dt="2023-06-12T13:19:05.467" v="113" actId="478"/>
          <ac:inkMkLst>
            <pc:docMk/>
            <pc:sldMk cId="2689419930" sldId="276"/>
            <ac:inkMk id="14" creationId="{26DD46E9-3960-A635-5697-B7B186FF442F}"/>
          </ac:inkMkLst>
        </pc:inkChg>
        <pc:inkChg chg="add del mod">
          <ac:chgData name="Aron Michael" userId="a6335a5c-3af6-488f-9ef1-dea14714a451" providerId="ADAL" clId="{497B37C7-923F-4858-84B7-9653DBF059D8}" dt="2023-06-12T13:19:05.467" v="113" actId="478"/>
          <ac:inkMkLst>
            <pc:docMk/>
            <pc:sldMk cId="2689419930" sldId="276"/>
            <ac:inkMk id="15" creationId="{CE9291A9-6BED-79DF-B508-F7C97592C046}"/>
          </ac:inkMkLst>
        </pc:inkChg>
        <pc:inkChg chg="add del mod">
          <ac:chgData name="Aron Michael" userId="a6335a5c-3af6-488f-9ef1-dea14714a451" providerId="ADAL" clId="{497B37C7-923F-4858-84B7-9653DBF059D8}" dt="2023-06-12T13:19:05.467" v="113" actId="478"/>
          <ac:inkMkLst>
            <pc:docMk/>
            <pc:sldMk cId="2689419930" sldId="276"/>
            <ac:inkMk id="16" creationId="{616BB1F8-7CF7-3152-7246-AB0F4DEC8436}"/>
          </ac:inkMkLst>
        </pc:inkChg>
        <pc:inkChg chg="add del mod">
          <ac:chgData name="Aron Michael" userId="a6335a5c-3af6-488f-9ef1-dea14714a451" providerId="ADAL" clId="{497B37C7-923F-4858-84B7-9653DBF059D8}" dt="2023-06-12T13:19:05.467" v="113" actId="478"/>
          <ac:inkMkLst>
            <pc:docMk/>
            <pc:sldMk cId="2689419930" sldId="276"/>
            <ac:inkMk id="17" creationId="{0958B7DB-BCE8-8C0A-8679-A226189151D1}"/>
          </ac:inkMkLst>
        </pc:inkChg>
        <pc:inkChg chg="add del mod">
          <ac:chgData name="Aron Michael" userId="a6335a5c-3af6-488f-9ef1-dea14714a451" providerId="ADAL" clId="{497B37C7-923F-4858-84B7-9653DBF059D8}" dt="2023-06-12T13:19:05.467" v="113" actId="478"/>
          <ac:inkMkLst>
            <pc:docMk/>
            <pc:sldMk cId="2689419930" sldId="276"/>
            <ac:inkMk id="18" creationId="{82C36DCB-1067-C009-8AA1-E2658EAE7588}"/>
          </ac:inkMkLst>
        </pc:inkChg>
        <pc:inkChg chg="add del mod">
          <ac:chgData name="Aron Michael" userId="a6335a5c-3af6-488f-9ef1-dea14714a451" providerId="ADAL" clId="{497B37C7-923F-4858-84B7-9653DBF059D8}" dt="2023-06-12T13:19:05.467" v="113" actId="478"/>
          <ac:inkMkLst>
            <pc:docMk/>
            <pc:sldMk cId="2689419930" sldId="276"/>
            <ac:inkMk id="19" creationId="{43577027-C895-79C8-AA94-153C9E023490}"/>
          </ac:inkMkLst>
        </pc:inkChg>
        <pc:inkChg chg="add del mod">
          <ac:chgData name="Aron Michael" userId="a6335a5c-3af6-488f-9ef1-dea14714a451" providerId="ADAL" clId="{497B37C7-923F-4858-84B7-9653DBF059D8}" dt="2023-06-12T13:19:05.467" v="113" actId="478"/>
          <ac:inkMkLst>
            <pc:docMk/>
            <pc:sldMk cId="2689419930" sldId="276"/>
            <ac:inkMk id="20" creationId="{561431EB-19DA-0469-43C9-D0D7B9D37101}"/>
          </ac:inkMkLst>
        </pc:inkChg>
        <pc:inkChg chg="add del mod">
          <ac:chgData name="Aron Michael" userId="a6335a5c-3af6-488f-9ef1-dea14714a451" providerId="ADAL" clId="{497B37C7-923F-4858-84B7-9653DBF059D8}" dt="2023-06-12T13:19:05.467" v="113" actId="478"/>
          <ac:inkMkLst>
            <pc:docMk/>
            <pc:sldMk cId="2689419930" sldId="276"/>
            <ac:inkMk id="21" creationId="{A4B54F07-7FFE-124C-3C35-B76140358528}"/>
          </ac:inkMkLst>
        </pc:inkChg>
        <pc:inkChg chg="add del mod">
          <ac:chgData name="Aron Michael" userId="a6335a5c-3af6-488f-9ef1-dea14714a451" providerId="ADAL" clId="{497B37C7-923F-4858-84B7-9653DBF059D8}" dt="2023-06-12T13:19:05.467" v="113" actId="478"/>
          <ac:inkMkLst>
            <pc:docMk/>
            <pc:sldMk cId="2689419930" sldId="276"/>
            <ac:inkMk id="22" creationId="{3D3B6AD2-43F4-9802-AD20-055482677DA4}"/>
          </ac:inkMkLst>
        </pc:inkChg>
        <pc:inkChg chg="add del mod">
          <ac:chgData name="Aron Michael" userId="a6335a5c-3af6-488f-9ef1-dea14714a451" providerId="ADAL" clId="{497B37C7-923F-4858-84B7-9653DBF059D8}" dt="2023-06-12T13:19:05.467" v="113" actId="478"/>
          <ac:inkMkLst>
            <pc:docMk/>
            <pc:sldMk cId="2689419930" sldId="276"/>
            <ac:inkMk id="23" creationId="{725BEBC8-A9FF-0D1F-3197-BA32613CB3D0}"/>
          </ac:inkMkLst>
        </pc:inkChg>
        <pc:inkChg chg="add del mod">
          <ac:chgData name="Aron Michael" userId="a6335a5c-3af6-488f-9ef1-dea14714a451" providerId="ADAL" clId="{497B37C7-923F-4858-84B7-9653DBF059D8}" dt="2023-06-12T13:19:05.467" v="113" actId="478"/>
          <ac:inkMkLst>
            <pc:docMk/>
            <pc:sldMk cId="2689419930" sldId="276"/>
            <ac:inkMk id="24" creationId="{4A3934F2-AFC6-F739-D8BE-2FD65D359F53}"/>
          </ac:inkMkLst>
        </pc:inkChg>
        <pc:inkChg chg="add del mod">
          <ac:chgData name="Aron Michael" userId="a6335a5c-3af6-488f-9ef1-dea14714a451" providerId="ADAL" clId="{497B37C7-923F-4858-84B7-9653DBF059D8}" dt="2023-06-12T13:19:05.467" v="113" actId="478"/>
          <ac:inkMkLst>
            <pc:docMk/>
            <pc:sldMk cId="2689419930" sldId="276"/>
            <ac:inkMk id="25" creationId="{2493FA26-5ACE-76BE-61A9-567CB76BA181}"/>
          </ac:inkMkLst>
        </pc:inkChg>
        <pc:inkChg chg="add del mod">
          <ac:chgData name="Aron Michael" userId="a6335a5c-3af6-488f-9ef1-dea14714a451" providerId="ADAL" clId="{497B37C7-923F-4858-84B7-9653DBF059D8}" dt="2023-06-12T13:19:05.467" v="113" actId="478"/>
          <ac:inkMkLst>
            <pc:docMk/>
            <pc:sldMk cId="2689419930" sldId="276"/>
            <ac:inkMk id="26" creationId="{ED291327-EEBB-495B-8309-1E1F53FE063A}"/>
          </ac:inkMkLst>
        </pc:inkChg>
        <pc:inkChg chg="add del mod">
          <ac:chgData name="Aron Michael" userId="a6335a5c-3af6-488f-9ef1-dea14714a451" providerId="ADAL" clId="{497B37C7-923F-4858-84B7-9653DBF059D8}" dt="2023-06-12T13:19:05.467" v="113" actId="478"/>
          <ac:inkMkLst>
            <pc:docMk/>
            <pc:sldMk cId="2689419930" sldId="276"/>
            <ac:inkMk id="27" creationId="{13964382-00CB-03EA-9517-8FD5416ECC73}"/>
          </ac:inkMkLst>
        </pc:inkChg>
        <pc:inkChg chg="add del mod">
          <ac:chgData name="Aron Michael" userId="a6335a5c-3af6-488f-9ef1-dea14714a451" providerId="ADAL" clId="{497B37C7-923F-4858-84B7-9653DBF059D8}" dt="2023-06-12T13:19:05.467" v="113" actId="478"/>
          <ac:inkMkLst>
            <pc:docMk/>
            <pc:sldMk cId="2689419930" sldId="276"/>
            <ac:inkMk id="28" creationId="{7D21BF42-AF60-7B43-C4A2-232488165E37}"/>
          </ac:inkMkLst>
        </pc:inkChg>
        <pc:inkChg chg="add del mod">
          <ac:chgData name="Aron Michael" userId="a6335a5c-3af6-488f-9ef1-dea14714a451" providerId="ADAL" clId="{497B37C7-923F-4858-84B7-9653DBF059D8}" dt="2023-06-12T13:19:05.467" v="113" actId="478"/>
          <ac:inkMkLst>
            <pc:docMk/>
            <pc:sldMk cId="2689419930" sldId="276"/>
            <ac:inkMk id="32" creationId="{D19F4443-416F-34A9-DD49-3F5EDDC013F9}"/>
          </ac:inkMkLst>
        </pc:inkChg>
        <pc:inkChg chg="add del mod">
          <ac:chgData name="Aron Michael" userId="a6335a5c-3af6-488f-9ef1-dea14714a451" providerId="ADAL" clId="{497B37C7-923F-4858-84B7-9653DBF059D8}" dt="2023-06-12T13:19:05.467" v="113" actId="478"/>
          <ac:inkMkLst>
            <pc:docMk/>
            <pc:sldMk cId="2689419930" sldId="276"/>
            <ac:inkMk id="33" creationId="{C89533F4-A9C0-FD21-E0D9-4DD184738557}"/>
          </ac:inkMkLst>
        </pc:inkChg>
        <pc:inkChg chg="add del mod">
          <ac:chgData name="Aron Michael" userId="a6335a5c-3af6-488f-9ef1-dea14714a451" providerId="ADAL" clId="{497B37C7-923F-4858-84B7-9653DBF059D8}" dt="2023-06-12T13:19:05.467" v="113" actId="478"/>
          <ac:inkMkLst>
            <pc:docMk/>
            <pc:sldMk cId="2689419930" sldId="276"/>
            <ac:inkMk id="34" creationId="{7195EFAC-56AF-5F03-4E0B-9F28B558C1C6}"/>
          </ac:inkMkLst>
        </pc:inkChg>
        <pc:inkChg chg="add del mod">
          <ac:chgData name="Aron Michael" userId="a6335a5c-3af6-488f-9ef1-dea14714a451" providerId="ADAL" clId="{497B37C7-923F-4858-84B7-9653DBF059D8}" dt="2023-06-12T13:19:05.467" v="113" actId="478"/>
          <ac:inkMkLst>
            <pc:docMk/>
            <pc:sldMk cId="2689419930" sldId="276"/>
            <ac:inkMk id="35" creationId="{6CB838F7-EB49-4F67-CE2A-6067F4B9602C}"/>
          </ac:inkMkLst>
        </pc:inkChg>
        <pc:inkChg chg="add del mod">
          <ac:chgData name="Aron Michael" userId="a6335a5c-3af6-488f-9ef1-dea14714a451" providerId="ADAL" clId="{497B37C7-923F-4858-84B7-9653DBF059D8}" dt="2023-06-12T13:19:05.467" v="113" actId="478"/>
          <ac:inkMkLst>
            <pc:docMk/>
            <pc:sldMk cId="2689419930" sldId="276"/>
            <ac:inkMk id="36" creationId="{AED8BA5A-FE64-DAAD-955B-75A19A7AAAFA}"/>
          </ac:inkMkLst>
        </pc:inkChg>
        <pc:inkChg chg="add del mod">
          <ac:chgData name="Aron Michael" userId="a6335a5c-3af6-488f-9ef1-dea14714a451" providerId="ADAL" clId="{497B37C7-923F-4858-84B7-9653DBF059D8}" dt="2023-06-12T13:19:05.467" v="113" actId="478"/>
          <ac:inkMkLst>
            <pc:docMk/>
            <pc:sldMk cId="2689419930" sldId="276"/>
            <ac:inkMk id="37" creationId="{F2579903-43C6-F5F0-6D42-199A6DDF79F6}"/>
          </ac:inkMkLst>
        </pc:inkChg>
        <pc:inkChg chg="add del mod">
          <ac:chgData name="Aron Michael" userId="a6335a5c-3af6-488f-9ef1-dea14714a451" providerId="ADAL" clId="{497B37C7-923F-4858-84B7-9653DBF059D8}" dt="2023-06-12T13:19:05.467" v="113" actId="478"/>
          <ac:inkMkLst>
            <pc:docMk/>
            <pc:sldMk cId="2689419930" sldId="276"/>
            <ac:inkMk id="38" creationId="{38D6DB62-33A8-597D-2B2B-A61511964077}"/>
          </ac:inkMkLst>
        </pc:inkChg>
        <pc:inkChg chg="add del mod">
          <ac:chgData name="Aron Michael" userId="a6335a5c-3af6-488f-9ef1-dea14714a451" providerId="ADAL" clId="{497B37C7-923F-4858-84B7-9653DBF059D8}" dt="2023-06-12T13:19:05.467" v="113" actId="478"/>
          <ac:inkMkLst>
            <pc:docMk/>
            <pc:sldMk cId="2689419930" sldId="276"/>
            <ac:inkMk id="39" creationId="{281EDAE7-4E3D-F583-5505-E56EB8AB8805}"/>
          </ac:inkMkLst>
        </pc:inkChg>
        <pc:inkChg chg="add del mod">
          <ac:chgData name="Aron Michael" userId="a6335a5c-3af6-488f-9ef1-dea14714a451" providerId="ADAL" clId="{497B37C7-923F-4858-84B7-9653DBF059D8}" dt="2023-06-12T13:19:05.467" v="113" actId="478"/>
          <ac:inkMkLst>
            <pc:docMk/>
            <pc:sldMk cId="2689419930" sldId="276"/>
            <ac:inkMk id="40" creationId="{B649F7B1-3F91-2AD9-E91D-CEAE52DA1444}"/>
          </ac:inkMkLst>
        </pc:inkChg>
        <pc:inkChg chg="add del mod">
          <ac:chgData name="Aron Michael" userId="a6335a5c-3af6-488f-9ef1-dea14714a451" providerId="ADAL" clId="{497B37C7-923F-4858-84B7-9653DBF059D8}" dt="2023-06-12T13:19:05.467" v="113" actId="478"/>
          <ac:inkMkLst>
            <pc:docMk/>
            <pc:sldMk cId="2689419930" sldId="276"/>
            <ac:inkMk id="41" creationId="{1814E96A-DFEC-F5F8-CE16-0C57F6976E4E}"/>
          </ac:inkMkLst>
        </pc:inkChg>
        <pc:inkChg chg="add del mod">
          <ac:chgData name="Aron Michael" userId="a6335a5c-3af6-488f-9ef1-dea14714a451" providerId="ADAL" clId="{497B37C7-923F-4858-84B7-9653DBF059D8}" dt="2023-06-12T13:19:05.467" v="113" actId="478"/>
          <ac:inkMkLst>
            <pc:docMk/>
            <pc:sldMk cId="2689419930" sldId="276"/>
            <ac:inkMk id="42" creationId="{ADB9C82A-A1BE-A0A1-CC59-C9557C039B60}"/>
          </ac:inkMkLst>
        </pc:inkChg>
        <pc:inkChg chg="add del mod">
          <ac:chgData name="Aron Michael" userId="a6335a5c-3af6-488f-9ef1-dea14714a451" providerId="ADAL" clId="{497B37C7-923F-4858-84B7-9653DBF059D8}" dt="2023-06-12T13:19:05.467" v="113" actId="478"/>
          <ac:inkMkLst>
            <pc:docMk/>
            <pc:sldMk cId="2689419930" sldId="276"/>
            <ac:inkMk id="43" creationId="{376DCF6F-CD4B-2F5B-A457-8969E6D97B18}"/>
          </ac:inkMkLst>
        </pc:inkChg>
        <pc:inkChg chg="add del mod">
          <ac:chgData name="Aron Michael" userId="a6335a5c-3af6-488f-9ef1-dea14714a451" providerId="ADAL" clId="{497B37C7-923F-4858-84B7-9653DBF059D8}" dt="2023-06-12T13:19:05.467" v="113" actId="478"/>
          <ac:inkMkLst>
            <pc:docMk/>
            <pc:sldMk cId="2689419930" sldId="276"/>
            <ac:inkMk id="44" creationId="{FA73AF2B-E743-E15B-B62B-7D526EDA0C2D}"/>
          </ac:inkMkLst>
        </pc:inkChg>
        <pc:inkChg chg="add del mod">
          <ac:chgData name="Aron Michael" userId="a6335a5c-3af6-488f-9ef1-dea14714a451" providerId="ADAL" clId="{497B37C7-923F-4858-84B7-9653DBF059D8}" dt="2023-06-12T13:19:05.467" v="113" actId="478"/>
          <ac:inkMkLst>
            <pc:docMk/>
            <pc:sldMk cId="2689419930" sldId="276"/>
            <ac:inkMk id="45" creationId="{8A2C5124-C832-1621-A96C-C136A6832B2B}"/>
          </ac:inkMkLst>
        </pc:inkChg>
        <pc:inkChg chg="add del mod">
          <ac:chgData name="Aron Michael" userId="a6335a5c-3af6-488f-9ef1-dea14714a451" providerId="ADAL" clId="{497B37C7-923F-4858-84B7-9653DBF059D8}" dt="2023-06-12T13:19:05.467" v="113" actId="478"/>
          <ac:inkMkLst>
            <pc:docMk/>
            <pc:sldMk cId="2689419930" sldId="276"/>
            <ac:inkMk id="46" creationId="{01F9D03E-0206-9E9B-17D3-85310D60A320}"/>
          </ac:inkMkLst>
        </pc:inkChg>
        <pc:inkChg chg="add del mod">
          <ac:chgData name="Aron Michael" userId="a6335a5c-3af6-488f-9ef1-dea14714a451" providerId="ADAL" clId="{497B37C7-923F-4858-84B7-9653DBF059D8}" dt="2023-06-12T13:19:05.467" v="113" actId="478"/>
          <ac:inkMkLst>
            <pc:docMk/>
            <pc:sldMk cId="2689419930" sldId="276"/>
            <ac:inkMk id="47" creationId="{7D83DCD3-989B-868D-812D-C63F7ED04399}"/>
          </ac:inkMkLst>
        </pc:inkChg>
        <pc:inkChg chg="add del mod">
          <ac:chgData name="Aron Michael" userId="a6335a5c-3af6-488f-9ef1-dea14714a451" providerId="ADAL" clId="{497B37C7-923F-4858-84B7-9653DBF059D8}" dt="2023-06-12T13:19:05.467" v="113" actId="478"/>
          <ac:inkMkLst>
            <pc:docMk/>
            <pc:sldMk cId="2689419930" sldId="276"/>
            <ac:inkMk id="48" creationId="{FEEC8576-3D77-A7A0-FEFF-9DBFDBDE3C66}"/>
          </ac:inkMkLst>
        </pc:inkChg>
        <pc:inkChg chg="add del mod">
          <ac:chgData name="Aron Michael" userId="a6335a5c-3af6-488f-9ef1-dea14714a451" providerId="ADAL" clId="{497B37C7-923F-4858-84B7-9653DBF059D8}" dt="2023-06-12T13:19:05.467" v="113" actId="478"/>
          <ac:inkMkLst>
            <pc:docMk/>
            <pc:sldMk cId="2689419930" sldId="276"/>
            <ac:inkMk id="49" creationId="{D66A6A16-7810-116F-5C15-AAC9145C4310}"/>
          </ac:inkMkLst>
        </pc:inkChg>
        <pc:inkChg chg="add del mod">
          <ac:chgData name="Aron Michael" userId="a6335a5c-3af6-488f-9ef1-dea14714a451" providerId="ADAL" clId="{497B37C7-923F-4858-84B7-9653DBF059D8}" dt="2023-06-12T13:19:05.467" v="113" actId="478"/>
          <ac:inkMkLst>
            <pc:docMk/>
            <pc:sldMk cId="2689419930" sldId="276"/>
            <ac:inkMk id="50" creationId="{9175E40B-4073-56E7-31C1-7C0F30BCA9E9}"/>
          </ac:inkMkLst>
        </pc:inkChg>
        <pc:inkChg chg="add del mod">
          <ac:chgData name="Aron Michael" userId="a6335a5c-3af6-488f-9ef1-dea14714a451" providerId="ADAL" clId="{497B37C7-923F-4858-84B7-9653DBF059D8}" dt="2023-06-12T13:19:05.467" v="113" actId="478"/>
          <ac:inkMkLst>
            <pc:docMk/>
            <pc:sldMk cId="2689419930" sldId="276"/>
            <ac:inkMk id="51" creationId="{76CC8D19-A842-480C-122F-1C9A16598DD6}"/>
          </ac:inkMkLst>
        </pc:inkChg>
        <pc:inkChg chg="add del mod">
          <ac:chgData name="Aron Michael" userId="a6335a5c-3af6-488f-9ef1-dea14714a451" providerId="ADAL" clId="{497B37C7-923F-4858-84B7-9653DBF059D8}" dt="2023-06-12T13:19:05.467" v="113" actId="478"/>
          <ac:inkMkLst>
            <pc:docMk/>
            <pc:sldMk cId="2689419930" sldId="276"/>
            <ac:inkMk id="52" creationId="{6C3EA434-54FB-BEF7-C8E9-B1064DBD81C0}"/>
          </ac:inkMkLst>
        </pc:inkChg>
        <pc:inkChg chg="add del mod">
          <ac:chgData name="Aron Michael" userId="a6335a5c-3af6-488f-9ef1-dea14714a451" providerId="ADAL" clId="{497B37C7-923F-4858-84B7-9653DBF059D8}" dt="2023-06-12T13:19:11.208" v="114" actId="478"/>
          <ac:inkMkLst>
            <pc:docMk/>
            <pc:sldMk cId="2689419930" sldId="276"/>
            <ac:inkMk id="53" creationId="{4B864B79-0129-9C58-D3A4-139DB3FECB6E}"/>
          </ac:inkMkLst>
        </pc:inkChg>
        <pc:inkChg chg="add del mod">
          <ac:chgData name="Aron Michael" userId="a6335a5c-3af6-488f-9ef1-dea14714a451" providerId="ADAL" clId="{497B37C7-923F-4858-84B7-9653DBF059D8}" dt="2023-06-12T13:19:05.467" v="113" actId="478"/>
          <ac:inkMkLst>
            <pc:docMk/>
            <pc:sldMk cId="2689419930" sldId="276"/>
            <ac:inkMk id="54" creationId="{1BC70FC6-374B-551F-FDAC-A2DBCBD692F9}"/>
          </ac:inkMkLst>
        </pc:inkChg>
        <pc:inkChg chg="add del mod">
          <ac:chgData name="Aron Michael" userId="a6335a5c-3af6-488f-9ef1-dea14714a451" providerId="ADAL" clId="{497B37C7-923F-4858-84B7-9653DBF059D8}" dt="2023-06-12T13:19:05.467" v="113" actId="478"/>
          <ac:inkMkLst>
            <pc:docMk/>
            <pc:sldMk cId="2689419930" sldId="276"/>
            <ac:inkMk id="55" creationId="{16701687-19AF-7CAF-DEDD-AC8AF224687C}"/>
          </ac:inkMkLst>
        </pc:inkChg>
        <pc:inkChg chg="add del mod">
          <ac:chgData name="Aron Michael" userId="a6335a5c-3af6-488f-9ef1-dea14714a451" providerId="ADAL" clId="{497B37C7-923F-4858-84B7-9653DBF059D8}" dt="2023-06-12T13:19:05.467" v="113" actId="478"/>
          <ac:inkMkLst>
            <pc:docMk/>
            <pc:sldMk cId="2689419930" sldId="276"/>
            <ac:inkMk id="56" creationId="{4E34AC3E-6015-8A60-973B-06264543C5DA}"/>
          </ac:inkMkLst>
        </pc:inkChg>
        <pc:inkChg chg="add del mod">
          <ac:chgData name="Aron Michael" userId="a6335a5c-3af6-488f-9ef1-dea14714a451" providerId="ADAL" clId="{497B37C7-923F-4858-84B7-9653DBF059D8}" dt="2023-06-12T13:19:05.467" v="113" actId="478"/>
          <ac:inkMkLst>
            <pc:docMk/>
            <pc:sldMk cId="2689419930" sldId="276"/>
            <ac:inkMk id="57" creationId="{8C8667E6-CCB7-3234-8A0D-C3CAEC5C53F1}"/>
          </ac:inkMkLst>
        </pc:inkChg>
        <pc:inkChg chg="add del mod">
          <ac:chgData name="Aron Michael" userId="a6335a5c-3af6-488f-9ef1-dea14714a451" providerId="ADAL" clId="{497B37C7-923F-4858-84B7-9653DBF059D8}" dt="2023-06-12T13:19:05.467" v="113" actId="478"/>
          <ac:inkMkLst>
            <pc:docMk/>
            <pc:sldMk cId="2689419930" sldId="276"/>
            <ac:inkMk id="58" creationId="{EF59AE45-8AAC-7C42-0D8A-3A7CF779BBEE}"/>
          </ac:inkMkLst>
        </pc:inkChg>
        <pc:inkChg chg="add del mod">
          <ac:chgData name="Aron Michael" userId="a6335a5c-3af6-488f-9ef1-dea14714a451" providerId="ADAL" clId="{497B37C7-923F-4858-84B7-9653DBF059D8}" dt="2023-06-12T13:19:05.467" v="113" actId="478"/>
          <ac:inkMkLst>
            <pc:docMk/>
            <pc:sldMk cId="2689419930" sldId="276"/>
            <ac:inkMk id="59" creationId="{E48375A6-1E2D-9CA5-9700-1175D8D58AA2}"/>
          </ac:inkMkLst>
        </pc:inkChg>
        <pc:inkChg chg="add mod">
          <ac:chgData name="Aron Michael" userId="a6335a5c-3af6-488f-9ef1-dea14714a451" providerId="ADAL" clId="{497B37C7-923F-4858-84B7-9653DBF059D8}" dt="2023-06-12T13:20:12.608" v="159"/>
          <ac:inkMkLst>
            <pc:docMk/>
            <pc:sldMk cId="2689419930" sldId="276"/>
            <ac:inkMk id="60" creationId="{F0BCC401-EE77-E9B4-39B7-5886BFD14BE3}"/>
          </ac:inkMkLst>
        </pc:inkChg>
        <pc:inkChg chg="add mod">
          <ac:chgData name="Aron Michael" userId="a6335a5c-3af6-488f-9ef1-dea14714a451" providerId="ADAL" clId="{497B37C7-923F-4858-84B7-9653DBF059D8}" dt="2023-06-12T13:20:12.608" v="159"/>
          <ac:inkMkLst>
            <pc:docMk/>
            <pc:sldMk cId="2689419930" sldId="276"/>
            <ac:inkMk id="61" creationId="{DCC122A6-25D1-DB7E-5452-9039E7DABA59}"/>
          </ac:inkMkLst>
        </pc:inkChg>
        <pc:inkChg chg="add mod">
          <ac:chgData name="Aron Michael" userId="a6335a5c-3af6-488f-9ef1-dea14714a451" providerId="ADAL" clId="{497B37C7-923F-4858-84B7-9653DBF059D8}" dt="2023-06-12T13:20:12.608" v="159"/>
          <ac:inkMkLst>
            <pc:docMk/>
            <pc:sldMk cId="2689419930" sldId="276"/>
            <ac:inkMk id="62" creationId="{9F8BEACB-653A-710D-A273-E629D433B5AF}"/>
          </ac:inkMkLst>
        </pc:inkChg>
        <pc:inkChg chg="add mod">
          <ac:chgData name="Aron Michael" userId="a6335a5c-3af6-488f-9ef1-dea14714a451" providerId="ADAL" clId="{497B37C7-923F-4858-84B7-9653DBF059D8}" dt="2023-06-12T13:20:12.608" v="159"/>
          <ac:inkMkLst>
            <pc:docMk/>
            <pc:sldMk cId="2689419930" sldId="276"/>
            <ac:inkMk id="63" creationId="{379FE9DD-7254-E551-3EF8-CEF172E0A02D}"/>
          </ac:inkMkLst>
        </pc:inkChg>
        <pc:inkChg chg="add mod">
          <ac:chgData name="Aron Michael" userId="a6335a5c-3af6-488f-9ef1-dea14714a451" providerId="ADAL" clId="{497B37C7-923F-4858-84B7-9653DBF059D8}" dt="2023-06-12T13:20:12.608" v="159"/>
          <ac:inkMkLst>
            <pc:docMk/>
            <pc:sldMk cId="2689419930" sldId="276"/>
            <ac:inkMk id="64" creationId="{6DC084AD-1DB5-B8F1-7CF3-BF4A7732FDF3}"/>
          </ac:inkMkLst>
        </pc:inkChg>
        <pc:inkChg chg="add mod">
          <ac:chgData name="Aron Michael" userId="a6335a5c-3af6-488f-9ef1-dea14714a451" providerId="ADAL" clId="{497B37C7-923F-4858-84B7-9653DBF059D8}" dt="2023-06-12T13:20:12.608" v="159"/>
          <ac:inkMkLst>
            <pc:docMk/>
            <pc:sldMk cId="2689419930" sldId="276"/>
            <ac:inkMk id="66" creationId="{B5A395F9-0BFC-67D4-D846-A8BD9DD42E62}"/>
          </ac:inkMkLst>
        </pc:inkChg>
        <pc:inkChg chg="add mod">
          <ac:chgData name="Aron Michael" userId="a6335a5c-3af6-488f-9ef1-dea14714a451" providerId="ADAL" clId="{497B37C7-923F-4858-84B7-9653DBF059D8}" dt="2023-06-12T13:20:12.608" v="159"/>
          <ac:inkMkLst>
            <pc:docMk/>
            <pc:sldMk cId="2689419930" sldId="276"/>
            <ac:inkMk id="67" creationId="{78C3B1E7-78AC-AF10-1BC3-5E306D53F5BF}"/>
          </ac:inkMkLst>
        </pc:inkChg>
        <pc:inkChg chg="add mod">
          <ac:chgData name="Aron Michael" userId="a6335a5c-3af6-488f-9ef1-dea14714a451" providerId="ADAL" clId="{497B37C7-923F-4858-84B7-9653DBF059D8}" dt="2023-06-12T13:20:12.608" v="159"/>
          <ac:inkMkLst>
            <pc:docMk/>
            <pc:sldMk cId="2689419930" sldId="276"/>
            <ac:inkMk id="68" creationId="{D015C1FE-628D-EF3F-BAE2-034F93E1BF8F}"/>
          </ac:inkMkLst>
        </pc:inkChg>
        <pc:inkChg chg="add mod">
          <ac:chgData name="Aron Michael" userId="a6335a5c-3af6-488f-9ef1-dea14714a451" providerId="ADAL" clId="{497B37C7-923F-4858-84B7-9653DBF059D8}" dt="2023-06-12T13:20:12.608" v="159"/>
          <ac:inkMkLst>
            <pc:docMk/>
            <pc:sldMk cId="2689419930" sldId="276"/>
            <ac:inkMk id="69" creationId="{9FC02177-4019-CA10-B223-829FAC368CF0}"/>
          </ac:inkMkLst>
        </pc:inkChg>
        <pc:inkChg chg="add mod">
          <ac:chgData name="Aron Michael" userId="a6335a5c-3af6-488f-9ef1-dea14714a451" providerId="ADAL" clId="{497B37C7-923F-4858-84B7-9653DBF059D8}" dt="2023-06-12T13:20:12.608" v="159"/>
          <ac:inkMkLst>
            <pc:docMk/>
            <pc:sldMk cId="2689419930" sldId="276"/>
            <ac:inkMk id="70" creationId="{86CBF346-0A5F-C037-B0C8-6B2CDEF6CEC6}"/>
          </ac:inkMkLst>
        </pc:inkChg>
        <pc:inkChg chg="add mod">
          <ac:chgData name="Aron Michael" userId="a6335a5c-3af6-488f-9ef1-dea14714a451" providerId="ADAL" clId="{497B37C7-923F-4858-84B7-9653DBF059D8}" dt="2023-06-12T13:20:12.608" v="159"/>
          <ac:inkMkLst>
            <pc:docMk/>
            <pc:sldMk cId="2689419930" sldId="276"/>
            <ac:inkMk id="72" creationId="{36B76712-4464-8E22-320D-DD9D1F0C144E}"/>
          </ac:inkMkLst>
        </pc:inkChg>
        <pc:inkChg chg="add mod">
          <ac:chgData name="Aron Michael" userId="a6335a5c-3af6-488f-9ef1-dea14714a451" providerId="ADAL" clId="{497B37C7-923F-4858-84B7-9653DBF059D8}" dt="2023-06-12T13:20:12.608" v="159"/>
          <ac:inkMkLst>
            <pc:docMk/>
            <pc:sldMk cId="2689419930" sldId="276"/>
            <ac:inkMk id="73" creationId="{0CCF392A-2710-46C1-2D64-E4F0F3E70A74}"/>
          </ac:inkMkLst>
        </pc:inkChg>
        <pc:inkChg chg="add mod">
          <ac:chgData name="Aron Michael" userId="a6335a5c-3af6-488f-9ef1-dea14714a451" providerId="ADAL" clId="{497B37C7-923F-4858-84B7-9653DBF059D8}" dt="2023-06-12T13:20:12.608" v="159"/>
          <ac:inkMkLst>
            <pc:docMk/>
            <pc:sldMk cId="2689419930" sldId="276"/>
            <ac:inkMk id="74" creationId="{9DF5D971-DE5A-36C3-1B98-0B1D80B93629}"/>
          </ac:inkMkLst>
        </pc:inkChg>
        <pc:inkChg chg="add mod">
          <ac:chgData name="Aron Michael" userId="a6335a5c-3af6-488f-9ef1-dea14714a451" providerId="ADAL" clId="{497B37C7-923F-4858-84B7-9653DBF059D8}" dt="2023-06-12T13:20:12.608" v="159"/>
          <ac:inkMkLst>
            <pc:docMk/>
            <pc:sldMk cId="2689419930" sldId="276"/>
            <ac:inkMk id="75" creationId="{8EB1B315-7357-AE3A-B070-F88C10023C18}"/>
          </ac:inkMkLst>
        </pc:inkChg>
        <pc:inkChg chg="add mod">
          <ac:chgData name="Aron Michael" userId="a6335a5c-3af6-488f-9ef1-dea14714a451" providerId="ADAL" clId="{497B37C7-923F-4858-84B7-9653DBF059D8}" dt="2023-06-12T13:20:12.608" v="159"/>
          <ac:inkMkLst>
            <pc:docMk/>
            <pc:sldMk cId="2689419930" sldId="276"/>
            <ac:inkMk id="76" creationId="{D1E0F5C2-45D4-3925-F012-71F6A3D34775}"/>
          </ac:inkMkLst>
        </pc:inkChg>
        <pc:inkChg chg="add mod">
          <ac:chgData name="Aron Michael" userId="a6335a5c-3af6-488f-9ef1-dea14714a451" providerId="ADAL" clId="{497B37C7-923F-4858-84B7-9653DBF059D8}" dt="2023-06-12T13:20:12.608" v="159"/>
          <ac:inkMkLst>
            <pc:docMk/>
            <pc:sldMk cId="2689419930" sldId="276"/>
            <ac:inkMk id="78" creationId="{C01D384F-E13A-074A-28BF-36476750500E}"/>
          </ac:inkMkLst>
        </pc:inkChg>
        <pc:inkChg chg="add mod">
          <ac:chgData name="Aron Michael" userId="a6335a5c-3af6-488f-9ef1-dea14714a451" providerId="ADAL" clId="{497B37C7-923F-4858-84B7-9653DBF059D8}" dt="2023-06-12T13:20:12.608" v="159"/>
          <ac:inkMkLst>
            <pc:docMk/>
            <pc:sldMk cId="2689419930" sldId="276"/>
            <ac:inkMk id="79" creationId="{367280FB-55AF-9042-13F3-0FAEFE3C06D8}"/>
          </ac:inkMkLst>
        </pc:inkChg>
        <pc:inkChg chg="add mod">
          <ac:chgData name="Aron Michael" userId="a6335a5c-3af6-488f-9ef1-dea14714a451" providerId="ADAL" clId="{497B37C7-923F-4858-84B7-9653DBF059D8}" dt="2023-06-12T13:20:12.608" v="159"/>
          <ac:inkMkLst>
            <pc:docMk/>
            <pc:sldMk cId="2689419930" sldId="276"/>
            <ac:inkMk id="81" creationId="{AA4BE8C9-CCE5-4945-C781-E4BFC9800171}"/>
          </ac:inkMkLst>
        </pc:inkChg>
        <pc:inkChg chg="add mod">
          <ac:chgData name="Aron Michael" userId="a6335a5c-3af6-488f-9ef1-dea14714a451" providerId="ADAL" clId="{497B37C7-923F-4858-84B7-9653DBF059D8}" dt="2023-06-12T13:20:12.608" v="159"/>
          <ac:inkMkLst>
            <pc:docMk/>
            <pc:sldMk cId="2689419930" sldId="276"/>
            <ac:inkMk id="82" creationId="{0713A4CD-C199-147F-F265-CCA13F693562}"/>
          </ac:inkMkLst>
        </pc:inkChg>
        <pc:inkChg chg="add mod">
          <ac:chgData name="Aron Michael" userId="a6335a5c-3af6-488f-9ef1-dea14714a451" providerId="ADAL" clId="{497B37C7-923F-4858-84B7-9653DBF059D8}" dt="2023-06-12T13:20:12.608" v="159"/>
          <ac:inkMkLst>
            <pc:docMk/>
            <pc:sldMk cId="2689419930" sldId="276"/>
            <ac:inkMk id="84" creationId="{8479A61E-3335-7447-4B16-012BB0DCBB07}"/>
          </ac:inkMkLst>
        </pc:inkChg>
        <pc:inkChg chg="add mod">
          <ac:chgData name="Aron Michael" userId="a6335a5c-3af6-488f-9ef1-dea14714a451" providerId="ADAL" clId="{497B37C7-923F-4858-84B7-9653DBF059D8}" dt="2023-06-12T13:20:12.608" v="159"/>
          <ac:inkMkLst>
            <pc:docMk/>
            <pc:sldMk cId="2689419930" sldId="276"/>
            <ac:inkMk id="85" creationId="{5413F9A8-EE21-16DC-6754-F176384BE123}"/>
          </ac:inkMkLst>
        </pc:inkChg>
        <pc:inkChg chg="add mod">
          <ac:chgData name="Aron Michael" userId="a6335a5c-3af6-488f-9ef1-dea14714a451" providerId="ADAL" clId="{497B37C7-923F-4858-84B7-9653DBF059D8}" dt="2023-06-12T13:20:12.608" v="159"/>
          <ac:inkMkLst>
            <pc:docMk/>
            <pc:sldMk cId="2689419930" sldId="276"/>
            <ac:inkMk id="86" creationId="{CE5AFA9B-6AE2-AA2B-D525-66A8C5C2312A}"/>
          </ac:inkMkLst>
        </pc:inkChg>
        <pc:inkChg chg="add mod">
          <ac:chgData name="Aron Michael" userId="a6335a5c-3af6-488f-9ef1-dea14714a451" providerId="ADAL" clId="{497B37C7-923F-4858-84B7-9653DBF059D8}" dt="2023-06-12T13:20:12.608" v="159"/>
          <ac:inkMkLst>
            <pc:docMk/>
            <pc:sldMk cId="2689419930" sldId="276"/>
            <ac:inkMk id="87" creationId="{126C9397-FF0A-20C0-079F-024711CF1BC9}"/>
          </ac:inkMkLst>
        </pc:inkChg>
        <pc:inkChg chg="add mod">
          <ac:chgData name="Aron Michael" userId="a6335a5c-3af6-488f-9ef1-dea14714a451" providerId="ADAL" clId="{497B37C7-923F-4858-84B7-9653DBF059D8}" dt="2023-06-12T13:20:12.608" v="159"/>
          <ac:inkMkLst>
            <pc:docMk/>
            <pc:sldMk cId="2689419930" sldId="276"/>
            <ac:inkMk id="88" creationId="{2A542B0B-90EF-71E6-C4C7-2E83CE007945}"/>
          </ac:inkMkLst>
        </pc:inkChg>
        <pc:inkChg chg="add mod">
          <ac:chgData name="Aron Michael" userId="a6335a5c-3af6-488f-9ef1-dea14714a451" providerId="ADAL" clId="{497B37C7-923F-4858-84B7-9653DBF059D8}" dt="2023-06-12T13:20:12.608" v="159"/>
          <ac:inkMkLst>
            <pc:docMk/>
            <pc:sldMk cId="2689419930" sldId="276"/>
            <ac:inkMk id="89" creationId="{0EECF525-6ECE-4F1C-C47F-2EF7A52D127E}"/>
          </ac:inkMkLst>
        </pc:inkChg>
        <pc:inkChg chg="add mod">
          <ac:chgData name="Aron Michael" userId="a6335a5c-3af6-488f-9ef1-dea14714a451" providerId="ADAL" clId="{497B37C7-923F-4858-84B7-9653DBF059D8}" dt="2023-06-12T13:20:12.608" v="159"/>
          <ac:inkMkLst>
            <pc:docMk/>
            <pc:sldMk cId="2689419930" sldId="276"/>
            <ac:inkMk id="90" creationId="{BA6402E2-5417-94ED-53FB-D8D84C62D91A}"/>
          </ac:inkMkLst>
        </pc:inkChg>
        <pc:inkChg chg="add mod">
          <ac:chgData name="Aron Michael" userId="a6335a5c-3af6-488f-9ef1-dea14714a451" providerId="ADAL" clId="{497B37C7-923F-4858-84B7-9653DBF059D8}" dt="2023-06-12T13:20:12.608" v="159"/>
          <ac:inkMkLst>
            <pc:docMk/>
            <pc:sldMk cId="2689419930" sldId="276"/>
            <ac:inkMk id="91" creationId="{A6CF78BA-5061-6F9A-E998-F44BD3439F9D}"/>
          </ac:inkMkLst>
        </pc:inkChg>
        <pc:inkChg chg="add mod">
          <ac:chgData name="Aron Michael" userId="a6335a5c-3af6-488f-9ef1-dea14714a451" providerId="ADAL" clId="{497B37C7-923F-4858-84B7-9653DBF059D8}" dt="2023-06-12T13:20:12.608" v="159"/>
          <ac:inkMkLst>
            <pc:docMk/>
            <pc:sldMk cId="2689419930" sldId="276"/>
            <ac:inkMk id="94" creationId="{ED57C113-1855-B59E-8D25-A001986C6D7F}"/>
          </ac:inkMkLst>
        </pc:inkChg>
        <pc:inkChg chg="add mod">
          <ac:chgData name="Aron Michael" userId="a6335a5c-3af6-488f-9ef1-dea14714a451" providerId="ADAL" clId="{497B37C7-923F-4858-84B7-9653DBF059D8}" dt="2023-06-12T13:20:12.608" v="159"/>
          <ac:inkMkLst>
            <pc:docMk/>
            <pc:sldMk cId="2689419930" sldId="276"/>
            <ac:inkMk id="95" creationId="{3B1FB07A-DC2A-95CE-4C54-BB79E12F8942}"/>
          </ac:inkMkLst>
        </pc:inkChg>
        <pc:inkChg chg="add mod">
          <ac:chgData name="Aron Michael" userId="a6335a5c-3af6-488f-9ef1-dea14714a451" providerId="ADAL" clId="{497B37C7-923F-4858-84B7-9653DBF059D8}" dt="2023-06-12T13:20:12.608" v="159"/>
          <ac:inkMkLst>
            <pc:docMk/>
            <pc:sldMk cId="2689419930" sldId="276"/>
            <ac:inkMk id="96" creationId="{BC84A54B-222F-C08C-18CC-BA17E9A491C0}"/>
          </ac:inkMkLst>
        </pc:inkChg>
        <pc:inkChg chg="add mod">
          <ac:chgData name="Aron Michael" userId="a6335a5c-3af6-488f-9ef1-dea14714a451" providerId="ADAL" clId="{497B37C7-923F-4858-84B7-9653DBF059D8}" dt="2023-06-12T13:20:12.608" v="159"/>
          <ac:inkMkLst>
            <pc:docMk/>
            <pc:sldMk cId="2689419930" sldId="276"/>
            <ac:inkMk id="97" creationId="{20F400CD-90C3-9F7B-12B8-89BBCF43E738}"/>
          </ac:inkMkLst>
        </pc:inkChg>
        <pc:inkChg chg="add mod">
          <ac:chgData name="Aron Michael" userId="a6335a5c-3af6-488f-9ef1-dea14714a451" providerId="ADAL" clId="{497B37C7-923F-4858-84B7-9653DBF059D8}" dt="2023-06-12T13:20:12.608" v="159"/>
          <ac:inkMkLst>
            <pc:docMk/>
            <pc:sldMk cId="2689419930" sldId="276"/>
            <ac:inkMk id="98" creationId="{D8746735-3296-B082-81B2-8BDFD0ED5B0C}"/>
          </ac:inkMkLst>
        </pc:inkChg>
        <pc:inkChg chg="add mod">
          <ac:chgData name="Aron Michael" userId="a6335a5c-3af6-488f-9ef1-dea14714a451" providerId="ADAL" clId="{497B37C7-923F-4858-84B7-9653DBF059D8}" dt="2023-06-12T13:20:12.608" v="159"/>
          <ac:inkMkLst>
            <pc:docMk/>
            <pc:sldMk cId="2689419930" sldId="276"/>
            <ac:inkMk id="99" creationId="{C2EC1FAE-F8A3-A189-93A9-CE328C318C44}"/>
          </ac:inkMkLst>
        </pc:inkChg>
        <pc:inkChg chg="add mod">
          <ac:chgData name="Aron Michael" userId="a6335a5c-3af6-488f-9ef1-dea14714a451" providerId="ADAL" clId="{497B37C7-923F-4858-84B7-9653DBF059D8}" dt="2023-06-12T13:20:12.608" v="159"/>
          <ac:inkMkLst>
            <pc:docMk/>
            <pc:sldMk cId="2689419930" sldId="276"/>
            <ac:inkMk id="100" creationId="{BBB42D95-D7A3-78C3-C8C7-3B6CA394EFCF}"/>
          </ac:inkMkLst>
        </pc:inkChg>
        <pc:inkChg chg="add mod">
          <ac:chgData name="Aron Michael" userId="a6335a5c-3af6-488f-9ef1-dea14714a451" providerId="ADAL" clId="{497B37C7-923F-4858-84B7-9653DBF059D8}" dt="2023-06-12T13:20:12.608" v="159"/>
          <ac:inkMkLst>
            <pc:docMk/>
            <pc:sldMk cId="2689419930" sldId="276"/>
            <ac:inkMk id="103" creationId="{9D4A79C1-DC7C-0DB7-62C6-020B0093023F}"/>
          </ac:inkMkLst>
        </pc:inkChg>
        <pc:inkChg chg="add mod">
          <ac:chgData name="Aron Michael" userId="a6335a5c-3af6-488f-9ef1-dea14714a451" providerId="ADAL" clId="{497B37C7-923F-4858-84B7-9653DBF059D8}" dt="2023-06-12T13:20:12.608" v="159"/>
          <ac:inkMkLst>
            <pc:docMk/>
            <pc:sldMk cId="2689419930" sldId="276"/>
            <ac:inkMk id="104" creationId="{CC4DEBD7-102F-8B46-B28C-FACB002BD915}"/>
          </ac:inkMkLst>
        </pc:inkChg>
        <pc:inkChg chg="add mod">
          <ac:chgData name="Aron Michael" userId="a6335a5c-3af6-488f-9ef1-dea14714a451" providerId="ADAL" clId="{497B37C7-923F-4858-84B7-9653DBF059D8}" dt="2023-06-12T13:20:12.608" v="159"/>
          <ac:inkMkLst>
            <pc:docMk/>
            <pc:sldMk cId="2689419930" sldId="276"/>
            <ac:inkMk id="105" creationId="{3790E6FE-A494-79D0-3F47-C89337D5485E}"/>
          </ac:inkMkLst>
        </pc:inkChg>
        <pc:inkChg chg="add mod">
          <ac:chgData name="Aron Michael" userId="a6335a5c-3af6-488f-9ef1-dea14714a451" providerId="ADAL" clId="{497B37C7-923F-4858-84B7-9653DBF059D8}" dt="2023-06-12T13:22:05.957" v="176"/>
          <ac:inkMkLst>
            <pc:docMk/>
            <pc:sldMk cId="2689419930" sldId="276"/>
            <ac:inkMk id="108" creationId="{44A0996C-F86B-BDF9-8107-2E1283B8939C}"/>
          </ac:inkMkLst>
        </pc:inkChg>
        <pc:inkChg chg="add mod">
          <ac:chgData name="Aron Michael" userId="a6335a5c-3af6-488f-9ef1-dea14714a451" providerId="ADAL" clId="{497B37C7-923F-4858-84B7-9653DBF059D8}" dt="2023-06-12T13:22:05.957" v="176"/>
          <ac:inkMkLst>
            <pc:docMk/>
            <pc:sldMk cId="2689419930" sldId="276"/>
            <ac:inkMk id="109" creationId="{73A4B307-6686-2761-0101-BCCB2640297C}"/>
          </ac:inkMkLst>
        </pc:inkChg>
        <pc:inkChg chg="add mod">
          <ac:chgData name="Aron Michael" userId="a6335a5c-3af6-488f-9ef1-dea14714a451" providerId="ADAL" clId="{497B37C7-923F-4858-84B7-9653DBF059D8}" dt="2023-06-12T13:22:05.957" v="176"/>
          <ac:inkMkLst>
            <pc:docMk/>
            <pc:sldMk cId="2689419930" sldId="276"/>
            <ac:inkMk id="110" creationId="{652E7C78-41BF-B77B-038B-91AD726969CC}"/>
          </ac:inkMkLst>
        </pc:inkChg>
        <pc:inkChg chg="add mod">
          <ac:chgData name="Aron Michael" userId="a6335a5c-3af6-488f-9ef1-dea14714a451" providerId="ADAL" clId="{497B37C7-923F-4858-84B7-9653DBF059D8}" dt="2023-06-12T13:22:05.957" v="176"/>
          <ac:inkMkLst>
            <pc:docMk/>
            <pc:sldMk cId="2689419930" sldId="276"/>
            <ac:inkMk id="111" creationId="{F8D64DC8-5A67-57D0-D773-85435F551F85}"/>
          </ac:inkMkLst>
        </pc:inkChg>
        <pc:inkChg chg="add mod">
          <ac:chgData name="Aron Michael" userId="a6335a5c-3af6-488f-9ef1-dea14714a451" providerId="ADAL" clId="{497B37C7-923F-4858-84B7-9653DBF059D8}" dt="2023-06-12T13:22:05.957" v="176"/>
          <ac:inkMkLst>
            <pc:docMk/>
            <pc:sldMk cId="2689419930" sldId="276"/>
            <ac:inkMk id="112" creationId="{6C52B432-9438-1F5B-BDD7-1C8C9C69419C}"/>
          </ac:inkMkLst>
        </pc:inkChg>
        <pc:inkChg chg="add mod">
          <ac:chgData name="Aron Michael" userId="a6335a5c-3af6-488f-9ef1-dea14714a451" providerId="ADAL" clId="{497B37C7-923F-4858-84B7-9653DBF059D8}" dt="2023-06-12T13:22:05.957" v="176"/>
          <ac:inkMkLst>
            <pc:docMk/>
            <pc:sldMk cId="2689419930" sldId="276"/>
            <ac:inkMk id="113" creationId="{E94EDDA7-B35D-929A-B2C5-5B8A00D5D5E4}"/>
          </ac:inkMkLst>
        </pc:inkChg>
        <pc:inkChg chg="add mod">
          <ac:chgData name="Aron Michael" userId="a6335a5c-3af6-488f-9ef1-dea14714a451" providerId="ADAL" clId="{497B37C7-923F-4858-84B7-9653DBF059D8}" dt="2023-06-12T13:22:05.957" v="176"/>
          <ac:inkMkLst>
            <pc:docMk/>
            <pc:sldMk cId="2689419930" sldId="276"/>
            <ac:inkMk id="114" creationId="{DA08206C-9922-1AEB-451C-6720C81E5E2E}"/>
          </ac:inkMkLst>
        </pc:inkChg>
        <pc:inkChg chg="add mod">
          <ac:chgData name="Aron Michael" userId="a6335a5c-3af6-488f-9ef1-dea14714a451" providerId="ADAL" clId="{497B37C7-923F-4858-84B7-9653DBF059D8}" dt="2023-06-12T13:22:05.957" v="176"/>
          <ac:inkMkLst>
            <pc:docMk/>
            <pc:sldMk cId="2689419930" sldId="276"/>
            <ac:inkMk id="115" creationId="{D8B211DA-DF5F-F6B7-2F1B-F50333F876C3}"/>
          </ac:inkMkLst>
        </pc:inkChg>
        <pc:inkChg chg="add mod">
          <ac:chgData name="Aron Michael" userId="a6335a5c-3af6-488f-9ef1-dea14714a451" providerId="ADAL" clId="{497B37C7-923F-4858-84B7-9653DBF059D8}" dt="2023-06-12T13:22:05.957" v="176"/>
          <ac:inkMkLst>
            <pc:docMk/>
            <pc:sldMk cId="2689419930" sldId="276"/>
            <ac:inkMk id="116" creationId="{28ADB30D-E2F3-8D49-2802-75F845A19D4E}"/>
          </ac:inkMkLst>
        </pc:inkChg>
        <pc:inkChg chg="add">
          <ac:chgData name="Aron Michael" userId="a6335a5c-3af6-488f-9ef1-dea14714a451" providerId="ADAL" clId="{497B37C7-923F-4858-84B7-9653DBF059D8}" dt="2023-06-12T13:22:07.926" v="177" actId="9405"/>
          <ac:inkMkLst>
            <pc:docMk/>
            <pc:sldMk cId="2689419930" sldId="276"/>
            <ac:inkMk id="118" creationId="{D08E7812-FC4A-0F24-6304-944D75D6E0F4}"/>
          </ac:inkMkLst>
        </pc:inkChg>
        <pc:inkChg chg="add mod">
          <ac:chgData name="Aron Michael" userId="a6335a5c-3af6-488f-9ef1-dea14714a451" providerId="ADAL" clId="{497B37C7-923F-4858-84B7-9653DBF059D8}" dt="2023-06-12T13:22:12.800" v="180"/>
          <ac:inkMkLst>
            <pc:docMk/>
            <pc:sldMk cId="2689419930" sldId="276"/>
            <ac:inkMk id="119" creationId="{5B906A56-51D7-8560-411C-D13D5FA1745B}"/>
          </ac:inkMkLst>
        </pc:inkChg>
        <pc:inkChg chg="add mod">
          <ac:chgData name="Aron Michael" userId="a6335a5c-3af6-488f-9ef1-dea14714a451" providerId="ADAL" clId="{497B37C7-923F-4858-84B7-9653DBF059D8}" dt="2023-06-12T13:22:12.800" v="180"/>
          <ac:inkMkLst>
            <pc:docMk/>
            <pc:sldMk cId="2689419930" sldId="276"/>
            <ac:inkMk id="120" creationId="{12976954-511A-5A1C-7E50-C75123169801}"/>
          </ac:inkMkLst>
        </pc:inkChg>
      </pc:sldChg>
      <pc:sldChg chg="addSp delSp modSp mod modAnim">
        <pc:chgData name="Aron Michael" userId="a6335a5c-3af6-488f-9ef1-dea14714a451" providerId="ADAL" clId="{497B37C7-923F-4858-84B7-9653DBF059D8}" dt="2023-06-12T14:16:54.097" v="2179" actId="478"/>
        <pc:sldMkLst>
          <pc:docMk/>
          <pc:sldMk cId="2613337309" sldId="292"/>
        </pc:sldMkLst>
        <pc:spChg chg="mod">
          <ac:chgData name="Aron Michael" userId="a6335a5c-3af6-488f-9ef1-dea14714a451" providerId="ADAL" clId="{497B37C7-923F-4858-84B7-9653DBF059D8}" dt="2023-06-12T13:56:41.155" v="1371" actId="20577"/>
          <ac:spMkLst>
            <pc:docMk/>
            <pc:sldMk cId="2613337309" sldId="292"/>
            <ac:spMk id="2" creationId="{00000000-0000-0000-0000-000000000000}"/>
          </ac:spMkLst>
        </pc:spChg>
        <pc:spChg chg="add mod">
          <ac:chgData name="Aron Michael" userId="a6335a5c-3af6-488f-9ef1-dea14714a451" providerId="ADAL" clId="{497B37C7-923F-4858-84B7-9653DBF059D8}" dt="2023-06-12T14:13:39.429" v="1819" actId="1076"/>
          <ac:spMkLst>
            <pc:docMk/>
            <pc:sldMk cId="2613337309" sldId="292"/>
            <ac:spMk id="10" creationId="{E3B7B4B7-04F6-85D2-9BC3-EBC32A5F0A72}"/>
          </ac:spMkLst>
        </pc:spChg>
        <pc:spChg chg="add mod">
          <ac:chgData name="Aron Michael" userId="a6335a5c-3af6-488f-9ef1-dea14714a451" providerId="ADAL" clId="{497B37C7-923F-4858-84B7-9653DBF059D8}" dt="2023-06-12T14:13:02.213" v="1814" actId="1035"/>
          <ac:spMkLst>
            <pc:docMk/>
            <pc:sldMk cId="2613337309" sldId="292"/>
            <ac:spMk id="11" creationId="{2AA15913-D642-A310-83BC-DA97722673B5}"/>
          </ac:spMkLst>
        </pc:spChg>
        <pc:spChg chg="add mod">
          <ac:chgData name="Aron Michael" userId="a6335a5c-3af6-488f-9ef1-dea14714a451" providerId="ADAL" clId="{497B37C7-923F-4858-84B7-9653DBF059D8}" dt="2023-06-12T14:13:43.538" v="1820" actId="1076"/>
          <ac:spMkLst>
            <pc:docMk/>
            <pc:sldMk cId="2613337309" sldId="292"/>
            <ac:spMk id="12" creationId="{BA912226-B81D-10F4-1818-D95BAA7597D5}"/>
          </ac:spMkLst>
        </pc:spChg>
        <pc:spChg chg="add mod">
          <ac:chgData name="Aron Michael" userId="a6335a5c-3af6-488f-9ef1-dea14714a451" providerId="ADAL" clId="{497B37C7-923F-4858-84B7-9653DBF059D8}" dt="2023-06-12T14:12:53.968" v="1809" actId="14100"/>
          <ac:spMkLst>
            <pc:docMk/>
            <pc:sldMk cId="2613337309" sldId="292"/>
            <ac:spMk id="13" creationId="{7621871C-33D0-8B45-8280-941A7042ECA0}"/>
          </ac:spMkLst>
        </pc:spChg>
        <pc:spChg chg="mod">
          <ac:chgData name="Aron Michael" userId="a6335a5c-3af6-488f-9ef1-dea14714a451" providerId="ADAL" clId="{497B37C7-923F-4858-84B7-9653DBF059D8}" dt="2023-06-12T14:13:14.640" v="1815" actId="1076"/>
          <ac:spMkLst>
            <pc:docMk/>
            <pc:sldMk cId="2613337309" sldId="292"/>
            <ac:spMk id="19" creationId="{BEC021D9-EDA7-3A58-CB97-32F406713A00}"/>
          </ac:spMkLst>
        </pc:spChg>
        <pc:spChg chg="del mod">
          <ac:chgData name="Aron Michael" userId="a6335a5c-3af6-488f-9ef1-dea14714a451" providerId="ADAL" clId="{497B37C7-923F-4858-84B7-9653DBF059D8}" dt="2023-06-12T13:58:14.910" v="1541" actId="478"/>
          <ac:spMkLst>
            <pc:docMk/>
            <pc:sldMk cId="2613337309" sldId="292"/>
            <ac:spMk id="20" creationId="{A9E9EC24-950C-CC51-39E6-D69F076D12DD}"/>
          </ac:spMkLst>
        </pc:spChg>
        <pc:spChg chg="del mod">
          <ac:chgData name="Aron Michael" userId="a6335a5c-3af6-488f-9ef1-dea14714a451" providerId="ADAL" clId="{497B37C7-923F-4858-84B7-9653DBF059D8}" dt="2023-06-12T13:58:18.724" v="1543" actId="478"/>
          <ac:spMkLst>
            <pc:docMk/>
            <pc:sldMk cId="2613337309" sldId="292"/>
            <ac:spMk id="22" creationId="{719B49DF-D2DE-E18F-9DBA-EF3E5564630B}"/>
          </ac:spMkLst>
        </pc:spChg>
        <pc:grpChg chg="mod">
          <ac:chgData name="Aron Michael" userId="a6335a5c-3af6-488f-9ef1-dea14714a451" providerId="ADAL" clId="{497B37C7-923F-4858-84B7-9653DBF059D8}" dt="2023-06-12T14:15:38.006" v="2088" actId="1036"/>
          <ac:grpSpMkLst>
            <pc:docMk/>
            <pc:sldMk cId="2613337309" sldId="292"/>
            <ac:grpSpMk id="21" creationId="{43A2BACB-3FDC-7FA9-F8E6-6C419D6B4202}"/>
          </ac:grpSpMkLst>
        </pc:grpChg>
        <pc:grpChg chg="mod">
          <ac:chgData name="Aron Michael" userId="a6335a5c-3af6-488f-9ef1-dea14714a451" providerId="ADAL" clId="{497B37C7-923F-4858-84B7-9653DBF059D8}" dt="2023-06-12T14:14:15.907" v="1861" actId="1036"/>
          <ac:grpSpMkLst>
            <pc:docMk/>
            <pc:sldMk cId="2613337309" sldId="292"/>
            <ac:grpSpMk id="27" creationId="{788EC532-C102-5470-0B39-CA04B833F2DC}"/>
          </ac:grpSpMkLst>
        </pc:grpChg>
        <pc:grpChg chg="mod">
          <ac:chgData name="Aron Michael" userId="a6335a5c-3af6-488f-9ef1-dea14714a451" providerId="ADAL" clId="{497B37C7-923F-4858-84B7-9653DBF059D8}" dt="2023-06-12T14:14:15.907" v="1861" actId="1036"/>
          <ac:grpSpMkLst>
            <pc:docMk/>
            <pc:sldMk cId="2613337309" sldId="292"/>
            <ac:grpSpMk id="35" creationId="{A117A709-A15A-F5D7-CD18-1F8E631F1C54}"/>
          </ac:grpSpMkLst>
        </pc:grpChg>
        <pc:grpChg chg="del mod">
          <ac:chgData name="Aron Michael" userId="a6335a5c-3af6-488f-9ef1-dea14714a451" providerId="ADAL" clId="{497B37C7-923F-4858-84B7-9653DBF059D8}" dt="2023-06-12T14:02:51.594" v="1620"/>
          <ac:grpSpMkLst>
            <pc:docMk/>
            <pc:sldMk cId="2613337309" sldId="292"/>
            <ac:grpSpMk id="41" creationId="{BF5BC002-43F5-96D9-E510-576CEEE9967B}"/>
          </ac:grpSpMkLst>
        </pc:grpChg>
        <pc:grpChg chg="del mod">
          <ac:chgData name="Aron Michael" userId="a6335a5c-3af6-488f-9ef1-dea14714a451" providerId="ADAL" clId="{497B37C7-923F-4858-84B7-9653DBF059D8}" dt="2023-06-12T14:16:27.403" v="2153" actId="478"/>
          <ac:grpSpMkLst>
            <pc:docMk/>
            <pc:sldMk cId="2613337309" sldId="292"/>
            <ac:grpSpMk id="46" creationId="{7CF44ABD-D083-3992-F734-A1AD5023CDB9}"/>
          </ac:grpSpMkLst>
        </pc:grpChg>
        <pc:grpChg chg="mod">
          <ac:chgData name="Aron Michael" userId="a6335a5c-3af6-488f-9ef1-dea14714a451" providerId="ADAL" clId="{497B37C7-923F-4858-84B7-9653DBF059D8}" dt="2023-06-12T14:16:36.727" v="2178" actId="1038"/>
          <ac:grpSpMkLst>
            <pc:docMk/>
            <pc:sldMk cId="2613337309" sldId="292"/>
            <ac:grpSpMk id="49" creationId="{255757ED-C077-9ECE-9158-E2B7FB4EA096}"/>
          </ac:grpSpMkLst>
        </pc:grpChg>
        <pc:grpChg chg="mod">
          <ac:chgData name="Aron Michael" userId="a6335a5c-3af6-488f-9ef1-dea14714a451" providerId="ADAL" clId="{497B37C7-923F-4858-84B7-9653DBF059D8}" dt="2023-06-12T14:16:18.752" v="2152" actId="1035"/>
          <ac:grpSpMkLst>
            <pc:docMk/>
            <pc:sldMk cId="2613337309" sldId="292"/>
            <ac:grpSpMk id="53" creationId="{8C468B4B-FAF1-8C5B-E040-E9A690A4294D}"/>
          </ac:grpSpMkLst>
        </pc:grpChg>
        <pc:grpChg chg="mod">
          <ac:chgData name="Aron Michael" userId="a6335a5c-3af6-488f-9ef1-dea14714a451" providerId="ADAL" clId="{497B37C7-923F-4858-84B7-9653DBF059D8}" dt="2023-06-12T14:15:02.144" v="1994" actId="1038"/>
          <ac:grpSpMkLst>
            <pc:docMk/>
            <pc:sldMk cId="2613337309" sldId="292"/>
            <ac:grpSpMk id="56" creationId="{0D01F8AD-8F82-C3C9-5A22-BEE0758EF528}"/>
          </ac:grpSpMkLst>
        </pc:grpChg>
        <pc:grpChg chg="del mod">
          <ac:chgData name="Aron Michael" userId="a6335a5c-3af6-488f-9ef1-dea14714a451" providerId="ADAL" clId="{497B37C7-923F-4858-84B7-9653DBF059D8}" dt="2023-06-12T14:16:54.097" v="2179" actId="478"/>
          <ac:grpSpMkLst>
            <pc:docMk/>
            <pc:sldMk cId="2613337309" sldId="292"/>
            <ac:grpSpMk id="60" creationId="{149A813E-2145-C5C7-E02F-1AB4149CF522}"/>
          </ac:grpSpMkLst>
        </pc:grpChg>
        <pc:picChg chg="add mod">
          <ac:chgData name="Aron Michael" userId="a6335a5c-3af6-488f-9ef1-dea14714a451" providerId="ADAL" clId="{497B37C7-923F-4858-84B7-9653DBF059D8}" dt="2023-06-12T14:15:04.053" v="1995" actId="1076"/>
          <ac:picMkLst>
            <pc:docMk/>
            <pc:sldMk cId="2613337309" sldId="292"/>
            <ac:picMk id="8" creationId="{70D24192-71E6-28A6-8A2F-7C5A713D5BC2}"/>
          </ac:picMkLst>
        </pc:picChg>
        <pc:picChg chg="add mod">
          <ac:chgData name="Aron Michael" userId="a6335a5c-3af6-488f-9ef1-dea14714a451" providerId="ADAL" clId="{497B37C7-923F-4858-84B7-9653DBF059D8}" dt="2023-06-12T14:12:37.373" v="1807" actId="1036"/>
          <ac:picMkLst>
            <pc:docMk/>
            <pc:sldMk cId="2613337309" sldId="292"/>
            <ac:picMk id="9" creationId="{CCABA41B-9381-1829-C783-D0810306B4BA}"/>
          </ac:picMkLst>
        </pc:picChg>
        <pc:picChg chg="del">
          <ac:chgData name="Aron Michael" userId="a6335a5c-3af6-488f-9ef1-dea14714a451" providerId="ADAL" clId="{497B37C7-923F-4858-84B7-9653DBF059D8}" dt="2023-06-12T13:55:38.537" v="1275" actId="478"/>
          <ac:picMkLst>
            <pc:docMk/>
            <pc:sldMk cId="2613337309" sldId="292"/>
            <ac:picMk id="25" creationId="{5F7DF1DB-7EDE-F3DF-EDD4-17D3E445391B}"/>
          </ac:picMkLst>
        </pc:picChg>
        <pc:picChg chg="del">
          <ac:chgData name="Aron Michael" userId="a6335a5c-3af6-488f-9ef1-dea14714a451" providerId="ADAL" clId="{497B37C7-923F-4858-84B7-9653DBF059D8}" dt="2023-06-12T13:58:26.698" v="1544" actId="478"/>
          <ac:picMkLst>
            <pc:docMk/>
            <pc:sldMk cId="2613337309" sldId="292"/>
            <ac:picMk id="28" creationId="{4033A50C-D7D6-438A-7FB9-E2EB0DFEEC3F}"/>
          </ac:picMkLst>
        </pc:picChg>
        <pc:picChg chg="del">
          <ac:chgData name="Aron Michael" userId="a6335a5c-3af6-488f-9ef1-dea14714a451" providerId="ADAL" clId="{497B37C7-923F-4858-84B7-9653DBF059D8}" dt="2023-06-12T13:58:36.857" v="1545" actId="478"/>
          <ac:picMkLst>
            <pc:docMk/>
            <pc:sldMk cId="2613337309" sldId="292"/>
            <ac:picMk id="32" creationId="{07B50609-5B60-849B-C794-19D73F80A5A6}"/>
          </ac:picMkLst>
        </pc:picChg>
        <pc:inkChg chg="del">
          <ac:chgData name="Aron Michael" userId="a6335a5c-3af6-488f-9ef1-dea14714a451" providerId="ADAL" clId="{497B37C7-923F-4858-84B7-9653DBF059D8}" dt="2023-06-12T13:55:40.765" v="1276" actId="478"/>
          <ac:inkMkLst>
            <pc:docMk/>
            <pc:sldMk cId="2613337309" sldId="292"/>
            <ac:inkMk id="3" creationId="{85AD53DF-B36D-16EC-84D0-6DB69DF00233}"/>
          </ac:inkMkLst>
        </pc:inkChg>
        <pc:inkChg chg="add">
          <ac:chgData name="Aron Michael" userId="a6335a5c-3af6-488f-9ef1-dea14714a451" providerId="ADAL" clId="{497B37C7-923F-4858-84B7-9653DBF059D8}" dt="2023-06-12T14:02:06.973" v="1594" actId="9405"/>
          <ac:inkMkLst>
            <pc:docMk/>
            <pc:sldMk cId="2613337309" sldId="292"/>
            <ac:inkMk id="14" creationId="{9BD4CAF1-A7EA-D0CA-8193-ADAEE97542B2}"/>
          </ac:inkMkLst>
        </pc:inkChg>
        <pc:inkChg chg="add">
          <ac:chgData name="Aron Michael" userId="a6335a5c-3af6-488f-9ef1-dea14714a451" providerId="ADAL" clId="{497B37C7-923F-4858-84B7-9653DBF059D8}" dt="2023-06-12T14:02:16.507" v="1595" actId="9405"/>
          <ac:inkMkLst>
            <pc:docMk/>
            <pc:sldMk cId="2613337309" sldId="292"/>
            <ac:inkMk id="15" creationId="{B2B8BDF2-71D7-9119-69B5-1260EFBFFFA2}"/>
          </ac:inkMkLst>
        </pc:inkChg>
        <pc:inkChg chg="add mod">
          <ac:chgData name="Aron Michael" userId="a6335a5c-3af6-488f-9ef1-dea14714a451" providerId="ADAL" clId="{497B37C7-923F-4858-84B7-9653DBF059D8}" dt="2023-06-12T14:14:27.466" v="1891" actId="1036"/>
          <ac:inkMkLst>
            <pc:docMk/>
            <pc:sldMk cId="2613337309" sldId="292"/>
            <ac:inkMk id="16" creationId="{16E2E5AC-2399-58CE-CBAB-471DEA9A660F}"/>
          </ac:inkMkLst>
        </pc:inkChg>
        <pc:inkChg chg="add mod">
          <ac:chgData name="Aron Michael" userId="a6335a5c-3af6-488f-9ef1-dea14714a451" providerId="ADAL" clId="{497B37C7-923F-4858-84B7-9653DBF059D8}" dt="2023-06-12T14:02:25.784" v="1599"/>
          <ac:inkMkLst>
            <pc:docMk/>
            <pc:sldMk cId="2613337309" sldId="292"/>
            <ac:inkMk id="17" creationId="{D2B4A44E-B2AB-7DCC-A596-232C30517BDD}"/>
          </ac:inkMkLst>
        </pc:inkChg>
        <pc:inkChg chg="add mod">
          <ac:chgData name="Aron Michael" userId="a6335a5c-3af6-488f-9ef1-dea14714a451" providerId="ADAL" clId="{497B37C7-923F-4858-84B7-9653DBF059D8}" dt="2023-06-12T14:02:25.784" v="1599"/>
          <ac:inkMkLst>
            <pc:docMk/>
            <pc:sldMk cId="2613337309" sldId="292"/>
            <ac:inkMk id="18" creationId="{6E7DD0E9-1AF1-496A-57EC-E436122D07CB}"/>
          </ac:inkMkLst>
        </pc:inkChg>
        <pc:inkChg chg="add mod">
          <ac:chgData name="Aron Michael" userId="a6335a5c-3af6-488f-9ef1-dea14714a451" providerId="ADAL" clId="{497B37C7-923F-4858-84B7-9653DBF059D8}" dt="2023-06-12T14:02:35.105" v="1603"/>
          <ac:inkMkLst>
            <pc:docMk/>
            <pc:sldMk cId="2613337309" sldId="292"/>
            <ac:inkMk id="23" creationId="{C06E0DE4-1B35-6F6F-CE3F-12A57BFA02ED}"/>
          </ac:inkMkLst>
        </pc:inkChg>
        <pc:inkChg chg="add mod">
          <ac:chgData name="Aron Michael" userId="a6335a5c-3af6-488f-9ef1-dea14714a451" providerId="ADAL" clId="{497B37C7-923F-4858-84B7-9653DBF059D8}" dt="2023-06-12T14:02:35.105" v="1603"/>
          <ac:inkMkLst>
            <pc:docMk/>
            <pc:sldMk cId="2613337309" sldId="292"/>
            <ac:inkMk id="24" creationId="{19D4E0CF-F460-DDDC-4F90-4B85251A0788}"/>
          </ac:inkMkLst>
        </pc:inkChg>
        <pc:inkChg chg="add mod">
          <ac:chgData name="Aron Michael" userId="a6335a5c-3af6-488f-9ef1-dea14714a451" providerId="ADAL" clId="{497B37C7-923F-4858-84B7-9653DBF059D8}" dt="2023-06-12T14:14:15.907" v="1861" actId="1036"/>
          <ac:inkMkLst>
            <pc:docMk/>
            <pc:sldMk cId="2613337309" sldId="292"/>
            <ac:inkMk id="26" creationId="{56F0AC08-63ED-33EE-8661-F750E7634785}"/>
          </ac:inkMkLst>
        </pc:inkChg>
        <pc:inkChg chg="add mod">
          <ac:chgData name="Aron Michael" userId="a6335a5c-3af6-488f-9ef1-dea14714a451" providerId="ADAL" clId="{497B37C7-923F-4858-84B7-9653DBF059D8}" dt="2023-06-12T14:02:40.266" v="1609"/>
          <ac:inkMkLst>
            <pc:docMk/>
            <pc:sldMk cId="2613337309" sldId="292"/>
            <ac:inkMk id="29" creationId="{5BF047CD-F348-89F5-5A40-F8A523DA68A7}"/>
          </ac:inkMkLst>
        </pc:inkChg>
        <pc:inkChg chg="add mod">
          <ac:chgData name="Aron Michael" userId="a6335a5c-3af6-488f-9ef1-dea14714a451" providerId="ADAL" clId="{497B37C7-923F-4858-84B7-9653DBF059D8}" dt="2023-06-12T14:02:40.266" v="1609"/>
          <ac:inkMkLst>
            <pc:docMk/>
            <pc:sldMk cId="2613337309" sldId="292"/>
            <ac:inkMk id="30" creationId="{BE66EE32-B6F6-BD94-B2B7-354F63D454E3}"/>
          </ac:inkMkLst>
        </pc:inkChg>
        <pc:inkChg chg="add mod">
          <ac:chgData name="Aron Michael" userId="a6335a5c-3af6-488f-9ef1-dea14714a451" providerId="ADAL" clId="{497B37C7-923F-4858-84B7-9653DBF059D8}" dt="2023-06-12T14:02:40.266" v="1609"/>
          <ac:inkMkLst>
            <pc:docMk/>
            <pc:sldMk cId="2613337309" sldId="292"/>
            <ac:inkMk id="31" creationId="{C847ED37-72B1-5336-4052-7CF8870F18BF}"/>
          </ac:inkMkLst>
        </pc:inkChg>
        <pc:inkChg chg="add mod">
          <ac:chgData name="Aron Michael" userId="a6335a5c-3af6-488f-9ef1-dea14714a451" providerId="ADAL" clId="{497B37C7-923F-4858-84B7-9653DBF059D8}" dt="2023-06-12T14:02:40.266" v="1609"/>
          <ac:inkMkLst>
            <pc:docMk/>
            <pc:sldMk cId="2613337309" sldId="292"/>
            <ac:inkMk id="33" creationId="{D075C284-B451-3F2D-C276-E756A48F2E34}"/>
          </ac:inkMkLst>
        </pc:inkChg>
        <pc:inkChg chg="add mod">
          <ac:chgData name="Aron Michael" userId="a6335a5c-3af6-488f-9ef1-dea14714a451" providerId="ADAL" clId="{497B37C7-923F-4858-84B7-9653DBF059D8}" dt="2023-06-12T14:02:40.266" v="1609"/>
          <ac:inkMkLst>
            <pc:docMk/>
            <pc:sldMk cId="2613337309" sldId="292"/>
            <ac:inkMk id="34" creationId="{ECB54BE0-18D8-9BDB-8F8F-8CFEEDE5DFEA}"/>
          </ac:inkMkLst>
        </pc:inkChg>
        <pc:inkChg chg="add mod">
          <ac:chgData name="Aron Michael" userId="a6335a5c-3af6-488f-9ef1-dea14714a451" providerId="ADAL" clId="{497B37C7-923F-4858-84B7-9653DBF059D8}" dt="2023-06-12T14:02:57.623" v="1627"/>
          <ac:inkMkLst>
            <pc:docMk/>
            <pc:sldMk cId="2613337309" sldId="292"/>
            <ac:inkMk id="36" creationId="{019D8EAB-5333-F937-C1B0-9CAF1C2F2F28}"/>
          </ac:inkMkLst>
        </pc:inkChg>
        <pc:inkChg chg="add mod">
          <ac:chgData name="Aron Michael" userId="a6335a5c-3af6-488f-9ef1-dea14714a451" providerId="ADAL" clId="{497B37C7-923F-4858-84B7-9653DBF059D8}" dt="2023-06-12T14:02:57.623" v="1627"/>
          <ac:inkMkLst>
            <pc:docMk/>
            <pc:sldMk cId="2613337309" sldId="292"/>
            <ac:inkMk id="37" creationId="{12397999-25C9-C8EA-6A8F-16CB5B940BAA}"/>
          </ac:inkMkLst>
        </pc:inkChg>
        <pc:inkChg chg="add mod">
          <ac:chgData name="Aron Michael" userId="a6335a5c-3af6-488f-9ef1-dea14714a451" providerId="ADAL" clId="{497B37C7-923F-4858-84B7-9653DBF059D8}" dt="2023-06-12T14:02:57.623" v="1627"/>
          <ac:inkMkLst>
            <pc:docMk/>
            <pc:sldMk cId="2613337309" sldId="292"/>
            <ac:inkMk id="38" creationId="{78EC2A42-8B36-8740-9D14-8E457F6E9534}"/>
          </ac:inkMkLst>
        </pc:inkChg>
        <pc:inkChg chg="add mod">
          <ac:chgData name="Aron Michael" userId="a6335a5c-3af6-488f-9ef1-dea14714a451" providerId="ADAL" clId="{497B37C7-923F-4858-84B7-9653DBF059D8}" dt="2023-06-12T14:02:57.623" v="1627"/>
          <ac:inkMkLst>
            <pc:docMk/>
            <pc:sldMk cId="2613337309" sldId="292"/>
            <ac:inkMk id="39" creationId="{185AF013-EBD2-5AA9-9DED-3ECCED176001}"/>
          </ac:inkMkLst>
        </pc:inkChg>
        <pc:inkChg chg="add mod">
          <ac:chgData name="Aron Michael" userId="a6335a5c-3af6-488f-9ef1-dea14714a451" providerId="ADAL" clId="{497B37C7-923F-4858-84B7-9653DBF059D8}" dt="2023-06-12T14:02:51.594" v="1620"/>
          <ac:inkMkLst>
            <pc:docMk/>
            <pc:sldMk cId="2613337309" sldId="292"/>
            <ac:inkMk id="40" creationId="{03CC4649-6E7A-C0A8-6F6B-094848D002E9}"/>
          </ac:inkMkLst>
        </pc:inkChg>
        <pc:inkChg chg="add mod">
          <ac:chgData name="Aron Michael" userId="a6335a5c-3af6-488f-9ef1-dea14714a451" providerId="ADAL" clId="{497B37C7-923F-4858-84B7-9653DBF059D8}" dt="2023-06-12T14:02:51.594" v="1620"/>
          <ac:inkMkLst>
            <pc:docMk/>
            <pc:sldMk cId="2613337309" sldId="292"/>
            <ac:inkMk id="42" creationId="{20658119-E540-630A-84B0-5CA22366AC23}"/>
          </ac:inkMkLst>
        </pc:inkChg>
        <pc:inkChg chg="add mod">
          <ac:chgData name="Aron Michael" userId="a6335a5c-3af6-488f-9ef1-dea14714a451" providerId="ADAL" clId="{497B37C7-923F-4858-84B7-9653DBF059D8}" dt="2023-06-12T14:02:51.594" v="1620"/>
          <ac:inkMkLst>
            <pc:docMk/>
            <pc:sldMk cId="2613337309" sldId="292"/>
            <ac:inkMk id="43" creationId="{ED9CEE95-41D6-2360-E6C8-4318CCEE4AB8}"/>
          </ac:inkMkLst>
        </pc:inkChg>
        <pc:inkChg chg="add">
          <ac:chgData name="Aron Michael" userId="a6335a5c-3af6-488f-9ef1-dea14714a451" providerId="ADAL" clId="{497B37C7-923F-4858-84B7-9653DBF059D8}" dt="2023-06-12T14:02:50.571" v="1618" actId="9405"/>
          <ac:inkMkLst>
            <pc:docMk/>
            <pc:sldMk cId="2613337309" sldId="292"/>
            <ac:inkMk id="44" creationId="{F676FBB3-A74E-8FDA-9D7E-937C0AD84D19}"/>
          </ac:inkMkLst>
        </pc:inkChg>
        <pc:inkChg chg="add">
          <ac:chgData name="Aron Michael" userId="a6335a5c-3af6-488f-9ef1-dea14714a451" providerId="ADAL" clId="{497B37C7-923F-4858-84B7-9653DBF059D8}" dt="2023-06-12T14:02:50.902" v="1619" actId="9405"/>
          <ac:inkMkLst>
            <pc:docMk/>
            <pc:sldMk cId="2613337309" sldId="292"/>
            <ac:inkMk id="45" creationId="{0EBF1460-3E70-323B-2774-9095D067041A}"/>
          </ac:inkMkLst>
        </pc:inkChg>
        <pc:inkChg chg="add mod">
          <ac:chgData name="Aron Michael" userId="a6335a5c-3af6-488f-9ef1-dea14714a451" providerId="ADAL" clId="{497B37C7-923F-4858-84B7-9653DBF059D8}" dt="2023-06-12T14:02:55.075" v="1623"/>
          <ac:inkMkLst>
            <pc:docMk/>
            <pc:sldMk cId="2613337309" sldId="292"/>
            <ac:inkMk id="47" creationId="{5E50F421-BCE5-D7B1-D26C-7D661B820381}"/>
          </ac:inkMkLst>
        </pc:inkChg>
        <pc:inkChg chg="add mod">
          <ac:chgData name="Aron Michael" userId="a6335a5c-3af6-488f-9ef1-dea14714a451" providerId="ADAL" clId="{497B37C7-923F-4858-84B7-9653DBF059D8}" dt="2023-06-12T14:02:55.075" v="1623"/>
          <ac:inkMkLst>
            <pc:docMk/>
            <pc:sldMk cId="2613337309" sldId="292"/>
            <ac:inkMk id="48" creationId="{94F7D7DA-CF27-3C26-3693-A2CB54AF17F8}"/>
          </ac:inkMkLst>
        </pc:inkChg>
        <pc:inkChg chg="add mod">
          <ac:chgData name="Aron Michael" userId="a6335a5c-3af6-488f-9ef1-dea14714a451" providerId="ADAL" clId="{497B37C7-923F-4858-84B7-9653DBF059D8}" dt="2023-06-12T14:02:57.623" v="1627"/>
          <ac:inkMkLst>
            <pc:docMk/>
            <pc:sldMk cId="2613337309" sldId="292"/>
            <ac:inkMk id="50" creationId="{F2F7F0E1-8BDD-FAD3-9708-97511B64C32E}"/>
          </ac:inkMkLst>
        </pc:inkChg>
        <pc:inkChg chg="add mod">
          <ac:chgData name="Aron Michael" userId="a6335a5c-3af6-488f-9ef1-dea14714a451" providerId="ADAL" clId="{497B37C7-923F-4858-84B7-9653DBF059D8}" dt="2023-06-12T14:02:57.623" v="1627"/>
          <ac:inkMkLst>
            <pc:docMk/>
            <pc:sldMk cId="2613337309" sldId="292"/>
            <ac:inkMk id="51" creationId="{DBAED179-E8CE-D70C-B421-9EE10B4BD321}"/>
          </ac:inkMkLst>
        </pc:inkChg>
        <pc:inkChg chg="add mod">
          <ac:chgData name="Aron Michael" userId="a6335a5c-3af6-488f-9ef1-dea14714a451" providerId="ADAL" clId="{497B37C7-923F-4858-84B7-9653DBF059D8}" dt="2023-06-12T14:02:57.623" v="1627"/>
          <ac:inkMkLst>
            <pc:docMk/>
            <pc:sldMk cId="2613337309" sldId="292"/>
            <ac:inkMk id="52" creationId="{3710290E-0015-E304-6D98-98A185045182}"/>
          </ac:inkMkLst>
        </pc:inkChg>
        <pc:inkChg chg="add mod">
          <ac:chgData name="Aron Michael" userId="a6335a5c-3af6-488f-9ef1-dea14714a451" providerId="ADAL" clId="{497B37C7-923F-4858-84B7-9653DBF059D8}" dt="2023-06-12T14:03:07.112" v="1630"/>
          <ac:inkMkLst>
            <pc:docMk/>
            <pc:sldMk cId="2613337309" sldId="292"/>
            <ac:inkMk id="54" creationId="{D0436530-0250-E0FE-4E74-1DB43BDC1613}"/>
          </ac:inkMkLst>
        </pc:inkChg>
        <pc:inkChg chg="add mod">
          <ac:chgData name="Aron Michael" userId="a6335a5c-3af6-488f-9ef1-dea14714a451" providerId="ADAL" clId="{497B37C7-923F-4858-84B7-9653DBF059D8}" dt="2023-06-12T14:03:07.112" v="1630"/>
          <ac:inkMkLst>
            <pc:docMk/>
            <pc:sldMk cId="2613337309" sldId="292"/>
            <ac:inkMk id="55" creationId="{7F5BD687-43A7-4691-1A53-B2E7C048AB72}"/>
          </ac:inkMkLst>
        </pc:inkChg>
        <pc:inkChg chg="add mod">
          <ac:chgData name="Aron Michael" userId="a6335a5c-3af6-488f-9ef1-dea14714a451" providerId="ADAL" clId="{497B37C7-923F-4858-84B7-9653DBF059D8}" dt="2023-06-12T14:03:16.856" v="1634"/>
          <ac:inkMkLst>
            <pc:docMk/>
            <pc:sldMk cId="2613337309" sldId="292"/>
            <ac:inkMk id="57" creationId="{550FC3E5-5902-52D0-9D92-C6D8AAD81C36}"/>
          </ac:inkMkLst>
        </pc:inkChg>
        <pc:inkChg chg="add">
          <ac:chgData name="Aron Michael" userId="a6335a5c-3af6-488f-9ef1-dea14714a451" providerId="ADAL" clId="{497B37C7-923F-4858-84B7-9653DBF059D8}" dt="2023-06-12T14:03:15.298" v="1632" actId="9405"/>
          <ac:inkMkLst>
            <pc:docMk/>
            <pc:sldMk cId="2613337309" sldId="292"/>
            <ac:inkMk id="58" creationId="{432CF5DA-75E7-19C2-739F-A85427E1D7D8}"/>
          </ac:inkMkLst>
        </pc:inkChg>
        <pc:inkChg chg="add mod">
          <ac:chgData name="Aron Michael" userId="a6335a5c-3af6-488f-9ef1-dea14714a451" providerId="ADAL" clId="{497B37C7-923F-4858-84B7-9653DBF059D8}" dt="2023-06-12T14:03:16.856" v="1634"/>
          <ac:inkMkLst>
            <pc:docMk/>
            <pc:sldMk cId="2613337309" sldId="292"/>
            <ac:inkMk id="59" creationId="{1D38BCED-F7DC-A56D-5FF3-A946671F4125}"/>
          </ac:inkMkLst>
        </pc:inkChg>
      </pc:sldChg>
      <pc:sldChg chg="addSp delSp modSp add mod modAnim">
        <pc:chgData name="Aron Michael" userId="a6335a5c-3af6-488f-9ef1-dea14714a451" providerId="ADAL" clId="{497B37C7-923F-4858-84B7-9653DBF059D8}" dt="2023-06-12T14:25:01.842" v="2246" actId="1076"/>
        <pc:sldMkLst>
          <pc:docMk/>
          <pc:sldMk cId="2713562621" sldId="417"/>
        </pc:sldMkLst>
        <pc:spChg chg="add mod">
          <ac:chgData name="Aron Michael" userId="a6335a5c-3af6-488f-9ef1-dea14714a451" providerId="ADAL" clId="{497B37C7-923F-4858-84B7-9653DBF059D8}" dt="2023-06-12T14:09:06.688" v="1760" actId="1076"/>
          <ac:spMkLst>
            <pc:docMk/>
            <pc:sldMk cId="2713562621" sldId="417"/>
            <ac:spMk id="3" creationId="{64858396-649B-EED9-B4E5-4D2BE41A4BFA}"/>
          </ac:spMkLst>
        </pc:spChg>
        <pc:spChg chg="del">
          <ac:chgData name="Aron Michael" userId="a6335a5c-3af6-488f-9ef1-dea14714a451" providerId="ADAL" clId="{497B37C7-923F-4858-84B7-9653DBF059D8}" dt="2023-06-12T14:09:49.336" v="1764" actId="478"/>
          <ac:spMkLst>
            <pc:docMk/>
            <pc:sldMk cId="2713562621" sldId="417"/>
            <ac:spMk id="10" creationId="{E3B7B4B7-04F6-85D2-9BC3-EBC32A5F0A72}"/>
          </ac:spMkLst>
        </pc:spChg>
        <pc:spChg chg="del">
          <ac:chgData name="Aron Michael" userId="a6335a5c-3af6-488f-9ef1-dea14714a451" providerId="ADAL" clId="{497B37C7-923F-4858-84B7-9653DBF059D8}" dt="2023-06-12T14:09:49.336" v="1764" actId="478"/>
          <ac:spMkLst>
            <pc:docMk/>
            <pc:sldMk cId="2713562621" sldId="417"/>
            <ac:spMk id="11" creationId="{2AA15913-D642-A310-83BC-DA97722673B5}"/>
          </ac:spMkLst>
        </pc:spChg>
        <pc:spChg chg="del">
          <ac:chgData name="Aron Michael" userId="a6335a5c-3af6-488f-9ef1-dea14714a451" providerId="ADAL" clId="{497B37C7-923F-4858-84B7-9653DBF059D8}" dt="2023-06-12T14:09:49.336" v="1764" actId="478"/>
          <ac:spMkLst>
            <pc:docMk/>
            <pc:sldMk cId="2713562621" sldId="417"/>
            <ac:spMk id="12" creationId="{BA912226-B81D-10F4-1818-D95BAA7597D5}"/>
          </ac:spMkLst>
        </pc:spChg>
        <pc:spChg chg="del">
          <ac:chgData name="Aron Michael" userId="a6335a5c-3af6-488f-9ef1-dea14714a451" providerId="ADAL" clId="{497B37C7-923F-4858-84B7-9653DBF059D8}" dt="2023-06-12T14:09:49.336" v="1764" actId="478"/>
          <ac:spMkLst>
            <pc:docMk/>
            <pc:sldMk cId="2713562621" sldId="417"/>
            <ac:spMk id="13" creationId="{7621871C-33D0-8B45-8280-941A7042ECA0}"/>
          </ac:spMkLst>
        </pc:spChg>
        <pc:spChg chg="mod">
          <ac:chgData name="Aron Michael" userId="a6335a5c-3af6-488f-9ef1-dea14714a451" providerId="ADAL" clId="{497B37C7-923F-4858-84B7-9653DBF059D8}" dt="2023-06-12T14:20:18.709" v="2226" actId="6549"/>
          <ac:spMkLst>
            <pc:docMk/>
            <pc:sldMk cId="2713562621" sldId="417"/>
            <ac:spMk id="19" creationId="{BEC021D9-EDA7-3A58-CB97-32F406713A00}"/>
          </ac:spMkLst>
        </pc:spChg>
        <pc:spChg chg="add mod">
          <ac:chgData name="Aron Michael" userId="a6335a5c-3af6-488f-9ef1-dea14714a451" providerId="ADAL" clId="{497B37C7-923F-4858-84B7-9653DBF059D8}" dt="2023-06-12T14:09:33.897" v="1763" actId="1076"/>
          <ac:spMkLst>
            <pc:docMk/>
            <pc:sldMk cId="2713562621" sldId="417"/>
            <ac:spMk id="20" creationId="{117A2C1E-D1F8-68F8-334C-CE683EB5E0DB}"/>
          </ac:spMkLst>
        </pc:spChg>
        <pc:spChg chg="add mod">
          <ac:chgData name="Aron Michael" userId="a6335a5c-3af6-488f-9ef1-dea14714a451" providerId="ADAL" clId="{497B37C7-923F-4858-84B7-9653DBF059D8}" dt="2023-06-12T14:22:42.142" v="2231" actId="1076"/>
          <ac:spMkLst>
            <pc:docMk/>
            <pc:sldMk cId="2713562621" sldId="417"/>
            <ac:spMk id="22" creationId="{A9F5BE94-C39F-1449-7AED-817801BD1E9F}"/>
          </ac:spMkLst>
        </pc:spChg>
        <pc:spChg chg="add mod">
          <ac:chgData name="Aron Michael" userId="a6335a5c-3af6-488f-9ef1-dea14714a451" providerId="ADAL" clId="{497B37C7-923F-4858-84B7-9653DBF059D8}" dt="2023-06-12T14:23:22.158" v="2236" actId="1076"/>
          <ac:spMkLst>
            <pc:docMk/>
            <pc:sldMk cId="2713562621" sldId="417"/>
            <ac:spMk id="25" creationId="{E5E3CDA5-649A-0519-0A2D-A3BBBF5D6968}"/>
          </ac:spMkLst>
        </pc:spChg>
        <pc:spChg chg="add mod">
          <ac:chgData name="Aron Michael" userId="a6335a5c-3af6-488f-9ef1-dea14714a451" providerId="ADAL" clId="{497B37C7-923F-4858-84B7-9653DBF059D8}" dt="2023-06-12T14:24:20.372" v="2241" actId="1076"/>
          <ac:spMkLst>
            <pc:docMk/>
            <pc:sldMk cId="2713562621" sldId="417"/>
            <ac:spMk id="28" creationId="{D138EEF4-BC93-E04F-40B7-D57D505D2ACD}"/>
          </ac:spMkLst>
        </pc:spChg>
        <pc:spChg chg="add mod">
          <ac:chgData name="Aron Michael" userId="a6335a5c-3af6-488f-9ef1-dea14714a451" providerId="ADAL" clId="{497B37C7-923F-4858-84B7-9653DBF059D8}" dt="2023-06-12T14:25:01.842" v="2246" actId="1076"/>
          <ac:spMkLst>
            <pc:docMk/>
            <pc:sldMk cId="2713562621" sldId="417"/>
            <ac:spMk id="32" creationId="{635DA962-CD3C-6017-6BD3-4B599BE9E413}"/>
          </ac:spMkLst>
        </pc:spChg>
        <pc:grpChg chg="del">
          <ac:chgData name="Aron Michael" userId="a6335a5c-3af6-488f-9ef1-dea14714a451" providerId="ADAL" clId="{497B37C7-923F-4858-84B7-9653DBF059D8}" dt="2023-06-12T14:05:57.603" v="1753" actId="478"/>
          <ac:grpSpMkLst>
            <pc:docMk/>
            <pc:sldMk cId="2713562621" sldId="417"/>
            <ac:grpSpMk id="21" creationId="{43A2BACB-3FDC-7FA9-F8E6-6C419D6B4202}"/>
          </ac:grpSpMkLst>
        </pc:grpChg>
        <pc:grpChg chg="del">
          <ac:chgData name="Aron Michael" userId="a6335a5c-3af6-488f-9ef1-dea14714a451" providerId="ADAL" clId="{497B37C7-923F-4858-84B7-9653DBF059D8}" dt="2023-06-12T14:05:15.402" v="1743" actId="478"/>
          <ac:grpSpMkLst>
            <pc:docMk/>
            <pc:sldMk cId="2713562621" sldId="417"/>
            <ac:grpSpMk id="35" creationId="{A117A709-A15A-F5D7-CD18-1F8E631F1C54}"/>
          </ac:grpSpMkLst>
        </pc:grpChg>
        <pc:grpChg chg="del">
          <ac:chgData name="Aron Michael" userId="a6335a5c-3af6-488f-9ef1-dea14714a451" providerId="ADAL" clId="{497B37C7-923F-4858-84B7-9653DBF059D8}" dt="2023-06-12T14:05:52.855" v="1752" actId="478"/>
          <ac:grpSpMkLst>
            <pc:docMk/>
            <pc:sldMk cId="2713562621" sldId="417"/>
            <ac:grpSpMk id="49" creationId="{255757ED-C077-9ECE-9158-E2B7FB4EA096}"/>
          </ac:grpSpMkLst>
        </pc:grpChg>
        <pc:grpChg chg="del">
          <ac:chgData name="Aron Michael" userId="a6335a5c-3af6-488f-9ef1-dea14714a451" providerId="ADAL" clId="{497B37C7-923F-4858-84B7-9653DBF059D8}" dt="2023-06-12T14:05:48.926" v="1751" actId="478"/>
          <ac:grpSpMkLst>
            <pc:docMk/>
            <pc:sldMk cId="2713562621" sldId="417"/>
            <ac:grpSpMk id="53" creationId="{8C468B4B-FAF1-8C5B-E040-E9A690A4294D}"/>
          </ac:grpSpMkLst>
        </pc:grpChg>
        <pc:grpChg chg="del">
          <ac:chgData name="Aron Michael" userId="a6335a5c-3af6-488f-9ef1-dea14714a451" providerId="ADAL" clId="{497B37C7-923F-4858-84B7-9653DBF059D8}" dt="2023-06-12T14:05:45.087" v="1750" actId="478"/>
          <ac:grpSpMkLst>
            <pc:docMk/>
            <pc:sldMk cId="2713562621" sldId="417"/>
            <ac:grpSpMk id="56" creationId="{0D01F8AD-8F82-C3C9-5A22-BEE0758EF528}"/>
          </ac:grpSpMkLst>
        </pc:grpChg>
        <pc:grpChg chg="del">
          <ac:chgData name="Aron Michael" userId="a6335a5c-3af6-488f-9ef1-dea14714a451" providerId="ADAL" clId="{497B37C7-923F-4858-84B7-9653DBF059D8}" dt="2023-06-12T14:05:37.036" v="1748" actId="478"/>
          <ac:grpSpMkLst>
            <pc:docMk/>
            <pc:sldMk cId="2713562621" sldId="417"/>
            <ac:grpSpMk id="60" creationId="{149A813E-2145-C5C7-E02F-1AB4149CF522}"/>
          </ac:grpSpMkLst>
        </pc:grpChg>
        <pc:picChg chg="del">
          <ac:chgData name="Aron Michael" userId="a6335a5c-3af6-488f-9ef1-dea14714a451" providerId="ADAL" clId="{497B37C7-923F-4858-84B7-9653DBF059D8}" dt="2023-06-12T14:05:08.476" v="1742" actId="478"/>
          <ac:picMkLst>
            <pc:docMk/>
            <pc:sldMk cId="2713562621" sldId="417"/>
            <ac:picMk id="8" creationId="{70D24192-71E6-28A6-8A2F-7C5A713D5BC2}"/>
          </ac:picMkLst>
        </pc:picChg>
        <pc:picChg chg="del mod">
          <ac:chgData name="Aron Michael" userId="a6335a5c-3af6-488f-9ef1-dea14714a451" providerId="ADAL" clId="{497B37C7-923F-4858-84B7-9653DBF059D8}" dt="2023-06-12T14:05:29.481" v="1747" actId="478"/>
          <ac:picMkLst>
            <pc:docMk/>
            <pc:sldMk cId="2713562621" sldId="417"/>
            <ac:picMk id="9" creationId="{CCABA41B-9381-1829-C783-D0810306B4BA}"/>
          </ac:picMkLst>
        </pc:picChg>
        <pc:inkChg chg="del">
          <ac:chgData name="Aron Michael" userId="a6335a5c-3af6-488f-9ef1-dea14714a451" providerId="ADAL" clId="{497B37C7-923F-4858-84B7-9653DBF059D8}" dt="2023-06-12T14:09:49.336" v="1764" actId="478"/>
          <ac:inkMkLst>
            <pc:docMk/>
            <pc:sldMk cId="2713562621" sldId="417"/>
            <ac:inkMk id="15" creationId="{B2B8BDF2-71D7-9119-69B5-1260EFBFFFA2}"/>
          </ac:inkMkLst>
        </pc:inkChg>
        <pc:inkChg chg="del">
          <ac:chgData name="Aron Michael" userId="a6335a5c-3af6-488f-9ef1-dea14714a451" providerId="ADAL" clId="{497B37C7-923F-4858-84B7-9653DBF059D8}" dt="2023-06-12T14:05:39.394" v="1749" actId="478"/>
          <ac:inkMkLst>
            <pc:docMk/>
            <pc:sldMk cId="2713562621" sldId="417"/>
            <ac:inkMk id="16" creationId="{16E2E5AC-2399-58CE-CBAB-471DEA9A660F}"/>
          </ac:inkMkLst>
        </pc:inkChg>
        <pc:inkChg chg="del">
          <ac:chgData name="Aron Michael" userId="a6335a5c-3af6-488f-9ef1-dea14714a451" providerId="ADAL" clId="{497B37C7-923F-4858-84B7-9653DBF059D8}" dt="2023-06-12T14:05:18.612" v="1744" actId="478"/>
          <ac:inkMkLst>
            <pc:docMk/>
            <pc:sldMk cId="2713562621" sldId="417"/>
            <ac:inkMk id="26" creationId="{56F0AC08-63ED-33EE-8661-F750E7634785}"/>
          </ac:inkMkLst>
        </pc:inkChg>
      </pc:sldChg>
      <pc:sldChg chg="add">
        <pc:chgData name="Aron Michael" userId="a6335a5c-3af6-488f-9ef1-dea14714a451" providerId="ADAL" clId="{497B37C7-923F-4858-84B7-9653DBF059D8}" dt="2023-06-12T14:25:22.691" v="2247"/>
        <pc:sldMkLst>
          <pc:docMk/>
          <pc:sldMk cId="149688362" sldId="418"/>
        </pc:sldMkLst>
      </pc:sldChg>
      <pc:sldChg chg="addSp delSp modSp add mod modAnim">
        <pc:chgData name="Aron Michael" userId="a6335a5c-3af6-488f-9ef1-dea14714a451" providerId="ADAL" clId="{497B37C7-923F-4858-84B7-9653DBF059D8}" dt="2023-06-13T02:26:32.878" v="2574" actId="1076"/>
        <pc:sldMkLst>
          <pc:docMk/>
          <pc:sldMk cId="726690151" sldId="419"/>
        </pc:sldMkLst>
        <pc:spChg chg="del">
          <ac:chgData name="Aron Michael" userId="a6335a5c-3af6-488f-9ef1-dea14714a451" providerId="ADAL" clId="{497B37C7-923F-4858-84B7-9653DBF059D8}" dt="2023-06-12T14:52:30.510" v="2468" actId="478"/>
          <ac:spMkLst>
            <pc:docMk/>
            <pc:sldMk cId="726690151" sldId="419"/>
            <ac:spMk id="3" creationId="{64858396-649B-EED9-B4E5-4D2BE41A4BFA}"/>
          </ac:spMkLst>
        </pc:spChg>
        <pc:spChg chg="add mod">
          <ac:chgData name="Aron Michael" userId="a6335a5c-3af6-488f-9ef1-dea14714a451" providerId="ADAL" clId="{497B37C7-923F-4858-84B7-9653DBF059D8}" dt="2023-06-12T14:56:28.989" v="2568" actId="1036"/>
          <ac:spMkLst>
            <pc:docMk/>
            <pc:sldMk cId="726690151" sldId="419"/>
            <ac:spMk id="8" creationId="{34C857E7-8DB5-372B-55A2-34D7B234DF03}"/>
          </ac:spMkLst>
        </pc:spChg>
        <pc:spChg chg="add mod">
          <ac:chgData name="Aron Michael" userId="a6335a5c-3af6-488f-9ef1-dea14714a451" providerId="ADAL" clId="{497B37C7-923F-4858-84B7-9653DBF059D8}" dt="2023-06-12T14:56:28.989" v="2568" actId="1036"/>
          <ac:spMkLst>
            <pc:docMk/>
            <pc:sldMk cId="726690151" sldId="419"/>
            <ac:spMk id="9" creationId="{42F646DE-B05C-831A-8DEA-84FEB9C62D8B}"/>
          </ac:spMkLst>
        </pc:spChg>
        <pc:spChg chg="add mod">
          <ac:chgData name="Aron Michael" userId="a6335a5c-3af6-488f-9ef1-dea14714a451" providerId="ADAL" clId="{497B37C7-923F-4858-84B7-9653DBF059D8}" dt="2023-06-12T14:56:28.989" v="2568" actId="1036"/>
          <ac:spMkLst>
            <pc:docMk/>
            <pc:sldMk cId="726690151" sldId="419"/>
            <ac:spMk id="10" creationId="{6BC83DEC-3181-5250-E33F-24136A24D5FE}"/>
          </ac:spMkLst>
        </pc:spChg>
        <pc:spChg chg="add mod">
          <ac:chgData name="Aron Michael" userId="a6335a5c-3af6-488f-9ef1-dea14714a451" providerId="ADAL" clId="{497B37C7-923F-4858-84B7-9653DBF059D8}" dt="2023-06-12T14:56:28.989" v="2568" actId="1036"/>
          <ac:spMkLst>
            <pc:docMk/>
            <pc:sldMk cId="726690151" sldId="419"/>
            <ac:spMk id="11" creationId="{75FB2DBA-25DD-6468-7E2F-35AD7A771764}"/>
          </ac:spMkLst>
        </pc:spChg>
        <pc:spChg chg="add mod">
          <ac:chgData name="Aron Michael" userId="a6335a5c-3af6-488f-9ef1-dea14714a451" providerId="ADAL" clId="{497B37C7-923F-4858-84B7-9653DBF059D8}" dt="2023-06-12T14:58:43.026" v="2573" actId="1076"/>
          <ac:spMkLst>
            <pc:docMk/>
            <pc:sldMk cId="726690151" sldId="419"/>
            <ac:spMk id="12" creationId="{02B2EA13-A505-448E-91D6-5E553DD3F42C}"/>
          </ac:spMkLst>
        </pc:spChg>
        <pc:spChg chg="mod">
          <ac:chgData name="Aron Michael" userId="a6335a5c-3af6-488f-9ef1-dea14714a451" providerId="ADAL" clId="{497B37C7-923F-4858-84B7-9653DBF059D8}" dt="2023-06-13T02:26:32.878" v="2574" actId="1076"/>
          <ac:spMkLst>
            <pc:docMk/>
            <pc:sldMk cId="726690151" sldId="419"/>
            <ac:spMk id="19" creationId="{BEC021D9-EDA7-3A58-CB97-32F406713A00}"/>
          </ac:spMkLst>
        </pc:spChg>
        <pc:spChg chg="del">
          <ac:chgData name="Aron Michael" userId="a6335a5c-3af6-488f-9ef1-dea14714a451" providerId="ADAL" clId="{497B37C7-923F-4858-84B7-9653DBF059D8}" dt="2023-06-12T14:52:25.436" v="2467" actId="478"/>
          <ac:spMkLst>
            <pc:docMk/>
            <pc:sldMk cId="726690151" sldId="419"/>
            <ac:spMk id="20" creationId="{117A2C1E-D1F8-68F8-334C-CE683EB5E0DB}"/>
          </ac:spMkLst>
        </pc:spChg>
        <pc:spChg chg="mod">
          <ac:chgData name="Aron Michael" userId="a6335a5c-3af6-488f-9ef1-dea14714a451" providerId="ADAL" clId="{497B37C7-923F-4858-84B7-9653DBF059D8}" dt="2023-06-12T14:56:28.989" v="2568" actId="1036"/>
          <ac:spMkLst>
            <pc:docMk/>
            <pc:sldMk cId="726690151" sldId="419"/>
            <ac:spMk id="22" creationId="{A9F5BE94-C39F-1449-7AED-817801BD1E9F}"/>
          </ac:spMkLst>
        </pc:spChg>
        <pc:spChg chg="mod">
          <ac:chgData name="Aron Michael" userId="a6335a5c-3af6-488f-9ef1-dea14714a451" providerId="ADAL" clId="{497B37C7-923F-4858-84B7-9653DBF059D8}" dt="2023-06-12T14:56:28.989" v="2568" actId="1036"/>
          <ac:spMkLst>
            <pc:docMk/>
            <pc:sldMk cId="726690151" sldId="419"/>
            <ac:spMk id="25" creationId="{E5E3CDA5-649A-0519-0A2D-A3BBBF5D6968}"/>
          </ac:spMkLst>
        </pc:spChg>
        <pc:spChg chg="mod">
          <ac:chgData name="Aron Michael" userId="a6335a5c-3af6-488f-9ef1-dea14714a451" providerId="ADAL" clId="{497B37C7-923F-4858-84B7-9653DBF059D8}" dt="2023-06-12T14:56:28.989" v="2568" actId="1036"/>
          <ac:spMkLst>
            <pc:docMk/>
            <pc:sldMk cId="726690151" sldId="419"/>
            <ac:spMk id="28" creationId="{D138EEF4-BC93-E04F-40B7-D57D505D2ACD}"/>
          </ac:spMkLst>
        </pc:spChg>
        <pc:spChg chg="mod">
          <ac:chgData name="Aron Michael" userId="a6335a5c-3af6-488f-9ef1-dea14714a451" providerId="ADAL" clId="{497B37C7-923F-4858-84B7-9653DBF059D8}" dt="2023-06-12T14:56:28.989" v="2568" actId="1036"/>
          <ac:spMkLst>
            <pc:docMk/>
            <pc:sldMk cId="726690151" sldId="419"/>
            <ac:spMk id="32" creationId="{635DA962-CD3C-6017-6BD3-4B599BE9E413}"/>
          </ac:spMkLst>
        </pc:spChg>
        <pc:grpChg chg="del mod">
          <ac:chgData name="Aron Michael" userId="a6335a5c-3af6-488f-9ef1-dea14714a451" providerId="ADAL" clId="{497B37C7-923F-4858-84B7-9653DBF059D8}" dt="2023-06-12T14:52:51.706" v="2519" actId="478"/>
          <ac:grpSpMkLst>
            <pc:docMk/>
            <pc:sldMk cId="726690151" sldId="419"/>
            <ac:grpSpMk id="27" creationId="{788EC532-C102-5470-0B39-CA04B833F2DC}"/>
          </ac:grpSpMkLst>
        </pc:grpChg>
        <pc:grpChg chg="mod">
          <ac:chgData name="Aron Michael" userId="a6335a5c-3af6-488f-9ef1-dea14714a451" providerId="ADAL" clId="{497B37C7-923F-4858-84B7-9653DBF059D8}" dt="2023-06-12T14:56:28.989" v="2568" actId="1036"/>
          <ac:grpSpMkLst>
            <pc:docMk/>
            <pc:sldMk cId="726690151" sldId="419"/>
            <ac:grpSpMk id="46" creationId="{7CF44ABD-D083-3992-F734-A1AD5023CDB9}"/>
          </ac:grpSpMkLst>
        </pc:grpChg>
        <pc:inkChg chg="mod">
          <ac:chgData name="Aron Michael" userId="a6335a5c-3af6-488f-9ef1-dea14714a451" providerId="ADAL" clId="{497B37C7-923F-4858-84B7-9653DBF059D8}" dt="2023-06-12T14:56:28.989" v="2568" actId="1036"/>
          <ac:inkMkLst>
            <pc:docMk/>
            <pc:sldMk cId="726690151" sldId="419"/>
            <ac:inkMk id="44" creationId="{F676FBB3-A74E-8FDA-9D7E-937C0AD84D19}"/>
          </ac:inkMkLst>
        </pc:inkChg>
        <pc:inkChg chg="mod">
          <ac:chgData name="Aron Michael" userId="a6335a5c-3af6-488f-9ef1-dea14714a451" providerId="ADAL" clId="{497B37C7-923F-4858-84B7-9653DBF059D8}" dt="2023-06-12T14:56:28.989" v="2568" actId="1036"/>
          <ac:inkMkLst>
            <pc:docMk/>
            <pc:sldMk cId="726690151" sldId="419"/>
            <ac:inkMk id="45" creationId="{0EBF1460-3E70-323B-2774-9095D067041A}"/>
          </ac:inkMkLst>
        </pc:inkChg>
        <pc:inkChg chg="mod">
          <ac:chgData name="Aron Michael" userId="a6335a5c-3af6-488f-9ef1-dea14714a451" providerId="ADAL" clId="{497B37C7-923F-4858-84B7-9653DBF059D8}" dt="2023-06-12T14:56:28.989" v="2568" actId="1036"/>
          <ac:inkMkLst>
            <pc:docMk/>
            <pc:sldMk cId="726690151" sldId="419"/>
            <ac:inkMk id="58" creationId="{432CF5DA-75E7-19C2-739F-A85427E1D7D8}"/>
          </ac:inkMkLst>
        </pc:inkChg>
      </pc:sldChg>
      <pc:sldChg chg="modSp">
        <pc:chgData name="Aron Michael" userId="a6335a5c-3af6-488f-9ef1-dea14714a451" providerId="ADAL" clId="{497B37C7-923F-4858-84B7-9653DBF059D8}" dt="2023-06-15T09:44:27.203" v="2576"/>
        <pc:sldMkLst>
          <pc:docMk/>
          <pc:sldMk cId="3752896833" sldId="436"/>
        </pc:sldMkLst>
        <pc:spChg chg="mod">
          <ac:chgData name="Aron Michael" userId="a6335a5c-3af6-488f-9ef1-dea14714a451" providerId="ADAL" clId="{497B37C7-923F-4858-84B7-9653DBF059D8}" dt="2023-06-15T09:44:27.203" v="2576"/>
          <ac:spMkLst>
            <pc:docMk/>
            <pc:sldMk cId="3752896833" sldId="436"/>
            <ac:spMk id="11" creationId="{EF819F61-E392-9E34-B4A0-A2BE17C3390B}"/>
          </ac:spMkLst>
        </pc:spChg>
      </pc:sldChg>
      <pc:sldChg chg="modSp">
        <pc:chgData name="Aron Michael" userId="a6335a5c-3af6-488f-9ef1-dea14714a451" providerId="ADAL" clId="{497B37C7-923F-4858-84B7-9653DBF059D8}" dt="2023-06-15T09:44:44.244" v="2577"/>
        <pc:sldMkLst>
          <pc:docMk/>
          <pc:sldMk cId="1916474559" sldId="437"/>
        </pc:sldMkLst>
        <pc:spChg chg="mod">
          <ac:chgData name="Aron Michael" userId="a6335a5c-3af6-488f-9ef1-dea14714a451" providerId="ADAL" clId="{497B37C7-923F-4858-84B7-9653DBF059D8}" dt="2023-06-15T09:44:44.244" v="2577"/>
          <ac:spMkLst>
            <pc:docMk/>
            <pc:sldMk cId="1916474559" sldId="437"/>
            <ac:spMk id="11" creationId="{EF819F61-E392-9E34-B4A0-A2BE17C3390B}"/>
          </ac:spMkLst>
        </pc:spChg>
      </pc:sldChg>
      <pc:sldChg chg="modSp">
        <pc:chgData name="Aron Michael" userId="a6335a5c-3af6-488f-9ef1-dea14714a451" providerId="ADAL" clId="{497B37C7-923F-4858-84B7-9653DBF059D8}" dt="2023-06-15T09:44:12.052" v="2575"/>
        <pc:sldMkLst>
          <pc:docMk/>
          <pc:sldMk cId="844686746" sldId="438"/>
        </pc:sldMkLst>
        <pc:spChg chg="mod">
          <ac:chgData name="Aron Michael" userId="a6335a5c-3af6-488f-9ef1-dea14714a451" providerId="ADAL" clId="{497B37C7-923F-4858-84B7-9653DBF059D8}" dt="2023-06-15T09:44:12.052" v="2575"/>
          <ac:spMkLst>
            <pc:docMk/>
            <pc:sldMk cId="844686746" sldId="438"/>
            <ac:spMk id="11" creationId="{EF819F61-E392-9E34-B4A0-A2BE17C3390B}"/>
          </ac:spMkLst>
        </pc:spChg>
      </pc:sldChg>
      <pc:sldChg chg="addSp delSp modSp mod">
        <pc:chgData name="Aron Michael" userId="a6335a5c-3af6-488f-9ef1-dea14714a451" providerId="ADAL" clId="{497B37C7-923F-4858-84B7-9653DBF059D8}" dt="2023-06-15T09:47:45.377" v="2694"/>
        <pc:sldMkLst>
          <pc:docMk/>
          <pc:sldMk cId="1380649592" sldId="448"/>
        </pc:sldMkLst>
        <pc:grpChg chg="del mod">
          <ac:chgData name="Aron Michael" userId="a6335a5c-3af6-488f-9ef1-dea14714a451" providerId="ADAL" clId="{497B37C7-923F-4858-84B7-9653DBF059D8}" dt="2023-06-15T09:45:16.826" v="2588"/>
          <ac:grpSpMkLst>
            <pc:docMk/>
            <pc:sldMk cId="1380649592" sldId="448"/>
            <ac:grpSpMk id="10" creationId="{7AD4CCE1-85D6-045B-79BF-5C882B3E2668}"/>
          </ac:grpSpMkLst>
        </pc:grpChg>
        <pc:grpChg chg="del mod">
          <ac:chgData name="Aron Michael" userId="a6335a5c-3af6-488f-9ef1-dea14714a451" providerId="ADAL" clId="{497B37C7-923F-4858-84B7-9653DBF059D8}" dt="2023-06-15T09:45:33.299" v="2606"/>
          <ac:grpSpMkLst>
            <pc:docMk/>
            <pc:sldMk cId="1380649592" sldId="448"/>
            <ac:grpSpMk id="18" creationId="{85EACD13-2B8A-463C-85A3-D4B007185E47}"/>
          </ac:grpSpMkLst>
        </pc:grpChg>
        <pc:grpChg chg="del mod">
          <ac:chgData name="Aron Michael" userId="a6335a5c-3af6-488f-9ef1-dea14714a451" providerId="ADAL" clId="{497B37C7-923F-4858-84B7-9653DBF059D8}" dt="2023-06-15T09:45:25.633" v="2600"/>
          <ac:grpSpMkLst>
            <pc:docMk/>
            <pc:sldMk cId="1380649592" sldId="448"/>
            <ac:grpSpMk id="21" creationId="{6056754B-D453-169D-A24D-2B3F8D77C943}"/>
          </ac:grpSpMkLst>
        </pc:grpChg>
        <pc:grpChg chg="del mod">
          <ac:chgData name="Aron Michael" userId="a6335a5c-3af6-488f-9ef1-dea14714a451" providerId="ADAL" clId="{497B37C7-923F-4858-84B7-9653DBF059D8}" dt="2023-06-15T09:45:33.299" v="2606"/>
          <ac:grpSpMkLst>
            <pc:docMk/>
            <pc:sldMk cId="1380649592" sldId="448"/>
            <ac:grpSpMk id="30" creationId="{72E9A0D6-A711-296D-E21C-C876B3EEFC74}"/>
          </ac:grpSpMkLst>
        </pc:grpChg>
        <pc:grpChg chg="del mod">
          <ac:chgData name="Aron Michael" userId="a6335a5c-3af6-488f-9ef1-dea14714a451" providerId="ADAL" clId="{497B37C7-923F-4858-84B7-9653DBF059D8}" dt="2023-06-15T09:45:35.671" v="2608"/>
          <ac:grpSpMkLst>
            <pc:docMk/>
            <pc:sldMk cId="1380649592" sldId="448"/>
            <ac:grpSpMk id="36" creationId="{E5E1D62B-5553-3282-C443-FE07340F8335}"/>
          </ac:grpSpMkLst>
        </pc:grpChg>
        <pc:grpChg chg="del mod">
          <ac:chgData name="Aron Michael" userId="a6335a5c-3af6-488f-9ef1-dea14714a451" providerId="ADAL" clId="{497B37C7-923F-4858-84B7-9653DBF059D8}" dt="2023-06-15T09:45:37.761" v="2610"/>
          <ac:grpSpMkLst>
            <pc:docMk/>
            <pc:sldMk cId="1380649592" sldId="448"/>
            <ac:grpSpMk id="38" creationId="{CA1EE810-B736-AAA5-33B3-08AF382D09BB}"/>
          </ac:grpSpMkLst>
        </pc:grpChg>
        <pc:grpChg chg="del mod">
          <ac:chgData name="Aron Michael" userId="a6335a5c-3af6-488f-9ef1-dea14714a451" providerId="ADAL" clId="{497B37C7-923F-4858-84B7-9653DBF059D8}" dt="2023-06-15T09:45:42.951" v="2613"/>
          <ac:grpSpMkLst>
            <pc:docMk/>
            <pc:sldMk cId="1380649592" sldId="448"/>
            <ac:grpSpMk id="40" creationId="{DCF6ACBC-A687-9CA9-95B1-CAF7E12E8007}"/>
          </ac:grpSpMkLst>
        </pc:grpChg>
        <pc:grpChg chg="del mod">
          <ac:chgData name="Aron Michael" userId="a6335a5c-3af6-488f-9ef1-dea14714a451" providerId="ADAL" clId="{497B37C7-923F-4858-84B7-9653DBF059D8}" dt="2023-06-15T09:46:44.717" v="2664"/>
          <ac:grpSpMkLst>
            <pc:docMk/>
            <pc:sldMk cId="1380649592" sldId="448"/>
            <ac:grpSpMk id="43" creationId="{078BA452-71A7-9227-710A-71A66387E121}"/>
          </ac:grpSpMkLst>
        </pc:grpChg>
        <pc:grpChg chg="del mod">
          <ac:chgData name="Aron Michael" userId="a6335a5c-3af6-488f-9ef1-dea14714a451" providerId="ADAL" clId="{497B37C7-923F-4858-84B7-9653DBF059D8}" dt="2023-06-15T09:45:53.056" v="2626"/>
          <ac:grpSpMkLst>
            <pc:docMk/>
            <pc:sldMk cId="1380649592" sldId="448"/>
            <ac:grpSpMk id="47" creationId="{740300DA-6B79-3F8A-46A4-505E48D387D2}"/>
          </ac:grpSpMkLst>
        </pc:grpChg>
        <pc:grpChg chg="del mod">
          <ac:chgData name="Aron Michael" userId="a6335a5c-3af6-488f-9ef1-dea14714a451" providerId="ADAL" clId="{497B37C7-923F-4858-84B7-9653DBF059D8}" dt="2023-06-15T09:46:44.717" v="2664"/>
          <ac:grpSpMkLst>
            <pc:docMk/>
            <pc:sldMk cId="1380649592" sldId="448"/>
            <ac:grpSpMk id="56" creationId="{D7C729BD-19A4-8B59-9E86-D9F61D817DCE}"/>
          </ac:grpSpMkLst>
        </pc:grpChg>
        <pc:grpChg chg="del mod">
          <ac:chgData name="Aron Michael" userId="a6335a5c-3af6-488f-9ef1-dea14714a451" providerId="ADAL" clId="{497B37C7-923F-4858-84B7-9653DBF059D8}" dt="2023-06-15T09:46:18.876" v="2649"/>
          <ac:grpSpMkLst>
            <pc:docMk/>
            <pc:sldMk cId="1380649592" sldId="448"/>
            <ac:grpSpMk id="57" creationId="{D9F02557-8BD6-4ECE-2AC5-3162B67A96DB}"/>
          </ac:grpSpMkLst>
        </pc:grpChg>
        <pc:grpChg chg="del mod">
          <ac:chgData name="Aron Michael" userId="a6335a5c-3af6-488f-9ef1-dea14714a451" providerId="ADAL" clId="{497B37C7-923F-4858-84B7-9653DBF059D8}" dt="2023-06-15T09:46:14.308" v="2643"/>
          <ac:grpSpMkLst>
            <pc:docMk/>
            <pc:sldMk cId="1380649592" sldId="448"/>
            <ac:grpSpMk id="67" creationId="{A477EC5E-157C-810D-FFAF-54323E710932}"/>
          </ac:grpSpMkLst>
        </pc:grpChg>
        <pc:grpChg chg="del mod">
          <ac:chgData name="Aron Michael" userId="a6335a5c-3af6-488f-9ef1-dea14714a451" providerId="ADAL" clId="{497B37C7-923F-4858-84B7-9653DBF059D8}" dt="2023-06-15T09:46:44.717" v="2664"/>
          <ac:grpSpMkLst>
            <pc:docMk/>
            <pc:sldMk cId="1380649592" sldId="448"/>
            <ac:grpSpMk id="74" creationId="{9CFD79C3-75F6-6D59-DFA7-87887CF82014}"/>
          </ac:grpSpMkLst>
        </pc:grpChg>
        <pc:grpChg chg="del mod">
          <ac:chgData name="Aron Michael" userId="a6335a5c-3af6-488f-9ef1-dea14714a451" providerId="ADAL" clId="{497B37C7-923F-4858-84B7-9653DBF059D8}" dt="2023-06-15T09:46:18.876" v="2649"/>
          <ac:grpSpMkLst>
            <pc:docMk/>
            <pc:sldMk cId="1380649592" sldId="448"/>
            <ac:grpSpMk id="80" creationId="{68BCE25F-3B43-2587-5D33-C184F145AF37}"/>
          </ac:grpSpMkLst>
        </pc:grpChg>
        <pc:grpChg chg="del mod">
          <ac:chgData name="Aron Michael" userId="a6335a5c-3af6-488f-9ef1-dea14714a451" providerId="ADAL" clId="{497B37C7-923F-4858-84B7-9653DBF059D8}" dt="2023-06-15T09:46:44.717" v="2664"/>
          <ac:grpSpMkLst>
            <pc:docMk/>
            <pc:sldMk cId="1380649592" sldId="448"/>
            <ac:grpSpMk id="81" creationId="{9980B527-F089-F620-7403-1813D6D91D01}"/>
          </ac:grpSpMkLst>
        </pc:grpChg>
        <pc:grpChg chg="del mod">
          <ac:chgData name="Aron Michael" userId="a6335a5c-3af6-488f-9ef1-dea14714a451" providerId="ADAL" clId="{497B37C7-923F-4858-84B7-9653DBF059D8}" dt="2023-06-15T09:46:44.717" v="2664"/>
          <ac:grpSpMkLst>
            <pc:docMk/>
            <pc:sldMk cId="1380649592" sldId="448"/>
            <ac:grpSpMk id="94" creationId="{01DE1AA0-7AC9-75A9-C722-67496D3FBC43}"/>
          </ac:grpSpMkLst>
        </pc:grpChg>
        <pc:grpChg chg="mod">
          <ac:chgData name="Aron Michael" userId="a6335a5c-3af6-488f-9ef1-dea14714a451" providerId="ADAL" clId="{497B37C7-923F-4858-84B7-9653DBF059D8}" dt="2023-06-15T09:46:44.717" v="2664"/>
          <ac:grpSpMkLst>
            <pc:docMk/>
            <pc:sldMk cId="1380649592" sldId="448"/>
            <ac:grpSpMk id="95" creationId="{13B3E1C6-F80E-B76F-B1BE-FD6CB6D093D8}"/>
          </ac:grpSpMkLst>
        </pc:grpChg>
        <pc:grpChg chg="mod">
          <ac:chgData name="Aron Michael" userId="a6335a5c-3af6-488f-9ef1-dea14714a451" providerId="ADAL" clId="{497B37C7-923F-4858-84B7-9653DBF059D8}" dt="2023-06-15T09:46:49.285" v="2670"/>
          <ac:grpSpMkLst>
            <pc:docMk/>
            <pc:sldMk cId="1380649592" sldId="448"/>
            <ac:grpSpMk id="101" creationId="{2127E987-9168-DBD2-CBF9-EB26007FDBBF}"/>
          </ac:grpSpMkLst>
        </pc:grpChg>
        <pc:grpChg chg="mod">
          <ac:chgData name="Aron Michael" userId="a6335a5c-3af6-488f-9ef1-dea14714a451" providerId="ADAL" clId="{497B37C7-923F-4858-84B7-9653DBF059D8}" dt="2023-06-15T09:47:41.392" v="2686"/>
          <ac:grpSpMkLst>
            <pc:docMk/>
            <pc:sldMk cId="1380649592" sldId="448"/>
            <ac:grpSpMk id="117" creationId="{4B413B49-F68C-5EA8-1DDE-6059E5A2D029}"/>
          </ac:grpSpMkLst>
        </pc:grpChg>
        <pc:grpChg chg="mod">
          <ac:chgData name="Aron Michael" userId="a6335a5c-3af6-488f-9ef1-dea14714a451" providerId="ADAL" clId="{497B37C7-923F-4858-84B7-9653DBF059D8}" dt="2023-06-15T09:47:41.392" v="2686"/>
          <ac:grpSpMkLst>
            <pc:docMk/>
            <pc:sldMk cId="1380649592" sldId="448"/>
            <ac:grpSpMk id="118" creationId="{B9C5F3EE-9DB6-ED4A-B5C6-FC9964BF8C82}"/>
          </ac:grpSpMkLst>
        </pc:grpChg>
        <pc:grpChg chg="mod">
          <ac:chgData name="Aron Michael" userId="a6335a5c-3af6-488f-9ef1-dea14714a451" providerId="ADAL" clId="{497B37C7-923F-4858-84B7-9653DBF059D8}" dt="2023-06-15T09:47:44.428" v="2692"/>
          <ac:grpSpMkLst>
            <pc:docMk/>
            <pc:sldMk cId="1380649592" sldId="448"/>
            <ac:grpSpMk id="124" creationId="{239A4A99-2083-EA1A-2476-94290342C80D}"/>
          </ac:grpSpMkLst>
        </pc:grpChg>
        <pc:grpChg chg="mod">
          <ac:chgData name="Aron Michael" userId="a6335a5c-3af6-488f-9ef1-dea14714a451" providerId="ADAL" clId="{497B37C7-923F-4858-84B7-9653DBF059D8}" dt="2023-06-15T09:47:45.377" v="2694"/>
          <ac:grpSpMkLst>
            <pc:docMk/>
            <pc:sldMk cId="1380649592" sldId="448"/>
            <ac:grpSpMk id="126" creationId="{9DB5D75B-02AC-6BC4-34C5-21B52178C2DD}"/>
          </ac:grpSpMkLst>
        </pc:grpChg>
        <pc:inkChg chg="add">
          <ac:chgData name="Aron Michael" userId="a6335a5c-3af6-488f-9ef1-dea14714a451" providerId="ADAL" clId="{497B37C7-923F-4858-84B7-9653DBF059D8}" dt="2023-06-15T09:45:06.223" v="2578" actId="9405"/>
          <ac:inkMkLst>
            <pc:docMk/>
            <pc:sldMk cId="1380649592" sldId="448"/>
            <ac:inkMk id="3" creationId="{3A69F388-0A35-935B-5AD2-E073B28DECB3}"/>
          </ac:inkMkLst>
        </pc:inkChg>
        <pc:inkChg chg="add mod">
          <ac:chgData name="Aron Michael" userId="a6335a5c-3af6-488f-9ef1-dea14714a451" providerId="ADAL" clId="{497B37C7-923F-4858-84B7-9653DBF059D8}" dt="2023-06-15T09:46:44.717" v="2664"/>
          <ac:inkMkLst>
            <pc:docMk/>
            <pc:sldMk cId="1380649592" sldId="448"/>
            <ac:inkMk id="8" creationId="{70B9C945-7FAD-854A-0393-18FB7402BC11}"/>
          </ac:inkMkLst>
        </pc:inkChg>
        <pc:inkChg chg="add mod">
          <ac:chgData name="Aron Michael" userId="a6335a5c-3af6-488f-9ef1-dea14714a451" providerId="ADAL" clId="{497B37C7-923F-4858-84B7-9653DBF059D8}" dt="2023-06-15T09:46:44.717" v="2664"/>
          <ac:inkMkLst>
            <pc:docMk/>
            <pc:sldMk cId="1380649592" sldId="448"/>
            <ac:inkMk id="9" creationId="{37EAA271-E88D-3D48-3131-7922FC61DD98}"/>
          </ac:inkMkLst>
        </pc:inkChg>
        <pc:inkChg chg="add mod">
          <ac:chgData name="Aron Michael" userId="a6335a5c-3af6-488f-9ef1-dea14714a451" providerId="ADAL" clId="{497B37C7-923F-4858-84B7-9653DBF059D8}" dt="2023-06-15T09:46:44.717" v="2664"/>
          <ac:inkMkLst>
            <pc:docMk/>
            <pc:sldMk cId="1380649592" sldId="448"/>
            <ac:inkMk id="12" creationId="{46EA3AB9-EA14-325F-4E39-75092468CC3E}"/>
          </ac:inkMkLst>
        </pc:inkChg>
        <pc:inkChg chg="add mod">
          <ac:chgData name="Aron Michael" userId="a6335a5c-3af6-488f-9ef1-dea14714a451" providerId="ADAL" clId="{497B37C7-923F-4858-84B7-9653DBF059D8}" dt="2023-06-15T09:46:44.717" v="2664"/>
          <ac:inkMkLst>
            <pc:docMk/>
            <pc:sldMk cId="1380649592" sldId="448"/>
            <ac:inkMk id="13" creationId="{20E7E3CE-9EBD-B05D-415F-1A77466D7856}"/>
          </ac:inkMkLst>
        </pc:inkChg>
        <pc:inkChg chg="add mod">
          <ac:chgData name="Aron Michael" userId="a6335a5c-3af6-488f-9ef1-dea14714a451" providerId="ADAL" clId="{497B37C7-923F-4858-84B7-9653DBF059D8}" dt="2023-06-15T09:46:44.717" v="2664"/>
          <ac:inkMkLst>
            <pc:docMk/>
            <pc:sldMk cId="1380649592" sldId="448"/>
            <ac:inkMk id="14" creationId="{10281237-3829-A355-F1E3-B873013D5BE5}"/>
          </ac:inkMkLst>
        </pc:inkChg>
        <pc:inkChg chg="add mod">
          <ac:chgData name="Aron Michael" userId="a6335a5c-3af6-488f-9ef1-dea14714a451" providerId="ADAL" clId="{497B37C7-923F-4858-84B7-9653DBF059D8}" dt="2023-06-15T09:46:44.717" v="2664"/>
          <ac:inkMkLst>
            <pc:docMk/>
            <pc:sldMk cId="1380649592" sldId="448"/>
            <ac:inkMk id="15" creationId="{D919312C-1AA2-11D3-B179-2A6DD5FC1340}"/>
          </ac:inkMkLst>
        </pc:inkChg>
        <pc:inkChg chg="add mod">
          <ac:chgData name="Aron Michael" userId="a6335a5c-3af6-488f-9ef1-dea14714a451" providerId="ADAL" clId="{497B37C7-923F-4858-84B7-9653DBF059D8}" dt="2023-06-15T09:46:44.717" v="2664"/>
          <ac:inkMkLst>
            <pc:docMk/>
            <pc:sldMk cId="1380649592" sldId="448"/>
            <ac:inkMk id="16" creationId="{9316C4A9-0CC6-B14F-EA03-451006476C6C}"/>
          </ac:inkMkLst>
        </pc:inkChg>
        <pc:inkChg chg="add mod">
          <ac:chgData name="Aron Michael" userId="a6335a5c-3af6-488f-9ef1-dea14714a451" providerId="ADAL" clId="{497B37C7-923F-4858-84B7-9653DBF059D8}" dt="2023-06-15T09:46:44.717" v="2664"/>
          <ac:inkMkLst>
            <pc:docMk/>
            <pc:sldMk cId="1380649592" sldId="448"/>
            <ac:inkMk id="17" creationId="{B8EB689B-F9E8-BC34-12E0-902645BBC1C2}"/>
          </ac:inkMkLst>
        </pc:inkChg>
        <pc:inkChg chg="add mod">
          <ac:chgData name="Aron Michael" userId="a6335a5c-3af6-488f-9ef1-dea14714a451" providerId="ADAL" clId="{497B37C7-923F-4858-84B7-9653DBF059D8}" dt="2023-06-15T09:46:44.717" v="2664"/>
          <ac:inkMkLst>
            <pc:docMk/>
            <pc:sldMk cId="1380649592" sldId="448"/>
            <ac:inkMk id="19" creationId="{5EBD136C-676B-CBD6-B34F-E6D51265BAA7}"/>
          </ac:inkMkLst>
        </pc:inkChg>
        <pc:inkChg chg="add mod">
          <ac:chgData name="Aron Michael" userId="a6335a5c-3af6-488f-9ef1-dea14714a451" providerId="ADAL" clId="{497B37C7-923F-4858-84B7-9653DBF059D8}" dt="2023-06-15T09:46:44.717" v="2664"/>
          <ac:inkMkLst>
            <pc:docMk/>
            <pc:sldMk cId="1380649592" sldId="448"/>
            <ac:inkMk id="20" creationId="{E2683578-7C9F-5041-83C1-5E8273DF3B06}"/>
          </ac:inkMkLst>
        </pc:inkChg>
        <pc:inkChg chg="add mod">
          <ac:chgData name="Aron Michael" userId="a6335a5c-3af6-488f-9ef1-dea14714a451" providerId="ADAL" clId="{497B37C7-923F-4858-84B7-9653DBF059D8}" dt="2023-06-15T09:46:44.717" v="2664"/>
          <ac:inkMkLst>
            <pc:docMk/>
            <pc:sldMk cId="1380649592" sldId="448"/>
            <ac:inkMk id="22" creationId="{CD63E936-8661-0B30-C793-A0B3858D5FFF}"/>
          </ac:inkMkLst>
        </pc:inkChg>
        <pc:inkChg chg="add mod">
          <ac:chgData name="Aron Michael" userId="a6335a5c-3af6-488f-9ef1-dea14714a451" providerId="ADAL" clId="{497B37C7-923F-4858-84B7-9653DBF059D8}" dt="2023-06-15T09:46:44.717" v="2664"/>
          <ac:inkMkLst>
            <pc:docMk/>
            <pc:sldMk cId="1380649592" sldId="448"/>
            <ac:inkMk id="23" creationId="{755E3D7C-A401-C1B6-D28D-91EBEB3B20C3}"/>
          </ac:inkMkLst>
        </pc:inkChg>
        <pc:inkChg chg="add mod">
          <ac:chgData name="Aron Michael" userId="a6335a5c-3af6-488f-9ef1-dea14714a451" providerId="ADAL" clId="{497B37C7-923F-4858-84B7-9653DBF059D8}" dt="2023-06-15T09:46:44.717" v="2664"/>
          <ac:inkMkLst>
            <pc:docMk/>
            <pc:sldMk cId="1380649592" sldId="448"/>
            <ac:inkMk id="24" creationId="{5C2B51A4-F755-5993-2742-A454809FC162}"/>
          </ac:inkMkLst>
        </pc:inkChg>
        <pc:inkChg chg="add mod">
          <ac:chgData name="Aron Michael" userId="a6335a5c-3af6-488f-9ef1-dea14714a451" providerId="ADAL" clId="{497B37C7-923F-4858-84B7-9653DBF059D8}" dt="2023-06-15T09:46:44.717" v="2664"/>
          <ac:inkMkLst>
            <pc:docMk/>
            <pc:sldMk cId="1380649592" sldId="448"/>
            <ac:inkMk id="25" creationId="{3F30E2F0-5861-2557-3AF7-8F03468A0707}"/>
          </ac:inkMkLst>
        </pc:inkChg>
        <pc:inkChg chg="add mod">
          <ac:chgData name="Aron Michael" userId="a6335a5c-3af6-488f-9ef1-dea14714a451" providerId="ADAL" clId="{497B37C7-923F-4858-84B7-9653DBF059D8}" dt="2023-06-15T09:46:44.717" v="2664"/>
          <ac:inkMkLst>
            <pc:docMk/>
            <pc:sldMk cId="1380649592" sldId="448"/>
            <ac:inkMk id="26" creationId="{95DDECC0-996F-C42D-B11F-DD3EF2A5B8AC}"/>
          </ac:inkMkLst>
        </pc:inkChg>
        <pc:inkChg chg="add mod">
          <ac:chgData name="Aron Michael" userId="a6335a5c-3af6-488f-9ef1-dea14714a451" providerId="ADAL" clId="{497B37C7-923F-4858-84B7-9653DBF059D8}" dt="2023-06-15T09:46:44.717" v="2664"/>
          <ac:inkMkLst>
            <pc:docMk/>
            <pc:sldMk cId="1380649592" sldId="448"/>
            <ac:inkMk id="27" creationId="{A0F56612-65C9-7AC5-0C68-A0061A939B2A}"/>
          </ac:inkMkLst>
        </pc:inkChg>
        <pc:inkChg chg="add mod">
          <ac:chgData name="Aron Michael" userId="a6335a5c-3af6-488f-9ef1-dea14714a451" providerId="ADAL" clId="{497B37C7-923F-4858-84B7-9653DBF059D8}" dt="2023-06-15T09:46:44.717" v="2664"/>
          <ac:inkMkLst>
            <pc:docMk/>
            <pc:sldMk cId="1380649592" sldId="448"/>
            <ac:inkMk id="28" creationId="{A6097D71-DCAB-0B83-77D1-74702148EBC3}"/>
          </ac:inkMkLst>
        </pc:inkChg>
        <pc:inkChg chg="add mod">
          <ac:chgData name="Aron Michael" userId="a6335a5c-3af6-488f-9ef1-dea14714a451" providerId="ADAL" clId="{497B37C7-923F-4858-84B7-9653DBF059D8}" dt="2023-06-15T09:46:44.717" v="2664"/>
          <ac:inkMkLst>
            <pc:docMk/>
            <pc:sldMk cId="1380649592" sldId="448"/>
            <ac:inkMk id="29" creationId="{5E2766EA-541E-0D0D-5EC2-8E5C99F29A3C}"/>
          </ac:inkMkLst>
        </pc:inkChg>
        <pc:inkChg chg="add mod">
          <ac:chgData name="Aron Michael" userId="a6335a5c-3af6-488f-9ef1-dea14714a451" providerId="ADAL" clId="{497B37C7-923F-4858-84B7-9653DBF059D8}" dt="2023-06-15T09:46:44.717" v="2664"/>
          <ac:inkMkLst>
            <pc:docMk/>
            <pc:sldMk cId="1380649592" sldId="448"/>
            <ac:inkMk id="31" creationId="{A0B5A6C5-B375-AA67-991B-01F4EF2730D0}"/>
          </ac:inkMkLst>
        </pc:inkChg>
        <pc:inkChg chg="add mod">
          <ac:chgData name="Aron Michael" userId="a6335a5c-3af6-488f-9ef1-dea14714a451" providerId="ADAL" clId="{497B37C7-923F-4858-84B7-9653DBF059D8}" dt="2023-06-15T09:46:44.717" v="2664"/>
          <ac:inkMkLst>
            <pc:docMk/>
            <pc:sldMk cId="1380649592" sldId="448"/>
            <ac:inkMk id="32" creationId="{DDB0D16E-2E9D-F599-ECBA-3168528FAC2E}"/>
          </ac:inkMkLst>
        </pc:inkChg>
        <pc:inkChg chg="add mod">
          <ac:chgData name="Aron Michael" userId="a6335a5c-3af6-488f-9ef1-dea14714a451" providerId="ADAL" clId="{497B37C7-923F-4858-84B7-9653DBF059D8}" dt="2023-06-15T09:46:44.717" v="2664"/>
          <ac:inkMkLst>
            <pc:docMk/>
            <pc:sldMk cId="1380649592" sldId="448"/>
            <ac:inkMk id="33" creationId="{B49CC973-30D2-25AA-45DA-8A545A3F18F9}"/>
          </ac:inkMkLst>
        </pc:inkChg>
        <pc:inkChg chg="add mod">
          <ac:chgData name="Aron Michael" userId="a6335a5c-3af6-488f-9ef1-dea14714a451" providerId="ADAL" clId="{497B37C7-923F-4858-84B7-9653DBF059D8}" dt="2023-06-15T09:46:44.717" v="2664"/>
          <ac:inkMkLst>
            <pc:docMk/>
            <pc:sldMk cId="1380649592" sldId="448"/>
            <ac:inkMk id="34" creationId="{12F6672F-512C-5E58-F7BC-2F38BF0F0C8A}"/>
          </ac:inkMkLst>
        </pc:inkChg>
        <pc:inkChg chg="add mod">
          <ac:chgData name="Aron Michael" userId="a6335a5c-3af6-488f-9ef1-dea14714a451" providerId="ADAL" clId="{497B37C7-923F-4858-84B7-9653DBF059D8}" dt="2023-06-15T09:46:44.717" v="2664"/>
          <ac:inkMkLst>
            <pc:docMk/>
            <pc:sldMk cId="1380649592" sldId="448"/>
            <ac:inkMk id="35" creationId="{01E59614-F63E-044C-9B03-4F94F231A6E2}"/>
          </ac:inkMkLst>
        </pc:inkChg>
        <pc:inkChg chg="add mod">
          <ac:chgData name="Aron Michael" userId="a6335a5c-3af6-488f-9ef1-dea14714a451" providerId="ADAL" clId="{497B37C7-923F-4858-84B7-9653DBF059D8}" dt="2023-06-15T09:46:44.717" v="2664"/>
          <ac:inkMkLst>
            <pc:docMk/>
            <pc:sldMk cId="1380649592" sldId="448"/>
            <ac:inkMk id="37" creationId="{6E965179-1872-C234-272B-66AFD20187B1}"/>
          </ac:inkMkLst>
        </pc:inkChg>
        <pc:inkChg chg="add mod">
          <ac:chgData name="Aron Michael" userId="a6335a5c-3af6-488f-9ef1-dea14714a451" providerId="ADAL" clId="{497B37C7-923F-4858-84B7-9653DBF059D8}" dt="2023-06-15T09:46:44.717" v="2664"/>
          <ac:inkMkLst>
            <pc:docMk/>
            <pc:sldMk cId="1380649592" sldId="448"/>
            <ac:inkMk id="39" creationId="{69A0593C-56AA-B045-7DC9-8590540D945E}"/>
          </ac:inkMkLst>
        </pc:inkChg>
        <pc:inkChg chg="add mod">
          <ac:chgData name="Aron Michael" userId="a6335a5c-3af6-488f-9ef1-dea14714a451" providerId="ADAL" clId="{497B37C7-923F-4858-84B7-9653DBF059D8}" dt="2023-06-15T09:46:44.717" v="2664"/>
          <ac:inkMkLst>
            <pc:docMk/>
            <pc:sldMk cId="1380649592" sldId="448"/>
            <ac:inkMk id="41" creationId="{03992900-3BF4-AA6F-0562-737DE99CE253}"/>
          </ac:inkMkLst>
        </pc:inkChg>
        <pc:inkChg chg="add mod">
          <ac:chgData name="Aron Michael" userId="a6335a5c-3af6-488f-9ef1-dea14714a451" providerId="ADAL" clId="{497B37C7-923F-4858-84B7-9653DBF059D8}" dt="2023-06-15T09:46:44.717" v="2664"/>
          <ac:inkMkLst>
            <pc:docMk/>
            <pc:sldMk cId="1380649592" sldId="448"/>
            <ac:inkMk id="42" creationId="{BA913032-7211-2914-433E-33DDC8F5DA38}"/>
          </ac:inkMkLst>
        </pc:inkChg>
        <pc:inkChg chg="add mod">
          <ac:chgData name="Aron Michael" userId="a6335a5c-3af6-488f-9ef1-dea14714a451" providerId="ADAL" clId="{497B37C7-923F-4858-84B7-9653DBF059D8}" dt="2023-06-15T09:46:44.717" v="2664"/>
          <ac:inkMkLst>
            <pc:docMk/>
            <pc:sldMk cId="1380649592" sldId="448"/>
            <ac:inkMk id="44" creationId="{7D105954-19CA-3992-AAE5-AEE982D28E9B}"/>
          </ac:inkMkLst>
        </pc:inkChg>
        <pc:inkChg chg="add mod">
          <ac:chgData name="Aron Michael" userId="a6335a5c-3af6-488f-9ef1-dea14714a451" providerId="ADAL" clId="{497B37C7-923F-4858-84B7-9653DBF059D8}" dt="2023-06-15T09:46:44.717" v="2664"/>
          <ac:inkMkLst>
            <pc:docMk/>
            <pc:sldMk cId="1380649592" sldId="448"/>
            <ac:inkMk id="45" creationId="{187D4A26-45BF-0AE5-53D7-228FD504AF6E}"/>
          </ac:inkMkLst>
        </pc:inkChg>
        <pc:inkChg chg="add mod">
          <ac:chgData name="Aron Michael" userId="a6335a5c-3af6-488f-9ef1-dea14714a451" providerId="ADAL" clId="{497B37C7-923F-4858-84B7-9653DBF059D8}" dt="2023-06-15T09:46:44.717" v="2664"/>
          <ac:inkMkLst>
            <pc:docMk/>
            <pc:sldMk cId="1380649592" sldId="448"/>
            <ac:inkMk id="46" creationId="{E26571EF-6776-F81E-F157-B7637F6C2415}"/>
          </ac:inkMkLst>
        </pc:inkChg>
        <pc:inkChg chg="add mod">
          <ac:chgData name="Aron Michael" userId="a6335a5c-3af6-488f-9ef1-dea14714a451" providerId="ADAL" clId="{497B37C7-923F-4858-84B7-9653DBF059D8}" dt="2023-06-15T09:46:44.717" v="2664"/>
          <ac:inkMkLst>
            <pc:docMk/>
            <pc:sldMk cId="1380649592" sldId="448"/>
            <ac:inkMk id="48" creationId="{A740F2B7-E64B-6565-DD2A-991D14F9D3AB}"/>
          </ac:inkMkLst>
        </pc:inkChg>
        <pc:inkChg chg="add mod">
          <ac:chgData name="Aron Michael" userId="a6335a5c-3af6-488f-9ef1-dea14714a451" providerId="ADAL" clId="{497B37C7-923F-4858-84B7-9653DBF059D8}" dt="2023-06-15T09:46:44.717" v="2664"/>
          <ac:inkMkLst>
            <pc:docMk/>
            <pc:sldMk cId="1380649592" sldId="448"/>
            <ac:inkMk id="49" creationId="{CA024425-9215-B8A0-C9CC-67BB29BE8994}"/>
          </ac:inkMkLst>
        </pc:inkChg>
        <pc:inkChg chg="add mod">
          <ac:chgData name="Aron Michael" userId="a6335a5c-3af6-488f-9ef1-dea14714a451" providerId="ADAL" clId="{497B37C7-923F-4858-84B7-9653DBF059D8}" dt="2023-06-15T09:46:44.717" v="2664"/>
          <ac:inkMkLst>
            <pc:docMk/>
            <pc:sldMk cId="1380649592" sldId="448"/>
            <ac:inkMk id="50" creationId="{D3F85A31-39C2-5706-69CA-A2A107BDB677}"/>
          </ac:inkMkLst>
        </pc:inkChg>
        <pc:inkChg chg="add mod">
          <ac:chgData name="Aron Michael" userId="a6335a5c-3af6-488f-9ef1-dea14714a451" providerId="ADAL" clId="{497B37C7-923F-4858-84B7-9653DBF059D8}" dt="2023-06-15T09:46:44.717" v="2664"/>
          <ac:inkMkLst>
            <pc:docMk/>
            <pc:sldMk cId="1380649592" sldId="448"/>
            <ac:inkMk id="51" creationId="{F2F86752-9053-E3CB-8FCD-74F6A14B252F}"/>
          </ac:inkMkLst>
        </pc:inkChg>
        <pc:inkChg chg="add mod">
          <ac:chgData name="Aron Michael" userId="a6335a5c-3af6-488f-9ef1-dea14714a451" providerId="ADAL" clId="{497B37C7-923F-4858-84B7-9653DBF059D8}" dt="2023-06-15T09:46:44.717" v="2664"/>
          <ac:inkMkLst>
            <pc:docMk/>
            <pc:sldMk cId="1380649592" sldId="448"/>
            <ac:inkMk id="52" creationId="{55B69655-E716-3EE5-5987-13F742F19BE9}"/>
          </ac:inkMkLst>
        </pc:inkChg>
        <pc:inkChg chg="add mod">
          <ac:chgData name="Aron Michael" userId="a6335a5c-3af6-488f-9ef1-dea14714a451" providerId="ADAL" clId="{497B37C7-923F-4858-84B7-9653DBF059D8}" dt="2023-06-15T09:46:44.717" v="2664"/>
          <ac:inkMkLst>
            <pc:docMk/>
            <pc:sldMk cId="1380649592" sldId="448"/>
            <ac:inkMk id="53" creationId="{F2731BB4-9D2E-D4DC-3E47-9CE561AB8C9D}"/>
          </ac:inkMkLst>
        </pc:inkChg>
        <pc:inkChg chg="add mod">
          <ac:chgData name="Aron Michael" userId="a6335a5c-3af6-488f-9ef1-dea14714a451" providerId="ADAL" clId="{497B37C7-923F-4858-84B7-9653DBF059D8}" dt="2023-06-15T09:46:44.717" v="2664"/>
          <ac:inkMkLst>
            <pc:docMk/>
            <pc:sldMk cId="1380649592" sldId="448"/>
            <ac:inkMk id="54" creationId="{12DC7C05-7CAB-FE45-5952-EC1F67409E4D}"/>
          </ac:inkMkLst>
        </pc:inkChg>
        <pc:inkChg chg="add mod">
          <ac:chgData name="Aron Michael" userId="a6335a5c-3af6-488f-9ef1-dea14714a451" providerId="ADAL" clId="{497B37C7-923F-4858-84B7-9653DBF059D8}" dt="2023-06-15T09:46:44.717" v="2664"/>
          <ac:inkMkLst>
            <pc:docMk/>
            <pc:sldMk cId="1380649592" sldId="448"/>
            <ac:inkMk id="55" creationId="{02D0F10D-F986-D66C-3F2A-993E6AB9A58C}"/>
          </ac:inkMkLst>
        </pc:inkChg>
        <pc:inkChg chg="add">
          <ac:chgData name="Aron Michael" userId="a6335a5c-3af6-488f-9ef1-dea14714a451" providerId="ADAL" clId="{497B37C7-923F-4858-84B7-9653DBF059D8}" dt="2023-06-15T09:45:56.590" v="2627" actId="9405"/>
          <ac:inkMkLst>
            <pc:docMk/>
            <pc:sldMk cId="1380649592" sldId="448"/>
            <ac:inkMk id="58" creationId="{BCEF09EC-2EF5-AFA8-6140-C4F27CA31BB5}"/>
          </ac:inkMkLst>
        </pc:inkChg>
        <pc:inkChg chg="add">
          <ac:chgData name="Aron Michael" userId="a6335a5c-3af6-488f-9ef1-dea14714a451" providerId="ADAL" clId="{497B37C7-923F-4858-84B7-9653DBF059D8}" dt="2023-06-15T09:46:01.065" v="2628" actId="9405"/>
          <ac:inkMkLst>
            <pc:docMk/>
            <pc:sldMk cId="1380649592" sldId="448"/>
            <ac:inkMk id="59" creationId="{EC449A56-BA6E-EB76-8537-0A507C8F6048}"/>
          </ac:inkMkLst>
        </pc:inkChg>
        <pc:inkChg chg="add mod">
          <ac:chgData name="Aron Michael" userId="a6335a5c-3af6-488f-9ef1-dea14714a451" providerId="ADAL" clId="{497B37C7-923F-4858-84B7-9653DBF059D8}" dt="2023-06-15T09:46:44.717" v="2664"/>
          <ac:inkMkLst>
            <pc:docMk/>
            <pc:sldMk cId="1380649592" sldId="448"/>
            <ac:inkMk id="60" creationId="{DE0A277F-6990-FE31-B54D-3CF97844B829}"/>
          </ac:inkMkLst>
        </pc:inkChg>
        <pc:inkChg chg="add mod">
          <ac:chgData name="Aron Michael" userId="a6335a5c-3af6-488f-9ef1-dea14714a451" providerId="ADAL" clId="{497B37C7-923F-4858-84B7-9653DBF059D8}" dt="2023-06-15T09:46:44.717" v="2664"/>
          <ac:inkMkLst>
            <pc:docMk/>
            <pc:sldMk cId="1380649592" sldId="448"/>
            <ac:inkMk id="61" creationId="{2A8AF41A-5C39-505D-65EF-AA628C9E3867}"/>
          </ac:inkMkLst>
        </pc:inkChg>
        <pc:inkChg chg="add mod">
          <ac:chgData name="Aron Michael" userId="a6335a5c-3af6-488f-9ef1-dea14714a451" providerId="ADAL" clId="{497B37C7-923F-4858-84B7-9653DBF059D8}" dt="2023-06-15T09:46:44.717" v="2664"/>
          <ac:inkMkLst>
            <pc:docMk/>
            <pc:sldMk cId="1380649592" sldId="448"/>
            <ac:inkMk id="62" creationId="{00D8D339-2183-E362-B2D0-67C153C23819}"/>
          </ac:inkMkLst>
        </pc:inkChg>
        <pc:inkChg chg="add mod">
          <ac:chgData name="Aron Michael" userId="a6335a5c-3af6-488f-9ef1-dea14714a451" providerId="ADAL" clId="{497B37C7-923F-4858-84B7-9653DBF059D8}" dt="2023-06-15T09:46:44.717" v="2664"/>
          <ac:inkMkLst>
            <pc:docMk/>
            <pc:sldMk cId="1380649592" sldId="448"/>
            <ac:inkMk id="63" creationId="{2F702342-E4D7-E24B-5711-9B477A44EBF7}"/>
          </ac:inkMkLst>
        </pc:inkChg>
        <pc:inkChg chg="add mod">
          <ac:chgData name="Aron Michael" userId="a6335a5c-3af6-488f-9ef1-dea14714a451" providerId="ADAL" clId="{497B37C7-923F-4858-84B7-9653DBF059D8}" dt="2023-06-15T09:46:44.717" v="2664"/>
          <ac:inkMkLst>
            <pc:docMk/>
            <pc:sldMk cId="1380649592" sldId="448"/>
            <ac:inkMk id="64" creationId="{CF873EE1-2150-DD8A-09D2-D96B137111A8}"/>
          </ac:inkMkLst>
        </pc:inkChg>
        <pc:inkChg chg="add mod">
          <ac:chgData name="Aron Michael" userId="a6335a5c-3af6-488f-9ef1-dea14714a451" providerId="ADAL" clId="{497B37C7-923F-4858-84B7-9653DBF059D8}" dt="2023-06-15T09:46:44.717" v="2664"/>
          <ac:inkMkLst>
            <pc:docMk/>
            <pc:sldMk cId="1380649592" sldId="448"/>
            <ac:inkMk id="65" creationId="{A5207F53-7793-4295-9ACE-F42285557FAD}"/>
          </ac:inkMkLst>
        </pc:inkChg>
        <pc:inkChg chg="add mod">
          <ac:chgData name="Aron Michael" userId="a6335a5c-3af6-488f-9ef1-dea14714a451" providerId="ADAL" clId="{497B37C7-923F-4858-84B7-9653DBF059D8}" dt="2023-06-15T09:46:44.717" v="2664"/>
          <ac:inkMkLst>
            <pc:docMk/>
            <pc:sldMk cId="1380649592" sldId="448"/>
            <ac:inkMk id="66" creationId="{20BF6961-C91C-9ED8-7A13-93D37DCFC013}"/>
          </ac:inkMkLst>
        </pc:inkChg>
        <pc:inkChg chg="add mod">
          <ac:chgData name="Aron Michael" userId="a6335a5c-3af6-488f-9ef1-dea14714a451" providerId="ADAL" clId="{497B37C7-923F-4858-84B7-9653DBF059D8}" dt="2023-06-15T09:46:44.717" v="2664"/>
          <ac:inkMkLst>
            <pc:docMk/>
            <pc:sldMk cId="1380649592" sldId="448"/>
            <ac:inkMk id="68" creationId="{E975C1BF-82F0-9E82-FCF2-0D8A6E7750A5}"/>
          </ac:inkMkLst>
        </pc:inkChg>
        <pc:inkChg chg="add mod">
          <ac:chgData name="Aron Michael" userId="a6335a5c-3af6-488f-9ef1-dea14714a451" providerId="ADAL" clId="{497B37C7-923F-4858-84B7-9653DBF059D8}" dt="2023-06-15T09:46:44.717" v="2664"/>
          <ac:inkMkLst>
            <pc:docMk/>
            <pc:sldMk cId="1380649592" sldId="448"/>
            <ac:inkMk id="69" creationId="{1B223CE6-9A04-9945-ACF3-53FCDFAA528A}"/>
          </ac:inkMkLst>
        </pc:inkChg>
        <pc:inkChg chg="add mod">
          <ac:chgData name="Aron Michael" userId="a6335a5c-3af6-488f-9ef1-dea14714a451" providerId="ADAL" clId="{497B37C7-923F-4858-84B7-9653DBF059D8}" dt="2023-06-15T09:46:44.717" v="2664"/>
          <ac:inkMkLst>
            <pc:docMk/>
            <pc:sldMk cId="1380649592" sldId="448"/>
            <ac:inkMk id="70" creationId="{840E2B4C-6757-D277-961E-35B4C88C6EF7}"/>
          </ac:inkMkLst>
        </pc:inkChg>
        <pc:inkChg chg="add mod">
          <ac:chgData name="Aron Michael" userId="a6335a5c-3af6-488f-9ef1-dea14714a451" providerId="ADAL" clId="{497B37C7-923F-4858-84B7-9653DBF059D8}" dt="2023-06-15T09:46:44.717" v="2664"/>
          <ac:inkMkLst>
            <pc:docMk/>
            <pc:sldMk cId="1380649592" sldId="448"/>
            <ac:inkMk id="71" creationId="{FFCEA031-B90C-4057-26C1-16F9FF19F9B1}"/>
          </ac:inkMkLst>
        </pc:inkChg>
        <pc:inkChg chg="add mod">
          <ac:chgData name="Aron Michael" userId="a6335a5c-3af6-488f-9ef1-dea14714a451" providerId="ADAL" clId="{497B37C7-923F-4858-84B7-9653DBF059D8}" dt="2023-06-15T09:46:44.717" v="2664"/>
          <ac:inkMkLst>
            <pc:docMk/>
            <pc:sldMk cId="1380649592" sldId="448"/>
            <ac:inkMk id="72" creationId="{7C2D6A3F-745E-9744-5604-D7438FCD5589}"/>
          </ac:inkMkLst>
        </pc:inkChg>
        <pc:inkChg chg="add mod">
          <ac:chgData name="Aron Michael" userId="a6335a5c-3af6-488f-9ef1-dea14714a451" providerId="ADAL" clId="{497B37C7-923F-4858-84B7-9653DBF059D8}" dt="2023-06-15T09:46:44.717" v="2664"/>
          <ac:inkMkLst>
            <pc:docMk/>
            <pc:sldMk cId="1380649592" sldId="448"/>
            <ac:inkMk id="73" creationId="{0843511C-4A72-1058-7EE1-9895ECC848A0}"/>
          </ac:inkMkLst>
        </pc:inkChg>
        <pc:inkChg chg="add mod">
          <ac:chgData name="Aron Michael" userId="a6335a5c-3af6-488f-9ef1-dea14714a451" providerId="ADAL" clId="{497B37C7-923F-4858-84B7-9653DBF059D8}" dt="2023-06-15T09:46:44.717" v="2664"/>
          <ac:inkMkLst>
            <pc:docMk/>
            <pc:sldMk cId="1380649592" sldId="448"/>
            <ac:inkMk id="75" creationId="{BAC1BDD9-836D-3940-D510-2DB77D3B3BE5}"/>
          </ac:inkMkLst>
        </pc:inkChg>
        <pc:inkChg chg="add mod">
          <ac:chgData name="Aron Michael" userId="a6335a5c-3af6-488f-9ef1-dea14714a451" providerId="ADAL" clId="{497B37C7-923F-4858-84B7-9653DBF059D8}" dt="2023-06-15T09:46:44.717" v="2664"/>
          <ac:inkMkLst>
            <pc:docMk/>
            <pc:sldMk cId="1380649592" sldId="448"/>
            <ac:inkMk id="76" creationId="{24738345-6789-5827-27FC-D2C52AEA5959}"/>
          </ac:inkMkLst>
        </pc:inkChg>
        <pc:inkChg chg="add mod">
          <ac:chgData name="Aron Michael" userId="a6335a5c-3af6-488f-9ef1-dea14714a451" providerId="ADAL" clId="{497B37C7-923F-4858-84B7-9653DBF059D8}" dt="2023-06-15T09:46:44.717" v="2664"/>
          <ac:inkMkLst>
            <pc:docMk/>
            <pc:sldMk cId="1380649592" sldId="448"/>
            <ac:inkMk id="77" creationId="{A576C2A3-C3A4-FDB5-71F5-DCD6A13CAB45}"/>
          </ac:inkMkLst>
        </pc:inkChg>
        <pc:inkChg chg="add mod">
          <ac:chgData name="Aron Michael" userId="a6335a5c-3af6-488f-9ef1-dea14714a451" providerId="ADAL" clId="{497B37C7-923F-4858-84B7-9653DBF059D8}" dt="2023-06-15T09:46:44.717" v="2664"/>
          <ac:inkMkLst>
            <pc:docMk/>
            <pc:sldMk cId="1380649592" sldId="448"/>
            <ac:inkMk id="78" creationId="{B12E9048-F6A5-434C-0753-E88E373DBCCB}"/>
          </ac:inkMkLst>
        </pc:inkChg>
        <pc:inkChg chg="add mod">
          <ac:chgData name="Aron Michael" userId="a6335a5c-3af6-488f-9ef1-dea14714a451" providerId="ADAL" clId="{497B37C7-923F-4858-84B7-9653DBF059D8}" dt="2023-06-15T09:46:44.717" v="2664"/>
          <ac:inkMkLst>
            <pc:docMk/>
            <pc:sldMk cId="1380649592" sldId="448"/>
            <ac:inkMk id="79" creationId="{4A388F89-2A11-9BA1-02A0-7A092011366D}"/>
          </ac:inkMkLst>
        </pc:inkChg>
        <pc:inkChg chg="add mod">
          <ac:chgData name="Aron Michael" userId="a6335a5c-3af6-488f-9ef1-dea14714a451" providerId="ADAL" clId="{497B37C7-923F-4858-84B7-9653DBF059D8}" dt="2023-06-15T09:46:44.717" v="2664"/>
          <ac:inkMkLst>
            <pc:docMk/>
            <pc:sldMk cId="1380649592" sldId="448"/>
            <ac:inkMk id="82" creationId="{9800B4C8-3025-10FB-4B25-DD696684F1AC}"/>
          </ac:inkMkLst>
        </pc:inkChg>
        <pc:inkChg chg="add mod">
          <ac:chgData name="Aron Michael" userId="a6335a5c-3af6-488f-9ef1-dea14714a451" providerId="ADAL" clId="{497B37C7-923F-4858-84B7-9653DBF059D8}" dt="2023-06-15T09:46:44.717" v="2664"/>
          <ac:inkMkLst>
            <pc:docMk/>
            <pc:sldMk cId="1380649592" sldId="448"/>
            <ac:inkMk id="83" creationId="{97A610A8-ADD2-7230-6C3A-D7E3B8F3143D}"/>
          </ac:inkMkLst>
        </pc:inkChg>
        <pc:inkChg chg="add mod">
          <ac:chgData name="Aron Michael" userId="a6335a5c-3af6-488f-9ef1-dea14714a451" providerId="ADAL" clId="{497B37C7-923F-4858-84B7-9653DBF059D8}" dt="2023-06-15T09:46:44.717" v="2664"/>
          <ac:inkMkLst>
            <pc:docMk/>
            <pc:sldMk cId="1380649592" sldId="448"/>
            <ac:inkMk id="84" creationId="{42A1F3F9-F156-94D9-84D5-B93C163452F4}"/>
          </ac:inkMkLst>
        </pc:inkChg>
        <pc:inkChg chg="add mod">
          <ac:chgData name="Aron Michael" userId="a6335a5c-3af6-488f-9ef1-dea14714a451" providerId="ADAL" clId="{497B37C7-923F-4858-84B7-9653DBF059D8}" dt="2023-06-15T09:46:44.717" v="2664"/>
          <ac:inkMkLst>
            <pc:docMk/>
            <pc:sldMk cId="1380649592" sldId="448"/>
            <ac:inkMk id="85" creationId="{C63E409F-461B-50AE-43DF-CEDE08D50EAC}"/>
          </ac:inkMkLst>
        </pc:inkChg>
        <pc:inkChg chg="add mod">
          <ac:chgData name="Aron Michael" userId="a6335a5c-3af6-488f-9ef1-dea14714a451" providerId="ADAL" clId="{497B37C7-923F-4858-84B7-9653DBF059D8}" dt="2023-06-15T09:46:44.717" v="2664"/>
          <ac:inkMkLst>
            <pc:docMk/>
            <pc:sldMk cId="1380649592" sldId="448"/>
            <ac:inkMk id="86" creationId="{3EA01681-72C7-F8CF-C2B2-F834ADD0B09A}"/>
          </ac:inkMkLst>
        </pc:inkChg>
        <pc:inkChg chg="add del">
          <ac:chgData name="Aron Michael" userId="a6335a5c-3af6-488f-9ef1-dea14714a451" providerId="ADAL" clId="{497B37C7-923F-4858-84B7-9653DBF059D8}" dt="2023-06-15T09:46:40.868" v="2656"/>
          <ac:inkMkLst>
            <pc:docMk/>
            <pc:sldMk cId="1380649592" sldId="448"/>
            <ac:inkMk id="87" creationId="{5EFE3361-8A20-D0B6-B86B-55A94E95BFCD}"/>
          </ac:inkMkLst>
        </pc:inkChg>
        <pc:inkChg chg="add mod">
          <ac:chgData name="Aron Michael" userId="a6335a5c-3af6-488f-9ef1-dea14714a451" providerId="ADAL" clId="{497B37C7-923F-4858-84B7-9653DBF059D8}" dt="2023-06-15T09:46:44.717" v="2664"/>
          <ac:inkMkLst>
            <pc:docMk/>
            <pc:sldMk cId="1380649592" sldId="448"/>
            <ac:inkMk id="88" creationId="{2084D805-06FB-CE40-D78F-E0C6EECE5C2C}"/>
          </ac:inkMkLst>
        </pc:inkChg>
        <pc:inkChg chg="add mod">
          <ac:chgData name="Aron Michael" userId="a6335a5c-3af6-488f-9ef1-dea14714a451" providerId="ADAL" clId="{497B37C7-923F-4858-84B7-9653DBF059D8}" dt="2023-06-15T09:46:44.717" v="2664"/>
          <ac:inkMkLst>
            <pc:docMk/>
            <pc:sldMk cId="1380649592" sldId="448"/>
            <ac:inkMk id="89" creationId="{1BA7F30B-46D8-F0F4-A5C6-648E9C4CAA4B}"/>
          </ac:inkMkLst>
        </pc:inkChg>
        <pc:inkChg chg="add mod">
          <ac:chgData name="Aron Michael" userId="a6335a5c-3af6-488f-9ef1-dea14714a451" providerId="ADAL" clId="{497B37C7-923F-4858-84B7-9653DBF059D8}" dt="2023-06-15T09:46:44.717" v="2664"/>
          <ac:inkMkLst>
            <pc:docMk/>
            <pc:sldMk cId="1380649592" sldId="448"/>
            <ac:inkMk id="90" creationId="{2CB70AA8-FA66-CD71-3E6E-DC04D95F81CA}"/>
          </ac:inkMkLst>
        </pc:inkChg>
        <pc:inkChg chg="add mod">
          <ac:chgData name="Aron Michael" userId="a6335a5c-3af6-488f-9ef1-dea14714a451" providerId="ADAL" clId="{497B37C7-923F-4858-84B7-9653DBF059D8}" dt="2023-06-15T09:46:44.717" v="2664"/>
          <ac:inkMkLst>
            <pc:docMk/>
            <pc:sldMk cId="1380649592" sldId="448"/>
            <ac:inkMk id="91" creationId="{545F2790-084B-3CC1-7F51-A424DFAE2DA2}"/>
          </ac:inkMkLst>
        </pc:inkChg>
        <pc:inkChg chg="add mod">
          <ac:chgData name="Aron Michael" userId="a6335a5c-3af6-488f-9ef1-dea14714a451" providerId="ADAL" clId="{497B37C7-923F-4858-84B7-9653DBF059D8}" dt="2023-06-15T09:46:44.717" v="2664"/>
          <ac:inkMkLst>
            <pc:docMk/>
            <pc:sldMk cId="1380649592" sldId="448"/>
            <ac:inkMk id="92" creationId="{EDC33530-573F-1DD7-8647-58D4F5AD7E5E}"/>
          </ac:inkMkLst>
        </pc:inkChg>
        <pc:inkChg chg="add del">
          <ac:chgData name="Aron Michael" userId="a6335a5c-3af6-488f-9ef1-dea14714a451" providerId="ADAL" clId="{497B37C7-923F-4858-84B7-9653DBF059D8}" dt="2023-06-15T09:46:44.243" v="2663"/>
          <ac:inkMkLst>
            <pc:docMk/>
            <pc:sldMk cId="1380649592" sldId="448"/>
            <ac:inkMk id="93" creationId="{87E7C341-F60D-86DA-80EB-1E3FB26318E3}"/>
          </ac:inkMkLst>
        </pc:inkChg>
        <pc:inkChg chg="add mod">
          <ac:chgData name="Aron Michael" userId="a6335a5c-3af6-488f-9ef1-dea14714a451" providerId="ADAL" clId="{497B37C7-923F-4858-84B7-9653DBF059D8}" dt="2023-06-15T09:46:49.285" v="2670"/>
          <ac:inkMkLst>
            <pc:docMk/>
            <pc:sldMk cId="1380649592" sldId="448"/>
            <ac:inkMk id="96" creationId="{77DA6BED-7AB0-FCC0-8E51-083A27C4675D}"/>
          </ac:inkMkLst>
        </pc:inkChg>
        <pc:inkChg chg="add mod">
          <ac:chgData name="Aron Michael" userId="a6335a5c-3af6-488f-9ef1-dea14714a451" providerId="ADAL" clId="{497B37C7-923F-4858-84B7-9653DBF059D8}" dt="2023-06-15T09:46:49.285" v="2670"/>
          <ac:inkMkLst>
            <pc:docMk/>
            <pc:sldMk cId="1380649592" sldId="448"/>
            <ac:inkMk id="97" creationId="{4AF9648D-06E4-5947-F9E2-CB3A91765E7A}"/>
          </ac:inkMkLst>
        </pc:inkChg>
        <pc:inkChg chg="add mod">
          <ac:chgData name="Aron Michael" userId="a6335a5c-3af6-488f-9ef1-dea14714a451" providerId="ADAL" clId="{497B37C7-923F-4858-84B7-9653DBF059D8}" dt="2023-06-15T09:46:49.285" v="2670"/>
          <ac:inkMkLst>
            <pc:docMk/>
            <pc:sldMk cId="1380649592" sldId="448"/>
            <ac:inkMk id="98" creationId="{0E9F43BD-50AB-2857-9736-13A17B6E37FE}"/>
          </ac:inkMkLst>
        </pc:inkChg>
        <pc:inkChg chg="add mod">
          <ac:chgData name="Aron Michael" userId="a6335a5c-3af6-488f-9ef1-dea14714a451" providerId="ADAL" clId="{497B37C7-923F-4858-84B7-9653DBF059D8}" dt="2023-06-15T09:46:49.285" v="2670"/>
          <ac:inkMkLst>
            <pc:docMk/>
            <pc:sldMk cId="1380649592" sldId="448"/>
            <ac:inkMk id="99" creationId="{B566DEA7-752A-F4B8-BD6A-802D4C32DF41}"/>
          </ac:inkMkLst>
        </pc:inkChg>
        <pc:inkChg chg="add mod">
          <ac:chgData name="Aron Michael" userId="a6335a5c-3af6-488f-9ef1-dea14714a451" providerId="ADAL" clId="{497B37C7-923F-4858-84B7-9653DBF059D8}" dt="2023-06-15T09:46:49.285" v="2670"/>
          <ac:inkMkLst>
            <pc:docMk/>
            <pc:sldMk cId="1380649592" sldId="448"/>
            <ac:inkMk id="100" creationId="{F99B2064-B6FB-2AEF-4A92-C554AD6B340E}"/>
          </ac:inkMkLst>
        </pc:inkChg>
        <pc:inkChg chg="add mod">
          <ac:chgData name="Aron Michael" userId="a6335a5c-3af6-488f-9ef1-dea14714a451" providerId="ADAL" clId="{497B37C7-923F-4858-84B7-9653DBF059D8}" dt="2023-06-15T09:47:41.392" v="2686"/>
          <ac:inkMkLst>
            <pc:docMk/>
            <pc:sldMk cId="1380649592" sldId="448"/>
            <ac:inkMk id="102" creationId="{325CFCF2-80B3-ADAC-FB32-4A8C00ECBFCD}"/>
          </ac:inkMkLst>
        </pc:inkChg>
        <pc:inkChg chg="add mod">
          <ac:chgData name="Aron Michael" userId="a6335a5c-3af6-488f-9ef1-dea14714a451" providerId="ADAL" clId="{497B37C7-923F-4858-84B7-9653DBF059D8}" dt="2023-06-15T09:47:41.392" v="2686"/>
          <ac:inkMkLst>
            <pc:docMk/>
            <pc:sldMk cId="1380649592" sldId="448"/>
            <ac:inkMk id="103" creationId="{CB493537-1504-26CE-59CC-44D794317AFC}"/>
          </ac:inkMkLst>
        </pc:inkChg>
        <pc:inkChg chg="add mod">
          <ac:chgData name="Aron Michael" userId="a6335a5c-3af6-488f-9ef1-dea14714a451" providerId="ADAL" clId="{497B37C7-923F-4858-84B7-9653DBF059D8}" dt="2023-06-15T09:47:41.392" v="2686"/>
          <ac:inkMkLst>
            <pc:docMk/>
            <pc:sldMk cId="1380649592" sldId="448"/>
            <ac:inkMk id="104" creationId="{F5BFC983-D8D5-28EA-2858-BED3F9C6EC18}"/>
          </ac:inkMkLst>
        </pc:inkChg>
        <pc:inkChg chg="add mod">
          <ac:chgData name="Aron Michael" userId="a6335a5c-3af6-488f-9ef1-dea14714a451" providerId="ADAL" clId="{497B37C7-923F-4858-84B7-9653DBF059D8}" dt="2023-06-15T09:47:41.392" v="2686"/>
          <ac:inkMkLst>
            <pc:docMk/>
            <pc:sldMk cId="1380649592" sldId="448"/>
            <ac:inkMk id="105" creationId="{DC439AEF-0D5F-E2D1-A04E-F17BAFF263E6}"/>
          </ac:inkMkLst>
        </pc:inkChg>
        <pc:inkChg chg="add mod">
          <ac:chgData name="Aron Michael" userId="a6335a5c-3af6-488f-9ef1-dea14714a451" providerId="ADAL" clId="{497B37C7-923F-4858-84B7-9653DBF059D8}" dt="2023-06-15T09:47:41.392" v="2686"/>
          <ac:inkMkLst>
            <pc:docMk/>
            <pc:sldMk cId="1380649592" sldId="448"/>
            <ac:inkMk id="106" creationId="{12C8ADC6-0F89-C984-EFD4-A4D9FE221CD2}"/>
          </ac:inkMkLst>
        </pc:inkChg>
        <pc:inkChg chg="add mod">
          <ac:chgData name="Aron Michael" userId="a6335a5c-3af6-488f-9ef1-dea14714a451" providerId="ADAL" clId="{497B37C7-923F-4858-84B7-9653DBF059D8}" dt="2023-06-15T09:47:41.392" v="2686"/>
          <ac:inkMkLst>
            <pc:docMk/>
            <pc:sldMk cId="1380649592" sldId="448"/>
            <ac:inkMk id="107" creationId="{FB7DD446-9B37-C2B5-0EC9-48A5EDD4392F}"/>
          </ac:inkMkLst>
        </pc:inkChg>
        <pc:inkChg chg="add mod">
          <ac:chgData name="Aron Michael" userId="a6335a5c-3af6-488f-9ef1-dea14714a451" providerId="ADAL" clId="{497B37C7-923F-4858-84B7-9653DBF059D8}" dt="2023-06-15T09:47:41.392" v="2686"/>
          <ac:inkMkLst>
            <pc:docMk/>
            <pc:sldMk cId="1380649592" sldId="448"/>
            <ac:inkMk id="108" creationId="{5AABF495-30D4-0B43-D9D4-92FDD61D32C7}"/>
          </ac:inkMkLst>
        </pc:inkChg>
        <pc:inkChg chg="add mod">
          <ac:chgData name="Aron Michael" userId="a6335a5c-3af6-488f-9ef1-dea14714a451" providerId="ADAL" clId="{497B37C7-923F-4858-84B7-9653DBF059D8}" dt="2023-06-15T09:47:41.392" v="2686"/>
          <ac:inkMkLst>
            <pc:docMk/>
            <pc:sldMk cId="1380649592" sldId="448"/>
            <ac:inkMk id="109" creationId="{F2DFEDA7-FAF0-139B-935A-1450760A9D51}"/>
          </ac:inkMkLst>
        </pc:inkChg>
        <pc:inkChg chg="add mod">
          <ac:chgData name="Aron Michael" userId="a6335a5c-3af6-488f-9ef1-dea14714a451" providerId="ADAL" clId="{497B37C7-923F-4858-84B7-9653DBF059D8}" dt="2023-06-15T09:47:41.392" v="2686"/>
          <ac:inkMkLst>
            <pc:docMk/>
            <pc:sldMk cId="1380649592" sldId="448"/>
            <ac:inkMk id="110" creationId="{D7D4C311-4C13-F54A-C189-DEDCF0807F4D}"/>
          </ac:inkMkLst>
        </pc:inkChg>
        <pc:inkChg chg="add mod">
          <ac:chgData name="Aron Michael" userId="a6335a5c-3af6-488f-9ef1-dea14714a451" providerId="ADAL" clId="{497B37C7-923F-4858-84B7-9653DBF059D8}" dt="2023-06-15T09:47:41.392" v="2686"/>
          <ac:inkMkLst>
            <pc:docMk/>
            <pc:sldMk cId="1380649592" sldId="448"/>
            <ac:inkMk id="111" creationId="{74C0ED4B-A195-DD5C-3B00-E58756803745}"/>
          </ac:inkMkLst>
        </pc:inkChg>
        <pc:inkChg chg="add mod">
          <ac:chgData name="Aron Michael" userId="a6335a5c-3af6-488f-9ef1-dea14714a451" providerId="ADAL" clId="{497B37C7-923F-4858-84B7-9653DBF059D8}" dt="2023-06-15T09:47:41.392" v="2686"/>
          <ac:inkMkLst>
            <pc:docMk/>
            <pc:sldMk cId="1380649592" sldId="448"/>
            <ac:inkMk id="112" creationId="{373B7065-AC98-74C2-FB33-1632135801B4}"/>
          </ac:inkMkLst>
        </pc:inkChg>
        <pc:inkChg chg="add mod">
          <ac:chgData name="Aron Michael" userId="a6335a5c-3af6-488f-9ef1-dea14714a451" providerId="ADAL" clId="{497B37C7-923F-4858-84B7-9653DBF059D8}" dt="2023-06-15T09:47:41.392" v="2686"/>
          <ac:inkMkLst>
            <pc:docMk/>
            <pc:sldMk cId="1380649592" sldId="448"/>
            <ac:inkMk id="113" creationId="{F624C9EF-4929-1538-37A3-3639B7EFFB62}"/>
          </ac:inkMkLst>
        </pc:inkChg>
        <pc:inkChg chg="add mod">
          <ac:chgData name="Aron Michael" userId="a6335a5c-3af6-488f-9ef1-dea14714a451" providerId="ADAL" clId="{497B37C7-923F-4858-84B7-9653DBF059D8}" dt="2023-06-15T09:47:41.392" v="2686"/>
          <ac:inkMkLst>
            <pc:docMk/>
            <pc:sldMk cId="1380649592" sldId="448"/>
            <ac:inkMk id="114" creationId="{CB66492B-F7D1-D125-CD87-2EA4482F0822}"/>
          </ac:inkMkLst>
        </pc:inkChg>
        <pc:inkChg chg="add mod">
          <ac:chgData name="Aron Michael" userId="a6335a5c-3af6-488f-9ef1-dea14714a451" providerId="ADAL" clId="{497B37C7-923F-4858-84B7-9653DBF059D8}" dt="2023-06-15T09:47:41.392" v="2686"/>
          <ac:inkMkLst>
            <pc:docMk/>
            <pc:sldMk cId="1380649592" sldId="448"/>
            <ac:inkMk id="115" creationId="{8BA74C95-8D5B-5070-6C96-37EB52A0F88A}"/>
          </ac:inkMkLst>
        </pc:inkChg>
        <pc:inkChg chg="add mod">
          <ac:chgData name="Aron Michael" userId="a6335a5c-3af6-488f-9ef1-dea14714a451" providerId="ADAL" clId="{497B37C7-923F-4858-84B7-9653DBF059D8}" dt="2023-06-15T09:47:41.392" v="2686"/>
          <ac:inkMkLst>
            <pc:docMk/>
            <pc:sldMk cId="1380649592" sldId="448"/>
            <ac:inkMk id="116" creationId="{2E0A37D6-7A0F-E3E2-E6EA-8055154D02B4}"/>
          </ac:inkMkLst>
        </pc:inkChg>
        <pc:inkChg chg="add mod">
          <ac:chgData name="Aron Michael" userId="a6335a5c-3af6-488f-9ef1-dea14714a451" providerId="ADAL" clId="{497B37C7-923F-4858-84B7-9653DBF059D8}" dt="2023-06-15T09:47:44.428" v="2692"/>
          <ac:inkMkLst>
            <pc:docMk/>
            <pc:sldMk cId="1380649592" sldId="448"/>
            <ac:inkMk id="119" creationId="{838DC910-BB83-FB9B-EDDD-A0DCCDA91DD9}"/>
          </ac:inkMkLst>
        </pc:inkChg>
        <pc:inkChg chg="add mod">
          <ac:chgData name="Aron Michael" userId="a6335a5c-3af6-488f-9ef1-dea14714a451" providerId="ADAL" clId="{497B37C7-923F-4858-84B7-9653DBF059D8}" dt="2023-06-15T09:47:44.428" v="2692"/>
          <ac:inkMkLst>
            <pc:docMk/>
            <pc:sldMk cId="1380649592" sldId="448"/>
            <ac:inkMk id="120" creationId="{C3412D57-2B9E-5B8D-B317-44046A0CEFE3}"/>
          </ac:inkMkLst>
        </pc:inkChg>
        <pc:inkChg chg="add mod">
          <ac:chgData name="Aron Michael" userId="a6335a5c-3af6-488f-9ef1-dea14714a451" providerId="ADAL" clId="{497B37C7-923F-4858-84B7-9653DBF059D8}" dt="2023-06-15T09:47:44.428" v="2692"/>
          <ac:inkMkLst>
            <pc:docMk/>
            <pc:sldMk cId="1380649592" sldId="448"/>
            <ac:inkMk id="121" creationId="{73723D6E-9C61-A091-F58C-5D8612976F11}"/>
          </ac:inkMkLst>
        </pc:inkChg>
        <pc:inkChg chg="add mod">
          <ac:chgData name="Aron Michael" userId="a6335a5c-3af6-488f-9ef1-dea14714a451" providerId="ADAL" clId="{497B37C7-923F-4858-84B7-9653DBF059D8}" dt="2023-06-15T09:47:44.428" v="2692"/>
          <ac:inkMkLst>
            <pc:docMk/>
            <pc:sldMk cId="1380649592" sldId="448"/>
            <ac:inkMk id="122" creationId="{A927498B-4314-FC4A-5B1C-72C40F6E03CD}"/>
          </ac:inkMkLst>
        </pc:inkChg>
        <pc:inkChg chg="add mod">
          <ac:chgData name="Aron Michael" userId="a6335a5c-3af6-488f-9ef1-dea14714a451" providerId="ADAL" clId="{497B37C7-923F-4858-84B7-9653DBF059D8}" dt="2023-06-15T09:47:45.377" v="2694"/>
          <ac:inkMkLst>
            <pc:docMk/>
            <pc:sldMk cId="1380649592" sldId="448"/>
            <ac:inkMk id="123" creationId="{99F681B2-39C2-5B3D-D9E7-D5859CBD838D}"/>
          </ac:inkMkLst>
        </pc:inkChg>
        <pc:inkChg chg="add mod">
          <ac:chgData name="Aron Michael" userId="a6335a5c-3af6-488f-9ef1-dea14714a451" providerId="ADAL" clId="{497B37C7-923F-4858-84B7-9653DBF059D8}" dt="2023-06-15T09:47:45.377" v="2694"/>
          <ac:inkMkLst>
            <pc:docMk/>
            <pc:sldMk cId="1380649592" sldId="448"/>
            <ac:inkMk id="125" creationId="{BD24947B-9E73-C593-0335-169B555452C9}"/>
          </ac:inkMkLst>
        </pc:inkChg>
      </pc:sldChg>
    </pc:docChg>
  </pc:docChgLst>
  <pc:docChgLst>
    <pc:chgData name="Aron Michael" userId="a6335a5c-3af6-488f-9ef1-dea14714a451" providerId="ADAL" clId="{97C2611C-583D-4F36-B993-A1D7AFC2F934}"/>
    <pc:docChg chg="custSel addSld delSld modSld sldOrd">
      <pc:chgData name="Aron Michael" userId="a6335a5c-3af6-488f-9ef1-dea14714a451" providerId="ADAL" clId="{97C2611C-583D-4F36-B993-A1D7AFC2F934}" dt="2023-06-15T09:38:16.345" v="2376"/>
      <pc:docMkLst>
        <pc:docMk/>
      </pc:docMkLst>
      <pc:sldChg chg="del">
        <pc:chgData name="Aron Michael" userId="a6335a5c-3af6-488f-9ef1-dea14714a451" providerId="ADAL" clId="{97C2611C-583D-4F36-B993-A1D7AFC2F934}" dt="2023-06-14T09:03:20.994" v="0" actId="47"/>
        <pc:sldMkLst>
          <pc:docMk/>
          <pc:sldMk cId="1651568406" sldId="373"/>
        </pc:sldMkLst>
      </pc:sldChg>
      <pc:sldChg chg="delSp modSp del mod">
        <pc:chgData name="Aron Michael" userId="a6335a5c-3af6-488f-9ef1-dea14714a451" providerId="ADAL" clId="{97C2611C-583D-4F36-B993-A1D7AFC2F934}" dt="2023-06-14T09:17:15.201" v="181" actId="47"/>
        <pc:sldMkLst>
          <pc:docMk/>
          <pc:sldMk cId="3128743137" sldId="374"/>
        </pc:sldMkLst>
        <pc:spChg chg="mod">
          <ac:chgData name="Aron Michael" userId="a6335a5c-3af6-488f-9ef1-dea14714a451" providerId="ADAL" clId="{97C2611C-583D-4F36-B993-A1D7AFC2F934}" dt="2023-06-14T09:13:35.970" v="180" actId="6549"/>
          <ac:spMkLst>
            <pc:docMk/>
            <pc:sldMk cId="3128743137" sldId="374"/>
            <ac:spMk id="11" creationId="{EF819F61-E392-9E34-B4A0-A2BE17C3390B}"/>
          </ac:spMkLst>
        </pc:spChg>
        <pc:spChg chg="del">
          <ac:chgData name="Aron Michael" userId="a6335a5c-3af6-488f-9ef1-dea14714a451" providerId="ADAL" clId="{97C2611C-583D-4F36-B993-A1D7AFC2F934}" dt="2023-06-14T09:13:20.479" v="177" actId="478"/>
          <ac:spMkLst>
            <pc:docMk/>
            <pc:sldMk cId="3128743137" sldId="374"/>
            <ac:spMk id="22" creationId="{9D91B270-9F9A-E0E8-0735-05836B0723D1}"/>
          </ac:spMkLst>
        </pc:spChg>
        <pc:picChg chg="del">
          <ac:chgData name="Aron Michael" userId="a6335a5c-3af6-488f-9ef1-dea14714a451" providerId="ADAL" clId="{97C2611C-583D-4F36-B993-A1D7AFC2F934}" dt="2023-06-14T09:13:23.261" v="178" actId="478"/>
          <ac:picMkLst>
            <pc:docMk/>
            <pc:sldMk cId="3128743137" sldId="374"/>
            <ac:picMk id="21" creationId="{0D9BF676-BC3E-9A94-4A45-E4273302C184}"/>
          </ac:picMkLst>
        </pc:picChg>
        <pc:inkChg chg="del">
          <ac:chgData name="Aron Michael" userId="a6335a5c-3af6-488f-9ef1-dea14714a451" providerId="ADAL" clId="{97C2611C-583D-4F36-B993-A1D7AFC2F934}" dt="2023-06-14T09:13:27.263" v="179" actId="478"/>
          <ac:inkMkLst>
            <pc:docMk/>
            <pc:sldMk cId="3128743137" sldId="374"/>
            <ac:inkMk id="3" creationId="{CD7F2FDB-CD73-D8FB-D07D-0474A7373180}"/>
          </ac:inkMkLst>
        </pc:inkChg>
      </pc:sldChg>
      <pc:sldChg chg="del">
        <pc:chgData name="Aron Michael" userId="a6335a5c-3af6-488f-9ef1-dea14714a451" providerId="ADAL" clId="{97C2611C-583D-4F36-B993-A1D7AFC2F934}" dt="2023-06-14T09:17:19.042" v="182" actId="47"/>
        <pc:sldMkLst>
          <pc:docMk/>
          <pc:sldMk cId="2349693772" sldId="375"/>
        </pc:sldMkLst>
      </pc:sldChg>
      <pc:sldChg chg="del">
        <pc:chgData name="Aron Michael" userId="a6335a5c-3af6-488f-9ef1-dea14714a451" providerId="ADAL" clId="{97C2611C-583D-4F36-B993-A1D7AFC2F934}" dt="2023-06-14T09:17:28.696" v="183" actId="47"/>
        <pc:sldMkLst>
          <pc:docMk/>
          <pc:sldMk cId="763296064" sldId="376"/>
        </pc:sldMkLst>
      </pc:sldChg>
      <pc:sldChg chg="del">
        <pc:chgData name="Aron Michael" userId="a6335a5c-3af6-488f-9ef1-dea14714a451" providerId="ADAL" clId="{97C2611C-583D-4F36-B993-A1D7AFC2F934}" dt="2023-06-14T09:17:32.011" v="184" actId="47"/>
        <pc:sldMkLst>
          <pc:docMk/>
          <pc:sldMk cId="1640629398" sldId="377"/>
        </pc:sldMkLst>
      </pc:sldChg>
      <pc:sldChg chg="del">
        <pc:chgData name="Aron Michael" userId="a6335a5c-3af6-488f-9ef1-dea14714a451" providerId="ADAL" clId="{97C2611C-583D-4F36-B993-A1D7AFC2F934}" dt="2023-06-14T09:17:34.481" v="185" actId="47"/>
        <pc:sldMkLst>
          <pc:docMk/>
          <pc:sldMk cId="4180423073" sldId="378"/>
        </pc:sldMkLst>
      </pc:sldChg>
      <pc:sldChg chg="delSp modSp mod">
        <pc:chgData name="Aron Michael" userId="a6335a5c-3af6-488f-9ef1-dea14714a451" providerId="ADAL" clId="{97C2611C-583D-4F36-B993-A1D7AFC2F934}" dt="2023-06-14T09:59:15.856" v="665" actId="20577"/>
        <pc:sldMkLst>
          <pc:docMk/>
          <pc:sldMk cId="3079102501" sldId="379"/>
        </pc:sldMkLst>
        <pc:spChg chg="mod">
          <ac:chgData name="Aron Michael" userId="a6335a5c-3af6-488f-9ef1-dea14714a451" providerId="ADAL" clId="{97C2611C-583D-4F36-B993-A1D7AFC2F934}" dt="2023-06-14T09:58:39.631" v="660" actId="20577"/>
          <ac:spMkLst>
            <pc:docMk/>
            <pc:sldMk cId="3079102501" sldId="379"/>
            <ac:spMk id="2" creationId="{00000000-0000-0000-0000-000000000000}"/>
          </ac:spMkLst>
        </pc:spChg>
        <pc:spChg chg="del">
          <ac:chgData name="Aron Michael" userId="a6335a5c-3af6-488f-9ef1-dea14714a451" providerId="ADAL" clId="{97C2611C-583D-4F36-B993-A1D7AFC2F934}" dt="2023-06-14T09:58:18.440" v="611" actId="478"/>
          <ac:spMkLst>
            <pc:docMk/>
            <pc:sldMk cId="3079102501" sldId="379"/>
            <ac:spMk id="3" creationId="{26F219A4-E467-09A1-2D9B-3A5E5BACAC48}"/>
          </ac:spMkLst>
        </pc:spChg>
        <pc:spChg chg="mod">
          <ac:chgData name="Aron Michael" userId="a6335a5c-3af6-488f-9ef1-dea14714a451" providerId="ADAL" clId="{97C2611C-583D-4F36-B993-A1D7AFC2F934}" dt="2023-06-14T09:59:15.856" v="665" actId="20577"/>
          <ac:spMkLst>
            <pc:docMk/>
            <pc:sldMk cId="3079102501" sldId="379"/>
            <ac:spMk id="11" creationId="{EF819F61-E392-9E34-B4A0-A2BE17C3390B}"/>
          </ac:spMkLst>
        </pc:spChg>
      </pc:sldChg>
      <pc:sldChg chg="del">
        <pc:chgData name="Aron Michael" userId="a6335a5c-3af6-488f-9ef1-dea14714a451" providerId="ADAL" clId="{97C2611C-583D-4F36-B993-A1D7AFC2F934}" dt="2023-06-14T09:59:51.232" v="666" actId="47"/>
        <pc:sldMkLst>
          <pc:docMk/>
          <pc:sldMk cId="2792654314" sldId="381"/>
        </pc:sldMkLst>
      </pc:sldChg>
      <pc:sldChg chg="del">
        <pc:chgData name="Aron Michael" userId="a6335a5c-3af6-488f-9ef1-dea14714a451" providerId="ADAL" clId="{97C2611C-583D-4F36-B993-A1D7AFC2F934}" dt="2023-06-14T09:59:53.242" v="667" actId="47"/>
        <pc:sldMkLst>
          <pc:docMk/>
          <pc:sldMk cId="518604484" sldId="382"/>
        </pc:sldMkLst>
      </pc:sldChg>
      <pc:sldChg chg="del">
        <pc:chgData name="Aron Michael" userId="a6335a5c-3af6-488f-9ef1-dea14714a451" providerId="ADAL" clId="{97C2611C-583D-4F36-B993-A1D7AFC2F934}" dt="2023-06-14T09:59:54.598" v="668" actId="47"/>
        <pc:sldMkLst>
          <pc:docMk/>
          <pc:sldMk cId="3509591268" sldId="383"/>
        </pc:sldMkLst>
      </pc:sldChg>
      <pc:sldChg chg="del">
        <pc:chgData name="Aron Michael" userId="a6335a5c-3af6-488f-9ef1-dea14714a451" providerId="ADAL" clId="{97C2611C-583D-4F36-B993-A1D7AFC2F934}" dt="2023-06-14T09:59:58.215" v="669" actId="47"/>
        <pc:sldMkLst>
          <pc:docMk/>
          <pc:sldMk cId="1870399714" sldId="384"/>
        </pc:sldMkLst>
      </pc:sldChg>
      <pc:sldChg chg="del">
        <pc:chgData name="Aron Michael" userId="a6335a5c-3af6-488f-9ef1-dea14714a451" providerId="ADAL" clId="{97C2611C-583D-4F36-B993-A1D7AFC2F934}" dt="2023-06-14T09:59:59.892" v="670" actId="47"/>
        <pc:sldMkLst>
          <pc:docMk/>
          <pc:sldMk cId="3495264248" sldId="385"/>
        </pc:sldMkLst>
      </pc:sldChg>
      <pc:sldChg chg="del">
        <pc:chgData name="Aron Michael" userId="a6335a5c-3af6-488f-9ef1-dea14714a451" providerId="ADAL" clId="{97C2611C-583D-4F36-B993-A1D7AFC2F934}" dt="2023-06-14T10:00:02.391" v="671" actId="47"/>
        <pc:sldMkLst>
          <pc:docMk/>
          <pc:sldMk cId="2512740239" sldId="386"/>
        </pc:sldMkLst>
      </pc:sldChg>
      <pc:sldChg chg="del">
        <pc:chgData name="Aron Michael" userId="a6335a5c-3af6-488f-9ef1-dea14714a451" providerId="ADAL" clId="{97C2611C-583D-4F36-B993-A1D7AFC2F934}" dt="2023-06-14T10:00:05.138" v="672" actId="47"/>
        <pc:sldMkLst>
          <pc:docMk/>
          <pc:sldMk cId="1570797587" sldId="387"/>
        </pc:sldMkLst>
      </pc:sldChg>
      <pc:sldChg chg="del">
        <pc:chgData name="Aron Michael" userId="a6335a5c-3af6-488f-9ef1-dea14714a451" providerId="ADAL" clId="{97C2611C-583D-4F36-B993-A1D7AFC2F934}" dt="2023-06-14T10:00:06.760" v="673" actId="47"/>
        <pc:sldMkLst>
          <pc:docMk/>
          <pc:sldMk cId="4049186447" sldId="388"/>
        </pc:sldMkLst>
      </pc:sldChg>
      <pc:sldChg chg="del">
        <pc:chgData name="Aron Michael" userId="a6335a5c-3af6-488f-9ef1-dea14714a451" providerId="ADAL" clId="{97C2611C-583D-4F36-B993-A1D7AFC2F934}" dt="2023-06-14T10:00:08.563" v="674" actId="47"/>
        <pc:sldMkLst>
          <pc:docMk/>
          <pc:sldMk cId="2411542770" sldId="389"/>
        </pc:sldMkLst>
      </pc:sldChg>
      <pc:sldChg chg="del">
        <pc:chgData name="Aron Michael" userId="a6335a5c-3af6-488f-9ef1-dea14714a451" providerId="ADAL" clId="{97C2611C-583D-4F36-B993-A1D7AFC2F934}" dt="2023-06-14T10:00:10.862" v="675" actId="47"/>
        <pc:sldMkLst>
          <pc:docMk/>
          <pc:sldMk cId="4037540347" sldId="390"/>
        </pc:sldMkLst>
      </pc:sldChg>
      <pc:sldChg chg="del">
        <pc:chgData name="Aron Michael" userId="a6335a5c-3af6-488f-9ef1-dea14714a451" providerId="ADAL" clId="{97C2611C-583D-4F36-B993-A1D7AFC2F934}" dt="2023-06-14T10:00:12.453" v="676" actId="47"/>
        <pc:sldMkLst>
          <pc:docMk/>
          <pc:sldMk cId="1392460415" sldId="391"/>
        </pc:sldMkLst>
      </pc:sldChg>
      <pc:sldChg chg="del">
        <pc:chgData name="Aron Michael" userId="a6335a5c-3af6-488f-9ef1-dea14714a451" providerId="ADAL" clId="{97C2611C-583D-4F36-B993-A1D7AFC2F934}" dt="2023-06-14T10:00:14.003" v="677" actId="47"/>
        <pc:sldMkLst>
          <pc:docMk/>
          <pc:sldMk cId="2857565715" sldId="392"/>
        </pc:sldMkLst>
      </pc:sldChg>
      <pc:sldChg chg="del">
        <pc:chgData name="Aron Michael" userId="a6335a5c-3af6-488f-9ef1-dea14714a451" providerId="ADAL" clId="{97C2611C-583D-4F36-B993-A1D7AFC2F934}" dt="2023-06-14T10:00:15.300" v="678" actId="47"/>
        <pc:sldMkLst>
          <pc:docMk/>
          <pc:sldMk cId="4050505635" sldId="393"/>
        </pc:sldMkLst>
      </pc:sldChg>
      <pc:sldChg chg="del">
        <pc:chgData name="Aron Michael" userId="a6335a5c-3af6-488f-9ef1-dea14714a451" providerId="ADAL" clId="{97C2611C-583D-4F36-B993-A1D7AFC2F934}" dt="2023-06-14T10:00:16.494" v="679" actId="47"/>
        <pc:sldMkLst>
          <pc:docMk/>
          <pc:sldMk cId="3436495771" sldId="394"/>
        </pc:sldMkLst>
      </pc:sldChg>
      <pc:sldChg chg="del">
        <pc:chgData name="Aron Michael" userId="a6335a5c-3af6-488f-9ef1-dea14714a451" providerId="ADAL" clId="{97C2611C-583D-4F36-B993-A1D7AFC2F934}" dt="2023-06-14T10:00:17.738" v="680" actId="47"/>
        <pc:sldMkLst>
          <pc:docMk/>
          <pc:sldMk cId="1355660934" sldId="395"/>
        </pc:sldMkLst>
      </pc:sldChg>
      <pc:sldChg chg="del">
        <pc:chgData name="Aron Michael" userId="a6335a5c-3af6-488f-9ef1-dea14714a451" providerId="ADAL" clId="{97C2611C-583D-4F36-B993-A1D7AFC2F934}" dt="2023-06-14T10:00:19.552" v="681" actId="47"/>
        <pc:sldMkLst>
          <pc:docMk/>
          <pc:sldMk cId="1989133947" sldId="396"/>
        </pc:sldMkLst>
      </pc:sldChg>
      <pc:sldChg chg="del">
        <pc:chgData name="Aron Michael" userId="a6335a5c-3af6-488f-9ef1-dea14714a451" providerId="ADAL" clId="{97C2611C-583D-4F36-B993-A1D7AFC2F934}" dt="2023-06-14T10:00:22.226" v="682" actId="47"/>
        <pc:sldMkLst>
          <pc:docMk/>
          <pc:sldMk cId="2396084726" sldId="397"/>
        </pc:sldMkLst>
      </pc:sldChg>
      <pc:sldChg chg="del">
        <pc:chgData name="Aron Michael" userId="a6335a5c-3af6-488f-9ef1-dea14714a451" providerId="ADAL" clId="{97C2611C-583D-4F36-B993-A1D7AFC2F934}" dt="2023-06-14T10:00:24.168" v="683" actId="47"/>
        <pc:sldMkLst>
          <pc:docMk/>
          <pc:sldMk cId="700446320" sldId="398"/>
        </pc:sldMkLst>
      </pc:sldChg>
      <pc:sldChg chg="del">
        <pc:chgData name="Aron Michael" userId="a6335a5c-3af6-488f-9ef1-dea14714a451" providerId="ADAL" clId="{97C2611C-583D-4F36-B993-A1D7AFC2F934}" dt="2023-06-14T10:00:26.081" v="684" actId="47"/>
        <pc:sldMkLst>
          <pc:docMk/>
          <pc:sldMk cId="2202526633" sldId="399"/>
        </pc:sldMkLst>
      </pc:sldChg>
      <pc:sldChg chg="del">
        <pc:chgData name="Aron Michael" userId="a6335a5c-3af6-488f-9ef1-dea14714a451" providerId="ADAL" clId="{97C2611C-583D-4F36-B993-A1D7AFC2F934}" dt="2023-06-14T10:00:28.072" v="685" actId="47"/>
        <pc:sldMkLst>
          <pc:docMk/>
          <pc:sldMk cId="4097002518" sldId="400"/>
        </pc:sldMkLst>
      </pc:sldChg>
      <pc:sldChg chg="del">
        <pc:chgData name="Aron Michael" userId="a6335a5c-3af6-488f-9ef1-dea14714a451" providerId="ADAL" clId="{97C2611C-583D-4F36-B993-A1D7AFC2F934}" dt="2023-06-14T10:00:29.979" v="686" actId="47"/>
        <pc:sldMkLst>
          <pc:docMk/>
          <pc:sldMk cId="2402374284" sldId="401"/>
        </pc:sldMkLst>
      </pc:sldChg>
      <pc:sldChg chg="del">
        <pc:chgData name="Aron Michael" userId="a6335a5c-3af6-488f-9ef1-dea14714a451" providerId="ADAL" clId="{97C2611C-583D-4F36-B993-A1D7AFC2F934}" dt="2023-06-14T10:03:19.723" v="721" actId="47"/>
        <pc:sldMkLst>
          <pc:docMk/>
          <pc:sldMk cId="1582447702" sldId="402"/>
        </pc:sldMkLst>
      </pc:sldChg>
      <pc:sldChg chg="del">
        <pc:chgData name="Aron Michael" userId="a6335a5c-3af6-488f-9ef1-dea14714a451" providerId="ADAL" clId="{97C2611C-583D-4F36-B993-A1D7AFC2F934}" dt="2023-06-14T10:03:33.055" v="722" actId="47"/>
        <pc:sldMkLst>
          <pc:docMk/>
          <pc:sldMk cId="2861597085" sldId="403"/>
        </pc:sldMkLst>
      </pc:sldChg>
      <pc:sldChg chg="del">
        <pc:chgData name="Aron Michael" userId="a6335a5c-3af6-488f-9ef1-dea14714a451" providerId="ADAL" clId="{97C2611C-583D-4F36-B993-A1D7AFC2F934}" dt="2023-06-14T10:03:37.142" v="723" actId="47"/>
        <pc:sldMkLst>
          <pc:docMk/>
          <pc:sldMk cId="4085105283" sldId="404"/>
        </pc:sldMkLst>
      </pc:sldChg>
      <pc:sldChg chg="del">
        <pc:chgData name="Aron Michael" userId="a6335a5c-3af6-488f-9ef1-dea14714a451" providerId="ADAL" clId="{97C2611C-583D-4F36-B993-A1D7AFC2F934}" dt="2023-06-14T10:03:43.601" v="724" actId="47"/>
        <pc:sldMkLst>
          <pc:docMk/>
          <pc:sldMk cId="3325859261" sldId="405"/>
        </pc:sldMkLst>
      </pc:sldChg>
      <pc:sldChg chg="del">
        <pc:chgData name="Aron Michael" userId="a6335a5c-3af6-488f-9ef1-dea14714a451" providerId="ADAL" clId="{97C2611C-583D-4F36-B993-A1D7AFC2F934}" dt="2023-06-14T10:03:47.329" v="725" actId="47"/>
        <pc:sldMkLst>
          <pc:docMk/>
          <pc:sldMk cId="4292492047" sldId="406"/>
        </pc:sldMkLst>
      </pc:sldChg>
      <pc:sldChg chg="del">
        <pc:chgData name="Aron Michael" userId="a6335a5c-3af6-488f-9ef1-dea14714a451" providerId="ADAL" clId="{97C2611C-583D-4F36-B993-A1D7AFC2F934}" dt="2023-06-14T11:08:56.243" v="1167" actId="47"/>
        <pc:sldMkLst>
          <pc:docMk/>
          <pc:sldMk cId="1754698564" sldId="407"/>
        </pc:sldMkLst>
      </pc:sldChg>
      <pc:sldChg chg="del">
        <pc:chgData name="Aron Michael" userId="a6335a5c-3af6-488f-9ef1-dea14714a451" providerId="ADAL" clId="{97C2611C-583D-4F36-B993-A1D7AFC2F934}" dt="2023-06-14T11:08:57.380" v="1168" actId="47"/>
        <pc:sldMkLst>
          <pc:docMk/>
          <pc:sldMk cId="604461088" sldId="408"/>
        </pc:sldMkLst>
      </pc:sldChg>
      <pc:sldChg chg="del">
        <pc:chgData name="Aron Michael" userId="a6335a5c-3af6-488f-9ef1-dea14714a451" providerId="ADAL" clId="{97C2611C-583D-4F36-B993-A1D7AFC2F934}" dt="2023-06-14T11:08:58.482" v="1169" actId="47"/>
        <pc:sldMkLst>
          <pc:docMk/>
          <pc:sldMk cId="7783277" sldId="409"/>
        </pc:sldMkLst>
      </pc:sldChg>
      <pc:sldChg chg="del">
        <pc:chgData name="Aron Michael" userId="a6335a5c-3af6-488f-9ef1-dea14714a451" providerId="ADAL" clId="{97C2611C-583D-4F36-B993-A1D7AFC2F934}" dt="2023-06-14T11:08:59.414" v="1170" actId="47"/>
        <pc:sldMkLst>
          <pc:docMk/>
          <pc:sldMk cId="3968689597" sldId="410"/>
        </pc:sldMkLst>
      </pc:sldChg>
      <pc:sldChg chg="del">
        <pc:chgData name="Aron Michael" userId="a6335a5c-3af6-488f-9ef1-dea14714a451" providerId="ADAL" clId="{97C2611C-583D-4F36-B993-A1D7AFC2F934}" dt="2023-06-14T11:09:00.363" v="1171" actId="47"/>
        <pc:sldMkLst>
          <pc:docMk/>
          <pc:sldMk cId="1264394561" sldId="411"/>
        </pc:sldMkLst>
      </pc:sldChg>
      <pc:sldChg chg="del">
        <pc:chgData name="Aron Michael" userId="a6335a5c-3af6-488f-9ef1-dea14714a451" providerId="ADAL" clId="{97C2611C-583D-4F36-B993-A1D7AFC2F934}" dt="2023-06-14T11:09:01.670" v="1172" actId="47"/>
        <pc:sldMkLst>
          <pc:docMk/>
          <pc:sldMk cId="1829222050" sldId="412"/>
        </pc:sldMkLst>
      </pc:sldChg>
      <pc:sldChg chg="del">
        <pc:chgData name="Aron Michael" userId="a6335a5c-3af6-488f-9ef1-dea14714a451" providerId="ADAL" clId="{97C2611C-583D-4F36-B993-A1D7AFC2F934}" dt="2023-06-14T11:09:02.904" v="1173" actId="47"/>
        <pc:sldMkLst>
          <pc:docMk/>
          <pc:sldMk cId="625091174" sldId="413"/>
        </pc:sldMkLst>
      </pc:sldChg>
      <pc:sldChg chg="del">
        <pc:chgData name="Aron Michael" userId="a6335a5c-3af6-488f-9ef1-dea14714a451" providerId="ADAL" clId="{97C2611C-583D-4F36-B993-A1D7AFC2F934}" dt="2023-06-14T11:09:04.306" v="1174" actId="47"/>
        <pc:sldMkLst>
          <pc:docMk/>
          <pc:sldMk cId="1150255888" sldId="414"/>
        </pc:sldMkLst>
      </pc:sldChg>
      <pc:sldChg chg="del">
        <pc:chgData name="Aron Michael" userId="a6335a5c-3af6-488f-9ef1-dea14714a451" providerId="ADAL" clId="{97C2611C-583D-4F36-B993-A1D7AFC2F934}" dt="2023-06-14T11:09:05.573" v="1175" actId="47"/>
        <pc:sldMkLst>
          <pc:docMk/>
          <pc:sldMk cId="3504898575" sldId="415"/>
        </pc:sldMkLst>
      </pc:sldChg>
      <pc:sldChg chg="del">
        <pc:chgData name="Aron Michael" userId="a6335a5c-3af6-488f-9ef1-dea14714a451" providerId="ADAL" clId="{97C2611C-583D-4F36-B993-A1D7AFC2F934}" dt="2023-06-14T11:09:08.816" v="1176" actId="47"/>
        <pc:sldMkLst>
          <pc:docMk/>
          <pc:sldMk cId="1451706545" sldId="416"/>
        </pc:sldMkLst>
      </pc:sldChg>
      <pc:sldChg chg="addSp delSp modSp add mod modAnim">
        <pc:chgData name="Aron Michael" userId="a6335a5c-3af6-488f-9ef1-dea14714a451" providerId="ADAL" clId="{97C2611C-583D-4F36-B993-A1D7AFC2F934}" dt="2023-06-14T09:10:25.721" v="163" actId="113"/>
        <pc:sldMkLst>
          <pc:docMk/>
          <pc:sldMk cId="2539499965" sldId="420"/>
        </pc:sldMkLst>
        <pc:spChg chg="add mod">
          <ac:chgData name="Aron Michael" userId="a6335a5c-3af6-488f-9ef1-dea14714a451" providerId="ADAL" clId="{97C2611C-583D-4F36-B993-A1D7AFC2F934}" dt="2023-06-14T09:08:30.503" v="143" actId="113"/>
          <ac:spMkLst>
            <pc:docMk/>
            <pc:sldMk cId="2539499965" sldId="420"/>
            <ac:spMk id="3" creationId="{38CA0C82-5DA7-C6AE-C7F3-C891DEF28F21}"/>
          </ac:spMkLst>
        </pc:spChg>
        <pc:spChg chg="del">
          <ac:chgData name="Aron Michael" userId="a6335a5c-3af6-488f-9ef1-dea14714a451" providerId="ADAL" clId="{97C2611C-583D-4F36-B993-A1D7AFC2F934}" dt="2023-06-14T09:05:10.160" v="111" actId="478"/>
          <ac:spMkLst>
            <pc:docMk/>
            <pc:sldMk cId="2539499965" sldId="420"/>
            <ac:spMk id="8" creationId="{34C857E7-8DB5-372B-55A2-34D7B234DF03}"/>
          </ac:spMkLst>
        </pc:spChg>
        <pc:spChg chg="del">
          <ac:chgData name="Aron Michael" userId="a6335a5c-3af6-488f-9ef1-dea14714a451" providerId="ADAL" clId="{97C2611C-583D-4F36-B993-A1D7AFC2F934}" dt="2023-06-14T09:05:10.160" v="111" actId="478"/>
          <ac:spMkLst>
            <pc:docMk/>
            <pc:sldMk cId="2539499965" sldId="420"/>
            <ac:spMk id="9" creationId="{42F646DE-B05C-831A-8DEA-84FEB9C62D8B}"/>
          </ac:spMkLst>
        </pc:spChg>
        <pc:spChg chg="del">
          <ac:chgData name="Aron Michael" userId="a6335a5c-3af6-488f-9ef1-dea14714a451" providerId="ADAL" clId="{97C2611C-583D-4F36-B993-A1D7AFC2F934}" dt="2023-06-14T09:05:10.160" v="111" actId="478"/>
          <ac:spMkLst>
            <pc:docMk/>
            <pc:sldMk cId="2539499965" sldId="420"/>
            <ac:spMk id="10" creationId="{6BC83DEC-3181-5250-E33F-24136A24D5FE}"/>
          </ac:spMkLst>
        </pc:spChg>
        <pc:spChg chg="del">
          <ac:chgData name="Aron Michael" userId="a6335a5c-3af6-488f-9ef1-dea14714a451" providerId="ADAL" clId="{97C2611C-583D-4F36-B993-A1D7AFC2F934}" dt="2023-06-14T09:05:10.160" v="111" actId="478"/>
          <ac:spMkLst>
            <pc:docMk/>
            <pc:sldMk cId="2539499965" sldId="420"/>
            <ac:spMk id="11" creationId="{75FB2DBA-25DD-6468-7E2F-35AD7A771764}"/>
          </ac:spMkLst>
        </pc:spChg>
        <pc:spChg chg="mod">
          <ac:chgData name="Aron Michael" userId="a6335a5c-3af6-488f-9ef1-dea14714a451" providerId="ADAL" clId="{97C2611C-583D-4F36-B993-A1D7AFC2F934}" dt="2023-06-14T09:08:24.981" v="141" actId="113"/>
          <ac:spMkLst>
            <pc:docMk/>
            <pc:sldMk cId="2539499965" sldId="420"/>
            <ac:spMk id="12" creationId="{02B2EA13-A505-448E-91D6-5E553DD3F42C}"/>
          </ac:spMkLst>
        </pc:spChg>
        <pc:spChg chg="add mod">
          <ac:chgData name="Aron Michael" userId="a6335a5c-3af6-488f-9ef1-dea14714a451" providerId="ADAL" clId="{97C2611C-583D-4F36-B993-A1D7AFC2F934}" dt="2023-06-14T09:08:42.228" v="146" actId="2711"/>
          <ac:spMkLst>
            <pc:docMk/>
            <pc:sldMk cId="2539499965" sldId="420"/>
            <ac:spMk id="13" creationId="{D98ECFA0-80FE-DE14-6BE9-805CDB2CA736}"/>
          </ac:spMkLst>
        </pc:spChg>
        <pc:spChg chg="add mod">
          <ac:chgData name="Aron Michael" userId="a6335a5c-3af6-488f-9ef1-dea14714a451" providerId="ADAL" clId="{97C2611C-583D-4F36-B993-A1D7AFC2F934}" dt="2023-06-14T09:10:16.917" v="161" actId="113"/>
          <ac:spMkLst>
            <pc:docMk/>
            <pc:sldMk cId="2539499965" sldId="420"/>
            <ac:spMk id="15" creationId="{8C5B23B5-B969-B37D-5FFB-70D7C7DBEDC1}"/>
          </ac:spMkLst>
        </pc:spChg>
        <pc:spChg chg="add mod">
          <ac:chgData name="Aron Michael" userId="a6335a5c-3af6-488f-9ef1-dea14714a451" providerId="ADAL" clId="{97C2611C-583D-4F36-B993-A1D7AFC2F934}" dt="2023-06-14T09:10:25.721" v="163" actId="113"/>
          <ac:spMkLst>
            <pc:docMk/>
            <pc:sldMk cId="2539499965" sldId="420"/>
            <ac:spMk id="16" creationId="{0A663674-D59B-EC84-A1DA-228DACCC0C52}"/>
          </ac:spMkLst>
        </pc:spChg>
        <pc:spChg chg="mod">
          <ac:chgData name="Aron Michael" userId="a6335a5c-3af6-488f-9ef1-dea14714a451" providerId="ADAL" clId="{97C2611C-583D-4F36-B993-A1D7AFC2F934}" dt="2023-06-14T09:09:02.953" v="151" actId="114"/>
          <ac:spMkLst>
            <pc:docMk/>
            <pc:sldMk cId="2539499965" sldId="420"/>
            <ac:spMk id="19" creationId="{BEC021D9-EDA7-3A58-CB97-32F406713A00}"/>
          </ac:spMkLst>
        </pc:spChg>
        <pc:spChg chg="del">
          <ac:chgData name="Aron Michael" userId="a6335a5c-3af6-488f-9ef1-dea14714a451" providerId="ADAL" clId="{97C2611C-583D-4F36-B993-A1D7AFC2F934}" dt="2023-06-14T09:05:10.160" v="111" actId="478"/>
          <ac:spMkLst>
            <pc:docMk/>
            <pc:sldMk cId="2539499965" sldId="420"/>
            <ac:spMk id="22" creationId="{A9F5BE94-C39F-1449-7AED-817801BD1E9F}"/>
          </ac:spMkLst>
        </pc:spChg>
        <pc:spChg chg="del">
          <ac:chgData name="Aron Michael" userId="a6335a5c-3af6-488f-9ef1-dea14714a451" providerId="ADAL" clId="{97C2611C-583D-4F36-B993-A1D7AFC2F934}" dt="2023-06-14T09:05:00.809" v="110" actId="478"/>
          <ac:spMkLst>
            <pc:docMk/>
            <pc:sldMk cId="2539499965" sldId="420"/>
            <ac:spMk id="25" creationId="{E5E3CDA5-649A-0519-0A2D-A3BBBF5D6968}"/>
          </ac:spMkLst>
        </pc:spChg>
        <pc:spChg chg="del">
          <ac:chgData name="Aron Michael" userId="a6335a5c-3af6-488f-9ef1-dea14714a451" providerId="ADAL" clId="{97C2611C-583D-4F36-B993-A1D7AFC2F934}" dt="2023-06-14T09:05:10.160" v="111" actId="478"/>
          <ac:spMkLst>
            <pc:docMk/>
            <pc:sldMk cId="2539499965" sldId="420"/>
            <ac:spMk id="28" creationId="{D138EEF4-BC93-E04F-40B7-D57D505D2ACD}"/>
          </ac:spMkLst>
        </pc:spChg>
        <pc:spChg chg="del">
          <ac:chgData name="Aron Michael" userId="a6335a5c-3af6-488f-9ef1-dea14714a451" providerId="ADAL" clId="{97C2611C-583D-4F36-B993-A1D7AFC2F934}" dt="2023-06-14T09:05:10.160" v="111" actId="478"/>
          <ac:spMkLst>
            <pc:docMk/>
            <pc:sldMk cId="2539499965" sldId="420"/>
            <ac:spMk id="32" creationId="{635DA962-CD3C-6017-6BD3-4B599BE9E413}"/>
          </ac:spMkLst>
        </pc:spChg>
        <pc:inkChg chg="del">
          <ac:chgData name="Aron Michael" userId="a6335a5c-3af6-488f-9ef1-dea14714a451" providerId="ADAL" clId="{97C2611C-583D-4F36-B993-A1D7AFC2F934}" dt="2023-06-14T09:05:10.160" v="111" actId="478"/>
          <ac:inkMkLst>
            <pc:docMk/>
            <pc:sldMk cId="2539499965" sldId="420"/>
            <ac:inkMk id="58" creationId="{432CF5DA-75E7-19C2-739F-A85427E1D7D8}"/>
          </ac:inkMkLst>
        </pc:inkChg>
      </pc:sldChg>
      <pc:sldChg chg="addSp delSp modSp add mod modAnim">
        <pc:chgData name="Aron Michael" userId="a6335a5c-3af6-488f-9ef1-dea14714a451" providerId="ADAL" clId="{97C2611C-583D-4F36-B993-A1D7AFC2F934}" dt="2023-06-14T09:17:59.703" v="188" actId="20577"/>
        <pc:sldMkLst>
          <pc:docMk/>
          <pc:sldMk cId="1732151198" sldId="421"/>
        </pc:sldMkLst>
        <pc:spChg chg="del">
          <ac:chgData name="Aron Michael" userId="a6335a5c-3af6-488f-9ef1-dea14714a451" providerId="ADAL" clId="{97C2611C-583D-4F36-B993-A1D7AFC2F934}" dt="2023-06-14T09:11:43.725" v="166" actId="478"/>
          <ac:spMkLst>
            <pc:docMk/>
            <pc:sldMk cId="1732151198" sldId="421"/>
            <ac:spMk id="3" creationId="{38CA0C82-5DA7-C6AE-C7F3-C891DEF28F21}"/>
          </ac:spMkLst>
        </pc:spChg>
        <pc:spChg chg="del">
          <ac:chgData name="Aron Michael" userId="a6335a5c-3af6-488f-9ef1-dea14714a451" providerId="ADAL" clId="{97C2611C-583D-4F36-B993-A1D7AFC2F934}" dt="2023-06-14T09:11:43.725" v="166" actId="478"/>
          <ac:spMkLst>
            <pc:docMk/>
            <pc:sldMk cId="1732151198" sldId="421"/>
            <ac:spMk id="12" creationId="{02B2EA13-A505-448E-91D6-5E553DD3F42C}"/>
          </ac:spMkLst>
        </pc:spChg>
        <pc:spChg chg="del">
          <ac:chgData name="Aron Michael" userId="a6335a5c-3af6-488f-9ef1-dea14714a451" providerId="ADAL" clId="{97C2611C-583D-4F36-B993-A1D7AFC2F934}" dt="2023-06-14T09:11:43.725" v="166" actId="478"/>
          <ac:spMkLst>
            <pc:docMk/>
            <pc:sldMk cId="1732151198" sldId="421"/>
            <ac:spMk id="13" creationId="{D98ECFA0-80FE-DE14-6BE9-805CDB2CA736}"/>
          </ac:spMkLst>
        </pc:spChg>
        <pc:spChg chg="del">
          <ac:chgData name="Aron Michael" userId="a6335a5c-3af6-488f-9ef1-dea14714a451" providerId="ADAL" clId="{97C2611C-583D-4F36-B993-A1D7AFC2F934}" dt="2023-06-14T09:11:43.725" v="166" actId="478"/>
          <ac:spMkLst>
            <pc:docMk/>
            <pc:sldMk cId="1732151198" sldId="421"/>
            <ac:spMk id="15" creationId="{8C5B23B5-B969-B37D-5FFB-70D7C7DBEDC1}"/>
          </ac:spMkLst>
        </pc:spChg>
        <pc:spChg chg="del">
          <ac:chgData name="Aron Michael" userId="a6335a5c-3af6-488f-9ef1-dea14714a451" providerId="ADAL" clId="{97C2611C-583D-4F36-B993-A1D7AFC2F934}" dt="2023-06-14T09:11:43.725" v="166" actId="478"/>
          <ac:spMkLst>
            <pc:docMk/>
            <pc:sldMk cId="1732151198" sldId="421"/>
            <ac:spMk id="16" creationId="{0A663674-D59B-EC84-A1DA-228DACCC0C52}"/>
          </ac:spMkLst>
        </pc:spChg>
        <pc:spChg chg="mod">
          <ac:chgData name="Aron Michael" userId="a6335a5c-3af6-488f-9ef1-dea14714a451" providerId="ADAL" clId="{97C2611C-583D-4F36-B993-A1D7AFC2F934}" dt="2023-06-14T09:17:59.703" v="188" actId="20577"/>
          <ac:spMkLst>
            <pc:docMk/>
            <pc:sldMk cId="1732151198" sldId="421"/>
            <ac:spMk id="19" creationId="{BEC021D9-EDA7-3A58-CB97-32F406713A00}"/>
          </ac:spMkLst>
        </pc:spChg>
        <pc:grpChg chg="del">
          <ac:chgData name="Aron Michael" userId="a6335a5c-3af6-488f-9ef1-dea14714a451" providerId="ADAL" clId="{97C2611C-583D-4F36-B993-A1D7AFC2F934}" dt="2023-06-14T09:11:43.725" v="166" actId="478"/>
          <ac:grpSpMkLst>
            <pc:docMk/>
            <pc:sldMk cId="1732151198" sldId="421"/>
            <ac:grpSpMk id="46" creationId="{7CF44ABD-D083-3992-F734-A1AD5023CDB9}"/>
          </ac:grpSpMkLst>
        </pc:grpChg>
        <pc:picChg chg="add mod">
          <ac:chgData name="Aron Michael" userId="a6335a5c-3af6-488f-9ef1-dea14714a451" providerId="ADAL" clId="{97C2611C-583D-4F36-B993-A1D7AFC2F934}" dt="2023-06-14T09:12:31.987" v="171" actId="1076"/>
          <ac:picMkLst>
            <pc:docMk/>
            <pc:sldMk cId="1732151198" sldId="421"/>
            <ac:picMk id="8" creationId="{FC07930D-C2C4-EDBC-63BC-2BF9D743B11B}"/>
          </ac:picMkLst>
        </pc:picChg>
        <pc:inkChg chg="del">
          <ac:chgData name="Aron Michael" userId="a6335a5c-3af6-488f-9ef1-dea14714a451" providerId="ADAL" clId="{97C2611C-583D-4F36-B993-A1D7AFC2F934}" dt="2023-06-14T09:11:43.725" v="166" actId="478"/>
          <ac:inkMkLst>
            <pc:docMk/>
            <pc:sldMk cId="1732151198" sldId="421"/>
            <ac:inkMk id="44" creationId="{F676FBB3-A74E-8FDA-9D7E-937C0AD84D19}"/>
          </ac:inkMkLst>
        </pc:inkChg>
        <pc:inkChg chg="del">
          <ac:chgData name="Aron Michael" userId="a6335a5c-3af6-488f-9ef1-dea14714a451" providerId="ADAL" clId="{97C2611C-583D-4F36-B993-A1D7AFC2F934}" dt="2023-06-14T09:11:43.725" v="166" actId="478"/>
          <ac:inkMkLst>
            <pc:docMk/>
            <pc:sldMk cId="1732151198" sldId="421"/>
            <ac:inkMk id="45" creationId="{0EBF1460-3E70-323B-2774-9095D067041A}"/>
          </ac:inkMkLst>
        </pc:inkChg>
      </pc:sldChg>
      <pc:sldChg chg="addSp delSp modSp add mod">
        <pc:chgData name="Aron Michael" userId="a6335a5c-3af6-488f-9ef1-dea14714a451" providerId="ADAL" clId="{97C2611C-583D-4F36-B993-A1D7AFC2F934}" dt="2023-06-14T09:47:39.799" v="537" actId="1038"/>
        <pc:sldMkLst>
          <pc:docMk/>
          <pc:sldMk cId="3724465113" sldId="422"/>
        </pc:sldMkLst>
        <pc:spChg chg="mod">
          <ac:chgData name="Aron Michael" userId="a6335a5c-3af6-488f-9ef1-dea14714a451" providerId="ADAL" clId="{97C2611C-583D-4F36-B993-A1D7AFC2F934}" dt="2023-06-14T09:47:15.601" v="513" actId="1036"/>
          <ac:spMkLst>
            <pc:docMk/>
            <pc:sldMk cId="3724465113" sldId="422"/>
            <ac:spMk id="6" creationId="{00000000-0000-0000-0000-000000000000}"/>
          </ac:spMkLst>
        </pc:spChg>
        <pc:spChg chg="add mod">
          <ac:chgData name="Aron Michael" userId="a6335a5c-3af6-488f-9ef1-dea14714a451" providerId="ADAL" clId="{97C2611C-583D-4F36-B993-A1D7AFC2F934}" dt="2023-06-14T09:46:20.785" v="481" actId="1076"/>
          <ac:spMkLst>
            <pc:docMk/>
            <pc:sldMk cId="3724465113" sldId="422"/>
            <ac:spMk id="9" creationId="{123681A6-8D46-A028-5BA8-2F6855F2B748}"/>
          </ac:spMkLst>
        </pc:spChg>
        <pc:spChg chg="add mod">
          <ac:chgData name="Aron Michael" userId="a6335a5c-3af6-488f-9ef1-dea14714a451" providerId="ADAL" clId="{97C2611C-583D-4F36-B993-A1D7AFC2F934}" dt="2023-06-14T09:46:30.947" v="483" actId="1076"/>
          <ac:spMkLst>
            <pc:docMk/>
            <pc:sldMk cId="3724465113" sldId="422"/>
            <ac:spMk id="10" creationId="{0F410B8D-A2B1-07D4-EBFE-1521F9C7A33B}"/>
          </ac:spMkLst>
        </pc:spChg>
        <pc:spChg chg="add mod">
          <ac:chgData name="Aron Michael" userId="a6335a5c-3af6-488f-9ef1-dea14714a451" providerId="ADAL" clId="{97C2611C-583D-4F36-B993-A1D7AFC2F934}" dt="2023-06-14T09:46:34.679" v="484" actId="1076"/>
          <ac:spMkLst>
            <pc:docMk/>
            <pc:sldMk cId="3724465113" sldId="422"/>
            <ac:spMk id="11" creationId="{16A5DA35-D60A-C052-DD96-609F40A95CC3}"/>
          </ac:spMkLst>
        </pc:spChg>
        <pc:spChg chg="add mod">
          <ac:chgData name="Aron Michael" userId="a6335a5c-3af6-488f-9ef1-dea14714a451" providerId="ADAL" clId="{97C2611C-583D-4F36-B993-A1D7AFC2F934}" dt="2023-06-14T09:47:39.799" v="537" actId="1038"/>
          <ac:spMkLst>
            <pc:docMk/>
            <pc:sldMk cId="3724465113" sldId="422"/>
            <ac:spMk id="12" creationId="{B7B0C34F-3109-CF7E-B472-FD733F0909CB}"/>
          </ac:spMkLst>
        </pc:spChg>
        <pc:spChg chg="add mod">
          <ac:chgData name="Aron Michael" userId="a6335a5c-3af6-488f-9ef1-dea14714a451" providerId="ADAL" clId="{97C2611C-583D-4F36-B993-A1D7AFC2F934}" dt="2023-06-14T09:47:39.799" v="537" actId="1038"/>
          <ac:spMkLst>
            <pc:docMk/>
            <pc:sldMk cId="3724465113" sldId="422"/>
            <ac:spMk id="13" creationId="{93033F97-5CC4-9E55-31E3-3D12ED6E678E}"/>
          </ac:spMkLst>
        </pc:spChg>
        <pc:spChg chg="add mod">
          <ac:chgData name="Aron Michael" userId="a6335a5c-3af6-488f-9ef1-dea14714a451" providerId="ADAL" clId="{97C2611C-583D-4F36-B993-A1D7AFC2F934}" dt="2023-06-14T09:47:39.799" v="537" actId="1038"/>
          <ac:spMkLst>
            <pc:docMk/>
            <pc:sldMk cId="3724465113" sldId="422"/>
            <ac:spMk id="15" creationId="{5278300F-54AC-71D4-F26F-2E5B91DCD626}"/>
          </ac:spMkLst>
        </pc:spChg>
        <pc:spChg chg="add mod">
          <ac:chgData name="Aron Michael" userId="a6335a5c-3af6-488f-9ef1-dea14714a451" providerId="ADAL" clId="{97C2611C-583D-4F36-B993-A1D7AFC2F934}" dt="2023-06-14T09:47:09.279" v="512" actId="1076"/>
          <ac:spMkLst>
            <pc:docMk/>
            <pc:sldMk cId="3724465113" sldId="422"/>
            <ac:spMk id="16" creationId="{7722D6A3-722A-D8C3-17CE-8850462485D9}"/>
          </ac:spMkLst>
        </pc:spChg>
        <pc:spChg chg="add mod">
          <ac:chgData name="Aron Michael" userId="a6335a5c-3af6-488f-9ef1-dea14714a451" providerId="ADAL" clId="{97C2611C-583D-4F36-B993-A1D7AFC2F934}" dt="2023-06-14T09:47:39.799" v="537" actId="1038"/>
          <ac:spMkLst>
            <pc:docMk/>
            <pc:sldMk cId="3724465113" sldId="422"/>
            <ac:spMk id="17" creationId="{4A83935C-3C3C-2D43-E3A1-187525A68C20}"/>
          </ac:spMkLst>
        </pc:spChg>
        <pc:spChg chg="add mod">
          <ac:chgData name="Aron Michael" userId="a6335a5c-3af6-488f-9ef1-dea14714a451" providerId="ADAL" clId="{97C2611C-583D-4F36-B993-A1D7AFC2F934}" dt="2023-06-14T09:47:39.799" v="537" actId="1038"/>
          <ac:spMkLst>
            <pc:docMk/>
            <pc:sldMk cId="3724465113" sldId="422"/>
            <ac:spMk id="18" creationId="{4C8D4F10-2B44-1F6E-93DE-6B481E37DC11}"/>
          </ac:spMkLst>
        </pc:spChg>
        <pc:spChg chg="mod">
          <ac:chgData name="Aron Michael" userId="a6335a5c-3af6-488f-9ef1-dea14714a451" providerId="ADAL" clId="{97C2611C-583D-4F36-B993-A1D7AFC2F934}" dt="2023-06-14T09:46:23.658" v="482" actId="6549"/>
          <ac:spMkLst>
            <pc:docMk/>
            <pc:sldMk cId="3724465113" sldId="422"/>
            <ac:spMk id="19" creationId="{BEC021D9-EDA7-3A58-CB97-32F406713A00}"/>
          </ac:spMkLst>
        </pc:spChg>
        <pc:spChg chg="add mod">
          <ac:chgData name="Aron Michael" userId="a6335a5c-3af6-488f-9ef1-dea14714a451" providerId="ADAL" clId="{97C2611C-583D-4F36-B993-A1D7AFC2F934}" dt="2023-06-14T09:47:39.799" v="537" actId="1038"/>
          <ac:spMkLst>
            <pc:docMk/>
            <pc:sldMk cId="3724465113" sldId="422"/>
            <ac:spMk id="20" creationId="{5D6471D7-68A0-4C7B-B6B4-EF2857A64AC9}"/>
          </ac:spMkLst>
        </pc:spChg>
        <pc:spChg chg="add mod">
          <ac:chgData name="Aron Michael" userId="a6335a5c-3af6-488f-9ef1-dea14714a451" providerId="ADAL" clId="{97C2611C-583D-4F36-B993-A1D7AFC2F934}" dt="2023-06-14T09:47:39.799" v="537" actId="1038"/>
          <ac:spMkLst>
            <pc:docMk/>
            <pc:sldMk cId="3724465113" sldId="422"/>
            <ac:spMk id="21" creationId="{3C358AD3-C6AD-DD44-73D7-C2F8AA61B157}"/>
          </ac:spMkLst>
        </pc:spChg>
        <pc:spChg chg="add mod">
          <ac:chgData name="Aron Michael" userId="a6335a5c-3af6-488f-9ef1-dea14714a451" providerId="ADAL" clId="{97C2611C-583D-4F36-B993-A1D7AFC2F934}" dt="2023-06-14T09:47:39.799" v="537" actId="1038"/>
          <ac:spMkLst>
            <pc:docMk/>
            <pc:sldMk cId="3724465113" sldId="422"/>
            <ac:spMk id="22" creationId="{BB0697B5-5348-6294-DA9E-40E7ED3203DE}"/>
          </ac:spMkLst>
        </pc:spChg>
        <pc:spChg chg="add mod">
          <ac:chgData name="Aron Michael" userId="a6335a5c-3af6-488f-9ef1-dea14714a451" providerId="ADAL" clId="{97C2611C-583D-4F36-B993-A1D7AFC2F934}" dt="2023-06-14T09:47:39.799" v="537" actId="1038"/>
          <ac:spMkLst>
            <pc:docMk/>
            <pc:sldMk cId="3724465113" sldId="422"/>
            <ac:spMk id="23" creationId="{9C71393D-C18B-6681-AE5F-CE91046FBB19}"/>
          </ac:spMkLst>
        </pc:spChg>
        <pc:picChg chg="add del mod">
          <ac:chgData name="Aron Michael" userId="a6335a5c-3af6-488f-9ef1-dea14714a451" providerId="ADAL" clId="{97C2611C-583D-4F36-B993-A1D7AFC2F934}" dt="2023-06-14T09:21:28.422" v="204" actId="478"/>
          <ac:picMkLst>
            <pc:docMk/>
            <pc:sldMk cId="3724465113" sldId="422"/>
            <ac:picMk id="3" creationId="{E25C59E3-C7E7-B2F6-1F64-772695185794}"/>
          </ac:picMkLst>
        </pc:picChg>
        <pc:picChg chg="del">
          <ac:chgData name="Aron Michael" userId="a6335a5c-3af6-488f-9ef1-dea14714a451" providerId="ADAL" clId="{97C2611C-583D-4F36-B993-A1D7AFC2F934}" dt="2023-06-14T09:18:33.646" v="192" actId="478"/>
          <ac:picMkLst>
            <pc:docMk/>
            <pc:sldMk cId="3724465113" sldId="422"/>
            <ac:picMk id="8" creationId="{FC07930D-C2C4-EDBC-63BC-2BF9D743B11B}"/>
          </ac:picMkLst>
        </pc:picChg>
      </pc:sldChg>
      <pc:sldChg chg="add ord">
        <pc:chgData name="Aron Michael" userId="a6335a5c-3af6-488f-9ef1-dea14714a451" providerId="ADAL" clId="{97C2611C-583D-4F36-B993-A1D7AFC2F934}" dt="2023-06-14T09:58:05.718" v="609"/>
        <pc:sldMkLst>
          <pc:docMk/>
          <pc:sldMk cId="2615574402" sldId="423"/>
        </pc:sldMkLst>
      </pc:sldChg>
      <pc:sldChg chg="addSp delSp modSp add mod">
        <pc:chgData name="Aron Michael" userId="a6335a5c-3af6-488f-9ef1-dea14714a451" providerId="ADAL" clId="{97C2611C-583D-4F36-B993-A1D7AFC2F934}" dt="2023-06-14T09:57:45.656" v="607" actId="20577"/>
        <pc:sldMkLst>
          <pc:docMk/>
          <pc:sldMk cId="4042478707" sldId="424"/>
        </pc:sldMkLst>
        <pc:spChg chg="add mod">
          <ac:chgData name="Aron Michael" userId="a6335a5c-3af6-488f-9ef1-dea14714a451" providerId="ADAL" clId="{97C2611C-583D-4F36-B993-A1D7AFC2F934}" dt="2023-06-14T09:54:54.365" v="551" actId="14100"/>
          <ac:spMkLst>
            <pc:docMk/>
            <pc:sldMk cId="4042478707" sldId="424"/>
            <ac:spMk id="3" creationId="{41BC19BF-8528-A5C9-4838-3DD6FB62E310}"/>
          </ac:spMkLst>
        </pc:spChg>
        <pc:spChg chg="add mod">
          <ac:chgData name="Aron Michael" userId="a6335a5c-3af6-488f-9ef1-dea14714a451" providerId="ADAL" clId="{97C2611C-583D-4F36-B993-A1D7AFC2F934}" dt="2023-06-14T09:56:12.414" v="562" actId="1076"/>
          <ac:spMkLst>
            <pc:docMk/>
            <pc:sldMk cId="4042478707" sldId="424"/>
            <ac:spMk id="8" creationId="{5EDCEF54-0667-C38F-0D38-40FE2D308848}"/>
          </ac:spMkLst>
        </pc:spChg>
        <pc:spChg chg="del">
          <ac:chgData name="Aron Michael" userId="a6335a5c-3af6-488f-9ef1-dea14714a451" providerId="ADAL" clId="{97C2611C-583D-4F36-B993-A1D7AFC2F934}" dt="2023-06-14T09:48:56.689" v="540" actId="478"/>
          <ac:spMkLst>
            <pc:docMk/>
            <pc:sldMk cId="4042478707" sldId="424"/>
            <ac:spMk id="9" creationId="{123681A6-8D46-A028-5BA8-2F6855F2B748}"/>
          </ac:spMkLst>
        </pc:spChg>
        <pc:spChg chg="del">
          <ac:chgData name="Aron Michael" userId="a6335a5c-3af6-488f-9ef1-dea14714a451" providerId="ADAL" clId="{97C2611C-583D-4F36-B993-A1D7AFC2F934}" dt="2023-06-14T09:48:56.689" v="540" actId="478"/>
          <ac:spMkLst>
            <pc:docMk/>
            <pc:sldMk cId="4042478707" sldId="424"/>
            <ac:spMk id="10" creationId="{0F410B8D-A2B1-07D4-EBFE-1521F9C7A33B}"/>
          </ac:spMkLst>
        </pc:spChg>
        <pc:spChg chg="del">
          <ac:chgData name="Aron Michael" userId="a6335a5c-3af6-488f-9ef1-dea14714a451" providerId="ADAL" clId="{97C2611C-583D-4F36-B993-A1D7AFC2F934}" dt="2023-06-14T09:48:56.689" v="540" actId="478"/>
          <ac:spMkLst>
            <pc:docMk/>
            <pc:sldMk cId="4042478707" sldId="424"/>
            <ac:spMk id="11" creationId="{16A5DA35-D60A-C052-DD96-609F40A95CC3}"/>
          </ac:spMkLst>
        </pc:spChg>
        <pc:spChg chg="del">
          <ac:chgData name="Aron Michael" userId="a6335a5c-3af6-488f-9ef1-dea14714a451" providerId="ADAL" clId="{97C2611C-583D-4F36-B993-A1D7AFC2F934}" dt="2023-06-14T09:48:56.689" v="540" actId="478"/>
          <ac:spMkLst>
            <pc:docMk/>
            <pc:sldMk cId="4042478707" sldId="424"/>
            <ac:spMk id="12" creationId="{B7B0C34F-3109-CF7E-B472-FD733F0909CB}"/>
          </ac:spMkLst>
        </pc:spChg>
        <pc:spChg chg="del">
          <ac:chgData name="Aron Michael" userId="a6335a5c-3af6-488f-9ef1-dea14714a451" providerId="ADAL" clId="{97C2611C-583D-4F36-B993-A1D7AFC2F934}" dt="2023-06-14T09:48:56.689" v="540" actId="478"/>
          <ac:spMkLst>
            <pc:docMk/>
            <pc:sldMk cId="4042478707" sldId="424"/>
            <ac:spMk id="13" creationId="{93033F97-5CC4-9E55-31E3-3D12ED6E678E}"/>
          </ac:spMkLst>
        </pc:spChg>
        <pc:spChg chg="del">
          <ac:chgData name="Aron Michael" userId="a6335a5c-3af6-488f-9ef1-dea14714a451" providerId="ADAL" clId="{97C2611C-583D-4F36-B993-A1D7AFC2F934}" dt="2023-06-14T09:48:56.689" v="540" actId="478"/>
          <ac:spMkLst>
            <pc:docMk/>
            <pc:sldMk cId="4042478707" sldId="424"/>
            <ac:spMk id="15" creationId="{5278300F-54AC-71D4-F26F-2E5B91DCD626}"/>
          </ac:spMkLst>
        </pc:spChg>
        <pc:spChg chg="mod">
          <ac:chgData name="Aron Michael" userId="a6335a5c-3af6-488f-9ef1-dea14714a451" providerId="ADAL" clId="{97C2611C-583D-4F36-B993-A1D7AFC2F934}" dt="2023-06-14T09:54:13.111" v="545" actId="1076"/>
          <ac:spMkLst>
            <pc:docMk/>
            <pc:sldMk cId="4042478707" sldId="424"/>
            <ac:spMk id="16" creationId="{7722D6A3-722A-D8C3-17CE-8850462485D9}"/>
          </ac:spMkLst>
        </pc:spChg>
        <pc:spChg chg="del">
          <ac:chgData name="Aron Michael" userId="a6335a5c-3af6-488f-9ef1-dea14714a451" providerId="ADAL" clId="{97C2611C-583D-4F36-B993-A1D7AFC2F934}" dt="2023-06-14T09:48:56.689" v="540" actId="478"/>
          <ac:spMkLst>
            <pc:docMk/>
            <pc:sldMk cId="4042478707" sldId="424"/>
            <ac:spMk id="17" creationId="{4A83935C-3C3C-2D43-E3A1-187525A68C20}"/>
          </ac:spMkLst>
        </pc:spChg>
        <pc:spChg chg="del">
          <ac:chgData name="Aron Michael" userId="a6335a5c-3af6-488f-9ef1-dea14714a451" providerId="ADAL" clId="{97C2611C-583D-4F36-B993-A1D7AFC2F934}" dt="2023-06-14T09:48:56.689" v="540" actId="478"/>
          <ac:spMkLst>
            <pc:docMk/>
            <pc:sldMk cId="4042478707" sldId="424"/>
            <ac:spMk id="18" creationId="{4C8D4F10-2B44-1F6E-93DE-6B481E37DC11}"/>
          </ac:spMkLst>
        </pc:spChg>
        <pc:spChg chg="mod">
          <ac:chgData name="Aron Michael" userId="a6335a5c-3af6-488f-9ef1-dea14714a451" providerId="ADAL" clId="{97C2611C-583D-4F36-B993-A1D7AFC2F934}" dt="2023-06-14T09:57:45.656" v="607" actId="20577"/>
          <ac:spMkLst>
            <pc:docMk/>
            <pc:sldMk cId="4042478707" sldId="424"/>
            <ac:spMk id="19" creationId="{BEC021D9-EDA7-3A58-CB97-32F406713A00}"/>
          </ac:spMkLst>
        </pc:spChg>
        <pc:spChg chg="del">
          <ac:chgData name="Aron Michael" userId="a6335a5c-3af6-488f-9ef1-dea14714a451" providerId="ADAL" clId="{97C2611C-583D-4F36-B993-A1D7AFC2F934}" dt="2023-06-14T09:48:56.689" v="540" actId="478"/>
          <ac:spMkLst>
            <pc:docMk/>
            <pc:sldMk cId="4042478707" sldId="424"/>
            <ac:spMk id="20" creationId="{5D6471D7-68A0-4C7B-B6B4-EF2857A64AC9}"/>
          </ac:spMkLst>
        </pc:spChg>
        <pc:spChg chg="del">
          <ac:chgData name="Aron Michael" userId="a6335a5c-3af6-488f-9ef1-dea14714a451" providerId="ADAL" clId="{97C2611C-583D-4F36-B993-A1D7AFC2F934}" dt="2023-06-14T09:48:56.689" v="540" actId="478"/>
          <ac:spMkLst>
            <pc:docMk/>
            <pc:sldMk cId="4042478707" sldId="424"/>
            <ac:spMk id="21" creationId="{3C358AD3-C6AD-DD44-73D7-C2F8AA61B157}"/>
          </ac:spMkLst>
        </pc:spChg>
        <pc:spChg chg="del">
          <ac:chgData name="Aron Michael" userId="a6335a5c-3af6-488f-9ef1-dea14714a451" providerId="ADAL" clId="{97C2611C-583D-4F36-B993-A1D7AFC2F934}" dt="2023-06-14T09:48:56.689" v="540" actId="478"/>
          <ac:spMkLst>
            <pc:docMk/>
            <pc:sldMk cId="4042478707" sldId="424"/>
            <ac:spMk id="22" creationId="{BB0697B5-5348-6294-DA9E-40E7ED3203DE}"/>
          </ac:spMkLst>
        </pc:spChg>
        <pc:spChg chg="del">
          <ac:chgData name="Aron Michael" userId="a6335a5c-3af6-488f-9ef1-dea14714a451" providerId="ADAL" clId="{97C2611C-583D-4F36-B993-A1D7AFC2F934}" dt="2023-06-14T09:48:56.689" v="540" actId="478"/>
          <ac:spMkLst>
            <pc:docMk/>
            <pc:sldMk cId="4042478707" sldId="424"/>
            <ac:spMk id="23" creationId="{9C71393D-C18B-6681-AE5F-CE91046FBB19}"/>
          </ac:spMkLst>
        </pc:spChg>
      </pc:sldChg>
      <pc:sldChg chg="addSp modSp add mod">
        <pc:chgData name="Aron Michael" userId="a6335a5c-3af6-488f-9ef1-dea14714a451" providerId="ADAL" clId="{97C2611C-583D-4F36-B993-A1D7AFC2F934}" dt="2023-06-14T10:15:14.826" v="831" actId="12"/>
        <pc:sldMkLst>
          <pc:docMk/>
          <pc:sldMk cId="1842113732" sldId="425"/>
        </pc:sldMkLst>
        <pc:spChg chg="add mod">
          <ac:chgData name="Aron Michael" userId="a6335a5c-3af6-488f-9ef1-dea14714a451" providerId="ADAL" clId="{97C2611C-583D-4F36-B993-A1D7AFC2F934}" dt="2023-06-14T10:02:51.660" v="716" actId="113"/>
          <ac:spMkLst>
            <pc:docMk/>
            <pc:sldMk cId="1842113732" sldId="425"/>
            <ac:spMk id="9" creationId="{64BEA78F-32B4-7CA1-C91A-DBA3EFF14ABE}"/>
          </ac:spMkLst>
        </pc:spChg>
        <pc:spChg chg="mod">
          <ac:chgData name="Aron Michael" userId="a6335a5c-3af6-488f-9ef1-dea14714a451" providerId="ADAL" clId="{97C2611C-583D-4F36-B993-A1D7AFC2F934}" dt="2023-06-14T10:15:14.826" v="831" actId="12"/>
          <ac:spMkLst>
            <pc:docMk/>
            <pc:sldMk cId="1842113732" sldId="425"/>
            <ac:spMk id="11" creationId="{EF819F61-E392-9E34-B4A0-A2BE17C3390B}"/>
          </ac:spMkLst>
        </pc:spChg>
        <pc:picChg chg="add mod">
          <ac:chgData name="Aron Michael" userId="a6335a5c-3af6-488f-9ef1-dea14714a451" providerId="ADAL" clId="{97C2611C-583D-4F36-B993-A1D7AFC2F934}" dt="2023-06-14T10:03:10.065" v="720" actId="1076"/>
          <ac:picMkLst>
            <pc:docMk/>
            <pc:sldMk cId="1842113732" sldId="425"/>
            <ac:picMk id="3" creationId="{A58CD728-E85D-5158-9951-08B5D82A666E}"/>
          </ac:picMkLst>
        </pc:picChg>
        <pc:picChg chg="add mod">
          <ac:chgData name="Aron Michael" userId="a6335a5c-3af6-488f-9ef1-dea14714a451" providerId="ADAL" clId="{97C2611C-583D-4F36-B993-A1D7AFC2F934}" dt="2023-06-14T10:02:24.885" v="710" actId="1076"/>
          <ac:picMkLst>
            <pc:docMk/>
            <pc:sldMk cId="1842113732" sldId="425"/>
            <ac:picMk id="8" creationId="{B20369CA-D7B2-204E-C56B-2A465A31B9F5}"/>
          </ac:picMkLst>
        </pc:picChg>
      </pc:sldChg>
      <pc:sldChg chg="addSp delSp modSp add mod">
        <pc:chgData name="Aron Michael" userId="a6335a5c-3af6-488f-9ef1-dea14714a451" providerId="ADAL" clId="{97C2611C-583D-4F36-B993-A1D7AFC2F934}" dt="2023-06-14T10:08:17.685" v="769" actId="207"/>
        <pc:sldMkLst>
          <pc:docMk/>
          <pc:sldMk cId="4163145439" sldId="426"/>
        </pc:sldMkLst>
        <pc:spChg chg="del">
          <ac:chgData name="Aron Michael" userId="a6335a5c-3af6-488f-9ef1-dea14714a451" providerId="ADAL" clId="{97C2611C-583D-4F36-B993-A1D7AFC2F934}" dt="2023-06-14T10:04:53.532" v="733" actId="478"/>
          <ac:spMkLst>
            <pc:docMk/>
            <pc:sldMk cId="4163145439" sldId="426"/>
            <ac:spMk id="9" creationId="{64BEA78F-32B4-7CA1-C91A-DBA3EFF14ABE}"/>
          </ac:spMkLst>
        </pc:spChg>
        <pc:spChg chg="mod">
          <ac:chgData name="Aron Michael" userId="a6335a5c-3af6-488f-9ef1-dea14714a451" providerId="ADAL" clId="{97C2611C-583D-4F36-B993-A1D7AFC2F934}" dt="2023-06-14T10:08:17.685" v="769" actId="207"/>
          <ac:spMkLst>
            <pc:docMk/>
            <pc:sldMk cId="4163145439" sldId="426"/>
            <ac:spMk id="11" creationId="{EF819F61-E392-9E34-B4A0-A2BE17C3390B}"/>
          </ac:spMkLst>
        </pc:spChg>
        <pc:spChg chg="add mod">
          <ac:chgData name="Aron Michael" userId="a6335a5c-3af6-488f-9ef1-dea14714a451" providerId="ADAL" clId="{97C2611C-583D-4F36-B993-A1D7AFC2F934}" dt="2023-06-14T10:07:10.460" v="765" actId="1076"/>
          <ac:spMkLst>
            <pc:docMk/>
            <pc:sldMk cId="4163145439" sldId="426"/>
            <ac:spMk id="12" creationId="{95F9F2CD-26E3-463E-1AEA-B42FF35B3D94}"/>
          </ac:spMkLst>
        </pc:spChg>
        <pc:picChg chg="del">
          <ac:chgData name="Aron Michael" userId="a6335a5c-3af6-488f-9ef1-dea14714a451" providerId="ADAL" clId="{97C2611C-583D-4F36-B993-A1D7AFC2F934}" dt="2023-06-14T10:04:41.432" v="730" actId="478"/>
          <ac:picMkLst>
            <pc:docMk/>
            <pc:sldMk cId="4163145439" sldId="426"/>
            <ac:picMk id="3" creationId="{A58CD728-E85D-5158-9951-08B5D82A666E}"/>
          </ac:picMkLst>
        </pc:picChg>
        <pc:picChg chg="del">
          <ac:chgData name="Aron Michael" userId="a6335a5c-3af6-488f-9ef1-dea14714a451" providerId="ADAL" clId="{97C2611C-583D-4F36-B993-A1D7AFC2F934}" dt="2023-06-14T10:04:49.013" v="732" actId="478"/>
          <ac:picMkLst>
            <pc:docMk/>
            <pc:sldMk cId="4163145439" sldId="426"/>
            <ac:picMk id="8" creationId="{B20369CA-D7B2-204E-C56B-2A465A31B9F5}"/>
          </ac:picMkLst>
        </pc:picChg>
        <pc:picChg chg="add mod">
          <ac:chgData name="Aron Michael" userId="a6335a5c-3af6-488f-9ef1-dea14714a451" providerId="ADAL" clId="{97C2611C-583D-4F36-B993-A1D7AFC2F934}" dt="2023-06-14T10:07:39.868" v="767" actId="1076"/>
          <ac:picMkLst>
            <pc:docMk/>
            <pc:sldMk cId="4163145439" sldId="426"/>
            <ac:picMk id="10" creationId="{5FE1D40C-08D9-5CD3-A7F5-42B6884C3DDB}"/>
          </ac:picMkLst>
        </pc:picChg>
      </pc:sldChg>
      <pc:sldChg chg="addSp delSp modSp add mod">
        <pc:chgData name="Aron Michael" userId="a6335a5c-3af6-488f-9ef1-dea14714a451" providerId="ADAL" clId="{97C2611C-583D-4F36-B993-A1D7AFC2F934}" dt="2023-06-14T10:13:11.837" v="819" actId="1076"/>
        <pc:sldMkLst>
          <pc:docMk/>
          <pc:sldMk cId="4148070279" sldId="427"/>
        </pc:sldMkLst>
        <pc:spChg chg="del">
          <ac:chgData name="Aron Michael" userId="a6335a5c-3af6-488f-9ef1-dea14714a451" providerId="ADAL" clId="{97C2611C-583D-4F36-B993-A1D7AFC2F934}" dt="2023-06-14T10:09:09.769" v="773" actId="478"/>
          <ac:spMkLst>
            <pc:docMk/>
            <pc:sldMk cId="4148070279" sldId="427"/>
            <ac:spMk id="9" creationId="{64BEA78F-32B4-7CA1-C91A-DBA3EFF14ABE}"/>
          </ac:spMkLst>
        </pc:spChg>
        <pc:spChg chg="add mod">
          <ac:chgData name="Aron Michael" userId="a6335a5c-3af6-488f-9ef1-dea14714a451" providerId="ADAL" clId="{97C2611C-583D-4F36-B993-A1D7AFC2F934}" dt="2023-06-14T10:12:31.180" v="809" actId="1076"/>
          <ac:spMkLst>
            <pc:docMk/>
            <pc:sldMk cId="4148070279" sldId="427"/>
            <ac:spMk id="10" creationId="{16849D05-C052-9B69-01D2-1DA2C95B01FB}"/>
          </ac:spMkLst>
        </pc:spChg>
        <pc:spChg chg="mod">
          <ac:chgData name="Aron Michael" userId="a6335a5c-3af6-488f-9ef1-dea14714a451" providerId="ADAL" clId="{97C2611C-583D-4F36-B993-A1D7AFC2F934}" dt="2023-06-14T10:13:08.051" v="818" actId="20577"/>
          <ac:spMkLst>
            <pc:docMk/>
            <pc:sldMk cId="4148070279" sldId="427"/>
            <ac:spMk id="11" creationId="{EF819F61-E392-9E34-B4A0-A2BE17C3390B}"/>
          </ac:spMkLst>
        </pc:spChg>
        <pc:spChg chg="add mod">
          <ac:chgData name="Aron Michael" userId="a6335a5c-3af6-488f-9ef1-dea14714a451" providerId="ADAL" clId="{97C2611C-583D-4F36-B993-A1D7AFC2F934}" dt="2023-06-14T10:12:37.933" v="811" actId="1076"/>
          <ac:spMkLst>
            <pc:docMk/>
            <pc:sldMk cId="4148070279" sldId="427"/>
            <ac:spMk id="12" creationId="{8C4C52F0-5E72-9CEB-23D8-7F6929506B6D}"/>
          </ac:spMkLst>
        </pc:spChg>
        <pc:spChg chg="add mod">
          <ac:chgData name="Aron Michael" userId="a6335a5c-3af6-488f-9ef1-dea14714a451" providerId="ADAL" clId="{97C2611C-583D-4F36-B993-A1D7AFC2F934}" dt="2023-06-14T10:12:34.451" v="810" actId="1076"/>
          <ac:spMkLst>
            <pc:docMk/>
            <pc:sldMk cId="4148070279" sldId="427"/>
            <ac:spMk id="13" creationId="{D23AAE57-18FE-B140-0153-12382EBF86C0}"/>
          </ac:spMkLst>
        </pc:spChg>
        <pc:spChg chg="add mod">
          <ac:chgData name="Aron Michael" userId="a6335a5c-3af6-488f-9ef1-dea14714a451" providerId="ADAL" clId="{97C2611C-583D-4F36-B993-A1D7AFC2F934}" dt="2023-06-14T10:12:42.012" v="812" actId="1076"/>
          <ac:spMkLst>
            <pc:docMk/>
            <pc:sldMk cId="4148070279" sldId="427"/>
            <ac:spMk id="14" creationId="{1046D576-258A-D41A-65E8-DD3CD1F16EFB}"/>
          </ac:spMkLst>
        </pc:spChg>
        <pc:spChg chg="add mod">
          <ac:chgData name="Aron Michael" userId="a6335a5c-3af6-488f-9ef1-dea14714a451" providerId="ADAL" clId="{97C2611C-583D-4F36-B993-A1D7AFC2F934}" dt="2023-06-14T10:12:45.526" v="813" actId="1076"/>
          <ac:spMkLst>
            <pc:docMk/>
            <pc:sldMk cId="4148070279" sldId="427"/>
            <ac:spMk id="15" creationId="{BE6829BD-CFAB-E03E-EB82-E2273055566C}"/>
          </ac:spMkLst>
        </pc:spChg>
        <pc:spChg chg="add mod">
          <ac:chgData name="Aron Michael" userId="a6335a5c-3af6-488f-9ef1-dea14714a451" providerId="ADAL" clId="{97C2611C-583D-4F36-B993-A1D7AFC2F934}" dt="2023-06-14T10:12:51.949" v="815" actId="1076"/>
          <ac:spMkLst>
            <pc:docMk/>
            <pc:sldMk cId="4148070279" sldId="427"/>
            <ac:spMk id="16" creationId="{0C8C1251-39BC-21C0-42B4-A04996C5DE26}"/>
          </ac:spMkLst>
        </pc:spChg>
        <pc:spChg chg="add mod">
          <ac:chgData name="Aron Michael" userId="a6335a5c-3af6-488f-9ef1-dea14714a451" providerId="ADAL" clId="{97C2611C-583D-4F36-B993-A1D7AFC2F934}" dt="2023-06-14T10:12:59.476" v="817" actId="1076"/>
          <ac:spMkLst>
            <pc:docMk/>
            <pc:sldMk cId="4148070279" sldId="427"/>
            <ac:spMk id="17" creationId="{5D414A96-DFBD-00B6-AFB6-C8A217EB503F}"/>
          </ac:spMkLst>
        </pc:spChg>
        <pc:spChg chg="add mod">
          <ac:chgData name="Aron Michael" userId="a6335a5c-3af6-488f-9ef1-dea14714a451" providerId="ADAL" clId="{97C2611C-583D-4F36-B993-A1D7AFC2F934}" dt="2023-06-14T10:12:56.092" v="816" actId="1076"/>
          <ac:spMkLst>
            <pc:docMk/>
            <pc:sldMk cId="4148070279" sldId="427"/>
            <ac:spMk id="18" creationId="{F9D7E0B6-3792-3B96-13E2-732B73F136CB}"/>
          </ac:spMkLst>
        </pc:spChg>
        <pc:picChg chg="del">
          <ac:chgData name="Aron Michael" userId="a6335a5c-3af6-488f-9ef1-dea14714a451" providerId="ADAL" clId="{97C2611C-583D-4F36-B993-A1D7AFC2F934}" dt="2023-06-14T10:09:03.247" v="771" actId="478"/>
          <ac:picMkLst>
            <pc:docMk/>
            <pc:sldMk cId="4148070279" sldId="427"/>
            <ac:picMk id="3" creationId="{A58CD728-E85D-5158-9951-08B5D82A666E}"/>
          </ac:picMkLst>
        </pc:picChg>
        <pc:picChg chg="del">
          <ac:chgData name="Aron Michael" userId="a6335a5c-3af6-488f-9ef1-dea14714a451" providerId="ADAL" clId="{97C2611C-583D-4F36-B993-A1D7AFC2F934}" dt="2023-06-14T10:09:05.957" v="772" actId="478"/>
          <ac:picMkLst>
            <pc:docMk/>
            <pc:sldMk cId="4148070279" sldId="427"/>
            <ac:picMk id="8" creationId="{B20369CA-D7B2-204E-C56B-2A465A31B9F5}"/>
          </ac:picMkLst>
        </pc:picChg>
        <pc:picChg chg="add mod">
          <ac:chgData name="Aron Michael" userId="a6335a5c-3af6-488f-9ef1-dea14714a451" providerId="ADAL" clId="{97C2611C-583D-4F36-B993-A1D7AFC2F934}" dt="2023-06-14T10:13:11.837" v="819" actId="1076"/>
          <ac:picMkLst>
            <pc:docMk/>
            <pc:sldMk cId="4148070279" sldId="427"/>
            <ac:picMk id="19" creationId="{D0128216-874D-4C5E-4BD9-C538020A7347}"/>
          </ac:picMkLst>
        </pc:picChg>
      </pc:sldChg>
      <pc:sldChg chg="delSp modSp add mod">
        <pc:chgData name="Aron Michael" userId="a6335a5c-3af6-488f-9ef1-dea14714a451" providerId="ADAL" clId="{97C2611C-583D-4F36-B993-A1D7AFC2F934}" dt="2023-06-15T08:37:18.649" v="1593" actId="20577"/>
        <pc:sldMkLst>
          <pc:docMk/>
          <pc:sldMk cId="3822113194" sldId="428"/>
        </pc:sldMkLst>
        <pc:spChg chg="mod">
          <ac:chgData name="Aron Michael" userId="a6335a5c-3af6-488f-9ef1-dea14714a451" providerId="ADAL" clId="{97C2611C-583D-4F36-B993-A1D7AFC2F934}" dt="2023-06-15T08:37:18.649" v="1593" actId="20577"/>
          <ac:spMkLst>
            <pc:docMk/>
            <pc:sldMk cId="3822113194" sldId="428"/>
            <ac:spMk id="2" creationId="{00000000-0000-0000-0000-000000000000}"/>
          </ac:spMkLst>
        </pc:spChg>
        <pc:spChg chg="del">
          <ac:chgData name="Aron Michael" userId="a6335a5c-3af6-488f-9ef1-dea14714a451" providerId="ADAL" clId="{97C2611C-583D-4F36-B993-A1D7AFC2F934}" dt="2023-06-14T10:15:32.922" v="835" actId="478"/>
          <ac:spMkLst>
            <pc:docMk/>
            <pc:sldMk cId="3822113194" sldId="428"/>
            <ac:spMk id="9" creationId="{64BEA78F-32B4-7CA1-C91A-DBA3EFF14ABE}"/>
          </ac:spMkLst>
        </pc:spChg>
        <pc:spChg chg="mod">
          <ac:chgData name="Aron Michael" userId="a6335a5c-3af6-488f-9ef1-dea14714a451" providerId="ADAL" clId="{97C2611C-583D-4F36-B993-A1D7AFC2F934}" dt="2023-06-14T10:29:54.644" v="968" actId="20577"/>
          <ac:spMkLst>
            <pc:docMk/>
            <pc:sldMk cId="3822113194" sldId="428"/>
            <ac:spMk id="11" creationId="{EF819F61-E392-9E34-B4A0-A2BE17C3390B}"/>
          </ac:spMkLst>
        </pc:spChg>
        <pc:picChg chg="del">
          <ac:chgData name="Aron Michael" userId="a6335a5c-3af6-488f-9ef1-dea14714a451" providerId="ADAL" clId="{97C2611C-583D-4F36-B993-A1D7AFC2F934}" dt="2023-06-14T10:15:27.698" v="833" actId="478"/>
          <ac:picMkLst>
            <pc:docMk/>
            <pc:sldMk cId="3822113194" sldId="428"/>
            <ac:picMk id="3" creationId="{A58CD728-E85D-5158-9951-08B5D82A666E}"/>
          </ac:picMkLst>
        </pc:picChg>
        <pc:picChg chg="del">
          <ac:chgData name="Aron Michael" userId="a6335a5c-3af6-488f-9ef1-dea14714a451" providerId="ADAL" clId="{97C2611C-583D-4F36-B993-A1D7AFC2F934}" dt="2023-06-14T10:15:29.702" v="834" actId="478"/>
          <ac:picMkLst>
            <pc:docMk/>
            <pc:sldMk cId="3822113194" sldId="428"/>
            <ac:picMk id="8" creationId="{B20369CA-D7B2-204E-C56B-2A465A31B9F5}"/>
          </ac:picMkLst>
        </pc:picChg>
      </pc:sldChg>
      <pc:sldChg chg="modSp add mod">
        <pc:chgData name="Aron Michael" userId="a6335a5c-3af6-488f-9ef1-dea14714a451" providerId="ADAL" clId="{97C2611C-583D-4F36-B993-A1D7AFC2F934}" dt="2023-06-14T10:14:16.042" v="830" actId="5793"/>
        <pc:sldMkLst>
          <pc:docMk/>
          <pc:sldMk cId="1541139127" sldId="429"/>
        </pc:sldMkLst>
        <pc:spChg chg="mod">
          <ac:chgData name="Aron Michael" userId="a6335a5c-3af6-488f-9ef1-dea14714a451" providerId="ADAL" clId="{97C2611C-583D-4F36-B993-A1D7AFC2F934}" dt="2023-06-14T10:14:16.042" v="830" actId="5793"/>
          <ac:spMkLst>
            <pc:docMk/>
            <pc:sldMk cId="1541139127" sldId="429"/>
            <ac:spMk id="11" creationId="{EF819F61-E392-9E34-B4A0-A2BE17C3390B}"/>
          </ac:spMkLst>
        </pc:spChg>
      </pc:sldChg>
      <pc:sldChg chg="addSp delSp modSp add mod">
        <pc:chgData name="Aron Michael" userId="a6335a5c-3af6-488f-9ef1-dea14714a451" providerId="ADAL" clId="{97C2611C-583D-4F36-B993-A1D7AFC2F934}" dt="2023-06-15T08:37:09.164" v="1580" actId="20577"/>
        <pc:sldMkLst>
          <pc:docMk/>
          <pc:sldMk cId="2016827338" sldId="430"/>
        </pc:sldMkLst>
        <pc:spChg chg="mod">
          <ac:chgData name="Aron Michael" userId="a6335a5c-3af6-488f-9ef1-dea14714a451" providerId="ADAL" clId="{97C2611C-583D-4F36-B993-A1D7AFC2F934}" dt="2023-06-15T08:37:09.164" v="1580" actId="20577"/>
          <ac:spMkLst>
            <pc:docMk/>
            <pc:sldMk cId="2016827338" sldId="430"/>
            <ac:spMk id="2" creationId="{00000000-0000-0000-0000-000000000000}"/>
          </ac:spMkLst>
        </pc:spChg>
        <pc:spChg chg="add mod">
          <ac:chgData name="Aron Michael" userId="a6335a5c-3af6-488f-9ef1-dea14714a451" providerId="ADAL" clId="{97C2611C-583D-4F36-B993-A1D7AFC2F934}" dt="2023-06-14T10:42:25.010" v="1027" actId="113"/>
          <ac:spMkLst>
            <pc:docMk/>
            <pc:sldMk cId="2016827338" sldId="430"/>
            <ac:spMk id="8" creationId="{DDA1282B-1A3B-C2FD-11BB-CDE15D47DC7C}"/>
          </ac:spMkLst>
        </pc:spChg>
        <pc:spChg chg="add mod">
          <ac:chgData name="Aron Michael" userId="a6335a5c-3af6-488f-9ef1-dea14714a451" providerId="ADAL" clId="{97C2611C-583D-4F36-B993-A1D7AFC2F934}" dt="2023-06-14T10:42:12.953" v="1026" actId="1035"/>
          <ac:spMkLst>
            <pc:docMk/>
            <pc:sldMk cId="2016827338" sldId="430"/>
            <ac:spMk id="10" creationId="{4C4661A2-A81A-2E8A-274B-1E87A1AA96EB}"/>
          </ac:spMkLst>
        </pc:spChg>
        <pc:spChg chg="mod">
          <ac:chgData name="Aron Michael" userId="a6335a5c-3af6-488f-9ef1-dea14714a451" providerId="ADAL" clId="{97C2611C-583D-4F36-B993-A1D7AFC2F934}" dt="2023-06-14T10:30:03.511" v="970" actId="5793"/>
          <ac:spMkLst>
            <pc:docMk/>
            <pc:sldMk cId="2016827338" sldId="430"/>
            <ac:spMk id="11" creationId="{EF819F61-E392-9E34-B4A0-A2BE17C3390B}"/>
          </ac:spMkLst>
        </pc:spChg>
        <pc:picChg chg="add mod">
          <ac:chgData name="Aron Michael" userId="a6335a5c-3af6-488f-9ef1-dea14714a451" providerId="ADAL" clId="{97C2611C-583D-4F36-B993-A1D7AFC2F934}" dt="2023-06-14T10:40:36.616" v="998" actId="14100"/>
          <ac:picMkLst>
            <pc:docMk/>
            <pc:sldMk cId="2016827338" sldId="430"/>
            <ac:picMk id="3" creationId="{5F4994A9-9926-17B3-2FAB-466084F06B12}"/>
          </ac:picMkLst>
        </pc:picChg>
        <pc:picChg chg="add mod">
          <ac:chgData name="Aron Michael" userId="a6335a5c-3af6-488f-9ef1-dea14714a451" providerId="ADAL" clId="{97C2611C-583D-4F36-B993-A1D7AFC2F934}" dt="2023-06-14T10:41:01.384" v="1005" actId="1076"/>
          <ac:picMkLst>
            <pc:docMk/>
            <pc:sldMk cId="2016827338" sldId="430"/>
            <ac:picMk id="9" creationId="{ADC2F8C9-71B7-650E-5E58-3A1B57554962}"/>
          </ac:picMkLst>
        </pc:picChg>
        <pc:picChg chg="add mod">
          <ac:chgData name="Aron Michael" userId="a6335a5c-3af6-488f-9ef1-dea14714a451" providerId="ADAL" clId="{97C2611C-583D-4F36-B993-A1D7AFC2F934}" dt="2023-06-14T10:42:48.255" v="1028" actId="14100"/>
          <ac:picMkLst>
            <pc:docMk/>
            <pc:sldMk cId="2016827338" sldId="430"/>
            <ac:picMk id="12" creationId="{75172078-F7E5-84CF-C12F-281A0291D37C}"/>
          </ac:picMkLst>
        </pc:picChg>
        <pc:picChg chg="add del mod">
          <ac:chgData name="Aron Michael" userId="a6335a5c-3af6-488f-9ef1-dea14714a451" providerId="ADAL" clId="{97C2611C-583D-4F36-B993-A1D7AFC2F934}" dt="2023-06-14T10:43:54.107" v="1032"/>
          <ac:picMkLst>
            <pc:docMk/>
            <pc:sldMk cId="2016827338" sldId="430"/>
            <ac:picMk id="13" creationId="{82C8B8AC-BD9E-A9DD-687D-F5F83A77FAF3}"/>
          </ac:picMkLst>
        </pc:picChg>
        <pc:picChg chg="add del mod">
          <ac:chgData name="Aron Michael" userId="a6335a5c-3af6-488f-9ef1-dea14714a451" providerId="ADAL" clId="{97C2611C-583D-4F36-B993-A1D7AFC2F934}" dt="2023-06-14T10:43:53.304" v="1031"/>
          <ac:picMkLst>
            <pc:docMk/>
            <pc:sldMk cId="2016827338" sldId="430"/>
            <ac:picMk id="14" creationId="{F19D4B45-1DFC-AF12-F0AA-CD004B98FC49}"/>
          </ac:picMkLst>
        </pc:picChg>
      </pc:sldChg>
      <pc:sldChg chg="addSp delSp modSp add mod">
        <pc:chgData name="Aron Michael" userId="a6335a5c-3af6-488f-9ef1-dea14714a451" providerId="ADAL" clId="{97C2611C-583D-4F36-B993-A1D7AFC2F934}" dt="2023-06-15T08:36:59.275" v="1567" actId="20577"/>
        <pc:sldMkLst>
          <pc:docMk/>
          <pc:sldMk cId="2127452416" sldId="431"/>
        </pc:sldMkLst>
        <pc:spChg chg="mod">
          <ac:chgData name="Aron Michael" userId="a6335a5c-3af6-488f-9ef1-dea14714a451" providerId="ADAL" clId="{97C2611C-583D-4F36-B993-A1D7AFC2F934}" dt="2023-06-15T08:36:59.275" v="1567" actId="20577"/>
          <ac:spMkLst>
            <pc:docMk/>
            <pc:sldMk cId="2127452416" sldId="431"/>
            <ac:spMk id="2" creationId="{00000000-0000-0000-0000-000000000000}"/>
          </ac:spMkLst>
        </pc:spChg>
        <pc:spChg chg="del">
          <ac:chgData name="Aron Michael" userId="a6335a5c-3af6-488f-9ef1-dea14714a451" providerId="ADAL" clId="{97C2611C-583D-4F36-B993-A1D7AFC2F934}" dt="2023-06-14T11:01:10.056" v="1040" actId="478"/>
          <ac:spMkLst>
            <pc:docMk/>
            <pc:sldMk cId="2127452416" sldId="431"/>
            <ac:spMk id="8" creationId="{DDA1282B-1A3B-C2FD-11BB-CDE15D47DC7C}"/>
          </ac:spMkLst>
        </pc:spChg>
        <pc:spChg chg="del">
          <ac:chgData name="Aron Michael" userId="a6335a5c-3af6-488f-9ef1-dea14714a451" providerId="ADAL" clId="{97C2611C-583D-4F36-B993-A1D7AFC2F934}" dt="2023-06-14T11:01:07.069" v="1039" actId="478"/>
          <ac:spMkLst>
            <pc:docMk/>
            <pc:sldMk cId="2127452416" sldId="431"/>
            <ac:spMk id="10" creationId="{4C4661A2-A81A-2E8A-274B-1E87A1AA96EB}"/>
          </ac:spMkLst>
        </pc:spChg>
        <pc:spChg chg="mod">
          <ac:chgData name="Aron Michael" userId="a6335a5c-3af6-488f-9ef1-dea14714a451" providerId="ADAL" clId="{97C2611C-583D-4F36-B993-A1D7AFC2F934}" dt="2023-06-14T11:04:14.527" v="1078" actId="14100"/>
          <ac:spMkLst>
            <pc:docMk/>
            <pc:sldMk cId="2127452416" sldId="431"/>
            <ac:spMk id="11" creationId="{EF819F61-E392-9E34-B4A0-A2BE17C3390B}"/>
          </ac:spMkLst>
        </pc:spChg>
        <pc:picChg chg="del">
          <ac:chgData name="Aron Michael" userId="a6335a5c-3af6-488f-9ef1-dea14714a451" providerId="ADAL" clId="{97C2611C-583D-4F36-B993-A1D7AFC2F934}" dt="2023-06-14T11:01:03.445" v="1036" actId="478"/>
          <ac:picMkLst>
            <pc:docMk/>
            <pc:sldMk cId="2127452416" sldId="431"/>
            <ac:picMk id="3" creationId="{5F4994A9-9926-17B3-2FAB-466084F06B12}"/>
          </ac:picMkLst>
        </pc:picChg>
        <pc:picChg chg="del">
          <ac:chgData name="Aron Michael" userId="a6335a5c-3af6-488f-9ef1-dea14714a451" providerId="ADAL" clId="{97C2611C-583D-4F36-B993-A1D7AFC2F934}" dt="2023-06-14T11:01:04.402" v="1037" actId="478"/>
          <ac:picMkLst>
            <pc:docMk/>
            <pc:sldMk cId="2127452416" sldId="431"/>
            <ac:picMk id="9" creationId="{ADC2F8C9-71B7-650E-5E58-3A1B57554962}"/>
          </ac:picMkLst>
        </pc:picChg>
        <pc:picChg chg="del">
          <ac:chgData name="Aron Michael" userId="a6335a5c-3af6-488f-9ef1-dea14714a451" providerId="ADAL" clId="{97C2611C-583D-4F36-B993-A1D7AFC2F934}" dt="2023-06-14T11:01:05.504" v="1038" actId="478"/>
          <ac:picMkLst>
            <pc:docMk/>
            <pc:sldMk cId="2127452416" sldId="431"/>
            <ac:picMk id="12" creationId="{75172078-F7E5-84CF-C12F-281A0291D37C}"/>
          </ac:picMkLst>
        </pc:picChg>
        <pc:picChg chg="add mod">
          <ac:chgData name="Aron Michael" userId="a6335a5c-3af6-488f-9ef1-dea14714a451" providerId="ADAL" clId="{97C2611C-583D-4F36-B993-A1D7AFC2F934}" dt="2023-06-14T11:02:52.766" v="1063" actId="14100"/>
          <ac:picMkLst>
            <pc:docMk/>
            <pc:sldMk cId="2127452416" sldId="431"/>
            <ac:picMk id="13" creationId="{C7223FBC-F290-3808-2A90-AA3716327550}"/>
          </ac:picMkLst>
        </pc:picChg>
        <pc:picChg chg="add del mod">
          <ac:chgData name="Aron Michael" userId="a6335a5c-3af6-488f-9ef1-dea14714a451" providerId="ADAL" clId="{97C2611C-583D-4F36-B993-A1D7AFC2F934}" dt="2023-06-14T11:03:18.319" v="1065" actId="478"/>
          <ac:picMkLst>
            <pc:docMk/>
            <pc:sldMk cId="2127452416" sldId="431"/>
            <ac:picMk id="14" creationId="{5AD861E7-0009-3E42-7BB9-CB7650DC939D}"/>
          </ac:picMkLst>
        </pc:picChg>
      </pc:sldChg>
      <pc:sldChg chg="addSp delSp modSp add mod">
        <pc:chgData name="Aron Michael" userId="a6335a5c-3af6-488f-9ef1-dea14714a451" providerId="ADAL" clId="{97C2611C-583D-4F36-B993-A1D7AFC2F934}" dt="2023-06-15T08:37:43.241" v="1637" actId="20577"/>
        <pc:sldMkLst>
          <pc:docMk/>
          <pc:sldMk cId="9506493" sldId="432"/>
        </pc:sldMkLst>
        <pc:spChg chg="mod">
          <ac:chgData name="Aron Michael" userId="a6335a5c-3af6-488f-9ef1-dea14714a451" providerId="ADAL" clId="{97C2611C-583D-4F36-B993-A1D7AFC2F934}" dt="2023-06-15T08:37:43.241" v="1637" actId="20577"/>
          <ac:spMkLst>
            <pc:docMk/>
            <pc:sldMk cId="9506493" sldId="432"/>
            <ac:spMk id="2" creationId="{00000000-0000-0000-0000-000000000000}"/>
          </ac:spMkLst>
        </pc:spChg>
        <pc:spChg chg="del">
          <ac:chgData name="Aron Michael" userId="a6335a5c-3af6-488f-9ef1-dea14714a451" providerId="ADAL" clId="{97C2611C-583D-4F36-B993-A1D7AFC2F934}" dt="2023-06-14T11:04:36.830" v="1082" actId="478"/>
          <ac:spMkLst>
            <pc:docMk/>
            <pc:sldMk cId="9506493" sldId="432"/>
            <ac:spMk id="8" creationId="{DDA1282B-1A3B-C2FD-11BB-CDE15D47DC7C}"/>
          </ac:spMkLst>
        </pc:spChg>
        <pc:spChg chg="del">
          <ac:chgData name="Aron Michael" userId="a6335a5c-3af6-488f-9ef1-dea14714a451" providerId="ADAL" clId="{97C2611C-583D-4F36-B993-A1D7AFC2F934}" dt="2023-06-14T11:04:40.867" v="1083" actId="478"/>
          <ac:spMkLst>
            <pc:docMk/>
            <pc:sldMk cId="9506493" sldId="432"/>
            <ac:spMk id="10" creationId="{4C4661A2-A81A-2E8A-274B-1E87A1AA96EB}"/>
          </ac:spMkLst>
        </pc:spChg>
        <pc:spChg chg="mod">
          <ac:chgData name="Aron Michael" userId="a6335a5c-3af6-488f-9ef1-dea14714a451" providerId="ADAL" clId="{97C2611C-583D-4F36-B993-A1D7AFC2F934}" dt="2023-06-14T11:04:47.021" v="1092" actId="5793"/>
          <ac:spMkLst>
            <pc:docMk/>
            <pc:sldMk cId="9506493" sldId="432"/>
            <ac:spMk id="11" creationId="{EF819F61-E392-9E34-B4A0-A2BE17C3390B}"/>
          </ac:spMkLst>
        </pc:spChg>
        <pc:picChg chg="del">
          <ac:chgData name="Aron Michael" userId="a6335a5c-3af6-488f-9ef1-dea14714a451" providerId="ADAL" clId="{97C2611C-583D-4F36-B993-A1D7AFC2F934}" dt="2023-06-14T11:04:26.471" v="1079" actId="478"/>
          <ac:picMkLst>
            <pc:docMk/>
            <pc:sldMk cId="9506493" sldId="432"/>
            <ac:picMk id="3" creationId="{5F4994A9-9926-17B3-2FAB-466084F06B12}"/>
          </ac:picMkLst>
        </pc:picChg>
        <pc:picChg chg="del">
          <ac:chgData name="Aron Michael" userId="a6335a5c-3af6-488f-9ef1-dea14714a451" providerId="ADAL" clId="{97C2611C-583D-4F36-B993-A1D7AFC2F934}" dt="2023-06-14T11:04:29.031" v="1080" actId="478"/>
          <ac:picMkLst>
            <pc:docMk/>
            <pc:sldMk cId="9506493" sldId="432"/>
            <ac:picMk id="9" creationId="{ADC2F8C9-71B7-650E-5E58-3A1B57554962}"/>
          </ac:picMkLst>
        </pc:picChg>
        <pc:picChg chg="del">
          <ac:chgData name="Aron Michael" userId="a6335a5c-3af6-488f-9ef1-dea14714a451" providerId="ADAL" clId="{97C2611C-583D-4F36-B993-A1D7AFC2F934}" dt="2023-06-14T11:04:31.819" v="1081" actId="478"/>
          <ac:picMkLst>
            <pc:docMk/>
            <pc:sldMk cId="9506493" sldId="432"/>
            <ac:picMk id="12" creationId="{75172078-F7E5-84CF-C12F-281A0291D37C}"/>
          </ac:picMkLst>
        </pc:picChg>
        <pc:picChg chg="add mod">
          <ac:chgData name="Aron Michael" userId="a6335a5c-3af6-488f-9ef1-dea14714a451" providerId="ADAL" clId="{97C2611C-583D-4F36-B993-A1D7AFC2F934}" dt="2023-06-14T11:05:47.108" v="1099" actId="14100"/>
          <ac:picMkLst>
            <pc:docMk/>
            <pc:sldMk cId="9506493" sldId="432"/>
            <ac:picMk id="13" creationId="{6F121620-F535-119B-3EFA-37CDDF3559B0}"/>
          </ac:picMkLst>
        </pc:picChg>
        <pc:picChg chg="add mod">
          <ac:chgData name="Aron Michael" userId="a6335a5c-3af6-488f-9ef1-dea14714a451" providerId="ADAL" clId="{97C2611C-583D-4F36-B993-A1D7AFC2F934}" dt="2023-06-14T11:05:43.981" v="1098" actId="14100"/>
          <ac:picMkLst>
            <pc:docMk/>
            <pc:sldMk cId="9506493" sldId="432"/>
            <ac:picMk id="14" creationId="{7D7AD7FC-117D-B249-0625-1CFE9235E115}"/>
          </ac:picMkLst>
        </pc:picChg>
      </pc:sldChg>
      <pc:sldChg chg="addSp delSp modSp add mod">
        <pc:chgData name="Aron Michael" userId="a6335a5c-3af6-488f-9ef1-dea14714a451" providerId="ADAL" clId="{97C2611C-583D-4F36-B993-A1D7AFC2F934}" dt="2023-06-15T08:38:03.600" v="1681" actId="20577"/>
        <pc:sldMkLst>
          <pc:docMk/>
          <pc:sldMk cId="892604367" sldId="433"/>
        </pc:sldMkLst>
        <pc:spChg chg="mod">
          <ac:chgData name="Aron Michael" userId="a6335a5c-3af6-488f-9ef1-dea14714a451" providerId="ADAL" clId="{97C2611C-583D-4F36-B993-A1D7AFC2F934}" dt="2023-06-15T08:38:03.600" v="1681" actId="20577"/>
          <ac:spMkLst>
            <pc:docMk/>
            <pc:sldMk cId="892604367" sldId="433"/>
            <ac:spMk id="2" creationId="{00000000-0000-0000-0000-000000000000}"/>
          </ac:spMkLst>
        </pc:spChg>
        <pc:spChg chg="mod">
          <ac:chgData name="Aron Michael" userId="a6335a5c-3af6-488f-9ef1-dea14714a451" providerId="ADAL" clId="{97C2611C-583D-4F36-B993-A1D7AFC2F934}" dt="2023-06-14T11:06:50.036" v="1109" actId="12"/>
          <ac:spMkLst>
            <pc:docMk/>
            <pc:sldMk cId="892604367" sldId="433"/>
            <ac:spMk id="11" creationId="{EF819F61-E392-9E34-B4A0-A2BE17C3390B}"/>
          </ac:spMkLst>
        </pc:spChg>
        <pc:picChg chg="add mod">
          <ac:chgData name="Aron Michael" userId="a6335a5c-3af6-488f-9ef1-dea14714a451" providerId="ADAL" clId="{97C2611C-583D-4F36-B993-A1D7AFC2F934}" dt="2023-06-14T11:07:06.981" v="1111" actId="1076"/>
          <ac:picMkLst>
            <pc:docMk/>
            <pc:sldMk cId="892604367" sldId="433"/>
            <ac:picMk id="3" creationId="{3B5E807D-2AF2-21B3-C7A0-7D39A0E35398}"/>
          </ac:picMkLst>
        </pc:picChg>
        <pc:picChg chg="del">
          <ac:chgData name="Aron Michael" userId="a6335a5c-3af6-488f-9ef1-dea14714a451" providerId="ADAL" clId="{97C2611C-583D-4F36-B993-A1D7AFC2F934}" dt="2023-06-14T11:06:04.093" v="1101" actId="478"/>
          <ac:picMkLst>
            <pc:docMk/>
            <pc:sldMk cId="892604367" sldId="433"/>
            <ac:picMk id="13" creationId="{6F121620-F535-119B-3EFA-37CDDF3559B0}"/>
          </ac:picMkLst>
        </pc:picChg>
        <pc:picChg chg="del">
          <ac:chgData name="Aron Michael" userId="a6335a5c-3af6-488f-9ef1-dea14714a451" providerId="ADAL" clId="{97C2611C-583D-4F36-B993-A1D7AFC2F934}" dt="2023-06-14T11:06:06.520" v="1102" actId="478"/>
          <ac:picMkLst>
            <pc:docMk/>
            <pc:sldMk cId="892604367" sldId="433"/>
            <ac:picMk id="14" creationId="{7D7AD7FC-117D-B249-0625-1CFE9235E115}"/>
          </ac:picMkLst>
        </pc:picChg>
      </pc:sldChg>
      <pc:sldChg chg="modSp add mod">
        <pc:chgData name="Aron Michael" userId="a6335a5c-3af6-488f-9ef1-dea14714a451" providerId="ADAL" clId="{97C2611C-583D-4F36-B993-A1D7AFC2F934}" dt="2023-06-15T08:38:27.106" v="1735" actId="20577"/>
        <pc:sldMkLst>
          <pc:docMk/>
          <pc:sldMk cId="3442837481" sldId="434"/>
        </pc:sldMkLst>
        <pc:spChg chg="mod">
          <ac:chgData name="Aron Michael" userId="a6335a5c-3af6-488f-9ef1-dea14714a451" providerId="ADAL" clId="{97C2611C-583D-4F36-B993-A1D7AFC2F934}" dt="2023-06-15T08:38:27.106" v="1735" actId="20577"/>
          <ac:spMkLst>
            <pc:docMk/>
            <pc:sldMk cId="3442837481" sldId="434"/>
            <ac:spMk id="2" creationId="{00000000-0000-0000-0000-000000000000}"/>
          </ac:spMkLst>
        </pc:spChg>
        <pc:spChg chg="mod">
          <ac:chgData name="Aron Michael" userId="a6335a5c-3af6-488f-9ef1-dea14714a451" providerId="ADAL" clId="{97C2611C-583D-4F36-B993-A1D7AFC2F934}" dt="2023-06-14T11:08:12.953" v="1160" actId="20577"/>
          <ac:spMkLst>
            <pc:docMk/>
            <pc:sldMk cId="3442837481" sldId="434"/>
            <ac:spMk id="11" creationId="{EF819F61-E392-9E34-B4A0-A2BE17C3390B}"/>
          </ac:spMkLst>
        </pc:spChg>
      </pc:sldChg>
      <pc:sldChg chg="modSp add mod">
        <pc:chgData name="Aron Michael" userId="a6335a5c-3af6-488f-9ef1-dea14714a451" providerId="ADAL" clId="{97C2611C-583D-4F36-B993-A1D7AFC2F934}" dt="2023-06-15T08:38:51.888" v="1799" actId="20577"/>
        <pc:sldMkLst>
          <pc:docMk/>
          <pc:sldMk cId="648083330" sldId="435"/>
        </pc:sldMkLst>
        <pc:spChg chg="mod">
          <ac:chgData name="Aron Michael" userId="a6335a5c-3af6-488f-9ef1-dea14714a451" providerId="ADAL" clId="{97C2611C-583D-4F36-B993-A1D7AFC2F934}" dt="2023-06-15T08:38:51.888" v="1799" actId="20577"/>
          <ac:spMkLst>
            <pc:docMk/>
            <pc:sldMk cId="648083330" sldId="435"/>
            <ac:spMk id="2" creationId="{00000000-0000-0000-0000-000000000000}"/>
          </ac:spMkLst>
        </pc:spChg>
        <pc:spChg chg="mod">
          <ac:chgData name="Aron Michael" userId="a6335a5c-3af6-488f-9ef1-dea14714a451" providerId="ADAL" clId="{97C2611C-583D-4F36-B993-A1D7AFC2F934}" dt="2023-06-14T11:08:46.968" v="1166" actId="20577"/>
          <ac:spMkLst>
            <pc:docMk/>
            <pc:sldMk cId="648083330" sldId="435"/>
            <ac:spMk id="11" creationId="{EF819F61-E392-9E34-B4A0-A2BE17C3390B}"/>
          </ac:spMkLst>
        </pc:spChg>
      </pc:sldChg>
      <pc:sldChg chg="delSp modSp add mod">
        <pc:chgData name="Aron Michael" userId="a6335a5c-3af6-488f-9ef1-dea14714a451" providerId="ADAL" clId="{97C2611C-583D-4F36-B993-A1D7AFC2F934}" dt="2023-06-15T08:39:25.108" v="1863" actId="20577"/>
        <pc:sldMkLst>
          <pc:docMk/>
          <pc:sldMk cId="3752896833" sldId="436"/>
        </pc:sldMkLst>
        <pc:spChg chg="mod">
          <ac:chgData name="Aron Michael" userId="a6335a5c-3af6-488f-9ef1-dea14714a451" providerId="ADAL" clId="{97C2611C-583D-4F36-B993-A1D7AFC2F934}" dt="2023-06-15T08:39:25.108" v="1863" actId="20577"/>
          <ac:spMkLst>
            <pc:docMk/>
            <pc:sldMk cId="3752896833" sldId="436"/>
            <ac:spMk id="2" creationId="{00000000-0000-0000-0000-000000000000}"/>
          </ac:spMkLst>
        </pc:spChg>
        <pc:spChg chg="mod">
          <ac:chgData name="Aron Michael" userId="a6335a5c-3af6-488f-9ef1-dea14714a451" providerId="ADAL" clId="{97C2611C-583D-4F36-B993-A1D7AFC2F934}" dt="2023-06-15T08:27:11.465" v="1246" actId="255"/>
          <ac:spMkLst>
            <pc:docMk/>
            <pc:sldMk cId="3752896833" sldId="436"/>
            <ac:spMk id="11" creationId="{EF819F61-E392-9E34-B4A0-A2BE17C3390B}"/>
          </ac:spMkLst>
        </pc:spChg>
        <pc:picChg chg="del">
          <ac:chgData name="Aron Michael" userId="a6335a5c-3af6-488f-9ef1-dea14714a451" providerId="ADAL" clId="{97C2611C-583D-4F36-B993-A1D7AFC2F934}" dt="2023-06-15T08:24:29.506" v="1208" actId="478"/>
          <ac:picMkLst>
            <pc:docMk/>
            <pc:sldMk cId="3752896833" sldId="436"/>
            <ac:picMk id="3" creationId="{3B5E807D-2AF2-21B3-C7A0-7D39A0E35398}"/>
          </ac:picMkLst>
        </pc:picChg>
      </pc:sldChg>
      <pc:sldChg chg="addSp modSp add mod">
        <pc:chgData name="Aron Michael" userId="a6335a5c-3af6-488f-9ef1-dea14714a451" providerId="ADAL" clId="{97C2611C-583D-4F36-B993-A1D7AFC2F934}" dt="2023-06-15T08:28:34.919" v="1313" actId="1038"/>
        <pc:sldMkLst>
          <pc:docMk/>
          <pc:sldMk cId="1916474559" sldId="437"/>
        </pc:sldMkLst>
        <pc:spChg chg="mod">
          <ac:chgData name="Aron Michael" userId="a6335a5c-3af6-488f-9ef1-dea14714a451" providerId="ADAL" clId="{97C2611C-583D-4F36-B993-A1D7AFC2F934}" dt="2023-06-15T08:28:00.154" v="1303" actId="6549"/>
          <ac:spMkLst>
            <pc:docMk/>
            <pc:sldMk cId="1916474559" sldId="437"/>
            <ac:spMk id="11" creationId="{EF819F61-E392-9E34-B4A0-A2BE17C3390B}"/>
          </ac:spMkLst>
        </pc:spChg>
        <pc:picChg chg="add mod">
          <ac:chgData name="Aron Michael" userId="a6335a5c-3af6-488f-9ef1-dea14714a451" providerId="ADAL" clId="{97C2611C-583D-4F36-B993-A1D7AFC2F934}" dt="2023-06-15T08:28:34.919" v="1313" actId="1038"/>
          <ac:picMkLst>
            <pc:docMk/>
            <pc:sldMk cId="1916474559" sldId="437"/>
            <ac:picMk id="3" creationId="{4B8E07D3-D657-9C98-000B-787F508BDD9A}"/>
          </ac:picMkLst>
        </pc:picChg>
      </pc:sldChg>
      <pc:sldChg chg="addSp delSp modSp add mod">
        <pc:chgData name="Aron Michael" userId="a6335a5c-3af6-488f-9ef1-dea14714a451" providerId="ADAL" clId="{97C2611C-583D-4F36-B993-A1D7AFC2F934}" dt="2023-06-15T08:32:33.949" v="1395" actId="1076"/>
        <pc:sldMkLst>
          <pc:docMk/>
          <pc:sldMk cId="844686746" sldId="438"/>
        </pc:sldMkLst>
        <pc:spChg chg="mod">
          <ac:chgData name="Aron Michael" userId="a6335a5c-3af6-488f-9ef1-dea14714a451" providerId="ADAL" clId="{97C2611C-583D-4F36-B993-A1D7AFC2F934}" dt="2023-06-15T08:31:47.080" v="1393" actId="113"/>
          <ac:spMkLst>
            <pc:docMk/>
            <pc:sldMk cId="844686746" sldId="438"/>
            <ac:spMk id="11" creationId="{EF819F61-E392-9E34-B4A0-A2BE17C3390B}"/>
          </ac:spMkLst>
        </pc:spChg>
        <pc:picChg chg="del">
          <ac:chgData name="Aron Michael" userId="a6335a5c-3af6-488f-9ef1-dea14714a451" providerId="ADAL" clId="{97C2611C-583D-4F36-B993-A1D7AFC2F934}" dt="2023-06-15T08:29:26.246" v="1317" actId="478"/>
          <ac:picMkLst>
            <pc:docMk/>
            <pc:sldMk cId="844686746" sldId="438"/>
            <ac:picMk id="3" creationId="{4B8E07D3-D657-9C98-000B-787F508BDD9A}"/>
          </ac:picMkLst>
        </pc:picChg>
        <pc:picChg chg="add del mod">
          <ac:chgData name="Aron Michael" userId="a6335a5c-3af6-488f-9ef1-dea14714a451" providerId="ADAL" clId="{97C2611C-583D-4F36-B993-A1D7AFC2F934}" dt="2023-06-15T08:31:06.740" v="1384" actId="478"/>
          <ac:picMkLst>
            <pc:docMk/>
            <pc:sldMk cId="844686746" sldId="438"/>
            <ac:picMk id="8" creationId="{C81C18A7-DA6E-59DF-20CF-1EE832E2E40D}"/>
          </ac:picMkLst>
        </pc:picChg>
        <pc:picChg chg="add del mod">
          <ac:chgData name="Aron Michael" userId="a6335a5c-3af6-488f-9ef1-dea14714a451" providerId="ADAL" clId="{97C2611C-583D-4F36-B993-A1D7AFC2F934}" dt="2023-06-15T08:31:04.433" v="1383" actId="478"/>
          <ac:picMkLst>
            <pc:docMk/>
            <pc:sldMk cId="844686746" sldId="438"/>
            <ac:picMk id="9" creationId="{E0A6C1B9-5933-FE70-812E-7B0A5A2BFF00}"/>
          </ac:picMkLst>
        </pc:picChg>
        <pc:inkChg chg="add mod">
          <ac:chgData name="Aron Michael" userId="a6335a5c-3af6-488f-9ef1-dea14714a451" providerId="ADAL" clId="{97C2611C-583D-4F36-B993-A1D7AFC2F934}" dt="2023-06-15T08:32:33.949" v="1395" actId="1076"/>
          <ac:inkMkLst>
            <pc:docMk/>
            <pc:sldMk cId="844686746" sldId="438"/>
            <ac:inkMk id="10" creationId="{D835BA7D-8DD1-65C9-A073-B7AFC829C4F4}"/>
          </ac:inkMkLst>
        </pc:inkChg>
        <pc:inkChg chg="add mod">
          <ac:chgData name="Aron Michael" userId="a6335a5c-3af6-488f-9ef1-dea14714a451" providerId="ADAL" clId="{97C2611C-583D-4F36-B993-A1D7AFC2F934}" dt="2023-06-15T08:32:33.949" v="1395" actId="1076"/>
          <ac:inkMkLst>
            <pc:docMk/>
            <pc:sldMk cId="844686746" sldId="438"/>
            <ac:inkMk id="12" creationId="{356BF5FF-BE2D-BD29-5CFC-A9FB35102D56}"/>
          </ac:inkMkLst>
        </pc:inkChg>
        <pc:inkChg chg="add mod">
          <ac:chgData name="Aron Michael" userId="a6335a5c-3af6-488f-9ef1-dea14714a451" providerId="ADAL" clId="{97C2611C-583D-4F36-B993-A1D7AFC2F934}" dt="2023-06-15T08:32:33.949" v="1395" actId="1076"/>
          <ac:inkMkLst>
            <pc:docMk/>
            <pc:sldMk cId="844686746" sldId="438"/>
            <ac:inkMk id="13" creationId="{CF013EE8-05C2-DAA3-4CE6-DC8B5BECA3A5}"/>
          </ac:inkMkLst>
        </pc:inkChg>
        <pc:inkChg chg="add mod">
          <ac:chgData name="Aron Michael" userId="a6335a5c-3af6-488f-9ef1-dea14714a451" providerId="ADAL" clId="{97C2611C-583D-4F36-B993-A1D7AFC2F934}" dt="2023-06-15T08:32:33.949" v="1395" actId="1076"/>
          <ac:inkMkLst>
            <pc:docMk/>
            <pc:sldMk cId="844686746" sldId="438"/>
            <ac:inkMk id="14" creationId="{8E8B8CDE-740A-E14F-0F45-A3F969ED620C}"/>
          </ac:inkMkLst>
        </pc:inkChg>
        <pc:inkChg chg="add mod">
          <ac:chgData name="Aron Michael" userId="a6335a5c-3af6-488f-9ef1-dea14714a451" providerId="ADAL" clId="{97C2611C-583D-4F36-B993-A1D7AFC2F934}" dt="2023-06-15T08:32:33.949" v="1395" actId="1076"/>
          <ac:inkMkLst>
            <pc:docMk/>
            <pc:sldMk cId="844686746" sldId="438"/>
            <ac:inkMk id="15" creationId="{B6B7B7A4-526D-B78B-21F2-AB4313101818}"/>
          </ac:inkMkLst>
        </pc:inkChg>
        <pc:inkChg chg="add mod">
          <ac:chgData name="Aron Michael" userId="a6335a5c-3af6-488f-9ef1-dea14714a451" providerId="ADAL" clId="{97C2611C-583D-4F36-B993-A1D7AFC2F934}" dt="2023-06-15T08:32:33.949" v="1395" actId="1076"/>
          <ac:inkMkLst>
            <pc:docMk/>
            <pc:sldMk cId="844686746" sldId="438"/>
            <ac:inkMk id="16" creationId="{DAC1358A-99D3-4472-6F12-3BA03F21915C}"/>
          </ac:inkMkLst>
        </pc:inkChg>
        <pc:inkChg chg="add mod">
          <ac:chgData name="Aron Michael" userId="a6335a5c-3af6-488f-9ef1-dea14714a451" providerId="ADAL" clId="{97C2611C-583D-4F36-B993-A1D7AFC2F934}" dt="2023-06-15T08:32:33.949" v="1395" actId="1076"/>
          <ac:inkMkLst>
            <pc:docMk/>
            <pc:sldMk cId="844686746" sldId="438"/>
            <ac:inkMk id="17" creationId="{54F47E36-7F3B-60A2-9E81-BF02C39A24CB}"/>
          </ac:inkMkLst>
        </pc:inkChg>
        <pc:inkChg chg="add mod">
          <ac:chgData name="Aron Michael" userId="a6335a5c-3af6-488f-9ef1-dea14714a451" providerId="ADAL" clId="{97C2611C-583D-4F36-B993-A1D7AFC2F934}" dt="2023-06-15T08:32:33.949" v="1395" actId="1076"/>
          <ac:inkMkLst>
            <pc:docMk/>
            <pc:sldMk cId="844686746" sldId="438"/>
            <ac:inkMk id="18" creationId="{12011CE5-4BCD-A99D-BD90-70D87A8EE1E3}"/>
          </ac:inkMkLst>
        </pc:inkChg>
        <pc:inkChg chg="add mod">
          <ac:chgData name="Aron Michael" userId="a6335a5c-3af6-488f-9ef1-dea14714a451" providerId="ADAL" clId="{97C2611C-583D-4F36-B993-A1D7AFC2F934}" dt="2023-06-15T08:32:33.949" v="1395" actId="1076"/>
          <ac:inkMkLst>
            <pc:docMk/>
            <pc:sldMk cId="844686746" sldId="438"/>
            <ac:inkMk id="19" creationId="{4C3B9989-5813-44ED-1090-14ACC1151375}"/>
          </ac:inkMkLst>
        </pc:inkChg>
        <pc:inkChg chg="add mod">
          <ac:chgData name="Aron Michael" userId="a6335a5c-3af6-488f-9ef1-dea14714a451" providerId="ADAL" clId="{97C2611C-583D-4F36-B993-A1D7AFC2F934}" dt="2023-06-15T08:32:33.949" v="1395" actId="1076"/>
          <ac:inkMkLst>
            <pc:docMk/>
            <pc:sldMk cId="844686746" sldId="438"/>
            <ac:inkMk id="20" creationId="{F5F3BCE6-E80E-BC66-DF8E-7495FAFFDB8C}"/>
          </ac:inkMkLst>
        </pc:inkChg>
        <pc:inkChg chg="add mod">
          <ac:chgData name="Aron Michael" userId="a6335a5c-3af6-488f-9ef1-dea14714a451" providerId="ADAL" clId="{97C2611C-583D-4F36-B993-A1D7AFC2F934}" dt="2023-06-15T08:32:33.949" v="1395" actId="1076"/>
          <ac:inkMkLst>
            <pc:docMk/>
            <pc:sldMk cId="844686746" sldId="438"/>
            <ac:inkMk id="21" creationId="{35BCEB04-205D-3F22-727E-ECB87C82020F}"/>
          </ac:inkMkLst>
        </pc:inkChg>
        <pc:inkChg chg="add mod">
          <ac:chgData name="Aron Michael" userId="a6335a5c-3af6-488f-9ef1-dea14714a451" providerId="ADAL" clId="{97C2611C-583D-4F36-B993-A1D7AFC2F934}" dt="2023-06-15T08:32:33.949" v="1395" actId="1076"/>
          <ac:inkMkLst>
            <pc:docMk/>
            <pc:sldMk cId="844686746" sldId="438"/>
            <ac:inkMk id="22" creationId="{7FF5BE5A-1BF4-27A0-FAC0-17D849D89A81}"/>
          </ac:inkMkLst>
        </pc:inkChg>
        <pc:inkChg chg="add mod">
          <ac:chgData name="Aron Michael" userId="a6335a5c-3af6-488f-9ef1-dea14714a451" providerId="ADAL" clId="{97C2611C-583D-4F36-B993-A1D7AFC2F934}" dt="2023-06-15T08:32:33.949" v="1395" actId="1076"/>
          <ac:inkMkLst>
            <pc:docMk/>
            <pc:sldMk cId="844686746" sldId="438"/>
            <ac:inkMk id="23" creationId="{8A8ACDDB-C530-2276-F3F9-4CD67CEAE11B}"/>
          </ac:inkMkLst>
        </pc:inkChg>
        <pc:inkChg chg="add mod">
          <ac:chgData name="Aron Michael" userId="a6335a5c-3af6-488f-9ef1-dea14714a451" providerId="ADAL" clId="{97C2611C-583D-4F36-B993-A1D7AFC2F934}" dt="2023-06-15T08:32:33.949" v="1395" actId="1076"/>
          <ac:inkMkLst>
            <pc:docMk/>
            <pc:sldMk cId="844686746" sldId="438"/>
            <ac:inkMk id="24" creationId="{0F9B3527-DD3E-B428-3AFB-3A69F84B6A58}"/>
          </ac:inkMkLst>
        </pc:inkChg>
        <pc:inkChg chg="add mod">
          <ac:chgData name="Aron Michael" userId="a6335a5c-3af6-488f-9ef1-dea14714a451" providerId="ADAL" clId="{97C2611C-583D-4F36-B993-A1D7AFC2F934}" dt="2023-06-15T08:32:33.949" v="1395" actId="1076"/>
          <ac:inkMkLst>
            <pc:docMk/>
            <pc:sldMk cId="844686746" sldId="438"/>
            <ac:inkMk id="25" creationId="{B9F1B2E9-72C8-7561-401A-4C9C9B290EAA}"/>
          </ac:inkMkLst>
        </pc:inkChg>
        <pc:inkChg chg="add mod">
          <ac:chgData name="Aron Michael" userId="a6335a5c-3af6-488f-9ef1-dea14714a451" providerId="ADAL" clId="{97C2611C-583D-4F36-B993-A1D7AFC2F934}" dt="2023-06-15T08:32:33.949" v="1395" actId="1076"/>
          <ac:inkMkLst>
            <pc:docMk/>
            <pc:sldMk cId="844686746" sldId="438"/>
            <ac:inkMk id="26" creationId="{432C3746-1052-CF60-B305-07547F71ACEB}"/>
          </ac:inkMkLst>
        </pc:inkChg>
        <pc:inkChg chg="add mod">
          <ac:chgData name="Aron Michael" userId="a6335a5c-3af6-488f-9ef1-dea14714a451" providerId="ADAL" clId="{97C2611C-583D-4F36-B993-A1D7AFC2F934}" dt="2023-06-15T08:32:33.949" v="1395" actId="1076"/>
          <ac:inkMkLst>
            <pc:docMk/>
            <pc:sldMk cId="844686746" sldId="438"/>
            <ac:inkMk id="27" creationId="{75C4CDAE-7D7C-2433-0530-CC563264B769}"/>
          </ac:inkMkLst>
        </pc:inkChg>
        <pc:inkChg chg="add mod">
          <ac:chgData name="Aron Michael" userId="a6335a5c-3af6-488f-9ef1-dea14714a451" providerId="ADAL" clId="{97C2611C-583D-4F36-B993-A1D7AFC2F934}" dt="2023-06-15T08:32:33.949" v="1395" actId="1076"/>
          <ac:inkMkLst>
            <pc:docMk/>
            <pc:sldMk cId="844686746" sldId="438"/>
            <ac:inkMk id="28" creationId="{2CB565B6-FAD2-CEB4-FCC9-F17A01189987}"/>
          </ac:inkMkLst>
        </pc:inkChg>
        <pc:inkChg chg="add mod">
          <ac:chgData name="Aron Michael" userId="a6335a5c-3af6-488f-9ef1-dea14714a451" providerId="ADAL" clId="{97C2611C-583D-4F36-B993-A1D7AFC2F934}" dt="2023-06-15T08:32:33.949" v="1395" actId="1076"/>
          <ac:inkMkLst>
            <pc:docMk/>
            <pc:sldMk cId="844686746" sldId="438"/>
            <ac:inkMk id="29" creationId="{08AC6EF2-2CD4-F776-4A42-6686E38969EF}"/>
          </ac:inkMkLst>
        </pc:inkChg>
        <pc:inkChg chg="add mod">
          <ac:chgData name="Aron Michael" userId="a6335a5c-3af6-488f-9ef1-dea14714a451" providerId="ADAL" clId="{97C2611C-583D-4F36-B993-A1D7AFC2F934}" dt="2023-06-15T08:32:33.949" v="1395" actId="1076"/>
          <ac:inkMkLst>
            <pc:docMk/>
            <pc:sldMk cId="844686746" sldId="438"/>
            <ac:inkMk id="30" creationId="{5AAA5A63-EC20-D64F-4196-217D52B57EA8}"/>
          </ac:inkMkLst>
        </pc:inkChg>
        <pc:inkChg chg="add mod">
          <ac:chgData name="Aron Michael" userId="a6335a5c-3af6-488f-9ef1-dea14714a451" providerId="ADAL" clId="{97C2611C-583D-4F36-B993-A1D7AFC2F934}" dt="2023-06-15T08:32:33.949" v="1395" actId="1076"/>
          <ac:inkMkLst>
            <pc:docMk/>
            <pc:sldMk cId="844686746" sldId="438"/>
            <ac:inkMk id="31" creationId="{2E3AB799-236E-82EB-1FB2-34F4AF1D4CAA}"/>
          </ac:inkMkLst>
        </pc:inkChg>
        <pc:inkChg chg="add mod">
          <ac:chgData name="Aron Michael" userId="a6335a5c-3af6-488f-9ef1-dea14714a451" providerId="ADAL" clId="{97C2611C-583D-4F36-B993-A1D7AFC2F934}" dt="2023-06-15T08:32:33.949" v="1395" actId="1076"/>
          <ac:inkMkLst>
            <pc:docMk/>
            <pc:sldMk cId="844686746" sldId="438"/>
            <ac:inkMk id="32" creationId="{9A1A2C3D-8952-6FB0-1178-0EED0A603CFD}"/>
          </ac:inkMkLst>
        </pc:inkChg>
        <pc:inkChg chg="add mod">
          <ac:chgData name="Aron Michael" userId="a6335a5c-3af6-488f-9ef1-dea14714a451" providerId="ADAL" clId="{97C2611C-583D-4F36-B993-A1D7AFC2F934}" dt="2023-06-15T08:32:33.949" v="1395" actId="1076"/>
          <ac:inkMkLst>
            <pc:docMk/>
            <pc:sldMk cId="844686746" sldId="438"/>
            <ac:inkMk id="33" creationId="{4D0D747C-FED0-7ABF-85AE-D38B57DA9AFB}"/>
          </ac:inkMkLst>
        </pc:inkChg>
        <pc:inkChg chg="add mod">
          <ac:chgData name="Aron Michael" userId="a6335a5c-3af6-488f-9ef1-dea14714a451" providerId="ADAL" clId="{97C2611C-583D-4F36-B993-A1D7AFC2F934}" dt="2023-06-15T08:32:33.949" v="1395" actId="1076"/>
          <ac:inkMkLst>
            <pc:docMk/>
            <pc:sldMk cId="844686746" sldId="438"/>
            <ac:inkMk id="34" creationId="{97A59D26-57FD-18D1-8C16-F0ACD3E09B1F}"/>
          </ac:inkMkLst>
        </pc:inkChg>
        <pc:inkChg chg="add mod">
          <ac:chgData name="Aron Michael" userId="a6335a5c-3af6-488f-9ef1-dea14714a451" providerId="ADAL" clId="{97C2611C-583D-4F36-B993-A1D7AFC2F934}" dt="2023-06-15T08:32:33.949" v="1395" actId="1076"/>
          <ac:inkMkLst>
            <pc:docMk/>
            <pc:sldMk cId="844686746" sldId="438"/>
            <ac:inkMk id="35" creationId="{A0E41A0B-56BF-13D4-DE44-BBAD010DF375}"/>
          </ac:inkMkLst>
        </pc:inkChg>
        <pc:inkChg chg="add mod">
          <ac:chgData name="Aron Michael" userId="a6335a5c-3af6-488f-9ef1-dea14714a451" providerId="ADAL" clId="{97C2611C-583D-4F36-B993-A1D7AFC2F934}" dt="2023-06-15T08:32:33.949" v="1395" actId="1076"/>
          <ac:inkMkLst>
            <pc:docMk/>
            <pc:sldMk cId="844686746" sldId="438"/>
            <ac:inkMk id="36" creationId="{7DF49E0B-ADAF-2D12-BB5C-D41C467F16D2}"/>
          </ac:inkMkLst>
        </pc:inkChg>
        <pc:inkChg chg="add mod">
          <ac:chgData name="Aron Michael" userId="a6335a5c-3af6-488f-9ef1-dea14714a451" providerId="ADAL" clId="{97C2611C-583D-4F36-B993-A1D7AFC2F934}" dt="2023-06-15T08:32:33.949" v="1395" actId="1076"/>
          <ac:inkMkLst>
            <pc:docMk/>
            <pc:sldMk cId="844686746" sldId="438"/>
            <ac:inkMk id="37" creationId="{CB5275EE-BAAC-F87A-318B-4A7BC3ACB6DF}"/>
          </ac:inkMkLst>
        </pc:inkChg>
        <pc:inkChg chg="add mod">
          <ac:chgData name="Aron Michael" userId="a6335a5c-3af6-488f-9ef1-dea14714a451" providerId="ADAL" clId="{97C2611C-583D-4F36-B993-A1D7AFC2F934}" dt="2023-06-15T08:32:33.949" v="1395" actId="1076"/>
          <ac:inkMkLst>
            <pc:docMk/>
            <pc:sldMk cId="844686746" sldId="438"/>
            <ac:inkMk id="38" creationId="{81EB1A43-56D2-7781-2380-481CE6C0EFD9}"/>
          </ac:inkMkLst>
        </pc:inkChg>
        <pc:inkChg chg="add mod">
          <ac:chgData name="Aron Michael" userId="a6335a5c-3af6-488f-9ef1-dea14714a451" providerId="ADAL" clId="{97C2611C-583D-4F36-B993-A1D7AFC2F934}" dt="2023-06-15T08:32:33.949" v="1395" actId="1076"/>
          <ac:inkMkLst>
            <pc:docMk/>
            <pc:sldMk cId="844686746" sldId="438"/>
            <ac:inkMk id="39" creationId="{C6042433-DD8A-FA6C-48AD-7C07A4827098}"/>
          </ac:inkMkLst>
        </pc:inkChg>
        <pc:inkChg chg="add mod">
          <ac:chgData name="Aron Michael" userId="a6335a5c-3af6-488f-9ef1-dea14714a451" providerId="ADAL" clId="{97C2611C-583D-4F36-B993-A1D7AFC2F934}" dt="2023-06-15T08:32:33.949" v="1395" actId="1076"/>
          <ac:inkMkLst>
            <pc:docMk/>
            <pc:sldMk cId="844686746" sldId="438"/>
            <ac:inkMk id="40" creationId="{2570D398-6CE7-56BE-EC53-C84855F43109}"/>
          </ac:inkMkLst>
        </pc:inkChg>
        <pc:inkChg chg="add mod">
          <ac:chgData name="Aron Michael" userId="a6335a5c-3af6-488f-9ef1-dea14714a451" providerId="ADAL" clId="{97C2611C-583D-4F36-B993-A1D7AFC2F934}" dt="2023-06-15T08:32:33.949" v="1395" actId="1076"/>
          <ac:inkMkLst>
            <pc:docMk/>
            <pc:sldMk cId="844686746" sldId="438"/>
            <ac:inkMk id="41" creationId="{BABCBD6B-8CBB-C28F-B317-0184F2B576DC}"/>
          </ac:inkMkLst>
        </pc:inkChg>
        <pc:inkChg chg="add mod">
          <ac:chgData name="Aron Michael" userId="a6335a5c-3af6-488f-9ef1-dea14714a451" providerId="ADAL" clId="{97C2611C-583D-4F36-B993-A1D7AFC2F934}" dt="2023-06-15T08:32:33.949" v="1395" actId="1076"/>
          <ac:inkMkLst>
            <pc:docMk/>
            <pc:sldMk cId="844686746" sldId="438"/>
            <ac:inkMk id="42" creationId="{B1763D3D-99AB-4E75-4E98-57E9A48F6FC6}"/>
          </ac:inkMkLst>
        </pc:inkChg>
        <pc:inkChg chg="add mod">
          <ac:chgData name="Aron Michael" userId="a6335a5c-3af6-488f-9ef1-dea14714a451" providerId="ADAL" clId="{97C2611C-583D-4F36-B993-A1D7AFC2F934}" dt="2023-06-15T08:32:33.949" v="1395" actId="1076"/>
          <ac:inkMkLst>
            <pc:docMk/>
            <pc:sldMk cId="844686746" sldId="438"/>
            <ac:inkMk id="43" creationId="{803C0D8B-8218-029D-8995-2637B050D9E4}"/>
          </ac:inkMkLst>
        </pc:inkChg>
        <pc:inkChg chg="add mod">
          <ac:chgData name="Aron Michael" userId="a6335a5c-3af6-488f-9ef1-dea14714a451" providerId="ADAL" clId="{97C2611C-583D-4F36-B993-A1D7AFC2F934}" dt="2023-06-15T08:32:33.949" v="1395" actId="1076"/>
          <ac:inkMkLst>
            <pc:docMk/>
            <pc:sldMk cId="844686746" sldId="438"/>
            <ac:inkMk id="44" creationId="{9E26A0D3-74A2-B96F-8375-44C19B26F825}"/>
          </ac:inkMkLst>
        </pc:inkChg>
        <pc:inkChg chg="add mod">
          <ac:chgData name="Aron Michael" userId="a6335a5c-3af6-488f-9ef1-dea14714a451" providerId="ADAL" clId="{97C2611C-583D-4F36-B993-A1D7AFC2F934}" dt="2023-06-15T08:32:33.949" v="1395" actId="1076"/>
          <ac:inkMkLst>
            <pc:docMk/>
            <pc:sldMk cId="844686746" sldId="438"/>
            <ac:inkMk id="45" creationId="{696DA3D2-650D-59CF-2724-2DBEF19F067A}"/>
          </ac:inkMkLst>
        </pc:inkChg>
        <pc:inkChg chg="add mod">
          <ac:chgData name="Aron Michael" userId="a6335a5c-3af6-488f-9ef1-dea14714a451" providerId="ADAL" clId="{97C2611C-583D-4F36-B993-A1D7AFC2F934}" dt="2023-06-15T08:32:33.949" v="1395" actId="1076"/>
          <ac:inkMkLst>
            <pc:docMk/>
            <pc:sldMk cId="844686746" sldId="438"/>
            <ac:inkMk id="46" creationId="{DA0C0889-89F1-296B-053A-5B1A9C8FCD57}"/>
          </ac:inkMkLst>
        </pc:inkChg>
        <pc:inkChg chg="add mod">
          <ac:chgData name="Aron Michael" userId="a6335a5c-3af6-488f-9ef1-dea14714a451" providerId="ADAL" clId="{97C2611C-583D-4F36-B993-A1D7AFC2F934}" dt="2023-06-15T08:32:33.949" v="1395" actId="1076"/>
          <ac:inkMkLst>
            <pc:docMk/>
            <pc:sldMk cId="844686746" sldId="438"/>
            <ac:inkMk id="47" creationId="{F5104C16-9958-3E0C-4205-383FF8DD062A}"/>
          </ac:inkMkLst>
        </pc:inkChg>
        <pc:inkChg chg="add mod">
          <ac:chgData name="Aron Michael" userId="a6335a5c-3af6-488f-9ef1-dea14714a451" providerId="ADAL" clId="{97C2611C-583D-4F36-B993-A1D7AFC2F934}" dt="2023-06-15T08:32:33.949" v="1395" actId="1076"/>
          <ac:inkMkLst>
            <pc:docMk/>
            <pc:sldMk cId="844686746" sldId="438"/>
            <ac:inkMk id="48" creationId="{7DCD88EC-AFD1-D454-2772-9A0CB7544B01}"/>
          </ac:inkMkLst>
        </pc:inkChg>
        <pc:inkChg chg="add mod">
          <ac:chgData name="Aron Michael" userId="a6335a5c-3af6-488f-9ef1-dea14714a451" providerId="ADAL" clId="{97C2611C-583D-4F36-B993-A1D7AFC2F934}" dt="2023-06-15T08:32:33.949" v="1395" actId="1076"/>
          <ac:inkMkLst>
            <pc:docMk/>
            <pc:sldMk cId="844686746" sldId="438"/>
            <ac:inkMk id="49" creationId="{A24456C1-E45D-C012-6068-0D8923782D77}"/>
          </ac:inkMkLst>
        </pc:inkChg>
        <pc:inkChg chg="add mod">
          <ac:chgData name="Aron Michael" userId="a6335a5c-3af6-488f-9ef1-dea14714a451" providerId="ADAL" clId="{97C2611C-583D-4F36-B993-A1D7AFC2F934}" dt="2023-06-15T08:32:33.949" v="1395" actId="1076"/>
          <ac:inkMkLst>
            <pc:docMk/>
            <pc:sldMk cId="844686746" sldId="438"/>
            <ac:inkMk id="50" creationId="{20B78D70-7F18-F85E-18A3-AB50856150F4}"/>
          </ac:inkMkLst>
        </pc:inkChg>
        <pc:inkChg chg="add mod">
          <ac:chgData name="Aron Michael" userId="a6335a5c-3af6-488f-9ef1-dea14714a451" providerId="ADAL" clId="{97C2611C-583D-4F36-B993-A1D7AFC2F934}" dt="2023-06-15T08:32:33.949" v="1395" actId="1076"/>
          <ac:inkMkLst>
            <pc:docMk/>
            <pc:sldMk cId="844686746" sldId="438"/>
            <ac:inkMk id="51" creationId="{07CFF009-F3E9-1510-2475-7235D03832EB}"/>
          </ac:inkMkLst>
        </pc:inkChg>
        <pc:inkChg chg="add mod">
          <ac:chgData name="Aron Michael" userId="a6335a5c-3af6-488f-9ef1-dea14714a451" providerId="ADAL" clId="{97C2611C-583D-4F36-B993-A1D7AFC2F934}" dt="2023-06-15T08:32:33.949" v="1395" actId="1076"/>
          <ac:inkMkLst>
            <pc:docMk/>
            <pc:sldMk cId="844686746" sldId="438"/>
            <ac:inkMk id="52" creationId="{9F582B89-E1B8-51A1-0F36-02B66766C0E6}"/>
          </ac:inkMkLst>
        </pc:inkChg>
        <pc:inkChg chg="add mod">
          <ac:chgData name="Aron Michael" userId="a6335a5c-3af6-488f-9ef1-dea14714a451" providerId="ADAL" clId="{97C2611C-583D-4F36-B993-A1D7AFC2F934}" dt="2023-06-15T08:32:33.949" v="1395" actId="1076"/>
          <ac:inkMkLst>
            <pc:docMk/>
            <pc:sldMk cId="844686746" sldId="438"/>
            <ac:inkMk id="53" creationId="{62AA5A29-90EF-717E-5AB0-D62D9DFB09D2}"/>
          </ac:inkMkLst>
        </pc:inkChg>
      </pc:sldChg>
      <pc:sldChg chg="addSp delSp modSp add mod">
        <pc:chgData name="Aron Michael" userId="a6335a5c-3af6-488f-9ef1-dea14714a451" providerId="ADAL" clId="{97C2611C-583D-4F36-B993-A1D7AFC2F934}" dt="2023-06-15T08:56:40.643" v="1916"/>
        <pc:sldMkLst>
          <pc:docMk/>
          <pc:sldMk cId="4221761138" sldId="439"/>
        </pc:sldMkLst>
        <pc:spChg chg="mod">
          <ac:chgData name="Aron Michael" userId="a6335a5c-3af6-488f-9ef1-dea14714a451" providerId="ADAL" clId="{97C2611C-583D-4F36-B993-A1D7AFC2F934}" dt="2023-06-15T08:56:40.643" v="1916"/>
          <ac:spMkLst>
            <pc:docMk/>
            <pc:sldMk cId="4221761138" sldId="439"/>
            <ac:spMk id="11" creationId="{EF819F61-E392-9E34-B4A0-A2BE17C3390B}"/>
          </ac:spMkLst>
        </pc:spChg>
        <pc:grpChg chg="add mod">
          <ac:chgData name="Aron Michael" userId="a6335a5c-3af6-488f-9ef1-dea14714a451" providerId="ADAL" clId="{97C2611C-583D-4F36-B993-A1D7AFC2F934}" dt="2023-06-15T08:34:11.523" v="1403" actId="1076"/>
          <ac:grpSpMkLst>
            <pc:docMk/>
            <pc:sldMk cId="4221761138" sldId="439"/>
            <ac:grpSpMk id="3" creationId="{CB9CC489-02E2-5B9B-D3AF-37B676D7ECCD}"/>
          </ac:grpSpMkLst>
        </pc:grpChg>
        <pc:grpChg chg="add mod">
          <ac:chgData name="Aron Michael" userId="a6335a5c-3af6-488f-9ef1-dea14714a451" providerId="ADAL" clId="{97C2611C-583D-4F36-B993-A1D7AFC2F934}" dt="2023-06-15T08:34:11.523" v="1403" actId="1076"/>
          <ac:grpSpMkLst>
            <pc:docMk/>
            <pc:sldMk cId="4221761138" sldId="439"/>
            <ac:grpSpMk id="126" creationId="{DFD2CE5A-FA07-5FB3-15F2-8F1452F260CC}"/>
          </ac:grpSpMkLst>
        </pc:grpChg>
        <pc:grpChg chg="add mod">
          <ac:chgData name="Aron Michael" userId="a6335a5c-3af6-488f-9ef1-dea14714a451" providerId="ADAL" clId="{97C2611C-583D-4F36-B993-A1D7AFC2F934}" dt="2023-06-15T08:34:11.523" v="1403" actId="1076"/>
          <ac:grpSpMkLst>
            <pc:docMk/>
            <pc:sldMk cId="4221761138" sldId="439"/>
            <ac:grpSpMk id="130" creationId="{11DD8316-9716-E8A6-52C2-66DBECDF95EC}"/>
          </ac:grpSpMkLst>
        </pc:grpChg>
        <pc:grpChg chg="add mod">
          <ac:chgData name="Aron Michael" userId="a6335a5c-3af6-488f-9ef1-dea14714a451" providerId="ADAL" clId="{97C2611C-583D-4F36-B993-A1D7AFC2F934}" dt="2023-06-15T08:34:11.523" v="1403" actId="1076"/>
          <ac:grpSpMkLst>
            <pc:docMk/>
            <pc:sldMk cId="4221761138" sldId="439"/>
            <ac:grpSpMk id="137" creationId="{6320B7E0-FF19-2877-12EB-96F0A906ACC5}"/>
          </ac:grpSpMkLst>
        </pc:grpChg>
        <pc:inkChg chg="mod">
          <ac:chgData name="Aron Michael" userId="a6335a5c-3af6-488f-9ef1-dea14714a451" providerId="ADAL" clId="{97C2611C-583D-4F36-B993-A1D7AFC2F934}" dt="2023-06-15T08:34:04.885" v="1402"/>
          <ac:inkMkLst>
            <pc:docMk/>
            <pc:sldMk cId="4221761138" sldId="439"/>
            <ac:inkMk id="8" creationId="{5CA6FD8F-C1CD-8D15-072B-AB4DD1893089}"/>
          </ac:inkMkLst>
        </pc:inkChg>
        <pc:inkChg chg="mod">
          <ac:chgData name="Aron Michael" userId="a6335a5c-3af6-488f-9ef1-dea14714a451" providerId="ADAL" clId="{97C2611C-583D-4F36-B993-A1D7AFC2F934}" dt="2023-06-15T08:34:04.885" v="1402"/>
          <ac:inkMkLst>
            <pc:docMk/>
            <pc:sldMk cId="4221761138" sldId="439"/>
            <ac:inkMk id="9" creationId="{342A0244-018B-40B9-802F-2CD492451E57}"/>
          </ac:inkMkLst>
        </pc:inkChg>
        <pc:inkChg chg="del">
          <ac:chgData name="Aron Michael" userId="a6335a5c-3af6-488f-9ef1-dea14714a451" providerId="ADAL" clId="{97C2611C-583D-4F36-B993-A1D7AFC2F934}" dt="2023-06-15T08:33:33.679" v="1399" actId="478"/>
          <ac:inkMkLst>
            <pc:docMk/>
            <pc:sldMk cId="4221761138" sldId="439"/>
            <ac:inkMk id="10" creationId="{D835BA7D-8DD1-65C9-A073-B7AFC829C4F4}"/>
          </ac:inkMkLst>
        </pc:inkChg>
        <pc:inkChg chg="del">
          <ac:chgData name="Aron Michael" userId="a6335a5c-3af6-488f-9ef1-dea14714a451" providerId="ADAL" clId="{97C2611C-583D-4F36-B993-A1D7AFC2F934}" dt="2023-06-15T08:33:33.679" v="1399" actId="478"/>
          <ac:inkMkLst>
            <pc:docMk/>
            <pc:sldMk cId="4221761138" sldId="439"/>
            <ac:inkMk id="12" creationId="{356BF5FF-BE2D-BD29-5CFC-A9FB35102D56}"/>
          </ac:inkMkLst>
        </pc:inkChg>
        <pc:inkChg chg="del">
          <ac:chgData name="Aron Michael" userId="a6335a5c-3af6-488f-9ef1-dea14714a451" providerId="ADAL" clId="{97C2611C-583D-4F36-B993-A1D7AFC2F934}" dt="2023-06-15T08:33:33.679" v="1399" actId="478"/>
          <ac:inkMkLst>
            <pc:docMk/>
            <pc:sldMk cId="4221761138" sldId="439"/>
            <ac:inkMk id="13" creationId="{CF013EE8-05C2-DAA3-4CE6-DC8B5BECA3A5}"/>
          </ac:inkMkLst>
        </pc:inkChg>
        <pc:inkChg chg="del">
          <ac:chgData name="Aron Michael" userId="a6335a5c-3af6-488f-9ef1-dea14714a451" providerId="ADAL" clId="{97C2611C-583D-4F36-B993-A1D7AFC2F934}" dt="2023-06-15T08:33:33.679" v="1399" actId="478"/>
          <ac:inkMkLst>
            <pc:docMk/>
            <pc:sldMk cId="4221761138" sldId="439"/>
            <ac:inkMk id="14" creationId="{8E8B8CDE-740A-E14F-0F45-A3F969ED620C}"/>
          </ac:inkMkLst>
        </pc:inkChg>
        <pc:inkChg chg="del">
          <ac:chgData name="Aron Michael" userId="a6335a5c-3af6-488f-9ef1-dea14714a451" providerId="ADAL" clId="{97C2611C-583D-4F36-B993-A1D7AFC2F934}" dt="2023-06-15T08:33:33.679" v="1399" actId="478"/>
          <ac:inkMkLst>
            <pc:docMk/>
            <pc:sldMk cId="4221761138" sldId="439"/>
            <ac:inkMk id="15" creationId="{B6B7B7A4-526D-B78B-21F2-AB4313101818}"/>
          </ac:inkMkLst>
        </pc:inkChg>
        <pc:inkChg chg="del">
          <ac:chgData name="Aron Michael" userId="a6335a5c-3af6-488f-9ef1-dea14714a451" providerId="ADAL" clId="{97C2611C-583D-4F36-B993-A1D7AFC2F934}" dt="2023-06-15T08:33:33.679" v="1399" actId="478"/>
          <ac:inkMkLst>
            <pc:docMk/>
            <pc:sldMk cId="4221761138" sldId="439"/>
            <ac:inkMk id="16" creationId="{DAC1358A-99D3-4472-6F12-3BA03F21915C}"/>
          </ac:inkMkLst>
        </pc:inkChg>
        <pc:inkChg chg="del">
          <ac:chgData name="Aron Michael" userId="a6335a5c-3af6-488f-9ef1-dea14714a451" providerId="ADAL" clId="{97C2611C-583D-4F36-B993-A1D7AFC2F934}" dt="2023-06-15T08:33:33.679" v="1399" actId="478"/>
          <ac:inkMkLst>
            <pc:docMk/>
            <pc:sldMk cId="4221761138" sldId="439"/>
            <ac:inkMk id="17" creationId="{54F47E36-7F3B-60A2-9E81-BF02C39A24CB}"/>
          </ac:inkMkLst>
        </pc:inkChg>
        <pc:inkChg chg="del">
          <ac:chgData name="Aron Michael" userId="a6335a5c-3af6-488f-9ef1-dea14714a451" providerId="ADAL" clId="{97C2611C-583D-4F36-B993-A1D7AFC2F934}" dt="2023-06-15T08:33:33.679" v="1399" actId="478"/>
          <ac:inkMkLst>
            <pc:docMk/>
            <pc:sldMk cId="4221761138" sldId="439"/>
            <ac:inkMk id="18" creationId="{12011CE5-4BCD-A99D-BD90-70D87A8EE1E3}"/>
          </ac:inkMkLst>
        </pc:inkChg>
        <pc:inkChg chg="del">
          <ac:chgData name="Aron Michael" userId="a6335a5c-3af6-488f-9ef1-dea14714a451" providerId="ADAL" clId="{97C2611C-583D-4F36-B993-A1D7AFC2F934}" dt="2023-06-15T08:33:33.679" v="1399" actId="478"/>
          <ac:inkMkLst>
            <pc:docMk/>
            <pc:sldMk cId="4221761138" sldId="439"/>
            <ac:inkMk id="19" creationId="{4C3B9989-5813-44ED-1090-14ACC1151375}"/>
          </ac:inkMkLst>
        </pc:inkChg>
        <pc:inkChg chg="del">
          <ac:chgData name="Aron Michael" userId="a6335a5c-3af6-488f-9ef1-dea14714a451" providerId="ADAL" clId="{97C2611C-583D-4F36-B993-A1D7AFC2F934}" dt="2023-06-15T08:33:33.679" v="1399" actId="478"/>
          <ac:inkMkLst>
            <pc:docMk/>
            <pc:sldMk cId="4221761138" sldId="439"/>
            <ac:inkMk id="20" creationId="{F5F3BCE6-E80E-BC66-DF8E-7495FAFFDB8C}"/>
          </ac:inkMkLst>
        </pc:inkChg>
        <pc:inkChg chg="del">
          <ac:chgData name="Aron Michael" userId="a6335a5c-3af6-488f-9ef1-dea14714a451" providerId="ADAL" clId="{97C2611C-583D-4F36-B993-A1D7AFC2F934}" dt="2023-06-15T08:33:33.679" v="1399" actId="478"/>
          <ac:inkMkLst>
            <pc:docMk/>
            <pc:sldMk cId="4221761138" sldId="439"/>
            <ac:inkMk id="21" creationId="{35BCEB04-205D-3F22-727E-ECB87C82020F}"/>
          </ac:inkMkLst>
        </pc:inkChg>
        <pc:inkChg chg="del">
          <ac:chgData name="Aron Michael" userId="a6335a5c-3af6-488f-9ef1-dea14714a451" providerId="ADAL" clId="{97C2611C-583D-4F36-B993-A1D7AFC2F934}" dt="2023-06-15T08:33:33.679" v="1399" actId="478"/>
          <ac:inkMkLst>
            <pc:docMk/>
            <pc:sldMk cId="4221761138" sldId="439"/>
            <ac:inkMk id="22" creationId="{7FF5BE5A-1BF4-27A0-FAC0-17D849D89A81}"/>
          </ac:inkMkLst>
        </pc:inkChg>
        <pc:inkChg chg="del">
          <ac:chgData name="Aron Michael" userId="a6335a5c-3af6-488f-9ef1-dea14714a451" providerId="ADAL" clId="{97C2611C-583D-4F36-B993-A1D7AFC2F934}" dt="2023-06-15T08:33:33.679" v="1399" actId="478"/>
          <ac:inkMkLst>
            <pc:docMk/>
            <pc:sldMk cId="4221761138" sldId="439"/>
            <ac:inkMk id="23" creationId="{8A8ACDDB-C530-2276-F3F9-4CD67CEAE11B}"/>
          </ac:inkMkLst>
        </pc:inkChg>
        <pc:inkChg chg="del">
          <ac:chgData name="Aron Michael" userId="a6335a5c-3af6-488f-9ef1-dea14714a451" providerId="ADAL" clId="{97C2611C-583D-4F36-B993-A1D7AFC2F934}" dt="2023-06-15T08:33:33.679" v="1399" actId="478"/>
          <ac:inkMkLst>
            <pc:docMk/>
            <pc:sldMk cId="4221761138" sldId="439"/>
            <ac:inkMk id="24" creationId="{0F9B3527-DD3E-B428-3AFB-3A69F84B6A58}"/>
          </ac:inkMkLst>
        </pc:inkChg>
        <pc:inkChg chg="del">
          <ac:chgData name="Aron Michael" userId="a6335a5c-3af6-488f-9ef1-dea14714a451" providerId="ADAL" clId="{97C2611C-583D-4F36-B993-A1D7AFC2F934}" dt="2023-06-15T08:33:33.679" v="1399" actId="478"/>
          <ac:inkMkLst>
            <pc:docMk/>
            <pc:sldMk cId="4221761138" sldId="439"/>
            <ac:inkMk id="25" creationId="{B9F1B2E9-72C8-7561-401A-4C9C9B290EAA}"/>
          </ac:inkMkLst>
        </pc:inkChg>
        <pc:inkChg chg="del">
          <ac:chgData name="Aron Michael" userId="a6335a5c-3af6-488f-9ef1-dea14714a451" providerId="ADAL" clId="{97C2611C-583D-4F36-B993-A1D7AFC2F934}" dt="2023-06-15T08:33:33.679" v="1399" actId="478"/>
          <ac:inkMkLst>
            <pc:docMk/>
            <pc:sldMk cId="4221761138" sldId="439"/>
            <ac:inkMk id="26" creationId="{432C3746-1052-CF60-B305-07547F71ACEB}"/>
          </ac:inkMkLst>
        </pc:inkChg>
        <pc:inkChg chg="del">
          <ac:chgData name="Aron Michael" userId="a6335a5c-3af6-488f-9ef1-dea14714a451" providerId="ADAL" clId="{97C2611C-583D-4F36-B993-A1D7AFC2F934}" dt="2023-06-15T08:33:33.679" v="1399" actId="478"/>
          <ac:inkMkLst>
            <pc:docMk/>
            <pc:sldMk cId="4221761138" sldId="439"/>
            <ac:inkMk id="27" creationId="{75C4CDAE-7D7C-2433-0530-CC563264B769}"/>
          </ac:inkMkLst>
        </pc:inkChg>
        <pc:inkChg chg="del">
          <ac:chgData name="Aron Michael" userId="a6335a5c-3af6-488f-9ef1-dea14714a451" providerId="ADAL" clId="{97C2611C-583D-4F36-B993-A1D7AFC2F934}" dt="2023-06-15T08:33:33.679" v="1399" actId="478"/>
          <ac:inkMkLst>
            <pc:docMk/>
            <pc:sldMk cId="4221761138" sldId="439"/>
            <ac:inkMk id="28" creationId="{2CB565B6-FAD2-CEB4-FCC9-F17A01189987}"/>
          </ac:inkMkLst>
        </pc:inkChg>
        <pc:inkChg chg="del">
          <ac:chgData name="Aron Michael" userId="a6335a5c-3af6-488f-9ef1-dea14714a451" providerId="ADAL" clId="{97C2611C-583D-4F36-B993-A1D7AFC2F934}" dt="2023-06-15T08:33:33.679" v="1399" actId="478"/>
          <ac:inkMkLst>
            <pc:docMk/>
            <pc:sldMk cId="4221761138" sldId="439"/>
            <ac:inkMk id="29" creationId="{08AC6EF2-2CD4-F776-4A42-6686E38969EF}"/>
          </ac:inkMkLst>
        </pc:inkChg>
        <pc:inkChg chg="del">
          <ac:chgData name="Aron Michael" userId="a6335a5c-3af6-488f-9ef1-dea14714a451" providerId="ADAL" clId="{97C2611C-583D-4F36-B993-A1D7AFC2F934}" dt="2023-06-15T08:33:33.679" v="1399" actId="478"/>
          <ac:inkMkLst>
            <pc:docMk/>
            <pc:sldMk cId="4221761138" sldId="439"/>
            <ac:inkMk id="30" creationId="{5AAA5A63-EC20-D64F-4196-217D52B57EA8}"/>
          </ac:inkMkLst>
        </pc:inkChg>
        <pc:inkChg chg="del">
          <ac:chgData name="Aron Michael" userId="a6335a5c-3af6-488f-9ef1-dea14714a451" providerId="ADAL" clId="{97C2611C-583D-4F36-B993-A1D7AFC2F934}" dt="2023-06-15T08:33:33.679" v="1399" actId="478"/>
          <ac:inkMkLst>
            <pc:docMk/>
            <pc:sldMk cId="4221761138" sldId="439"/>
            <ac:inkMk id="31" creationId="{2E3AB799-236E-82EB-1FB2-34F4AF1D4CAA}"/>
          </ac:inkMkLst>
        </pc:inkChg>
        <pc:inkChg chg="del">
          <ac:chgData name="Aron Michael" userId="a6335a5c-3af6-488f-9ef1-dea14714a451" providerId="ADAL" clId="{97C2611C-583D-4F36-B993-A1D7AFC2F934}" dt="2023-06-15T08:33:33.679" v="1399" actId="478"/>
          <ac:inkMkLst>
            <pc:docMk/>
            <pc:sldMk cId="4221761138" sldId="439"/>
            <ac:inkMk id="32" creationId="{9A1A2C3D-8952-6FB0-1178-0EED0A603CFD}"/>
          </ac:inkMkLst>
        </pc:inkChg>
        <pc:inkChg chg="del">
          <ac:chgData name="Aron Michael" userId="a6335a5c-3af6-488f-9ef1-dea14714a451" providerId="ADAL" clId="{97C2611C-583D-4F36-B993-A1D7AFC2F934}" dt="2023-06-15T08:33:33.679" v="1399" actId="478"/>
          <ac:inkMkLst>
            <pc:docMk/>
            <pc:sldMk cId="4221761138" sldId="439"/>
            <ac:inkMk id="33" creationId="{4D0D747C-FED0-7ABF-85AE-D38B57DA9AFB}"/>
          </ac:inkMkLst>
        </pc:inkChg>
        <pc:inkChg chg="del">
          <ac:chgData name="Aron Michael" userId="a6335a5c-3af6-488f-9ef1-dea14714a451" providerId="ADAL" clId="{97C2611C-583D-4F36-B993-A1D7AFC2F934}" dt="2023-06-15T08:33:33.679" v="1399" actId="478"/>
          <ac:inkMkLst>
            <pc:docMk/>
            <pc:sldMk cId="4221761138" sldId="439"/>
            <ac:inkMk id="34" creationId="{97A59D26-57FD-18D1-8C16-F0ACD3E09B1F}"/>
          </ac:inkMkLst>
        </pc:inkChg>
        <pc:inkChg chg="del">
          <ac:chgData name="Aron Michael" userId="a6335a5c-3af6-488f-9ef1-dea14714a451" providerId="ADAL" clId="{97C2611C-583D-4F36-B993-A1D7AFC2F934}" dt="2023-06-15T08:33:33.679" v="1399" actId="478"/>
          <ac:inkMkLst>
            <pc:docMk/>
            <pc:sldMk cId="4221761138" sldId="439"/>
            <ac:inkMk id="35" creationId="{A0E41A0B-56BF-13D4-DE44-BBAD010DF375}"/>
          </ac:inkMkLst>
        </pc:inkChg>
        <pc:inkChg chg="del">
          <ac:chgData name="Aron Michael" userId="a6335a5c-3af6-488f-9ef1-dea14714a451" providerId="ADAL" clId="{97C2611C-583D-4F36-B993-A1D7AFC2F934}" dt="2023-06-15T08:33:33.679" v="1399" actId="478"/>
          <ac:inkMkLst>
            <pc:docMk/>
            <pc:sldMk cId="4221761138" sldId="439"/>
            <ac:inkMk id="36" creationId="{7DF49E0B-ADAF-2D12-BB5C-D41C467F16D2}"/>
          </ac:inkMkLst>
        </pc:inkChg>
        <pc:inkChg chg="del">
          <ac:chgData name="Aron Michael" userId="a6335a5c-3af6-488f-9ef1-dea14714a451" providerId="ADAL" clId="{97C2611C-583D-4F36-B993-A1D7AFC2F934}" dt="2023-06-15T08:33:33.679" v="1399" actId="478"/>
          <ac:inkMkLst>
            <pc:docMk/>
            <pc:sldMk cId="4221761138" sldId="439"/>
            <ac:inkMk id="37" creationId="{CB5275EE-BAAC-F87A-318B-4A7BC3ACB6DF}"/>
          </ac:inkMkLst>
        </pc:inkChg>
        <pc:inkChg chg="del">
          <ac:chgData name="Aron Michael" userId="a6335a5c-3af6-488f-9ef1-dea14714a451" providerId="ADAL" clId="{97C2611C-583D-4F36-B993-A1D7AFC2F934}" dt="2023-06-15T08:33:33.679" v="1399" actId="478"/>
          <ac:inkMkLst>
            <pc:docMk/>
            <pc:sldMk cId="4221761138" sldId="439"/>
            <ac:inkMk id="38" creationId="{81EB1A43-56D2-7781-2380-481CE6C0EFD9}"/>
          </ac:inkMkLst>
        </pc:inkChg>
        <pc:inkChg chg="del">
          <ac:chgData name="Aron Michael" userId="a6335a5c-3af6-488f-9ef1-dea14714a451" providerId="ADAL" clId="{97C2611C-583D-4F36-B993-A1D7AFC2F934}" dt="2023-06-15T08:33:33.679" v="1399" actId="478"/>
          <ac:inkMkLst>
            <pc:docMk/>
            <pc:sldMk cId="4221761138" sldId="439"/>
            <ac:inkMk id="39" creationId="{C6042433-DD8A-FA6C-48AD-7C07A4827098}"/>
          </ac:inkMkLst>
        </pc:inkChg>
        <pc:inkChg chg="del">
          <ac:chgData name="Aron Michael" userId="a6335a5c-3af6-488f-9ef1-dea14714a451" providerId="ADAL" clId="{97C2611C-583D-4F36-B993-A1D7AFC2F934}" dt="2023-06-15T08:33:33.679" v="1399" actId="478"/>
          <ac:inkMkLst>
            <pc:docMk/>
            <pc:sldMk cId="4221761138" sldId="439"/>
            <ac:inkMk id="40" creationId="{2570D398-6CE7-56BE-EC53-C84855F43109}"/>
          </ac:inkMkLst>
        </pc:inkChg>
        <pc:inkChg chg="del">
          <ac:chgData name="Aron Michael" userId="a6335a5c-3af6-488f-9ef1-dea14714a451" providerId="ADAL" clId="{97C2611C-583D-4F36-B993-A1D7AFC2F934}" dt="2023-06-15T08:33:33.679" v="1399" actId="478"/>
          <ac:inkMkLst>
            <pc:docMk/>
            <pc:sldMk cId="4221761138" sldId="439"/>
            <ac:inkMk id="41" creationId="{BABCBD6B-8CBB-C28F-B317-0184F2B576DC}"/>
          </ac:inkMkLst>
        </pc:inkChg>
        <pc:inkChg chg="del">
          <ac:chgData name="Aron Michael" userId="a6335a5c-3af6-488f-9ef1-dea14714a451" providerId="ADAL" clId="{97C2611C-583D-4F36-B993-A1D7AFC2F934}" dt="2023-06-15T08:33:33.679" v="1399" actId="478"/>
          <ac:inkMkLst>
            <pc:docMk/>
            <pc:sldMk cId="4221761138" sldId="439"/>
            <ac:inkMk id="42" creationId="{B1763D3D-99AB-4E75-4E98-57E9A48F6FC6}"/>
          </ac:inkMkLst>
        </pc:inkChg>
        <pc:inkChg chg="del">
          <ac:chgData name="Aron Michael" userId="a6335a5c-3af6-488f-9ef1-dea14714a451" providerId="ADAL" clId="{97C2611C-583D-4F36-B993-A1D7AFC2F934}" dt="2023-06-15T08:33:33.679" v="1399" actId="478"/>
          <ac:inkMkLst>
            <pc:docMk/>
            <pc:sldMk cId="4221761138" sldId="439"/>
            <ac:inkMk id="43" creationId="{803C0D8B-8218-029D-8995-2637B050D9E4}"/>
          </ac:inkMkLst>
        </pc:inkChg>
        <pc:inkChg chg="del">
          <ac:chgData name="Aron Michael" userId="a6335a5c-3af6-488f-9ef1-dea14714a451" providerId="ADAL" clId="{97C2611C-583D-4F36-B993-A1D7AFC2F934}" dt="2023-06-15T08:33:33.679" v="1399" actId="478"/>
          <ac:inkMkLst>
            <pc:docMk/>
            <pc:sldMk cId="4221761138" sldId="439"/>
            <ac:inkMk id="44" creationId="{9E26A0D3-74A2-B96F-8375-44C19B26F825}"/>
          </ac:inkMkLst>
        </pc:inkChg>
        <pc:inkChg chg="del">
          <ac:chgData name="Aron Michael" userId="a6335a5c-3af6-488f-9ef1-dea14714a451" providerId="ADAL" clId="{97C2611C-583D-4F36-B993-A1D7AFC2F934}" dt="2023-06-15T08:33:33.679" v="1399" actId="478"/>
          <ac:inkMkLst>
            <pc:docMk/>
            <pc:sldMk cId="4221761138" sldId="439"/>
            <ac:inkMk id="45" creationId="{696DA3D2-650D-59CF-2724-2DBEF19F067A}"/>
          </ac:inkMkLst>
        </pc:inkChg>
        <pc:inkChg chg="del">
          <ac:chgData name="Aron Michael" userId="a6335a5c-3af6-488f-9ef1-dea14714a451" providerId="ADAL" clId="{97C2611C-583D-4F36-B993-A1D7AFC2F934}" dt="2023-06-15T08:33:33.679" v="1399" actId="478"/>
          <ac:inkMkLst>
            <pc:docMk/>
            <pc:sldMk cId="4221761138" sldId="439"/>
            <ac:inkMk id="46" creationId="{DA0C0889-89F1-296B-053A-5B1A9C8FCD57}"/>
          </ac:inkMkLst>
        </pc:inkChg>
        <pc:inkChg chg="del">
          <ac:chgData name="Aron Michael" userId="a6335a5c-3af6-488f-9ef1-dea14714a451" providerId="ADAL" clId="{97C2611C-583D-4F36-B993-A1D7AFC2F934}" dt="2023-06-15T08:33:40.204" v="1401" actId="478"/>
          <ac:inkMkLst>
            <pc:docMk/>
            <pc:sldMk cId="4221761138" sldId="439"/>
            <ac:inkMk id="47" creationId="{F5104C16-9958-3E0C-4205-383FF8DD062A}"/>
          </ac:inkMkLst>
        </pc:inkChg>
        <pc:inkChg chg="del">
          <ac:chgData name="Aron Michael" userId="a6335a5c-3af6-488f-9ef1-dea14714a451" providerId="ADAL" clId="{97C2611C-583D-4F36-B993-A1D7AFC2F934}" dt="2023-06-15T08:33:36.638" v="1400" actId="478"/>
          <ac:inkMkLst>
            <pc:docMk/>
            <pc:sldMk cId="4221761138" sldId="439"/>
            <ac:inkMk id="48" creationId="{7DCD88EC-AFD1-D454-2772-9A0CB7544B01}"/>
          </ac:inkMkLst>
        </pc:inkChg>
        <pc:inkChg chg="del">
          <ac:chgData name="Aron Michael" userId="a6335a5c-3af6-488f-9ef1-dea14714a451" providerId="ADAL" clId="{97C2611C-583D-4F36-B993-A1D7AFC2F934}" dt="2023-06-15T08:33:33.679" v="1399" actId="478"/>
          <ac:inkMkLst>
            <pc:docMk/>
            <pc:sldMk cId="4221761138" sldId="439"/>
            <ac:inkMk id="49" creationId="{A24456C1-E45D-C012-6068-0D8923782D77}"/>
          </ac:inkMkLst>
        </pc:inkChg>
        <pc:inkChg chg="del">
          <ac:chgData name="Aron Michael" userId="a6335a5c-3af6-488f-9ef1-dea14714a451" providerId="ADAL" clId="{97C2611C-583D-4F36-B993-A1D7AFC2F934}" dt="2023-06-15T08:33:33.679" v="1399" actId="478"/>
          <ac:inkMkLst>
            <pc:docMk/>
            <pc:sldMk cId="4221761138" sldId="439"/>
            <ac:inkMk id="50" creationId="{20B78D70-7F18-F85E-18A3-AB50856150F4}"/>
          </ac:inkMkLst>
        </pc:inkChg>
        <pc:inkChg chg="del">
          <ac:chgData name="Aron Michael" userId="a6335a5c-3af6-488f-9ef1-dea14714a451" providerId="ADAL" clId="{97C2611C-583D-4F36-B993-A1D7AFC2F934}" dt="2023-06-15T08:33:33.679" v="1399" actId="478"/>
          <ac:inkMkLst>
            <pc:docMk/>
            <pc:sldMk cId="4221761138" sldId="439"/>
            <ac:inkMk id="51" creationId="{07CFF009-F3E9-1510-2475-7235D03832EB}"/>
          </ac:inkMkLst>
        </pc:inkChg>
        <pc:inkChg chg="del">
          <ac:chgData name="Aron Michael" userId="a6335a5c-3af6-488f-9ef1-dea14714a451" providerId="ADAL" clId="{97C2611C-583D-4F36-B993-A1D7AFC2F934}" dt="2023-06-15T08:33:33.679" v="1399" actId="478"/>
          <ac:inkMkLst>
            <pc:docMk/>
            <pc:sldMk cId="4221761138" sldId="439"/>
            <ac:inkMk id="52" creationId="{9F582B89-E1B8-51A1-0F36-02B66766C0E6}"/>
          </ac:inkMkLst>
        </pc:inkChg>
        <pc:inkChg chg="del">
          <ac:chgData name="Aron Michael" userId="a6335a5c-3af6-488f-9ef1-dea14714a451" providerId="ADAL" clId="{97C2611C-583D-4F36-B993-A1D7AFC2F934}" dt="2023-06-15T08:33:33.679" v="1399" actId="478"/>
          <ac:inkMkLst>
            <pc:docMk/>
            <pc:sldMk cId="4221761138" sldId="439"/>
            <ac:inkMk id="53" creationId="{62AA5A29-90EF-717E-5AB0-D62D9DFB09D2}"/>
          </ac:inkMkLst>
        </pc:inkChg>
        <pc:inkChg chg="mod">
          <ac:chgData name="Aron Michael" userId="a6335a5c-3af6-488f-9ef1-dea14714a451" providerId="ADAL" clId="{97C2611C-583D-4F36-B993-A1D7AFC2F934}" dt="2023-06-15T08:34:04.885" v="1402"/>
          <ac:inkMkLst>
            <pc:docMk/>
            <pc:sldMk cId="4221761138" sldId="439"/>
            <ac:inkMk id="54" creationId="{EC286C68-B2F3-7EC9-7667-9E4FF093CB84}"/>
          </ac:inkMkLst>
        </pc:inkChg>
        <pc:inkChg chg="mod">
          <ac:chgData name="Aron Michael" userId="a6335a5c-3af6-488f-9ef1-dea14714a451" providerId="ADAL" clId="{97C2611C-583D-4F36-B993-A1D7AFC2F934}" dt="2023-06-15T08:34:04.885" v="1402"/>
          <ac:inkMkLst>
            <pc:docMk/>
            <pc:sldMk cId="4221761138" sldId="439"/>
            <ac:inkMk id="55" creationId="{1BAC0B1F-01B2-515D-F8A2-541BCAA4D473}"/>
          </ac:inkMkLst>
        </pc:inkChg>
        <pc:inkChg chg="mod">
          <ac:chgData name="Aron Michael" userId="a6335a5c-3af6-488f-9ef1-dea14714a451" providerId="ADAL" clId="{97C2611C-583D-4F36-B993-A1D7AFC2F934}" dt="2023-06-15T08:34:04.885" v="1402"/>
          <ac:inkMkLst>
            <pc:docMk/>
            <pc:sldMk cId="4221761138" sldId="439"/>
            <ac:inkMk id="56" creationId="{49F09222-3B6D-0370-425B-1CFCC3B46AC8}"/>
          </ac:inkMkLst>
        </pc:inkChg>
        <pc:inkChg chg="mod">
          <ac:chgData name="Aron Michael" userId="a6335a5c-3af6-488f-9ef1-dea14714a451" providerId="ADAL" clId="{97C2611C-583D-4F36-B993-A1D7AFC2F934}" dt="2023-06-15T08:34:04.885" v="1402"/>
          <ac:inkMkLst>
            <pc:docMk/>
            <pc:sldMk cId="4221761138" sldId="439"/>
            <ac:inkMk id="57" creationId="{18BE80D2-8716-ED8B-CBB9-927FBD82C64F}"/>
          </ac:inkMkLst>
        </pc:inkChg>
        <pc:inkChg chg="mod">
          <ac:chgData name="Aron Michael" userId="a6335a5c-3af6-488f-9ef1-dea14714a451" providerId="ADAL" clId="{97C2611C-583D-4F36-B993-A1D7AFC2F934}" dt="2023-06-15T08:34:04.885" v="1402"/>
          <ac:inkMkLst>
            <pc:docMk/>
            <pc:sldMk cId="4221761138" sldId="439"/>
            <ac:inkMk id="58" creationId="{404BF0ED-C341-1A13-6082-2E37AF6AB800}"/>
          </ac:inkMkLst>
        </pc:inkChg>
        <pc:inkChg chg="mod">
          <ac:chgData name="Aron Michael" userId="a6335a5c-3af6-488f-9ef1-dea14714a451" providerId="ADAL" clId="{97C2611C-583D-4F36-B993-A1D7AFC2F934}" dt="2023-06-15T08:34:04.885" v="1402"/>
          <ac:inkMkLst>
            <pc:docMk/>
            <pc:sldMk cId="4221761138" sldId="439"/>
            <ac:inkMk id="59" creationId="{4F200DD1-5F03-2E3B-603B-4F24E7CE1EC6}"/>
          </ac:inkMkLst>
        </pc:inkChg>
        <pc:inkChg chg="mod">
          <ac:chgData name="Aron Michael" userId="a6335a5c-3af6-488f-9ef1-dea14714a451" providerId="ADAL" clId="{97C2611C-583D-4F36-B993-A1D7AFC2F934}" dt="2023-06-15T08:34:04.885" v="1402"/>
          <ac:inkMkLst>
            <pc:docMk/>
            <pc:sldMk cId="4221761138" sldId="439"/>
            <ac:inkMk id="60" creationId="{A94DF341-D017-43CB-5D6F-ADEDA7F6324B}"/>
          </ac:inkMkLst>
        </pc:inkChg>
        <pc:inkChg chg="mod">
          <ac:chgData name="Aron Michael" userId="a6335a5c-3af6-488f-9ef1-dea14714a451" providerId="ADAL" clId="{97C2611C-583D-4F36-B993-A1D7AFC2F934}" dt="2023-06-15T08:34:04.885" v="1402"/>
          <ac:inkMkLst>
            <pc:docMk/>
            <pc:sldMk cId="4221761138" sldId="439"/>
            <ac:inkMk id="61" creationId="{D23893A2-19C0-6A8A-84E1-9BE210F23F0F}"/>
          </ac:inkMkLst>
        </pc:inkChg>
        <pc:inkChg chg="mod">
          <ac:chgData name="Aron Michael" userId="a6335a5c-3af6-488f-9ef1-dea14714a451" providerId="ADAL" clId="{97C2611C-583D-4F36-B993-A1D7AFC2F934}" dt="2023-06-15T08:34:04.885" v="1402"/>
          <ac:inkMkLst>
            <pc:docMk/>
            <pc:sldMk cId="4221761138" sldId="439"/>
            <ac:inkMk id="62" creationId="{7B2551B8-350B-76C7-0B42-E376BCF02017}"/>
          </ac:inkMkLst>
        </pc:inkChg>
        <pc:inkChg chg="mod">
          <ac:chgData name="Aron Michael" userId="a6335a5c-3af6-488f-9ef1-dea14714a451" providerId="ADAL" clId="{97C2611C-583D-4F36-B993-A1D7AFC2F934}" dt="2023-06-15T08:34:04.885" v="1402"/>
          <ac:inkMkLst>
            <pc:docMk/>
            <pc:sldMk cId="4221761138" sldId="439"/>
            <ac:inkMk id="63" creationId="{3552F9BD-F112-4D37-67E6-0EA615CFB439}"/>
          </ac:inkMkLst>
        </pc:inkChg>
        <pc:inkChg chg="mod">
          <ac:chgData name="Aron Michael" userId="a6335a5c-3af6-488f-9ef1-dea14714a451" providerId="ADAL" clId="{97C2611C-583D-4F36-B993-A1D7AFC2F934}" dt="2023-06-15T08:34:04.885" v="1402"/>
          <ac:inkMkLst>
            <pc:docMk/>
            <pc:sldMk cId="4221761138" sldId="439"/>
            <ac:inkMk id="64" creationId="{1E83F667-78FC-BEC1-3155-7274B9D9BFB0}"/>
          </ac:inkMkLst>
        </pc:inkChg>
        <pc:inkChg chg="mod">
          <ac:chgData name="Aron Michael" userId="a6335a5c-3af6-488f-9ef1-dea14714a451" providerId="ADAL" clId="{97C2611C-583D-4F36-B993-A1D7AFC2F934}" dt="2023-06-15T08:34:04.885" v="1402"/>
          <ac:inkMkLst>
            <pc:docMk/>
            <pc:sldMk cId="4221761138" sldId="439"/>
            <ac:inkMk id="65" creationId="{C0A4D476-4C7C-F930-E30A-71C4142036B5}"/>
          </ac:inkMkLst>
        </pc:inkChg>
        <pc:inkChg chg="mod">
          <ac:chgData name="Aron Michael" userId="a6335a5c-3af6-488f-9ef1-dea14714a451" providerId="ADAL" clId="{97C2611C-583D-4F36-B993-A1D7AFC2F934}" dt="2023-06-15T08:34:04.885" v="1402"/>
          <ac:inkMkLst>
            <pc:docMk/>
            <pc:sldMk cId="4221761138" sldId="439"/>
            <ac:inkMk id="66" creationId="{6F61D860-9A92-0F1C-8B46-2678846FF5D9}"/>
          </ac:inkMkLst>
        </pc:inkChg>
        <pc:inkChg chg="mod">
          <ac:chgData name="Aron Michael" userId="a6335a5c-3af6-488f-9ef1-dea14714a451" providerId="ADAL" clId="{97C2611C-583D-4F36-B993-A1D7AFC2F934}" dt="2023-06-15T08:34:04.885" v="1402"/>
          <ac:inkMkLst>
            <pc:docMk/>
            <pc:sldMk cId="4221761138" sldId="439"/>
            <ac:inkMk id="67" creationId="{7FCF27B8-FF43-60B3-1867-0036EE4C11F9}"/>
          </ac:inkMkLst>
        </pc:inkChg>
        <pc:inkChg chg="mod">
          <ac:chgData name="Aron Michael" userId="a6335a5c-3af6-488f-9ef1-dea14714a451" providerId="ADAL" clId="{97C2611C-583D-4F36-B993-A1D7AFC2F934}" dt="2023-06-15T08:34:04.885" v="1402"/>
          <ac:inkMkLst>
            <pc:docMk/>
            <pc:sldMk cId="4221761138" sldId="439"/>
            <ac:inkMk id="68" creationId="{2E3C09EF-AC69-9B71-423E-BD71999C4DDA}"/>
          </ac:inkMkLst>
        </pc:inkChg>
        <pc:inkChg chg="mod">
          <ac:chgData name="Aron Michael" userId="a6335a5c-3af6-488f-9ef1-dea14714a451" providerId="ADAL" clId="{97C2611C-583D-4F36-B993-A1D7AFC2F934}" dt="2023-06-15T08:34:04.885" v="1402"/>
          <ac:inkMkLst>
            <pc:docMk/>
            <pc:sldMk cId="4221761138" sldId="439"/>
            <ac:inkMk id="69" creationId="{B3254404-C6DD-F66E-84A4-1BF92485DF50}"/>
          </ac:inkMkLst>
        </pc:inkChg>
        <pc:inkChg chg="mod">
          <ac:chgData name="Aron Michael" userId="a6335a5c-3af6-488f-9ef1-dea14714a451" providerId="ADAL" clId="{97C2611C-583D-4F36-B993-A1D7AFC2F934}" dt="2023-06-15T08:34:04.885" v="1402"/>
          <ac:inkMkLst>
            <pc:docMk/>
            <pc:sldMk cId="4221761138" sldId="439"/>
            <ac:inkMk id="70" creationId="{F08727DB-643F-6C75-688E-F27FD66E22EF}"/>
          </ac:inkMkLst>
        </pc:inkChg>
        <pc:inkChg chg="mod">
          <ac:chgData name="Aron Michael" userId="a6335a5c-3af6-488f-9ef1-dea14714a451" providerId="ADAL" clId="{97C2611C-583D-4F36-B993-A1D7AFC2F934}" dt="2023-06-15T08:34:04.885" v="1402"/>
          <ac:inkMkLst>
            <pc:docMk/>
            <pc:sldMk cId="4221761138" sldId="439"/>
            <ac:inkMk id="71" creationId="{42BAB452-40D8-089F-C9A9-A89A18850B9E}"/>
          </ac:inkMkLst>
        </pc:inkChg>
        <pc:inkChg chg="mod">
          <ac:chgData name="Aron Michael" userId="a6335a5c-3af6-488f-9ef1-dea14714a451" providerId="ADAL" clId="{97C2611C-583D-4F36-B993-A1D7AFC2F934}" dt="2023-06-15T08:34:04.885" v="1402"/>
          <ac:inkMkLst>
            <pc:docMk/>
            <pc:sldMk cId="4221761138" sldId="439"/>
            <ac:inkMk id="72" creationId="{2D29A813-CD2C-4D8D-EA57-9E5E0E6AC79B}"/>
          </ac:inkMkLst>
        </pc:inkChg>
        <pc:inkChg chg="mod">
          <ac:chgData name="Aron Michael" userId="a6335a5c-3af6-488f-9ef1-dea14714a451" providerId="ADAL" clId="{97C2611C-583D-4F36-B993-A1D7AFC2F934}" dt="2023-06-15T08:34:04.885" v="1402"/>
          <ac:inkMkLst>
            <pc:docMk/>
            <pc:sldMk cId="4221761138" sldId="439"/>
            <ac:inkMk id="73" creationId="{467300C2-EB58-F0CB-5A83-ADFE369FA8FB}"/>
          </ac:inkMkLst>
        </pc:inkChg>
        <pc:inkChg chg="mod">
          <ac:chgData name="Aron Michael" userId="a6335a5c-3af6-488f-9ef1-dea14714a451" providerId="ADAL" clId="{97C2611C-583D-4F36-B993-A1D7AFC2F934}" dt="2023-06-15T08:34:04.885" v="1402"/>
          <ac:inkMkLst>
            <pc:docMk/>
            <pc:sldMk cId="4221761138" sldId="439"/>
            <ac:inkMk id="74" creationId="{F9EF3C23-963F-BA40-7EDA-DE057E58DEAB}"/>
          </ac:inkMkLst>
        </pc:inkChg>
        <pc:inkChg chg="mod">
          <ac:chgData name="Aron Michael" userId="a6335a5c-3af6-488f-9ef1-dea14714a451" providerId="ADAL" clId="{97C2611C-583D-4F36-B993-A1D7AFC2F934}" dt="2023-06-15T08:34:04.885" v="1402"/>
          <ac:inkMkLst>
            <pc:docMk/>
            <pc:sldMk cId="4221761138" sldId="439"/>
            <ac:inkMk id="75" creationId="{DC171DFD-B609-A58C-362F-17C5A112C260}"/>
          </ac:inkMkLst>
        </pc:inkChg>
        <pc:inkChg chg="mod">
          <ac:chgData name="Aron Michael" userId="a6335a5c-3af6-488f-9ef1-dea14714a451" providerId="ADAL" clId="{97C2611C-583D-4F36-B993-A1D7AFC2F934}" dt="2023-06-15T08:34:04.885" v="1402"/>
          <ac:inkMkLst>
            <pc:docMk/>
            <pc:sldMk cId="4221761138" sldId="439"/>
            <ac:inkMk id="76" creationId="{F615E52A-382C-764C-7011-46AEC3FB72AE}"/>
          </ac:inkMkLst>
        </pc:inkChg>
        <pc:inkChg chg="mod">
          <ac:chgData name="Aron Michael" userId="a6335a5c-3af6-488f-9ef1-dea14714a451" providerId="ADAL" clId="{97C2611C-583D-4F36-B993-A1D7AFC2F934}" dt="2023-06-15T08:34:04.885" v="1402"/>
          <ac:inkMkLst>
            <pc:docMk/>
            <pc:sldMk cId="4221761138" sldId="439"/>
            <ac:inkMk id="77" creationId="{83C935AB-B0C8-3743-9E0B-AFA26613166F}"/>
          </ac:inkMkLst>
        </pc:inkChg>
        <pc:inkChg chg="mod">
          <ac:chgData name="Aron Michael" userId="a6335a5c-3af6-488f-9ef1-dea14714a451" providerId="ADAL" clId="{97C2611C-583D-4F36-B993-A1D7AFC2F934}" dt="2023-06-15T08:34:04.885" v="1402"/>
          <ac:inkMkLst>
            <pc:docMk/>
            <pc:sldMk cId="4221761138" sldId="439"/>
            <ac:inkMk id="78" creationId="{65C3066B-21D9-1A40-0D01-1AEFAAD6F4B0}"/>
          </ac:inkMkLst>
        </pc:inkChg>
        <pc:inkChg chg="mod">
          <ac:chgData name="Aron Michael" userId="a6335a5c-3af6-488f-9ef1-dea14714a451" providerId="ADAL" clId="{97C2611C-583D-4F36-B993-A1D7AFC2F934}" dt="2023-06-15T08:34:04.885" v="1402"/>
          <ac:inkMkLst>
            <pc:docMk/>
            <pc:sldMk cId="4221761138" sldId="439"/>
            <ac:inkMk id="79" creationId="{D38763BF-6F01-5B13-9A3D-D5FFB9BFC4DA}"/>
          </ac:inkMkLst>
        </pc:inkChg>
        <pc:inkChg chg="mod">
          <ac:chgData name="Aron Michael" userId="a6335a5c-3af6-488f-9ef1-dea14714a451" providerId="ADAL" clId="{97C2611C-583D-4F36-B993-A1D7AFC2F934}" dt="2023-06-15T08:34:04.885" v="1402"/>
          <ac:inkMkLst>
            <pc:docMk/>
            <pc:sldMk cId="4221761138" sldId="439"/>
            <ac:inkMk id="80" creationId="{196D4E16-BF4D-B170-A8E5-81FC423F676F}"/>
          </ac:inkMkLst>
        </pc:inkChg>
        <pc:inkChg chg="mod">
          <ac:chgData name="Aron Michael" userId="a6335a5c-3af6-488f-9ef1-dea14714a451" providerId="ADAL" clId="{97C2611C-583D-4F36-B993-A1D7AFC2F934}" dt="2023-06-15T08:34:04.885" v="1402"/>
          <ac:inkMkLst>
            <pc:docMk/>
            <pc:sldMk cId="4221761138" sldId="439"/>
            <ac:inkMk id="81" creationId="{38362444-8A75-1C49-CB29-35F7207ECF95}"/>
          </ac:inkMkLst>
        </pc:inkChg>
        <pc:inkChg chg="mod">
          <ac:chgData name="Aron Michael" userId="a6335a5c-3af6-488f-9ef1-dea14714a451" providerId="ADAL" clId="{97C2611C-583D-4F36-B993-A1D7AFC2F934}" dt="2023-06-15T08:34:04.885" v="1402"/>
          <ac:inkMkLst>
            <pc:docMk/>
            <pc:sldMk cId="4221761138" sldId="439"/>
            <ac:inkMk id="82" creationId="{0C8259EC-5301-3323-644B-3AAB19E33A68}"/>
          </ac:inkMkLst>
        </pc:inkChg>
        <pc:inkChg chg="mod">
          <ac:chgData name="Aron Michael" userId="a6335a5c-3af6-488f-9ef1-dea14714a451" providerId="ADAL" clId="{97C2611C-583D-4F36-B993-A1D7AFC2F934}" dt="2023-06-15T08:34:04.885" v="1402"/>
          <ac:inkMkLst>
            <pc:docMk/>
            <pc:sldMk cId="4221761138" sldId="439"/>
            <ac:inkMk id="83" creationId="{E9BE23C4-6A88-F374-D1C2-FCE9935143D8}"/>
          </ac:inkMkLst>
        </pc:inkChg>
        <pc:inkChg chg="mod">
          <ac:chgData name="Aron Michael" userId="a6335a5c-3af6-488f-9ef1-dea14714a451" providerId="ADAL" clId="{97C2611C-583D-4F36-B993-A1D7AFC2F934}" dt="2023-06-15T08:34:04.885" v="1402"/>
          <ac:inkMkLst>
            <pc:docMk/>
            <pc:sldMk cId="4221761138" sldId="439"/>
            <ac:inkMk id="84" creationId="{DE1D2D52-7D4A-225F-9B80-3BC25C884C9A}"/>
          </ac:inkMkLst>
        </pc:inkChg>
        <pc:inkChg chg="mod">
          <ac:chgData name="Aron Michael" userId="a6335a5c-3af6-488f-9ef1-dea14714a451" providerId="ADAL" clId="{97C2611C-583D-4F36-B993-A1D7AFC2F934}" dt="2023-06-15T08:34:04.885" v="1402"/>
          <ac:inkMkLst>
            <pc:docMk/>
            <pc:sldMk cId="4221761138" sldId="439"/>
            <ac:inkMk id="85" creationId="{2C392A98-9E3A-D413-9228-3DA6002CD099}"/>
          </ac:inkMkLst>
        </pc:inkChg>
        <pc:inkChg chg="mod">
          <ac:chgData name="Aron Michael" userId="a6335a5c-3af6-488f-9ef1-dea14714a451" providerId="ADAL" clId="{97C2611C-583D-4F36-B993-A1D7AFC2F934}" dt="2023-06-15T08:34:04.885" v="1402"/>
          <ac:inkMkLst>
            <pc:docMk/>
            <pc:sldMk cId="4221761138" sldId="439"/>
            <ac:inkMk id="86" creationId="{4551333E-6799-ADC2-6579-A2E9A8A0CF6D}"/>
          </ac:inkMkLst>
        </pc:inkChg>
        <pc:inkChg chg="mod">
          <ac:chgData name="Aron Michael" userId="a6335a5c-3af6-488f-9ef1-dea14714a451" providerId="ADAL" clId="{97C2611C-583D-4F36-B993-A1D7AFC2F934}" dt="2023-06-15T08:34:04.885" v="1402"/>
          <ac:inkMkLst>
            <pc:docMk/>
            <pc:sldMk cId="4221761138" sldId="439"/>
            <ac:inkMk id="87" creationId="{F732F76E-2237-48BD-819B-66FE4D972219}"/>
          </ac:inkMkLst>
        </pc:inkChg>
        <pc:inkChg chg="mod">
          <ac:chgData name="Aron Michael" userId="a6335a5c-3af6-488f-9ef1-dea14714a451" providerId="ADAL" clId="{97C2611C-583D-4F36-B993-A1D7AFC2F934}" dt="2023-06-15T08:34:04.885" v="1402"/>
          <ac:inkMkLst>
            <pc:docMk/>
            <pc:sldMk cId="4221761138" sldId="439"/>
            <ac:inkMk id="88" creationId="{C9DD6979-0583-A64A-1CEB-B8698008A4A3}"/>
          </ac:inkMkLst>
        </pc:inkChg>
        <pc:inkChg chg="mod">
          <ac:chgData name="Aron Michael" userId="a6335a5c-3af6-488f-9ef1-dea14714a451" providerId="ADAL" clId="{97C2611C-583D-4F36-B993-A1D7AFC2F934}" dt="2023-06-15T08:34:04.885" v="1402"/>
          <ac:inkMkLst>
            <pc:docMk/>
            <pc:sldMk cId="4221761138" sldId="439"/>
            <ac:inkMk id="89" creationId="{C5004D12-E606-EF0B-09E3-7B0754DD510E}"/>
          </ac:inkMkLst>
        </pc:inkChg>
        <pc:inkChg chg="mod">
          <ac:chgData name="Aron Michael" userId="a6335a5c-3af6-488f-9ef1-dea14714a451" providerId="ADAL" clId="{97C2611C-583D-4F36-B993-A1D7AFC2F934}" dt="2023-06-15T08:34:04.885" v="1402"/>
          <ac:inkMkLst>
            <pc:docMk/>
            <pc:sldMk cId="4221761138" sldId="439"/>
            <ac:inkMk id="90" creationId="{7A6F8774-17EB-617B-EF64-FF56DB8DC4FC}"/>
          </ac:inkMkLst>
        </pc:inkChg>
        <pc:inkChg chg="mod">
          <ac:chgData name="Aron Michael" userId="a6335a5c-3af6-488f-9ef1-dea14714a451" providerId="ADAL" clId="{97C2611C-583D-4F36-B993-A1D7AFC2F934}" dt="2023-06-15T08:34:04.885" v="1402"/>
          <ac:inkMkLst>
            <pc:docMk/>
            <pc:sldMk cId="4221761138" sldId="439"/>
            <ac:inkMk id="91" creationId="{E86ACCCF-E865-520B-4E7F-93A2FE33B288}"/>
          </ac:inkMkLst>
        </pc:inkChg>
        <pc:inkChg chg="mod">
          <ac:chgData name="Aron Michael" userId="a6335a5c-3af6-488f-9ef1-dea14714a451" providerId="ADAL" clId="{97C2611C-583D-4F36-B993-A1D7AFC2F934}" dt="2023-06-15T08:34:04.885" v="1402"/>
          <ac:inkMkLst>
            <pc:docMk/>
            <pc:sldMk cId="4221761138" sldId="439"/>
            <ac:inkMk id="92" creationId="{3BE1828A-3ECF-70D3-7CA9-F01EEA8FAFDE}"/>
          </ac:inkMkLst>
        </pc:inkChg>
        <pc:inkChg chg="mod">
          <ac:chgData name="Aron Michael" userId="a6335a5c-3af6-488f-9ef1-dea14714a451" providerId="ADAL" clId="{97C2611C-583D-4F36-B993-A1D7AFC2F934}" dt="2023-06-15T08:34:04.885" v="1402"/>
          <ac:inkMkLst>
            <pc:docMk/>
            <pc:sldMk cId="4221761138" sldId="439"/>
            <ac:inkMk id="93" creationId="{8446F058-91E3-0B5A-C62F-6E87910300F5}"/>
          </ac:inkMkLst>
        </pc:inkChg>
        <pc:inkChg chg="mod">
          <ac:chgData name="Aron Michael" userId="a6335a5c-3af6-488f-9ef1-dea14714a451" providerId="ADAL" clId="{97C2611C-583D-4F36-B993-A1D7AFC2F934}" dt="2023-06-15T08:34:04.885" v="1402"/>
          <ac:inkMkLst>
            <pc:docMk/>
            <pc:sldMk cId="4221761138" sldId="439"/>
            <ac:inkMk id="94" creationId="{FA7AB44A-9049-4C30-458C-844C785A64A8}"/>
          </ac:inkMkLst>
        </pc:inkChg>
        <pc:inkChg chg="mod">
          <ac:chgData name="Aron Michael" userId="a6335a5c-3af6-488f-9ef1-dea14714a451" providerId="ADAL" clId="{97C2611C-583D-4F36-B993-A1D7AFC2F934}" dt="2023-06-15T08:34:04.885" v="1402"/>
          <ac:inkMkLst>
            <pc:docMk/>
            <pc:sldMk cId="4221761138" sldId="439"/>
            <ac:inkMk id="95" creationId="{1EE5F849-65EE-02DE-EF86-B7D58336E071}"/>
          </ac:inkMkLst>
        </pc:inkChg>
        <pc:inkChg chg="mod">
          <ac:chgData name="Aron Michael" userId="a6335a5c-3af6-488f-9ef1-dea14714a451" providerId="ADAL" clId="{97C2611C-583D-4F36-B993-A1D7AFC2F934}" dt="2023-06-15T08:34:04.885" v="1402"/>
          <ac:inkMkLst>
            <pc:docMk/>
            <pc:sldMk cId="4221761138" sldId="439"/>
            <ac:inkMk id="96" creationId="{B386B5E8-885E-C6B8-1CE3-3BA3333AF6B8}"/>
          </ac:inkMkLst>
        </pc:inkChg>
        <pc:inkChg chg="mod">
          <ac:chgData name="Aron Michael" userId="a6335a5c-3af6-488f-9ef1-dea14714a451" providerId="ADAL" clId="{97C2611C-583D-4F36-B993-A1D7AFC2F934}" dt="2023-06-15T08:34:04.885" v="1402"/>
          <ac:inkMkLst>
            <pc:docMk/>
            <pc:sldMk cId="4221761138" sldId="439"/>
            <ac:inkMk id="97" creationId="{E19F51F0-9A25-0868-3A97-CA84EF0918B1}"/>
          </ac:inkMkLst>
        </pc:inkChg>
        <pc:inkChg chg="mod">
          <ac:chgData name="Aron Michael" userId="a6335a5c-3af6-488f-9ef1-dea14714a451" providerId="ADAL" clId="{97C2611C-583D-4F36-B993-A1D7AFC2F934}" dt="2023-06-15T08:34:04.885" v="1402"/>
          <ac:inkMkLst>
            <pc:docMk/>
            <pc:sldMk cId="4221761138" sldId="439"/>
            <ac:inkMk id="98" creationId="{156785A0-FAEB-CDF8-3764-F66441A03918}"/>
          </ac:inkMkLst>
        </pc:inkChg>
        <pc:inkChg chg="mod">
          <ac:chgData name="Aron Michael" userId="a6335a5c-3af6-488f-9ef1-dea14714a451" providerId="ADAL" clId="{97C2611C-583D-4F36-B993-A1D7AFC2F934}" dt="2023-06-15T08:34:04.885" v="1402"/>
          <ac:inkMkLst>
            <pc:docMk/>
            <pc:sldMk cId="4221761138" sldId="439"/>
            <ac:inkMk id="99" creationId="{8102616D-C560-3058-5D1B-E4AAE14343A1}"/>
          </ac:inkMkLst>
        </pc:inkChg>
        <pc:inkChg chg="mod">
          <ac:chgData name="Aron Michael" userId="a6335a5c-3af6-488f-9ef1-dea14714a451" providerId="ADAL" clId="{97C2611C-583D-4F36-B993-A1D7AFC2F934}" dt="2023-06-15T08:34:04.885" v="1402"/>
          <ac:inkMkLst>
            <pc:docMk/>
            <pc:sldMk cId="4221761138" sldId="439"/>
            <ac:inkMk id="100" creationId="{F52F1513-53FC-8DC0-DF97-398B1A945CE5}"/>
          </ac:inkMkLst>
        </pc:inkChg>
        <pc:inkChg chg="mod">
          <ac:chgData name="Aron Michael" userId="a6335a5c-3af6-488f-9ef1-dea14714a451" providerId="ADAL" clId="{97C2611C-583D-4F36-B993-A1D7AFC2F934}" dt="2023-06-15T08:34:04.885" v="1402"/>
          <ac:inkMkLst>
            <pc:docMk/>
            <pc:sldMk cId="4221761138" sldId="439"/>
            <ac:inkMk id="101" creationId="{F8C2A2E0-D8AC-259C-7676-C4648BFE8740}"/>
          </ac:inkMkLst>
        </pc:inkChg>
        <pc:inkChg chg="mod">
          <ac:chgData name="Aron Michael" userId="a6335a5c-3af6-488f-9ef1-dea14714a451" providerId="ADAL" clId="{97C2611C-583D-4F36-B993-A1D7AFC2F934}" dt="2023-06-15T08:34:04.885" v="1402"/>
          <ac:inkMkLst>
            <pc:docMk/>
            <pc:sldMk cId="4221761138" sldId="439"/>
            <ac:inkMk id="102" creationId="{28FA395C-0012-256F-88A4-A0440C35D28B}"/>
          </ac:inkMkLst>
        </pc:inkChg>
        <pc:inkChg chg="mod">
          <ac:chgData name="Aron Michael" userId="a6335a5c-3af6-488f-9ef1-dea14714a451" providerId="ADAL" clId="{97C2611C-583D-4F36-B993-A1D7AFC2F934}" dt="2023-06-15T08:34:04.885" v="1402"/>
          <ac:inkMkLst>
            <pc:docMk/>
            <pc:sldMk cId="4221761138" sldId="439"/>
            <ac:inkMk id="103" creationId="{586705EC-C513-1516-81F4-4A462A6CAEA7}"/>
          </ac:inkMkLst>
        </pc:inkChg>
        <pc:inkChg chg="mod">
          <ac:chgData name="Aron Michael" userId="a6335a5c-3af6-488f-9ef1-dea14714a451" providerId="ADAL" clId="{97C2611C-583D-4F36-B993-A1D7AFC2F934}" dt="2023-06-15T08:34:04.885" v="1402"/>
          <ac:inkMkLst>
            <pc:docMk/>
            <pc:sldMk cId="4221761138" sldId="439"/>
            <ac:inkMk id="104" creationId="{003E7808-2BCB-6999-3320-17CF89A99BA3}"/>
          </ac:inkMkLst>
        </pc:inkChg>
        <pc:inkChg chg="mod">
          <ac:chgData name="Aron Michael" userId="a6335a5c-3af6-488f-9ef1-dea14714a451" providerId="ADAL" clId="{97C2611C-583D-4F36-B993-A1D7AFC2F934}" dt="2023-06-15T08:34:04.885" v="1402"/>
          <ac:inkMkLst>
            <pc:docMk/>
            <pc:sldMk cId="4221761138" sldId="439"/>
            <ac:inkMk id="105" creationId="{AD8F44EC-7BEE-BB58-2842-350C686B3A3A}"/>
          </ac:inkMkLst>
        </pc:inkChg>
        <pc:inkChg chg="mod">
          <ac:chgData name="Aron Michael" userId="a6335a5c-3af6-488f-9ef1-dea14714a451" providerId="ADAL" clId="{97C2611C-583D-4F36-B993-A1D7AFC2F934}" dt="2023-06-15T08:34:04.885" v="1402"/>
          <ac:inkMkLst>
            <pc:docMk/>
            <pc:sldMk cId="4221761138" sldId="439"/>
            <ac:inkMk id="106" creationId="{0612CAF3-36E5-4F25-C1A2-85F841749309}"/>
          </ac:inkMkLst>
        </pc:inkChg>
        <pc:inkChg chg="mod">
          <ac:chgData name="Aron Michael" userId="a6335a5c-3af6-488f-9ef1-dea14714a451" providerId="ADAL" clId="{97C2611C-583D-4F36-B993-A1D7AFC2F934}" dt="2023-06-15T08:34:04.885" v="1402"/>
          <ac:inkMkLst>
            <pc:docMk/>
            <pc:sldMk cId="4221761138" sldId="439"/>
            <ac:inkMk id="107" creationId="{614AD950-CFAA-E16C-23FF-9CEF45173C51}"/>
          </ac:inkMkLst>
        </pc:inkChg>
        <pc:inkChg chg="mod">
          <ac:chgData name="Aron Michael" userId="a6335a5c-3af6-488f-9ef1-dea14714a451" providerId="ADAL" clId="{97C2611C-583D-4F36-B993-A1D7AFC2F934}" dt="2023-06-15T08:34:04.885" v="1402"/>
          <ac:inkMkLst>
            <pc:docMk/>
            <pc:sldMk cId="4221761138" sldId="439"/>
            <ac:inkMk id="108" creationId="{08576E4D-3D1E-8D0F-BB5B-2A5BAB573088}"/>
          </ac:inkMkLst>
        </pc:inkChg>
        <pc:inkChg chg="mod">
          <ac:chgData name="Aron Michael" userId="a6335a5c-3af6-488f-9ef1-dea14714a451" providerId="ADAL" clId="{97C2611C-583D-4F36-B993-A1D7AFC2F934}" dt="2023-06-15T08:34:04.885" v="1402"/>
          <ac:inkMkLst>
            <pc:docMk/>
            <pc:sldMk cId="4221761138" sldId="439"/>
            <ac:inkMk id="109" creationId="{5926212E-F9D1-3D07-5253-94ACF4AADA29}"/>
          </ac:inkMkLst>
        </pc:inkChg>
        <pc:inkChg chg="mod">
          <ac:chgData name="Aron Michael" userId="a6335a5c-3af6-488f-9ef1-dea14714a451" providerId="ADAL" clId="{97C2611C-583D-4F36-B993-A1D7AFC2F934}" dt="2023-06-15T08:34:04.885" v="1402"/>
          <ac:inkMkLst>
            <pc:docMk/>
            <pc:sldMk cId="4221761138" sldId="439"/>
            <ac:inkMk id="110" creationId="{EBF1CF9E-06AF-8CE5-7201-EC4ADD713B70}"/>
          </ac:inkMkLst>
        </pc:inkChg>
        <pc:inkChg chg="mod">
          <ac:chgData name="Aron Michael" userId="a6335a5c-3af6-488f-9ef1-dea14714a451" providerId="ADAL" clId="{97C2611C-583D-4F36-B993-A1D7AFC2F934}" dt="2023-06-15T08:34:04.885" v="1402"/>
          <ac:inkMkLst>
            <pc:docMk/>
            <pc:sldMk cId="4221761138" sldId="439"/>
            <ac:inkMk id="111" creationId="{F91FB572-CEE9-EF95-A13E-7351ADD4FAAD}"/>
          </ac:inkMkLst>
        </pc:inkChg>
        <pc:inkChg chg="mod">
          <ac:chgData name="Aron Michael" userId="a6335a5c-3af6-488f-9ef1-dea14714a451" providerId="ADAL" clId="{97C2611C-583D-4F36-B993-A1D7AFC2F934}" dt="2023-06-15T08:34:04.885" v="1402"/>
          <ac:inkMkLst>
            <pc:docMk/>
            <pc:sldMk cId="4221761138" sldId="439"/>
            <ac:inkMk id="112" creationId="{E52F4E0B-E3FC-72DF-C33F-5A78CE6B7F62}"/>
          </ac:inkMkLst>
        </pc:inkChg>
        <pc:inkChg chg="mod">
          <ac:chgData name="Aron Michael" userId="a6335a5c-3af6-488f-9ef1-dea14714a451" providerId="ADAL" clId="{97C2611C-583D-4F36-B993-A1D7AFC2F934}" dt="2023-06-15T08:34:04.885" v="1402"/>
          <ac:inkMkLst>
            <pc:docMk/>
            <pc:sldMk cId="4221761138" sldId="439"/>
            <ac:inkMk id="113" creationId="{1E385C4E-D9B2-50C1-EB80-165295873746}"/>
          </ac:inkMkLst>
        </pc:inkChg>
        <pc:inkChg chg="mod">
          <ac:chgData name="Aron Michael" userId="a6335a5c-3af6-488f-9ef1-dea14714a451" providerId="ADAL" clId="{97C2611C-583D-4F36-B993-A1D7AFC2F934}" dt="2023-06-15T08:34:04.885" v="1402"/>
          <ac:inkMkLst>
            <pc:docMk/>
            <pc:sldMk cId="4221761138" sldId="439"/>
            <ac:inkMk id="114" creationId="{7CBE9752-B1B3-AB71-AC47-4B8526570443}"/>
          </ac:inkMkLst>
        </pc:inkChg>
        <pc:inkChg chg="mod">
          <ac:chgData name="Aron Michael" userId="a6335a5c-3af6-488f-9ef1-dea14714a451" providerId="ADAL" clId="{97C2611C-583D-4F36-B993-A1D7AFC2F934}" dt="2023-06-15T08:34:04.885" v="1402"/>
          <ac:inkMkLst>
            <pc:docMk/>
            <pc:sldMk cId="4221761138" sldId="439"/>
            <ac:inkMk id="115" creationId="{7687BAEE-EC16-3636-581D-ED66B46C3900}"/>
          </ac:inkMkLst>
        </pc:inkChg>
        <pc:inkChg chg="mod">
          <ac:chgData name="Aron Michael" userId="a6335a5c-3af6-488f-9ef1-dea14714a451" providerId="ADAL" clId="{97C2611C-583D-4F36-B993-A1D7AFC2F934}" dt="2023-06-15T08:34:04.885" v="1402"/>
          <ac:inkMkLst>
            <pc:docMk/>
            <pc:sldMk cId="4221761138" sldId="439"/>
            <ac:inkMk id="116" creationId="{BE2299DD-359D-8BEE-67F0-97168A087E44}"/>
          </ac:inkMkLst>
        </pc:inkChg>
        <pc:inkChg chg="mod">
          <ac:chgData name="Aron Michael" userId="a6335a5c-3af6-488f-9ef1-dea14714a451" providerId="ADAL" clId="{97C2611C-583D-4F36-B993-A1D7AFC2F934}" dt="2023-06-15T08:34:04.885" v="1402"/>
          <ac:inkMkLst>
            <pc:docMk/>
            <pc:sldMk cId="4221761138" sldId="439"/>
            <ac:inkMk id="117" creationId="{30301764-0543-B28F-6DAA-9AF121E38B3F}"/>
          </ac:inkMkLst>
        </pc:inkChg>
        <pc:inkChg chg="mod">
          <ac:chgData name="Aron Michael" userId="a6335a5c-3af6-488f-9ef1-dea14714a451" providerId="ADAL" clId="{97C2611C-583D-4F36-B993-A1D7AFC2F934}" dt="2023-06-15T08:34:04.885" v="1402"/>
          <ac:inkMkLst>
            <pc:docMk/>
            <pc:sldMk cId="4221761138" sldId="439"/>
            <ac:inkMk id="118" creationId="{FB73642C-7034-38CA-5DA6-7461D5860169}"/>
          </ac:inkMkLst>
        </pc:inkChg>
        <pc:inkChg chg="mod">
          <ac:chgData name="Aron Michael" userId="a6335a5c-3af6-488f-9ef1-dea14714a451" providerId="ADAL" clId="{97C2611C-583D-4F36-B993-A1D7AFC2F934}" dt="2023-06-15T08:34:04.885" v="1402"/>
          <ac:inkMkLst>
            <pc:docMk/>
            <pc:sldMk cId="4221761138" sldId="439"/>
            <ac:inkMk id="119" creationId="{672517F8-5C89-A005-96FD-A5B7F72D4B62}"/>
          </ac:inkMkLst>
        </pc:inkChg>
        <pc:inkChg chg="mod">
          <ac:chgData name="Aron Michael" userId="a6335a5c-3af6-488f-9ef1-dea14714a451" providerId="ADAL" clId="{97C2611C-583D-4F36-B993-A1D7AFC2F934}" dt="2023-06-15T08:34:04.885" v="1402"/>
          <ac:inkMkLst>
            <pc:docMk/>
            <pc:sldMk cId="4221761138" sldId="439"/>
            <ac:inkMk id="120" creationId="{77F3F4C5-5577-A792-0CFE-5C93D1A8F48B}"/>
          </ac:inkMkLst>
        </pc:inkChg>
        <pc:inkChg chg="mod">
          <ac:chgData name="Aron Michael" userId="a6335a5c-3af6-488f-9ef1-dea14714a451" providerId="ADAL" clId="{97C2611C-583D-4F36-B993-A1D7AFC2F934}" dt="2023-06-15T08:34:04.885" v="1402"/>
          <ac:inkMkLst>
            <pc:docMk/>
            <pc:sldMk cId="4221761138" sldId="439"/>
            <ac:inkMk id="121" creationId="{F3FCE5B0-1690-BF1B-420F-BFD59033A2B1}"/>
          </ac:inkMkLst>
        </pc:inkChg>
        <pc:inkChg chg="mod">
          <ac:chgData name="Aron Michael" userId="a6335a5c-3af6-488f-9ef1-dea14714a451" providerId="ADAL" clId="{97C2611C-583D-4F36-B993-A1D7AFC2F934}" dt="2023-06-15T08:34:04.885" v="1402"/>
          <ac:inkMkLst>
            <pc:docMk/>
            <pc:sldMk cId="4221761138" sldId="439"/>
            <ac:inkMk id="122" creationId="{23629EDF-4B25-0D81-0911-35C0C3FB8AA8}"/>
          </ac:inkMkLst>
        </pc:inkChg>
        <pc:inkChg chg="mod">
          <ac:chgData name="Aron Michael" userId="a6335a5c-3af6-488f-9ef1-dea14714a451" providerId="ADAL" clId="{97C2611C-583D-4F36-B993-A1D7AFC2F934}" dt="2023-06-15T08:34:04.885" v="1402"/>
          <ac:inkMkLst>
            <pc:docMk/>
            <pc:sldMk cId="4221761138" sldId="439"/>
            <ac:inkMk id="123" creationId="{2D1E5EB0-6424-34C1-228C-6ED4945DC081}"/>
          </ac:inkMkLst>
        </pc:inkChg>
        <pc:inkChg chg="mod">
          <ac:chgData name="Aron Michael" userId="a6335a5c-3af6-488f-9ef1-dea14714a451" providerId="ADAL" clId="{97C2611C-583D-4F36-B993-A1D7AFC2F934}" dt="2023-06-15T08:34:04.885" v="1402"/>
          <ac:inkMkLst>
            <pc:docMk/>
            <pc:sldMk cId="4221761138" sldId="439"/>
            <ac:inkMk id="124" creationId="{7EF238B4-49F9-92DE-384C-A12F855745D5}"/>
          </ac:inkMkLst>
        </pc:inkChg>
        <pc:inkChg chg="mod">
          <ac:chgData name="Aron Michael" userId="a6335a5c-3af6-488f-9ef1-dea14714a451" providerId="ADAL" clId="{97C2611C-583D-4F36-B993-A1D7AFC2F934}" dt="2023-06-15T08:34:04.885" v="1402"/>
          <ac:inkMkLst>
            <pc:docMk/>
            <pc:sldMk cId="4221761138" sldId="439"/>
            <ac:inkMk id="125" creationId="{7F01104D-8D77-5660-0F6E-F6D1FA9A6730}"/>
          </ac:inkMkLst>
        </pc:inkChg>
        <pc:inkChg chg="mod">
          <ac:chgData name="Aron Michael" userId="a6335a5c-3af6-488f-9ef1-dea14714a451" providerId="ADAL" clId="{97C2611C-583D-4F36-B993-A1D7AFC2F934}" dt="2023-06-15T08:34:04.885" v="1402"/>
          <ac:inkMkLst>
            <pc:docMk/>
            <pc:sldMk cId="4221761138" sldId="439"/>
            <ac:inkMk id="127" creationId="{C0815647-BE91-E136-FF3A-3704838B012C}"/>
          </ac:inkMkLst>
        </pc:inkChg>
        <pc:inkChg chg="mod">
          <ac:chgData name="Aron Michael" userId="a6335a5c-3af6-488f-9ef1-dea14714a451" providerId="ADAL" clId="{97C2611C-583D-4F36-B993-A1D7AFC2F934}" dt="2023-06-15T08:34:04.885" v="1402"/>
          <ac:inkMkLst>
            <pc:docMk/>
            <pc:sldMk cId="4221761138" sldId="439"/>
            <ac:inkMk id="128" creationId="{311BCBC3-372C-AD01-DC62-F2412A754A8A}"/>
          </ac:inkMkLst>
        </pc:inkChg>
        <pc:inkChg chg="mod">
          <ac:chgData name="Aron Michael" userId="a6335a5c-3af6-488f-9ef1-dea14714a451" providerId="ADAL" clId="{97C2611C-583D-4F36-B993-A1D7AFC2F934}" dt="2023-06-15T08:34:04.885" v="1402"/>
          <ac:inkMkLst>
            <pc:docMk/>
            <pc:sldMk cId="4221761138" sldId="439"/>
            <ac:inkMk id="129" creationId="{939CF485-7C54-7464-0100-0C8527423DEF}"/>
          </ac:inkMkLst>
        </pc:inkChg>
        <pc:inkChg chg="mod">
          <ac:chgData name="Aron Michael" userId="a6335a5c-3af6-488f-9ef1-dea14714a451" providerId="ADAL" clId="{97C2611C-583D-4F36-B993-A1D7AFC2F934}" dt="2023-06-15T08:34:04.885" v="1402"/>
          <ac:inkMkLst>
            <pc:docMk/>
            <pc:sldMk cId="4221761138" sldId="439"/>
            <ac:inkMk id="131" creationId="{A656B486-08BD-B794-6B7D-277FD88B2478}"/>
          </ac:inkMkLst>
        </pc:inkChg>
        <pc:inkChg chg="mod">
          <ac:chgData name="Aron Michael" userId="a6335a5c-3af6-488f-9ef1-dea14714a451" providerId="ADAL" clId="{97C2611C-583D-4F36-B993-A1D7AFC2F934}" dt="2023-06-15T08:34:04.885" v="1402"/>
          <ac:inkMkLst>
            <pc:docMk/>
            <pc:sldMk cId="4221761138" sldId="439"/>
            <ac:inkMk id="132" creationId="{DDC2910B-5335-F39B-4767-5B075E4DF124}"/>
          </ac:inkMkLst>
        </pc:inkChg>
        <pc:inkChg chg="mod">
          <ac:chgData name="Aron Michael" userId="a6335a5c-3af6-488f-9ef1-dea14714a451" providerId="ADAL" clId="{97C2611C-583D-4F36-B993-A1D7AFC2F934}" dt="2023-06-15T08:34:04.885" v="1402"/>
          <ac:inkMkLst>
            <pc:docMk/>
            <pc:sldMk cId="4221761138" sldId="439"/>
            <ac:inkMk id="133" creationId="{47CBE134-4475-E105-B6A4-860A7D9E1EFE}"/>
          </ac:inkMkLst>
        </pc:inkChg>
        <pc:inkChg chg="mod">
          <ac:chgData name="Aron Michael" userId="a6335a5c-3af6-488f-9ef1-dea14714a451" providerId="ADAL" clId="{97C2611C-583D-4F36-B993-A1D7AFC2F934}" dt="2023-06-15T08:34:04.885" v="1402"/>
          <ac:inkMkLst>
            <pc:docMk/>
            <pc:sldMk cId="4221761138" sldId="439"/>
            <ac:inkMk id="134" creationId="{5F9728AF-82F7-5DD6-1337-B24498019455}"/>
          </ac:inkMkLst>
        </pc:inkChg>
        <pc:inkChg chg="mod">
          <ac:chgData name="Aron Michael" userId="a6335a5c-3af6-488f-9ef1-dea14714a451" providerId="ADAL" clId="{97C2611C-583D-4F36-B993-A1D7AFC2F934}" dt="2023-06-15T08:34:04.885" v="1402"/>
          <ac:inkMkLst>
            <pc:docMk/>
            <pc:sldMk cId="4221761138" sldId="439"/>
            <ac:inkMk id="135" creationId="{7801862E-25FD-71B9-DF00-5104FDD9D0D9}"/>
          </ac:inkMkLst>
        </pc:inkChg>
        <pc:inkChg chg="mod">
          <ac:chgData name="Aron Michael" userId="a6335a5c-3af6-488f-9ef1-dea14714a451" providerId="ADAL" clId="{97C2611C-583D-4F36-B993-A1D7AFC2F934}" dt="2023-06-15T08:34:04.885" v="1402"/>
          <ac:inkMkLst>
            <pc:docMk/>
            <pc:sldMk cId="4221761138" sldId="439"/>
            <ac:inkMk id="136" creationId="{89DB8FAF-8CAF-153C-9C6E-9203A9053A80}"/>
          </ac:inkMkLst>
        </pc:inkChg>
        <pc:inkChg chg="mod">
          <ac:chgData name="Aron Michael" userId="a6335a5c-3af6-488f-9ef1-dea14714a451" providerId="ADAL" clId="{97C2611C-583D-4F36-B993-A1D7AFC2F934}" dt="2023-06-15T08:34:04.885" v="1402"/>
          <ac:inkMkLst>
            <pc:docMk/>
            <pc:sldMk cId="4221761138" sldId="439"/>
            <ac:inkMk id="138" creationId="{1DDBC855-A630-210B-D68F-D5ED5A45AAB3}"/>
          </ac:inkMkLst>
        </pc:inkChg>
        <pc:inkChg chg="mod">
          <ac:chgData name="Aron Michael" userId="a6335a5c-3af6-488f-9ef1-dea14714a451" providerId="ADAL" clId="{97C2611C-583D-4F36-B993-A1D7AFC2F934}" dt="2023-06-15T08:34:04.885" v="1402"/>
          <ac:inkMkLst>
            <pc:docMk/>
            <pc:sldMk cId="4221761138" sldId="439"/>
            <ac:inkMk id="139" creationId="{A04C2273-C6F8-7443-11F9-A83960EE0F5B}"/>
          </ac:inkMkLst>
        </pc:inkChg>
        <pc:inkChg chg="mod">
          <ac:chgData name="Aron Michael" userId="a6335a5c-3af6-488f-9ef1-dea14714a451" providerId="ADAL" clId="{97C2611C-583D-4F36-B993-A1D7AFC2F934}" dt="2023-06-15T08:34:04.885" v="1402"/>
          <ac:inkMkLst>
            <pc:docMk/>
            <pc:sldMk cId="4221761138" sldId="439"/>
            <ac:inkMk id="140" creationId="{BB9D7D18-14D5-77D0-F568-CA0AA5CB39D3}"/>
          </ac:inkMkLst>
        </pc:inkChg>
        <pc:inkChg chg="mod">
          <ac:chgData name="Aron Michael" userId="a6335a5c-3af6-488f-9ef1-dea14714a451" providerId="ADAL" clId="{97C2611C-583D-4F36-B993-A1D7AFC2F934}" dt="2023-06-15T08:34:04.885" v="1402"/>
          <ac:inkMkLst>
            <pc:docMk/>
            <pc:sldMk cId="4221761138" sldId="439"/>
            <ac:inkMk id="141" creationId="{43E40319-3CF9-02E7-906A-E0F8A0891FB9}"/>
          </ac:inkMkLst>
        </pc:inkChg>
        <pc:inkChg chg="mod">
          <ac:chgData name="Aron Michael" userId="a6335a5c-3af6-488f-9ef1-dea14714a451" providerId="ADAL" clId="{97C2611C-583D-4F36-B993-A1D7AFC2F934}" dt="2023-06-15T08:34:04.885" v="1402"/>
          <ac:inkMkLst>
            <pc:docMk/>
            <pc:sldMk cId="4221761138" sldId="439"/>
            <ac:inkMk id="142" creationId="{5B7DB53F-99CE-76AA-5E6B-D12C589EBA87}"/>
          </ac:inkMkLst>
        </pc:inkChg>
        <pc:inkChg chg="mod">
          <ac:chgData name="Aron Michael" userId="a6335a5c-3af6-488f-9ef1-dea14714a451" providerId="ADAL" clId="{97C2611C-583D-4F36-B993-A1D7AFC2F934}" dt="2023-06-15T08:34:04.885" v="1402"/>
          <ac:inkMkLst>
            <pc:docMk/>
            <pc:sldMk cId="4221761138" sldId="439"/>
            <ac:inkMk id="143" creationId="{E6B0F976-2E0B-8822-B9A1-1CA5D431D032}"/>
          </ac:inkMkLst>
        </pc:inkChg>
        <pc:inkChg chg="mod">
          <ac:chgData name="Aron Michael" userId="a6335a5c-3af6-488f-9ef1-dea14714a451" providerId="ADAL" clId="{97C2611C-583D-4F36-B993-A1D7AFC2F934}" dt="2023-06-15T08:34:04.885" v="1402"/>
          <ac:inkMkLst>
            <pc:docMk/>
            <pc:sldMk cId="4221761138" sldId="439"/>
            <ac:inkMk id="144" creationId="{ADB6A154-4183-9CA9-FBC3-5963748E8EA0}"/>
          </ac:inkMkLst>
        </pc:inkChg>
        <pc:inkChg chg="mod">
          <ac:chgData name="Aron Michael" userId="a6335a5c-3af6-488f-9ef1-dea14714a451" providerId="ADAL" clId="{97C2611C-583D-4F36-B993-A1D7AFC2F934}" dt="2023-06-15T08:34:04.885" v="1402"/>
          <ac:inkMkLst>
            <pc:docMk/>
            <pc:sldMk cId="4221761138" sldId="439"/>
            <ac:inkMk id="145" creationId="{A816AB58-BBD7-96BD-7EB7-8643E01658B9}"/>
          </ac:inkMkLst>
        </pc:inkChg>
        <pc:inkChg chg="mod">
          <ac:chgData name="Aron Michael" userId="a6335a5c-3af6-488f-9ef1-dea14714a451" providerId="ADAL" clId="{97C2611C-583D-4F36-B993-A1D7AFC2F934}" dt="2023-06-15T08:34:04.885" v="1402"/>
          <ac:inkMkLst>
            <pc:docMk/>
            <pc:sldMk cId="4221761138" sldId="439"/>
            <ac:inkMk id="146" creationId="{D425E94D-2BE0-F5E3-0574-010BB8065DFF}"/>
          </ac:inkMkLst>
        </pc:inkChg>
        <pc:inkChg chg="mod">
          <ac:chgData name="Aron Michael" userId="a6335a5c-3af6-488f-9ef1-dea14714a451" providerId="ADAL" clId="{97C2611C-583D-4F36-B993-A1D7AFC2F934}" dt="2023-06-15T08:34:04.885" v="1402"/>
          <ac:inkMkLst>
            <pc:docMk/>
            <pc:sldMk cId="4221761138" sldId="439"/>
            <ac:inkMk id="147" creationId="{47EDD4DE-93D6-C91A-6FD3-E58F34ACB3A0}"/>
          </ac:inkMkLst>
        </pc:inkChg>
        <pc:inkChg chg="mod">
          <ac:chgData name="Aron Michael" userId="a6335a5c-3af6-488f-9ef1-dea14714a451" providerId="ADAL" clId="{97C2611C-583D-4F36-B993-A1D7AFC2F934}" dt="2023-06-15T08:34:04.885" v="1402"/>
          <ac:inkMkLst>
            <pc:docMk/>
            <pc:sldMk cId="4221761138" sldId="439"/>
            <ac:inkMk id="148" creationId="{D846D8B2-6B7E-D382-FB8C-435DD6D036DE}"/>
          </ac:inkMkLst>
        </pc:inkChg>
        <pc:inkChg chg="mod">
          <ac:chgData name="Aron Michael" userId="a6335a5c-3af6-488f-9ef1-dea14714a451" providerId="ADAL" clId="{97C2611C-583D-4F36-B993-A1D7AFC2F934}" dt="2023-06-15T08:34:04.885" v="1402"/>
          <ac:inkMkLst>
            <pc:docMk/>
            <pc:sldMk cId="4221761138" sldId="439"/>
            <ac:inkMk id="149" creationId="{F41C9191-04A2-529A-0415-D14689B48EF5}"/>
          </ac:inkMkLst>
        </pc:inkChg>
        <pc:inkChg chg="mod">
          <ac:chgData name="Aron Michael" userId="a6335a5c-3af6-488f-9ef1-dea14714a451" providerId="ADAL" clId="{97C2611C-583D-4F36-B993-A1D7AFC2F934}" dt="2023-06-15T08:34:04.885" v="1402"/>
          <ac:inkMkLst>
            <pc:docMk/>
            <pc:sldMk cId="4221761138" sldId="439"/>
            <ac:inkMk id="150" creationId="{F62754F8-E63C-51C5-4138-864A4B50FE37}"/>
          </ac:inkMkLst>
        </pc:inkChg>
      </pc:sldChg>
      <pc:sldChg chg="addSp modSp add mod">
        <pc:chgData name="Aron Michael" userId="a6335a5c-3af6-488f-9ef1-dea14714a451" providerId="ADAL" clId="{97C2611C-583D-4F36-B993-A1D7AFC2F934}" dt="2023-06-15T08:59:41.310" v="2010" actId="6549"/>
        <pc:sldMkLst>
          <pc:docMk/>
          <pc:sldMk cId="4290616390" sldId="440"/>
        </pc:sldMkLst>
        <pc:spChg chg="mod">
          <ac:chgData name="Aron Michael" userId="a6335a5c-3af6-488f-9ef1-dea14714a451" providerId="ADAL" clId="{97C2611C-583D-4F36-B993-A1D7AFC2F934}" dt="2023-06-15T08:59:33.605" v="2009" actId="20577"/>
          <ac:spMkLst>
            <pc:docMk/>
            <pc:sldMk cId="4290616390" sldId="440"/>
            <ac:spMk id="2" creationId="{00000000-0000-0000-0000-000000000000}"/>
          </ac:spMkLst>
        </pc:spChg>
        <pc:spChg chg="mod">
          <ac:chgData name="Aron Michael" userId="a6335a5c-3af6-488f-9ef1-dea14714a451" providerId="ADAL" clId="{97C2611C-583D-4F36-B993-A1D7AFC2F934}" dt="2023-06-15T08:59:41.310" v="2010" actId="6549"/>
          <ac:spMkLst>
            <pc:docMk/>
            <pc:sldMk cId="4290616390" sldId="440"/>
            <ac:spMk id="11" creationId="{EF819F61-E392-9E34-B4A0-A2BE17C3390B}"/>
          </ac:spMkLst>
        </pc:spChg>
        <pc:picChg chg="add mod">
          <ac:chgData name="Aron Michael" userId="a6335a5c-3af6-488f-9ef1-dea14714a451" providerId="ADAL" clId="{97C2611C-583D-4F36-B993-A1D7AFC2F934}" dt="2023-06-15T08:58:48.463" v="1984" actId="1076"/>
          <ac:picMkLst>
            <pc:docMk/>
            <pc:sldMk cId="4290616390" sldId="440"/>
            <ac:picMk id="3" creationId="{46158412-F58D-341D-4AE0-7B37C0ACECA9}"/>
          </ac:picMkLst>
        </pc:picChg>
      </pc:sldChg>
      <pc:sldChg chg="addSp delSp modSp add mod">
        <pc:chgData name="Aron Michael" userId="a6335a5c-3af6-488f-9ef1-dea14714a451" providerId="ADAL" clId="{97C2611C-583D-4F36-B993-A1D7AFC2F934}" dt="2023-06-15T09:02:03.568" v="2023" actId="255"/>
        <pc:sldMkLst>
          <pc:docMk/>
          <pc:sldMk cId="350397698" sldId="441"/>
        </pc:sldMkLst>
        <pc:spChg chg="mod">
          <ac:chgData name="Aron Michael" userId="a6335a5c-3af6-488f-9ef1-dea14714a451" providerId="ADAL" clId="{97C2611C-583D-4F36-B993-A1D7AFC2F934}" dt="2023-06-15T09:02:03.568" v="2023" actId="255"/>
          <ac:spMkLst>
            <pc:docMk/>
            <pc:sldMk cId="350397698" sldId="441"/>
            <ac:spMk id="11" creationId="{EF819F61-E392-9E34-B4A0-A2BE17C3390B}"/>
          </ac:spMkLst>
        </pc:spChg>
        <pc:picChg chg="del">
          <ac:chgData name="Aron Michael" userId="a6335a5c-3af6-488f-9ef1-dea14714a451" providerId="ADAL" clId="{97C2611C-583D-4F36-B993-A1D7AFC2F934}" dt="2023-06-15T09:00:59.744" v="2014" actId="478"/>
          <ac:picMkLst>
            <pc:docMk/>
            <pc:sldMk cId="350397698" sldId="441"/>
            <ac:picMk id="3" creationId="{46158412-F58D-341D-4AE0-7B37C0ACECA9}"/>
          </ac:picMkLst>
        </pc:picChg>
        <pc:picChg chg="add mod">
          <ac:chgData name="Aron Michael" userId="a6335a5c-3af6-488f-9ef1-dea14714a451" providerId="ADAL" clId="{97C2611C-583D-4F36-B993-A1D7AFC2F934}" dt="2023-06-15T09:01:14.461" v="2016" actId="1076"/>
          <ac:picMkLst>
            <pc:docMk/>
            <pc:sldMk cId="350397698" sldId="441"/>
            <ac:picMk id="8" creationId="{B804E9F5-1C53-C65B-14F3-BAFAF6457527}"/>
          </ac:picMkLst>
        </pc:picChg>
      </pc:sldChg>
      <pc:sldChg chg="addSp delSp modSp add mod">
        <pc:chgData name="Aron Michael" userId="a6335a5c-3af6-488f-9ef1-dea14714a451" providerId="ADAL" clId="{97C2611C-583D-4F36-B993-A1D7AFC2F934}" dt="2023-06-15T09:10:24.159" v="2081" actId="20577"/>
        <pc:sldMkLst>
          <pc:docMk/>
          <pc:sldMk cId="470391971" sldId="442"/>
        </pc:sldMkLst>
        <pc:spChg chg="add mod">
          <ac:chgData name="Aron Michael" userId="a6335a5c-3af6-488f-9ef1-dea14714a451" providerId="ADAL" clId="{97C2611C-583D-4F36-B993-A1D7AFC2F934}" dt="2023-06-15T09:09:28.011" v="2072" actId="113"/>
          <ac:spMkLst>
            <pc:docMk/>
            <pc:sldMk cId="470391971" sldId="442"/>
            <ac:spMk id="3" creationId="{359FE458-E27B-DFAF-BB93-7326624F6EB3}"/>
          </ac:spMkLst>
        </pc:spChg>
        <pc:spChg chg="mod">
          <ac:chgData name="Aron Michael" userId="a6335a5c-3af6-488f-9ef1-dea14714a451" providerId="ADAL" clId="{97C2611C-583D-4F36-B993-A1D7AFC2F934}" dt="2023-06-15T09:08:42.546" v="2047" actId="1036"/>
          <ac:spMkLst>
            <pc:docMk/>
            <pc:sldMk cId="470391971" sldId="442"/>
            <ac:spMk id="6" creationId="{00000000-0000-0000-0000-000000000000}"/>
          </ac:spMkLst>
        </pc:spChg>
        <pc:spChg chg="add mod">
          <ac:chgData name="Aron Michael" userId="a6335a5c-3af6-488f-9ef1-dea14714a451" providerId="ADAL" clId="{97C2611C-583D-4F36-B993-A1D7AFC2F934}" dt="2023-06-15T09:09:44.790" v="2075" actId="113"/>
          <ac:spMkLst>
            <pc:docMk/>
            <pc:sldMk cId="470391971" sldId="442"/>
            <ac:spMk id="9" creationId="{08F51B9D-CC13-9C5A-32A5-31B3A6100A3B}"/>
          </ac:spMkLst>
        </pc:spChg>
        <pc:spChg chg="mod">
          <ac:chgData name="Aron Michael" userId="a6335a5c-3af6-488f-9ef1-dea14714a451" providerId="ADAL" clId="{97C2611C-583D-4F36-B993-A1D7AFC2F934}" dt="2023-06-15T09:10:24.159" v="2081" actId="20577"/>
          <ac:spMkLst>
            <pc:docMk/>
            <pc:sldMk cId="470391971" sldId="442"/>
            <ac:spMk id="11" creationId="{EF819F61-E392-9E34-B4A0-A2BE17C3390B}"/>
          </ac:spMkLst>
        </pc:spChg>
        <pc:picChg chg="del">
          <ac:chgData name="Aron Michael" userId="a6335a5c-3af6-488f-9ef1-dea14714a451" providerId="ADAL" clId="{97C2611C-583D-4F36-B993-A1D7AFC2F934}" dt="2023-06-15T09:02:44.140" v="2025" actId="478"/>
          <ac:picMkLst>
            <pc:docMk/>
            <pc:sldMk cId="470391971" sldId="442"/>
            <ac:picMk id="8" creationId="{B804E9F5-1C53-C65B-14F3-BAFAF6457527}"/>
          </ac:picMkLst>
        </pc:picChg>
      </pc:sldChg>
      <pc:sldChg chg="addSp delSp modSp add mod">
        <pc:chgData name="Aron Michael" userId="a6335a5c-3af6-488f-9ef1-dea14714a451" providerId="ADAL" clId="{97C2611C-583D-4F36-B993-A1D7AFC2F934}" dt="2023-06-15T09:21:22.636" v="2159" actId="14100"/>
        <pc:sldMkLst>
          <pc:docMk/>
          <pc:sldMk cId="1971645081" sldId="443"/>
        </pc:sldMkLst>
        <pc:spChg chg="del">
          <ac:chgData name="Aron Michael" userId="a6335a5c-3af6-488f-9ef1-dea14714a451" providerId="ADAL" clId="{97C2611C-583D-4F36-B993-A1D7AFC2F934}" dt="2023-06-15T09:15:22.113" v="2085" actId="478"/>
          <ac:spMkLst>
            <pc:docMk/>
            <pc:sldMk cId="1971645081" sldId="443"/>
            <ac:spMk id="3" creationId="{359FE458-E27B-DFAF-BB93-7326624F6EB3}"/>
          </ac:spMkLst>
        </pc:spChg>
        <pc:spChg chg="add mod">
          <ac:chgData name="Aron Michael" userId="a6335a5c-3af6-488f-9ef1-dea14714a451" providerId="ADAL" clId="{97C2611C-583D-4F36-B993-A1D7AFC2F934}" dt="2023-06-15T09:18:32.918" v="2110" actId="1076"/>
          <ac:spMkLst>
            <pc:docMk/>
            <pc:sldMk cId="1971645081" sldId="443"/>
            <ac:spMk id="8" creationId="{855CB5EF-0121-5973-95FF-48FE68347D90}"/>
          </ac:spMkLst>
        </pc:spChg>
        <pc:spChg chg="del">
          <ac:chgData name="Aron Michael" userId="a6335a5c-3af6-488f-9ef1-dea14714a451" providerId="ADAL" clId="{97C2611C-583D-4F36-B993-A1D7AFC2F934}" dt="2023-06-15T09:15:26.458" v="2086" actId="478"/>
          <ac:spMkLst>
            <pc:docMk/>
            <pc:sldMk cId="1971645081" sldId="443"/>
            <ac:spMk id="9" creationId="{08F51B9D-CC13-9C5A-32A5-31B3A6100A3B}"/>
          </ac:spMkLst>
        </pc:spChg>
        <pc:spChg chg="add mod">
          <ac:chgData name="Aron Michael" userId="a6335a5c-3af6-488f-9ef1-dea14714a451" providerId="ADAL" clId="{97C2611C-583D-4F36-B993-A1D7AFC2F934}" dt="2023-06-15T09:17:20.189" v="2099" actId="14100"/>
          <ac:spMkLst>
            <pc:docMk/>
            <pc:sldMk cId="1971645081" sldId="443"/>
            <ac:spMk id="10" creationId="{AA9CE583-0B70-A095-74C1-E3587CD7C532}"/>
          </ac:spMkLst>
        </pc:spChg>
        <pc:spChg chg="mod">
          <ac:chgData name="Aron Michael" userId="a6335a5c-3af6-488f-9ef1-dea14714a451" providerId="ADAL" clId="{97C2611C-583D-4F36-B993-A1D7AFC2F934}" dt="2023-06-15T09:20:12.873" v="2132" actId="6549"/>
          <ac:spMkLst>
            <pc:docMk/>
            <pc:sldMk cId="1971645081" sldId="443"/>
            <ac:spMk id="11" creationId="{EF819F61-E392-9E34-B4A0-A2BE17C3390B}"/>
          </ac:spMkLst>
        </pc:spChg>
        <pc:spChg chg="add mod">
          <ac:chgData name="Aron Michael" userId="a6335a5c-3af6-488f-9ef1-dea14714a451" providerId="ADAL" clId="{97C2611C-583D-4F36-B993-A1D7AFC2F934}" dt="2023-06-15T09:17:40.700" v="2104" actId="14100"/>
          <ac:spMkLst>
            <pc:docMk/>
            <pc:sldMk cId="1971645081" sldId="443"/>
            <ac:spMk id="12" creationId="{D89942A4-487E-5EF1-5962-ECB89FC38520}"/>
          </ac:spMkLst>
        </pc:spChg>
        <pc:spChg chg="add mod">
          <ac:chgData name="Aron Michael" userId="a6335a5c-3af6-488f-9ef1-dea14714a451" providerId="ADAL" clId="{97C2611C-583D-4F36-B993-A1D7AFC2F934}" dt="2023-06-15T09:18:27.791" v="2109" actId="1076"/>
          <ac:spMkLst>
            <pc:docMk/>
            <pc:sldMk cId="1971645081" sldId="443"/>
            <ac:spMk id="14" creationId="{F43C5EE7-040A-B914-BB31-EF58911344BD}"/>
          </ac:spMkLst>
        </pc:spChg>
        <pc:spChg chg="add mod">
          <ac:chgData name="Aron Michael" userId="a6335a5c-3af6-488f-9ef1-dea14714a451" providerId="ADAL" clId="{97C2611C-583D-4F36-B993-A1D7AFC2F934}" dt="2023-06-15T09:18:57.813" v="2115" actId="14100"/>
          <ac:spMkLst>
            <pc:docMk/>
            <pc:sldMk cId="1971645081" sldId="443"/>
            <ac:spMk id="15" creationId="{4E0D6E49-DC9D-E014-B94C-10FA9B14C490}"/>
          </ac:spMkLst>
        </pc:spChg>
        <pc:spChg chg="add mod">
          <ac:chgData name="Aron Michael" userId="a6335a5c-3af6-488f-9ef1-dea14714a451" providerId="ADAL" clId="{97C2611C-583D-4F36-B993-A1D7AFC2F934}" dt="2023-06-15T09:19:17.677" v="2120" actId="1076"/>
          <ac:spMkLst>
            <pc:docMk/>
            <pc:sldMk cId="1971645081" sldId="443"/>
            <ac:spMk id="16" creationId="{81540043-A22A-8934-BD26-0008C9EA872D}"/>
          </ac:spMkLst>
        </pc:spChg>
        <pc:spChg chg="add mod">
          <ac:chgData name="Aron Michael" userId="a6335a5c-3af6-488f-9ef1-dea14714a451" providerId="ADAL" clId="{97C2611C-583D-4F36-B993-A1D7AFC2F934}" dt="2023-06-15T09:19:44.914" v="2125" actId="113"/>
          <ac:spMkLst>
            <pc:docMk/>
            <pc:sldMk cId="1971645081" sldId="443"/>
            <ac:spMk id="17" creationId="{358F3629-C11F-4543-A687-011FB05D893E}"/>
          </ac:spMkLst>
        </pc:spChg>
        <pc:spChg chg="add mod">
          <ac:chgData name="Aron Michael" userId="a6335a5c-3af6-488f-9ef1-dea14714a451" providerId="ADAL" clId="{97C2611C-583D-4F36-B993-A1D7AFC2F934}" dt="2023-06-15T09:20:03.726" v="2130" actId="1076"/>
          <ac:spMkLst>
            <pc:docMk/>
            <pc:sldMk cId="1971645081" sldId="443"/>
            <ac:spMk id="18" creationId="{386AA602-33B2-BF6B-0060-8790295C9815}"/>
          </ac:spMkLst>
        </pc:spChg>
        <pc:spChg chg="add mod">
          <ac:chgData name="Aron Michael" userId="a6335a5c-3af6-488f-9ef1-dea14714a451" providerId="ADAL" clId="{97C2611C-583D-4F36-B993-A1D7AFC2F934}" dt="2023-06-15T09:20:41.117" v="2139" actId="1076"/>
          <ac:spMkLst>
            <pc:docMk/>
            <pc:sldMk cId="1971645081" sldId="443"/>
            <ac:spMk id="19" creationId="{3513A33B-2159-8EDA-5904-1FFEFC393C92}"/>
          </ac:spMkLst>
        </pc:spChg>
        <pc:picChg chg="add mod">
          <ac:chgData name="Aron Michael" userId="a6335a5c-3af6-488f-9ef1-dea14714a451" providerId="ADAL" clId="{97C2611C-583D-4F36-B993-A1D7AFC2F934}" dt="2023-06-15T09:21:22.636" v="2159" actId="14100"/>
          <ac:picMkLst>
            <pc:docMk/>
            <pc:sldMk cId="1971645081" sldId="443"/>
            <ac:picMk id="13" creationId="{7F222B1C-8D31-2FA0-7FC0-D1DC49BAAB4C}"/>
          </ac:picMkLst>
        </pc:picChg>
        <pc:inkChg chg="add del mod">
          <ac:chgData name="Aron Michael" userId="a6335a5c-3af6-488f-9ef1-dea14714a451" providerId="ADAL" clId="{97C2611C-583D-4F36-B993-A1D7AFC2F934}" dt="2023-06-15T09:16:14.225" v="2089" actId="478"/>
          <ac:inkMkLst>
            <pc:docMk/>
            <pc:sldMk cId="1971645081" sldId="443"/>
            <ac:inkMk id="20" creationId="{57193C2A-9DCB-043C-F8AE-2F5F4E7C682C}"/>
          </ac:inkMkLst>
        </pc:inkChg>
      </pc:sldChg>
      <pc:sldChg chg="addSp delSp modSp add mod">
        <pc:chgData name="Aron Michael" userId="a6335a5c-3af6-488f-9ef1-dea14714a451" providerId="ADAL" clId="{97C2611C-583D-4F36-B993-A1D7AFC2F934}" dt="2023-06-15T09:31:33.447" v="2237" actId="114"/>
        <pc:sldMkLst>
          <pc:docMk/>
          <pc:sldMk cId="608991682" sldId="444"/>
        </pc:sldMkLst>
        <pc:spChg chg="add mod">
          <ac:chgData name="Aron Michael" userId="a6335a5c-3af6-488f-9ef1-dea14714a451" providerId="ADAL" clId="{97C2611C-583D-4F36-B993-A1D7AFC2F934}" dt="2023-06-15T09:29:56.388" v="2229" actId="1076"/>
          <ac:spMkLst>
            <pc:docMk/>
            <pc:sldMk cId="608991682" sldId="444"/>
            <ac:spMk id="3" creationId="{35B8E296-4D4A-BE2C-D2C5-CEA897C9C5DB}"/>
          </ac:spMkLst>
        </pc:spChg>
        <pc:spChg chg="del">
          <ac:chgData name="Aron Michael" userId="a6335a5c-3af6-488f-9ef1-dea14714a451" providerId="ADAL" clId="{97C2611C-583D-4F36-B993-A1D7AFC2F934}" dt="2023-06-15T09:22:35.904" v="2161" actId="478"/>
          <ac:spMkLst>
            <pc:docMk/>
            <pc:sldMk cId="608991682" sldId="444"/>
            <ac:spMk id="8" creationId="{855CB5EF-0121-5973-95FF-48FE68347D90}"/>
          </ac:spMkLst>
        </pc:spChg>
        <pc:spChg chg="add mod">
          <ac:chgData name="Aron Michael" userId="a6335a5c-3af6-488f-9ef1-dea14714a451" providerId="ADAL" clId="{97C2611C-583D-4F36-B993-A1D7AFC2F934}" dt="2023-06-15T09:29:48.875" v="2228" actId="1076"/>
          <ac:spMkLst>
            <pc:docMk/>
            <pc:sldMk cId="608991682" sldId="444"/>
            <ac:spMk id="9" creationId="{1D698B21-31D2-7198-D760-0D8057AAC28E}"/>
          </ac:spMkLst>
        </pc:spChg>
        <pc:spChg chg="del">
          <ac:chgData name="Aron Michael" userId="a6335a5c-3af6-488f-9ef1-dea14714a451" providerId="ADAL" clId="{97C2611C-583D-4F36-B993-A1D7AFC2F934}" dt="2023-06-15T09:22:40.473" v="2162" actId="478"/>
          <ac:spMkLst>
            <pc:docMk/>
            <pc:sldMk cId="608991682" sldId="444"/>
            <ac:spMk id="10" creationId="{AA9CE583-0B70-A095-74C1-E3587CD7C532}"/>
          </ac:spMkLst>
        </pc:spChg>
        <pc:spChg chg="mod">
          <ac:chgData name="Aron Michael" userId="a6335a5c-3af6-488f-9ef1-dea14714a451" providerId="ADAL" clId="{97C2611C-583D-4F36-B993-A1D7AFC2F934}" dt="2023-06-15T09:30:55.936" v="2234" actId="114"/>
          <ac:spMkLst>
            <pc:docMk/>
            <pc:sldMk cId="608991682" sldId="444"/>
            <ac:spMk id="11" creationId="{EF819F61-E392-9E34-B4A0-A2BE17C3390B}"/>
          </ac:spMkLst>
        </pc:spChg>
        <pc:spChg chg="del">
          <ac:chgData name="Aron Michael" userId="a6335a5c-3af6-488f-9ef1-dea14714a451" providerId="ADAL" clId="{97C2611C-583D-4F36-B993-A1D7AFC2F934}" dt="2023-06-15T09:22:46.716" v="2163" actId="478"/>
          <ac:spMkLst>
            <pc:docMk/>
            <pc:sldMk cId="608991682" sldId="444"/>
            <ac:spMk id="12" creationId="{D89942A4-487E-5EF1-5962-ECB89FC38520}"/>
          </ac:spMkLst>
        </pc:spChg>
        <pc:spChg chg="del">
          <ac:chgData name="Aron Michael" userId="a6335a5c-3af6-488f-9ef1-dea14714a451" providerId="ADAL" clId="{97C2611C-583D-4F36-B993-A1D7AFC2F934}" dt="2023-06-15T09:22:50.609" v="2164" actId="478"/>
          <ac:spMkLst>
            <pc:docMk/>
            <pc:sldMk cId="608991682" sldId="444"/>
            <ac:spMk id="14" creationId="{F43C5EE7-040A-B914-BB31-EF58911344BD}"/>
          </ac:spMkLst>
        </pc:spChg>
        <pc:spChg chg="del">
          <ac:chgData name="Aron Michael" userId="a6335a5c-3af6-488f-9ef1-dea14714a451" providerId="ADAL" clId="{97C2611C-583D-4F36-B993-A1D7AFC2F934}" dt="2023-06-15T09:23:06.513" v="2166" actId="478"/>
          <ac:spMkLst>
            <pc:docMk/>
            <pc:sldMk cId="608991682" sldId="444"/>
            <ac:spMk id="15" creationId="{4E0D6E49-DC9D-E014-B94C-10FA9B14C490}"/>
          </ac:spMkLst>
        </pc:spChg>
        <pc:spChg chg="del">
          <ac:chgData name="Aron Michael" userId="a6335a5c-3af6-488f-9ef1-dea14714a451" providerId="ADAL" clId="{97C2611C-583D-4F36-B993-A1D7AFC2F934}" dt="2023-06-15T09:23:06.513" v="2166" actId="478"/>
          <ac:spMkLst>
            <pc:docMk/>
            <pc:sldMk cId="608991682" sldId="444"/>
            <ac:spMk id="16" creationId="{81540043-A22A-8934-BD26-0008C9EA872D}"/>
          </ac:spMkLst>
        </pc:spChg>
        <pc:spChg chg="del">
          <ac:chgData name="Aron Michael" userId="a6335a5c-3af6-488f-9ef1-dea14714a451" providerId="ADAL" clId="{97C2611C-583D-4F36-B993-A1D7AFC2F934}" dt="2023-06-15T09:23:06.513" v="2166" actId="478"/>
          <ac:spMkLst>
            <pc:docMk/>
            <pc:sldMk cId="608991682" sldId="444"/>
            <ac:spMk id="17" creationId="{358F3629-C11F-4543-A687-011FB05D893E}"/>
          </ac:spMkLst>
        </pc:spChg>
        <pc:spChg chg="del">
          <ac:chgData name="Aron Michael" userId="a6335a5c-3af6-488f-9ef1-dea14714a451" providerId="ADAL" clId="{97C2611C-583D-4F36-B993-A1D7AFC2F934}" dt="2023-06-15T09:23:06.513" v="2166" actId="478"/>
          <ac:spMkLst>
            <pc:docMk/>
            <pc:sldMk cId="608991682" sldId="444"/>
            <ac:spMk id="18" creationId="{386AA602-33B2-BF6B-0060-8790295C9815}"/>
          </ac:spMkLst>
        </pc:spChg>
        <pc:spChg chg="del">
          <ac:chgData name="Aron Michael" userId="a6335a5c-3af6-488f-9ef1-dea14714a451" providerId="ADAL" clId="{97C2611C-583D-4F36-B993-A1D7AFC2F934}" dt="2023-06-15T09:23:06.513" v="2166" actId="478"/>
          <ac:spMkLst>
            <pc:docMk/>
            <pc:sldMk cId="608991682" sldId="444"/>
            <ac:spMk id="19" creationId="{3513A33B-2159-8EDA-5904-1FFEFC393C92}"/>
          </ac:spMkLst>
        </pc:spChg>
        <pc:spChg chg="add mod">
          <ac:chgData name="Aron Michael" userId="a6335a5c-3af6-488f-9ef1-dea14714a451" providerId="ADAL" clId="{97C2611C-583D-4F36-B993-A1D7AFC2F934}" dt="2023-06-15T09:30:14.739" v="2233" actId="1076"/>
          <ac:spMkLst>
            <pc:docMk/>
            <pc:sldMk cId="608991682" sldId="444"/>
            <ac:spMk id="20" creationId="{F4543AE7-B48F-8971-A823-0EC1832625A1}"/>
          </ac:spMkLst>
        </pc:spChg>
        <pc:spChg chg="add mod">
          <ac:chgData name="Aron Michael" userId="a6335a5c-3af6-488f-9ef1-dea14714a451" providerId="ADAL" clId="{97C2611C-583D-4F36-B993-A1D7AFC2F934}" dt="2023-06-15T09:27:20.728" v="2205" actId="1076"/>
          <ac:spMkLst>
            <pc:docMk/>
            <pc:sldMk cId="608991682" sldId="444"/>
            <ac:spMk id="21" creationId="{8D8283DE-6D5B-EE1D-9918-EED8802172CC}"/>
          </ac:spMkLst>
        </pc:spChg>
        <pc:spChg chg="add mod">
          <ac:chgData name="Aron Michael" userId="a6335a5c-3af6-488f-9ef1-dea14714a451" providerId="ADAL" clId="{97C2611C-583D-4F36-B993-A1D7AFC2F934}" dt="2023-06-15T09:27:24.579" v="2206" actId="1076"/>
          <ac:spMkLst>
            <pc:docMk/>
            <pc:sldMk cId="608991682" sldId="444"/>
            <ac:spMk id="22" creationId="{A8161851-0797-4712-B408-28A407D42C03}"/>
          </ac:spMkLst>
        </pc:spChg>
        <pc:spChg chg="add mod">
          <ac:chgData name="Aron Michael" userId="a6335a5c-3af6-488f-9ef1-dea14714a451" providerId="ADAL" clId="{97C2611C-583D-4F36-B993-A1D7AFC2F934}" dt="2023-06-15T09:27:45.188" v="2210" actId="14100"/>
          <ac:spMkLst>
            <pc:docMk/>
            <pc:sldMk cId="608991682" sldId="444"/>
            <ac:spMk id="23" creationId="{FBF42B00-9AD0-97AD-2ABA-E5BC37C949F4}"/>
          </ac:spMkLst>
        </pc:spChg>
        <pc:spChg chg="add mod">
          <ac:chgData name="Aron Michael" userId="a6335a5c-3af6-488f-9ef1-dea14714a451" providerId="ADAL" clId="{97C2611C-583D-4F36-B993-A1D7AFC2F934}" dt="2023-06-15T09:28:06.417" v="2213" actId="113"/>
          <ac:spMkLst>
            <pc:docMk/>
            <pc:sldMk cId="608991682" sldId="444"/>
            <ac:spMk id="24" creationId="{68722F6B-D305-9A52-DAFF-1F92C98DCFAF}"/>
          </ac:spMkLst>
        </pc:spChg>
        <pc:spChg chg="add mod">
          <ac:chgData name="Aron Michael" userId="a6335a5c-3af6-488f-9ef1-dea14714a451" providerId="ADAL" clId="{97C2611C-583D-4F36-B993-A1D7AFC2F934}" dt="2023-06-15T09:28:34.222" v="2217" actId="1076"/>
          <ac:spMkLst>
            <pc:docMk/>
            <pc:sldMk cId="608991682" sldId="444"/>
            <ac:spMk id="25" creationId="{F989B0DF-8B26-381F-4AB2-CB56F64F48B8}"/>
          </ac:spMkLst>
        </pc:spChg>
        <pc:spChg chg="add mod">
          <ac:chgData name="Aron Michael" userId="a6335a5c-3af6-488f-9ef1-dea14714a451" providerId="ADAL" clId="{97C2611C-583D-4F36-B993-A1D7AFC2F934}" dt="2023-06-15T09:29:24.373" v="2227" actId="114"/>
          <ac:spMkLst>
            <pc:docMk/>
            <pc:sldMk cId="608991682" sldId="444"/>
            <ac:spMk id="26" creationId="{1DBF8616-7EA0-8EAB-1F2A-77C455824AFD}"/>
          </ac:spMkLst>
        </pc:spChg>
        <pc:spChg chg="add mod">
          <ac:chgData name="Aron Michael" userId="a6335a5c-3af6-488f-9ef1-dea14714a451" providerId="ADAL" clId="{97C2611C-583D-4F36-B993-A1D7AFC2F934}" dt="2023-06-15T09:31:33.447" v="2237" actId="114"/>
          <ac:spMkLst>
            <pc:docMk/>
            <pc:sldMk cId="608991682" sldId="444"/>
            <ac:spMk id="27" creationId="{11E7649E-031D-3221-584C-BC4EF975B862}"/>
          </ac:spMkLst>
        </pc:spChg>
        <pc:picChg chg="del">
          <ac:chgData name="Aron Michael" userId="a6335a5c-3af6-488f-9ef1-dea14714a451" providerId="ADAL" clId="{97C2611C-583D-4F36-B993-A1D7AFC2F934}" dt="2023-06-15T09:23:09.069" v="2167" actId="478"/>
          <ac:picMkLst>
            <pc:docMk/>
            <pc:sldMk cId="608991682" sldId="444"/>
            <ac:picMk id="13" creationId="{7F222B1C-8D31-2FA0-7FC0-D1DC49BAAB4C}"/>
          </ac:picMkLst>
        </pc:picChg>
      </pc:sldChg>
      <pc:sldChg chg="addSp delSp modSp add mod">
        <pc:chgData name="Aron Michael" userId="a6335a5c-3af6-488f-9ef1-dea14714a451" providerId="ADAL" clId="{97C2611C-583D-4F36-B993-A1D7AFC2F934}" dt="2023-06-15T09:35:08.713" v="2263" actId="113"/>
        <pc:sldMkLst>
          <pc:docMk/>
          <pc:sldMk cId="3760208285" sldId="445"/>
        </pc:sldMkLst>
        <pc:spChg chg="del">
          <ac:chgData name="Aron Michael" userId="a6335a5c-3af6-488f-9ef1-dea14714a451" providerId="ADAL" clId="{97C2611C-583D-4F36-B993-A1D7AFC2F934}" dt="2023-06-15T09:32:45.225" v="2241" actId="478"/>
          <ac:spMkLst>
            <pc:docMk/>
            <pc:sldMk cId="3760208285" sldId="445"/>
            <ac:spMk id="3" creationId="{35B8E296-4D4A-BE2C-D2C5-CEA897C9C5DB}"/>
          </ac:spMkLst>
        </pc:spChg>
        <pc:spChg chg="add mod">
          <ac:chgData name="Aron Michael" userId="a6335a5c-3af6-488f-9ef1-dea14714a451" providerId="ADAL" clId="{97C2611C-583D-4F36-B993-A1D7AFC2F934}" dt="2023-06-15T09:34:36.319" v="2258" actId="1076"/>
          <ac:spMkLst>
            <pc:docMk/>
            <pc:sldMk cId="3760208285" sldId="445"/>
            <ac:spMk id="8" creationId="{22A09CD5-E17A-EDA5-251C-2E560EBE2007}"/>
          </ac:spMkLst>
        </pc:spChg>
        <pc:spChg chg="del">
          <ac:chgData name="Aron Michael" userId="a6335a5c-3af6-488f-9ef1-dea14714a451" providerId="ADAL" clId="{97C2611C-583D-4F36-B993-A1D7AFC2F934}" dt="2023-06-15T09:32:29.356" v="2239" actId="478"/>
          <ac:spMkLst>
            <pc:docMk/>
            <pc:sldMk cId="3760208285" sldId="445"/>
            <ac:spMk id="9" creationId="{1D698B21-31D2-7198-D760-0D8057AAC28E}"/>
          </ac:spMkLst>
        </pc:spChg>
        <pc:spChg chg="add mod">
          <ac:chgData name="Aron Michael" userId="a6335a5c-3af6-488f-9ef1-dea14714a451" providerId="ADAL" clId="{97C2611C-583D-4F36-B993-A1D7AFC2F934}" dt="2023-06-15T09:35:08.713" v="2263" actId="113"/>
          <ac:spMkLst>
            <pc:docMk/>
            <pc:sldMk cId="3760208285" sldId="445"/>
            <ac:spMk id="10" creationId="{FA865FE1-27C0-7AEE-EDD5-25A571336D47}"/>
          </ac:spMkLst>
        </pc:spChg>
        <pc:spChg chg="mod">
          <ac:chgData name="Aron Michael" userId="a6335a5c-3af6-488f-9ef1-dea14714a451" providerId="ADAL" clId="{97C2611C-583D-4F36-B993-A1D7AFC2F934}" dt="2023-06-15T09:34:53.775" v="2260" actId="12"/>
          <ac:spMkLst>
            <pc:docMk/>
            <pc:sldMk cId="3760208285" sldId="445"/>
            <ac:spMk id="11" creationId="{EF819F61-E392-9E34-B4A0-A2BE17C3390B}"/>
          </ac:spMkLst>
        </pc:spChg>
        <pc:spChg chg="del">
          <ac:chgData name="Aron Michael" userId="a6335a5c-3af6-488f-9ef1-dea14714a451" providerId="ADAL" clId="{97C2611C-583D-4F36-B993-A1D7AFC2F934}" dt="2023-06-15T09:32:45.225" v="2241" actId="478"/>
          <ac:spMkLst>
            <pc:docMk/>
            <pc:sldMk cId="3760208285" sldId="445"/>
            <ac:spMk id="20" creationId="{F4543AE7-B48F-8971-A823-0EC1832625A1}"/>
          </ac:spMkLst>
        </pc:spChg>
        <pc:spChg chg="del">
          <ac:chgData name="Aron Michael" userId="a6335a5c-3af6-488f-9ef1-dea14714a451" providerId="ADAL" clId="{97C2611C-583D-4F36-B993-A1D7AFC2F934}" dt="2023-06-15T09:32:45.225" v="2241" actId="478"/>
          <ac:spMkLst>
            <pc:docMk/>
            <pc:sldMk cId="3760208285" sldId="445"/>
            <ac:spMk id="21" creationId="{8D8283DE-6D5B-EE1D-9918-EED8802172CC}"/>
          </ac:spMkLst>
        </pc:spChg>
        <pc:spChg chg="del">
          <ac:chgData name="Aron Michael" userId="a6335a5c-3af6-488f-9ef1-dea14714a451" providerId="ADAL" clId="{97C2611C-583D-4F36-B993-A1D7AFC2F934}" dt="2023-06-15T09:32:45.225" v="2241" actId="478"/>
          <ac:spMkLst>
            <pc:docMk/>
            <pc:sldMk cId="3760208285" sldId="445"/>
            <ac:spMk id="22" creationId="{A8161851-0797-4712-B408-28A407D42C03}"/>
          </ac:spMkLst>
        </pc:spChg>
        <pc:spChg chg="del">
          <ac:chgData name="Aron Michael" userId="a6335a5c-3af6-488f-9ef1-dea14714a451" providerId="ADAL" clId="{97C2611C-583D-4F36-B993-A1D7AFC2F934}" dt="2023-06-15T09:32:45.225" v="2241" actId="478"/>
          <ac:spMkLst>
            <pc:docMk/>
            <pc:sldMk cId="3760208285" sldId="445"/>
            <ac:spMk id="23" creationId="{FBF42B00-9AD0-97AD-2ABA-E5BC37C949F4}"/>
          </ac:spMkLst>
        </pc:spChg>
        <pc:spChg chg="del">
          <ac:chgData name="Aron Michael" userId="a6335a5c-3af6-488f-9ef1-dea14714a451" providerId="ADAL" clId="{97C2611C-583D-4F36-B993-A1D7AFC2F934}" dt="2023-06-15T09:32:45.225" v="2241" actId="478"/>
          <ac:spMkLst>
            <pc:docMk/>
            <pc:sldMk cId="3760208285" sldId="445"/>
            <ac:spMk id="24" creationId="{68722F6B-D305-9A52-DAFF-1F92C98DCFAF}"/>
          </ac:spMkLst>
        </pc:spChg>
        <pc:spChg chg="del">
          <ac:chgData name="Aron Michael" userId="a6335a5c-3af6-488f-9ef1-dea14714a451" providerId="ADAL" clId="{97C2611C-583D-4F36-B993-A1D7AFC2F934}" dt="2023-06-15T09:32:45.225" v="2241" actId="478"/>
          <ac:spMkLst>
            <pc:docMk/>
            <pc:sldMk cId="3760208285" sldId="445"/>
            <ac:spMk id="25" creationId="{F989B0DF-8B26-381F-4AB2-CB56F64F48B8}"/>
          </ac:spMkLst>
        </pc:spChg>
        <pc:spChg chg="del">
          <ac:chgData name="Aron Michael" userId="a6335a5c-3af6-488f-9ef1-dea14714a451" providerId="ADAL" clId="{97C2611C-583D-4F36-B993-A1D7AFC2F934}" dt="2023-06-15T09:32:51.331" v="2242" actId="478"/>
          <ac:spMkLst>
            <pc:docMk/>
            <pc:sldMk cId="3760208285" sldId="445"/>
            <ac:spMk id="26" creationId="{1DBF8616-7EA0-8EAB-1F2A-77C455824AFD}"/>
          </ac:spMkLst>
        </pc:spChg>
        <pc:spChg chg="del">
          <ac:chgData name="Aron Michael" userId="a6335a5c-3af6-488f-9ef1-dea14714a451" providerId="ADAL" clId="{97C2611C-583D-4F36-B993-A1D7AFC2F934}" dt="2023-06-15T09:32:45.225" v="2241" actId="478"/>
          <ac:spMkLst>
            <pc:docMk/>
            <pc:sldMk cId="3760208285" sldId="445"/>
            <ac:spMk id="27" creationId="{11E7649E-031D-3221-584C-BC4EF975B862}"/>
          </ac:spMkLst>
        </pc:spChg>
        <pc:picChg chg="add mod">
          <ac:chgData name="Aron Michael" userId="a6335a5c-3af6-488f-9ef1-dea14714a451" providerId="ADAL" clId="{97C2611C-583D-4F36-B993-A1D7AFC2F934}" dt="2023-06-15T09:34:09.635" v="2253" actId="1076"/>
          <ac:picMkLst>
            <pc:docMk/>
            <pc:sldMk cId="3760208285" sldId="445"/>
            <ac:picMk id="12" creationId="{F426A8BF-B746-57C1-A463-E854255B316F}"/>
          </ac:picMkLst>
        </pc:picChg>
      </pc:sldChg>
      <pc:sldChg chg="addSp delSp modSp add mod">
        <pc:chgData name="Aron Michael" userId="a6335a5c-3af6-488f-9ef1-dea14714a451" providerId="ADAL" clId="{97C2611C-583D-4F36-B993-A1D7AFC2F934}" dt="2023-06-15T09:36:57.325" v="2361"/>
        <pc:sldMkLst>
          <pc:docMk/>
          <pc:sldMk cId="566884019" sldId="446"/>
        </pc:sldMkLst>
        <pc:spChg chg="del">
          <ac:chgData name="Aron Michael" userId="a6335a5c-3af6-488f-9ef1-dea14714a451" providerId="ADAL" clId="{97C2611C-583D-4F36-B993-A1D7AFC2F934}" dt="2023-06-15T09:35:33.130" v="2265" actId="478"/>
          <ac:spMkLst>
            <pc:docMk/>
            <pc:sldMk cId="566884019" sldId="446"/>
            <ac:spMk id="8" creationId="{22A09CD5-E17A-EDA5-251C-2E560EBE2007}"/>
          </ac:spMkLst>
        </pc:spChg>
        <pc:spChg chg="del">
          <ac:chgData name="Aron Michael" userId="a6335a5c-3af6-488f-9ef1-dea14714a451" providerId="ADAL" clId="{97C2611C-583D-4F36-B993-A1D7AFC2F934}" dt="2023-06-15T09:36:06.494" v="2359" actId="478"/>
          <ac:spMkLst>
            <pc:docMk/>
            <pc:sldMk cId="566884019" sldId="446"/>
            <ac:spMk id="10" creationId="{FA865FE1-27C0-7AEE-EDD5-25A571336D47}"/>
          </ac:spMkLst>
        </pc:spChg>
        <pc:spChg chg="mod">
          <ac:chgData name="Aron Michael" userId="a6335a5c-3af6-488f-9ef1-dea14714a451" providerId="ADAL" clId="{97C2611C-583D-4F36-B993-A1D7AFC2F934}" dt="2023-06-15T09:35:52.917" v="2358" actId="20577"/>
          <ac:spMkLst>
            <pc:docMk/>
            <pc:sldMk cId="566884019" sldId="446"/>
            <ac:spMk id="11" creationId="{EF819F61-E392-9E34-B4A0-A2BE17C3390B}"/>
          </ac:spMkLst>
        </pc:spChg>
        <pc:grpChg chg="add mod">
          <ac:chgData name="Aron Michael" userId="a6335a5c-3af6-488f-9ef1-dea14714a451" providerId="ADAL" clId="{97C2611C-583D-4F36-B993-A1D7AFC2F934}" dt="2023-06-15T09:36:57.325" v="2361"/>
          <ac:grpSpMkLst>
            <pc:docMk/>
            <pc:sldMk cId="566884019" sldId="446"/>
            <ac:grpSpMk id="3" creationId="{5A1ADF00-B05E-630E-8CC3-C3E6D685AEC9}"/>
          </ac:grpSpMkLst>
        </pc:grpChg>
        <pc:grpChg chg="add mod">
          <ac:chgData name="Aron Michael" userId="a6335a5c-3af6-488f-9ef1-dea14714a451" providerId="ADAL" clId="{97C2611C-583D-4F36-B993-A1D7AFC2F934}" dt="2023-06-15T09:36:57.325" v="2361"/>
          <ac:grpSpMkLst>
            <pc:docMk/>
            <pc:sldMk cId="566884019" sldId="446"/>
            <ac:grpSpMk id="23" creationId="{5DFB7139-E8A9-94C4-9C4C-E9DE632A38CE}"/>
          </ac:grpSpMkLst>
        </pc:grpChg>
        <pc:grpChg chg="add mod">
          <ac:chgData name="Aron Michael" userId="a6335a5c-3af6-488f-9ef1-dea14714a451" providerId="ADAL" clId="{97C2611C-583D-4F36-B993-A1D7AFC2F934}" dt="2023-06-15T09:36:57.325" v="2361"/>
          <ac:grpSpMkLst>
            <pc:docMk/>
            <pc:sldMk cId="566884019" sldId="446"/>
            <ac:grpSpMk id="70" creationId="{346C48EE-050E-E55D-60E6-0FB88A860C1D}"/>
          </ac:grpSpMkLst>
        </pc:grpChg>
        <pc:grpChg chg="add mod">
          <ac:chgData name="Aron Michael" userId="a6335a5c-3af6-488f-9ef1-dea14714a451" providerId="ADAL" clId="{97C2611C-583D-4F36-B993-A1D7AFC2F934}" dt="2023-06-15T09:36:57.325" v="2361"/>
          <ac:grpSpMkLst>
            <pc:docMk/>
            <pc:sldMk cId="566884019" sldId="446"/>
            <ac:grpSpMk id="77" creationId="{6BD1C24A-902D-3F9B-5FDF-9C9CED5429F1}"/>
          </ac:grpSpMkLst>
        </pc:grpChg>
        <pc:picChg chg="del">
          <ac:chgData name="Aron Michael" userId="a6335a5c-3af6-488f-9ef1-dea14714a451" providerId="ADAL" clId="{97C2611C-583D-4F36-B993-A1D7AFC2F934}" dt="2023-06-15T09:36:08.768" v="2360" actId="478"/>
          <ac:picMkLst>
            <pc:docMk/>
            <pc:sldMk cId="566884019" sldId="446"/>
            <ac:picMk id="12" creationId="{F426A8BF-B746-57C1-A463-E854255B316F}"/>
          </ac:picMkLst>
        </pc:picChg>
        <pc:inkChg chg="mod">
          <ac:chgData name="Aron Michael" userId="a6335a5c-3af6-488f-9ef1-dea14714a451" providerId="ADAL" clId="{97C2611C-583D-4F36-B993-A1D7AFC2F934}" dt="2023-06-15T09:36:57.325" v="2361"/>
          <ac:inkMkLst>
            <pc:docMk/>
            <pc:sldMk cId="566884019" sldId="446"/>
            <ac:inkMk id="9" creationId="{0CD2B6FD-1E6F-468B-252E-B0C2C516FFE9}"/>
          </ac:inkMkLst>
        </pc:inkChg>
        <pc:inkChg chg="mod">
          <ac:chgData name="Aron Michael" userId="a6335a5c-3af6-488f-9ef1-dea14714a451" providerId="ADAL" clId="{97C2611C-583D-4F36-B993-A1D7AFC2F934}" dt="2023-06-15T09:36:57.325" v="2361"/>
          <ac:inkMkLst>
            <pc:docMk/>
            <pc:sldMk cId="566884019" sldId="446"/>
            <ac:inkMk id="13" creationId="{3B083DCE-1AE4-B61E-DC28-45E83E27E277}"/>
          </ac:inkMkLst>
        </pc:inkChg>
        <pc:inkChg chg="mod">
          <ac:chgData name="Aron Michael" userId="a6335a5c-3af6-488f-9ef1-dea14714a451" providerId="ADAL" clId="{97C2611C-583D-4F36-B993-A1D7AFC2F934}" dt="2023-06-15T09:36:57.325" v="2361"/>
          <ac:inkMkLst>
            <pc:docMk/>
            <pc:sldMk cId="566884019" sldId="446"/>
            <ac:inkMk id="14" creationId="{DA4F47A3-ED7F-7CB7-6100-583A1200FE34}"/>
          </ac:inkMkLst>
        </pc:inkChg>
        <pc:inkChg chg="mod">
          <ac:chgData name="Aron Michael" userId="a6335a5c-3af6-488f-9ef1-dea14714a451" providerId="ADAL" clId="{97C2611C-583D-4F36-B993-A1D7AFC2F934}" dt="2023-06-15T09:36:57.325" v="2361"/>
          <ac:inkMkLst>
            <pc:docMk/>
            <pc:sldMk cId="566884019" sldId="446"/>
            <ac:inkMk id="15" creationId="{2711A783-3675-613B-9065-B5A42516CE69}"/>
          </ac:inkMkLst>
        </pc:inkChg>
        <pc:inkChg chg="mod">
          <ac:chgData name="Aron Michael" userId="a6335a5c-3af6-488f-9ef1-dea14714a451" providerId="ADAL" clId="{97C2611C-583D-4F36-B993-A1D7AFC2F934}" dt="2023-06-15T09:36:57.325" v="2361"/>
          <ac:inkMkLst>
            <pc:docMk/>
            <pc:sldMk cId="566884019" sldId="446"/>
            <ac:inkMk id="16" creationId="{0347F4CF-15E4-013F-1FE4-B39C174DF370}"/>
          </ac:inkMkLst>
        </pc:inkChg>
        <pc:inkChg chg="mod">
          <ac:chgData name="Aron Michael" userId="a6335a5c-3af6-488f-9ef1-dea14714a451" providerId="ADAL" clId="{97C2611C-583D-4F36-B993-A1D7AFC2F934}" dt="2023-06-15T09:36:57.325" v="2361"/>
          <ac:inkMkLst>
            <pc:docMk/>
            <pc:sldMk cId="566884019" sldId="446"/>
            <ac:inkMk id="17" creationId="{4E089B94-F46F-1B0E-F265-6E80278F9383}"/>
          </ac:inkMkLst>
        </pc:inkChg>
        <pc:inkChg chg="mod">
          <ac:chgData name="Aron Michael" userId="a6335a5c-3af6-488f-9ef1-dea14714a451" providerId="ADAL" clId="{97C2611C-583D-4F36-B993-A1D7AFC2F934}" dt="2023-06-15T09:36:57.325" v="2361"/>
          <ac:inkMkLst>
            <pc:docMk/>
            <pc:sldMk cId="566884019" sldId="446"/>
            <ac:inkMk id="18" creationId="{CDE76DA9-DAD8-8CC1-69D6-10DF4616C852}"/>
          </ac:inkMkLst>
        </pc:inkChg>
        <pc:inkChg chg="mod">
          <ac:chgData name="Aron Michael" userId="a6335a5c-3af6-488f-9ef1-dea14714a451" providerId="ADAL" clId="{97C2611C-583D-4F36-B993-A1D7AFC2F934}" dt="2023-06-15T09:36:57.325" v="2361"/>
          <ac:inkMkLst>
            <pc:docMk/>
            <pc:sldMk cId="566884019" sldId="446"/>
            <ac:inkMk id="19" creationId="{FA3C27CF-B53C-8D5C-6989-21EA45C88FE2}"/>
          </ac:inkMkLst>
        </pc:inkChg>
        <pc:inkChg chg="mod">
          <ac:chgData name="Aron Michael" userId="a6335a5c-3af6-488f-9ef1-dea14714a451" providerId="ADAL" clId="{97C2611C-583D-4F36-B993-A1D7AFC2F934}" dt="2023-06-15T09:36:57.325" v="2361"/>
          <ac:inkMkLst>
            <pc:docMk/>
            <pc:sldMk cId="566884019" sldId="446"/>
            <ac:inkMk id="20" creationId="{AF946F9D-6C1C-57EE-0CA4-746C4D1F97F9}"/>
          </ac:inkMkLst>
        </pc:inkChg>
        <pc:inkChg chg="mod">
          <ac:chgData name="Aron Michael" userId="a6335a5c-3af6-488f-9ef1-dea14714a451" providerId="ADAL" clId="{97C2611C-583D-4F36-B993-A1D7AFC2F934}" dt="2023-06-15T09:36:57.325" v="2361"/>
          <ac:inkMkLst>
            <pc:docMk/>
            <pc:sldMk cId="566884019" sldId="446"/>
            <ac:inkMk id="21" creationId="{A22C8659-73E8-B85A-E303-3F787FCD3572}"/>
          </ac:inkMkLst>
        </pc:inkChg>
        <pc:inkChg chg="mod">
          <ac:chgData name="Aron Michael" userId="a6335a5c-3af6-488f-9ef1-dea14714a451" providerId="ADAL" clId="{97C2611C-583D-4F36-B993-A1D7AFC2F934}" dt="2023-06-15T09:36:57.325" v="2361"/>
          <ac:inkMkLst>
            <pc:docMk/>
            <pc:sldMk cId="566884019" sldId="446"/>
            <ac:inkMk id="22" creationId="{7C7BDD77-02B7-DC59-0560-6361FEFD5C3D}"/>
          </ac:inkMkLst>
        </pc:inkChg>
        <pc:inkChg chg="mod">
          <ac:chgData name="Aron Michael" userId="a6335a5c-3af6-488f-9ef1-dea14714a451" providerId="ADAL" clId="{97C2611C-583D-4F36-B993-A1D7AFC2F934}" dt="2023-06-15T09:36:57.325" v="2361"/>
          <ac:inkMkLst>
            <pc:docMk/>
            <pc:sldMk cId="566884019" sldId="446"/>
            <ac:inkMk id="24" creationId="{B7F13540-C4CB-F92D-EFED-D0BFFDD98D2F}"/>
          </ac:inkMkLst>
        </pc:inkChg>
        <pc:inkChg chg="mod">
          <ac:chgData name="Aron Michael" userId="a6335a5c-3af6-488f-9ef1-dea14714a451" providerId="ADAL" clId="{97C2611C-583D-4F36-B993-A1D7AFC2F934}" dt="2023-06-15T09:36:57.325" v="2361"/>
          <ac:inkMkLst>
            <pc:docMk/>
            <pc:sldMk cId="566884019" sldId="446"/>
            <ac:inkMk id="25" creationId="{C8865920-933E-9720-5885-66411C3CE10E}"/>
          </ac:inkMkLst>
        </pc:inkChg>
        <pc:inkChg chg="mod">
          <ac:chgData name="Aron Michael" userId="a6335a5c-3af6-488f-9ef1-dea14714a451" providerId="ADAL" clId="{97C2611C-583D-4F36-B993-A1D7AFC2F934}" dt="2023-06-15T09:36:57.325" v="2361"/>
          <ac:inkMkLst>
            <pc:docMk/>
            <pc:sldMk cId="566884019" sldId="446"/>
            <ac:inkMk id="26" creationId="{1082581E-352E-5F23-79ED-675EC27AF96A}"/>
          </ac:inkMkLst>
        </pc:inkChg>
        <pc:inkChg chg="mod">
          <ac:chgData name="Aron Michael" userId="a6335a5c-3af6-488f-9ef1-dea14714a451" providerId="ADAL" clId="{97C2611C-583D-4F36-B993-A1D7AFC2F934}" dt="2023-06-15T09:36:57.325" v="2361"/>
          <ac:inkMkLst>
            <pc:docMk/>
            <pc:sldMk cId="566884019" sldId="446"/>
            <ac:inkMk id="27" creationId="{191E617D-9926-7B4E-4801-8E8DB01E8A70}"/>
          </ac:inkMkLst>
        </pc:inkChg>
        <pc:inkChg chg="mod">
          <ac:chgData name="Aron Michael" userId="a6335a5c-3af6-488f-9ef1-dea14714a451" providerId="ADAL" clId="{97C2611C-583D-4F36-B993-A1D7AFC2F934}" dt="2023-06-15T09:36:57.325" v="2361"/>
          <ac:inkMkLst>
            <pc:docMk/>
            <pc:sldMk cId="566884019" sldId="446"/>
            <ac:inkMk id="28" creationId="{87BC3465-C382-B648-9C7A-3A4152A7621E}"/>
          </ac:inkMkLst>
        </pc:inkChg>
        <pc:inkChg chg="mod">
          <ac:chgData name="Aron Michael" userId="a6335a5c-3af6-488f-9ef1-dea14714a451" providerId="ADAL" clId="{97C2611C-583D-4F36-B993-A1D7AFC2F934}" dt="2023-06-15T09:36:57.325" v="2361"/>
          <ac:inkMkLst>
            <pc:docMk/>
            <pc:sldMk cId="566884019" sldId="446"/>
            <ac:inkMk id="29" creationId="{8E57DE33-CEF8-D6E6-5A46-ED84478BAA64}"/>
          </ac:inkMkLst>
        </pc:inkChg>
        <pc:inkChg chg="add mod">
          <ac:chgData name="Aron Michael" userId="a6335a5c-3af6-488f-9ef1-dea14714a451" providerId="ADAL" clId="{97C2611C-583D-4F36-B993-A1D7AFC2F934}" dt="2023-06-15T09:36:57.325" v="2361"/>
          <ac:inkMkLst>
            <pc:docMk/>
            <pc:sldMk cId="566884019" sldId="446"/>
            <ac:inkMk id="30" creationId="{FD89F973-AC37-2372-A100-861F4BCF14F7}"/>
          </ac:inkMkLst>
        </pc:inkChg>
        <pc:inkChg chg="add mod">
          <ac:chgData name="Aron Michael" userId="a6335a5c-3af6-488f-9ef1-dea14714a451" providerId="ADAL" clId="{97C2611C-583D-4F36-B993-A1D7AFC2F934}" dt="2023-06-15T09:36:57.325" v="2361"/>
          <ac:inkMkLst>
            <pc:docMk/>
            <pc:sldMk cId="566884019" sldId="446"/>
            <ac:inkMk id="31" creationId="{0D668D8A-B3AC-F6FF-2F08-5EA2A0589A5C}"/>
          </ac:inkMkLst>
        </pc:inkChg>
        <pc:inkChg chg="add mod">
          <ac:chgData name="Aron Michael" userId="a6335a5c-3af6-488f-9ef1-dea14714a451" providerId="ADAL" clId="{97C2611C-583D-4F36-B993-A1D7AFC2F934}" dt="2023-06-15T09:36:57.325" v="2361"/>
          <ac:inkMkLst>
            <pc:docMk/>
            <pc:sldMk cId="566884019" sldId="446"/>
            <ac:inkMk id="32" creationId="{7C084CA7-0EAD-121F-BD2A-C105C14F4234}"/>
          </ac:inkMkLst>
        </pc:inkChg>
        <pc:inkChg chg="add mod">
          <ac:chgData name="Aron Michael" userId="a6335a5c-3af6-488f-9ef1-dea14714a451" providerId="ADAL" clId="{97C2611C-583D-4F36-B993-A1D7AFC2F934}" dt="2023-06-15T09:36:57.325" v="2361"/>
          <ac:inkMkLst>
            <pc:docMk/>
            <pc:sldMk cId="566884019" sldId="446"/>
            <ac:inkMk id="33" creationId="{B24C113E-7DE3-8075-0864-325FB7232A63}"/>
          </ac:inkMkLst>
        </pc:inkChg>
        <pc:inkChg chg="add mod">
          <ac:chgData name="Aron Michael" userId="a6335a5c-3af6-488f-9ef1-dea14714a451" providerId="ADAL" clId="{97C2611C-583D-4F36-B993-A1D7AFC2F934}" dt="2023-06-15T09:36:57.325" v="2361"/>
          <ac:inkMkLst>
            <pc:docMk/>
            <pc:sldMk cId="566884019" sldId="446"/>
            <ac:inkMk id="34" creationId="{5A9E2AB5-EAD9-E24E-008A-3208C2E46A06}"/>
          </ac:inkMkLst>
        </pc:inkChg>
        <pc:inkChg chg="add mod">
          <ac:chgData name="Aron Michael" userId="a6335a5c-3af6-488f-9ef1-dea14714a451" providerId="ADAL" clId="{97C2611C-583D-4F36-B993-A1D7AFC2F934}" dt="2023-06-15T09:36:57.325" v="2361"/>
          <ac:inkMkLst>
            <pc:docMk/>
            <pc:sldMk cId="566884019" sldId="446"/>
            <ac:inkMk id="35" creationId="{271ECD27-A643-464E-1767-E544F27C48E0}"/>
          </ac:inkMkLst>
        </pc:inkChg>
        <pc:inkChg chg="add mod">
          <ac:chgData name="Aron Michael" userId="a6335a5c-3af6-488f-9ef1-dea14714a451" providerId="ADAL" clId="{97C2611C-583D-4F36-B993-A1D7AFC2F934}" dt="2023-06-15T09:36:57.325" v="2361"/>
          <ac:inkMkLst>
            <pc:docMk/>
            <pc:sldMk cId="566884019" sldId="446"/>
            <ac:inkMk id="36" creationId="{699B3711-D61D-3304-4309-7110BCE2092C}"/>
          </ac:inkMkLst>
        </pc:inkChg>
        <pc:inkChg chg="add mod">
          <ac:chgData name="Aron Michael" userId="a6335a5c-3af6-488f-9ef1-dea14714a451" providerId="ADAL" clId="{97C2611C-583D-4F36-B993-A1D7AFC2F934}" dt="2023-06-15T09:36:57.325" v="2361"/>
          <ac:inkMkLst>
            <pc:docMk/>
            <pc:sldMk cId="566884019" sldId="446"/>
            <ac:inkMk id="37" creationId="{481D12FA-9A4E-E0F1-B3AF-4D495EED271D}"/>
          </ac:inkMkLst>
        </pc:inkChg>
        <pc:inkChg chg="add mod">
          <ac:chgData name="Aron Michael" userId="a6335a5c-3af6-488f-9ef1-dea14714a451" providerId="ADAL" clId="{97C2611C-583D-4F36-B993-A1D7AFC2F934}" dt="2023-06-15T09:36:57.325" v="2361"/>
          <ac:inkMkLst>
            <pc:docMk/>
            <pc:sldMk cId="566884019" sldId="446"/>
            <ac:inkMk id="38" creationId="{1D4E63A4-67EC-B6DD-5702-E449E2BB688A}"/>
          </ac:inkMkLst>
        </pc:inkChg>
        <pc:inkChg chg="add mod">
          <ac:chgData name="Aron Michael" userId="a6335a5c-3af6-488f-9ef1-dea14714a451" providerId="ADAL" clId="{97C2611C-583D-4F36-B993-A1D7AFC2F934}" dt="2023-06-15T09:36:57.325" v="2361"/>
          <ac:inkMkLst>
            <pc:docMk/>
            <pc:sldMk cId="566884019" sldId="446"/>
            <ac:inkMk id="39" creationId="{354CAAD8-C011-7348-2B6F-7E4C0D2E9EED}"/>
          </ac:inkMkLst>
        </pc:inkChg>
        <pc:inkChg chg="add mod">
          <ac:chgData name="Aron Michael" userId="a6335a5c-3af6-488f-9ef1-dea14714a451" providerId="ADAL" clId="{97C2611C-583D-4F36-B993-A1D7AFC2F934}" dt="2023-06-15T09:36:57.325" v="2361"/>
          <ac:inkMkLst>
            <pc:docMk/>
            <pc:sldMk cId="566884019" sldId="446"/>
            <ac:inkMk id="40" creationId="{CC414BA7-BB5D-B2DD-A88F-D350407C4CB3}"/>
          </ac:inkMkLst>
        </pc:inkChg>
        <pc:inkChg chg="add mod">
          <ac:chgData name="Aron Michael" userId="a6335a5c-3af6-488f-9ef1-dea14714a451" providerId="ADAL" clId="{97C2611C-583D-4F36-B993-A1D7AFC2F934}" dt="2023-06-15T09:36:57.325" v="2361"/>
          <ac:inkMkLst>
            <pc:docMk/>
            <pc:sldMk cId="566884019" sldId="446"/>
            <ac:inkMk id="41" creationId="{74FA8E2A-FC29-85EB-ED8E-DDAAFD0BDE5A}"/>
          </ac:inkMkLst>
        </pc:inkChg>
        <pc:inkChg chg="add mod">
          <ac:chgData name="Aron Michael" userId="a6335a5c-3af6-488f-9ef1-dea14714a451" providerId="ADAL" clId="{97C2611C-583D-4F36-B993-A1D7AFC2F934}" dt="2023-06-15T09:36:57.325" v="2361"/>
          <ac:inkMkLst>
            <pc:docMk/>
            <pc:sldMk cId="566884019" sldId="446"/>
            <ac:inkMk id="42" creationId="{52775C21-182C-ADC2-28FC-5BFCCB073B7C}"/>
          </ac:inkMkLst>
        </pc:inkChg>
        <pc:inkChg chg="add mod">
          <ac:chgData name="Aron Michael" userId="a6335a5c-3af6-488f-9ef1-dea14714a451" providerId="ADAL" clId="{97C2611C-583D-4F36-B993-A1D7AFC2F934}" dt="2023-06-15T09:36:57.325" v="2361"/>
          <ac:inkMkLst>
            <pc:docMk/>
            <pc:sldMk cId="566884019" sldId="446"/>
            <ac:inkMk id="43" creationId="{E3129C2D-C9A9-4B66-29CB-F414183D26AD}"/>
          </ac:inkMkLst>
        </pc:inkChg>
        <pc:inkChg chg="add mod">
          <ac:chgData name="Aron Michael" userId="a6335a5c-3af6-488f-9ef1-dea14714a451" providerId="ADAL" clId="{97C2611C-583D-4F36-B993-A1D7AFC2F934}" dt="2023-06-15T09:36:57.325" v="2361"/>
          <ac:inkMkLst>
            <pc:docMk/>
            <pc:sldMk cId="566884019" sldId="446"/>
            <ac:inkMk id="44" creationId="{DB498435-A634-D064-D992-E4339E97E35C}"/>
          </ac:inkMkLst>
        </pc:inkChg>
        <pc:inkChg chg="add mod">
          <ac:chgData name="Aron Michael" userId="a6335a5c-3af6-488f-9ef1-dea14714a451" providerId="ADAL" clId="{97C2611C-583D-4F36-B993-A1D7AFC2F934}" dt="2023-06-15T09:36:57.325" v="2361"/>
          <ac:inkMkLst>
            <pc:docMk/>
            <pc:sldMk cId="566884019" sldId="446"/>
            <ac:inkMk id="45" creationId="{9A01593C-A341-AE11-5231-C2E69C7A92DC}"/>
          </ac:inkMkLst>
        </pc:inkChg>
        <pc:inkChg chg="add mod">
          <ac:chgData name="Aron Michael" userId="a6335a5c-3af6-488f-9ef1-dea14714a451" providerId="ADAL" clId="{97C2611C-583D-4F36-B993-A1D7AFC2F934}" dt="2023-06-15T09:36:57.325" v="2361"/>
          <ac:inkMkLst>
            <pc:docMk/>
            <pc:sldMk cId="566884019" sldId="446"/>
            <ac:inkMk id="46" creationId="{2DE41C67-59B3-CB0F-5539-610584F5DFB3}"/>
          </ac:inkMkLst>
        </pc:inkChg>
        <pc:inkChg chg="add mod">
          <ac:chgData name="Aron Michael" userId="a6335a5c-3af6-488f-9ef1-dea14714a451" providerId="ADAL" clId="{97C2611C-583D-4F36-B993-A1D7AFC2F934}" dt="2023-06-15T09:36:57.325" v="2361"/>
          <ac:inkMkLst>
            <pc:docMk/>
            <pc:sldMk cId="566884019" sldId="446"/>
            <ac:inkMk id="47" creationId="{0C223681-D533-6C96-0526-067312337A02}"/>
          </ac:inkMkLst>
        </pc:inkChg>
        <pc:inkChg chg="add mod">
          <ac:chgData name="Aron Michael" userId="a6335a5c-3af6-488f-9ef1-dea14714a451" providerId="ADAL" clId="{97C2611C-583D-4F36-B993-A1D7AFC2F934}" dt="2023-06-15T09:36:57.325" v="2361"/>
          <ac:inkMkLst>
            <pc:docMk/>
            <pc:sldMk cId="566884019" sldId="446"/>
            <ac:inkMk id="48" creationId="{3CBC85A7-D485-990B-B2B5-58974B54BFEA}"/>
          </ac:inkMkLst>
        </pc:inkChg>
        <pc:inkChg chg="add mod">
          <ac:chgData name="Aron Michael" userId="a6335a5c-3af6-488f-9ef1-dea14714a451" providerId="ADAL" clId="{97C2611C-583D-4F36-B993-A1D7AFC2F934}" dt="2023-06-15T09:36:57.325" v="2361"/>
          <ac:inkMkLst>
            <pc:docMk/>
            <pc:sldMk cId="566884019" sldId="446"/>
            <ac:inkMk id="49" creationId="{46730833-AEB6-6FC1-B573-39B88A0F04CC}"/>
          </ac:inkMkLst>
        </pc:inkChg>
        <pc:inkChg chg="add mod">
          <ac:chgData name="Aron Michael" userId="a6335a5c-3af6-488f-9ef1-dea14714a451" providerId="ADAL" clId="{97C2611C-583D-4F36-B993-A1D7AFC2F934}" dt="2023-06-15T09:36:57.325" v="2361"/>
          <ac:inkMkLst>
            <pc:docMk/>
            <pc:sldMk cId="566884019" sldId="446"/>
            <ac:inkMk id="50" creationId="{9494360D-970D-64E7-2CEB-2FFADBAE648F}"/>
          </ac:inkMkLst>
        </pc:inkChg>
        <pc:inkChg chg="add mod">
          <ac:chgData name="Aron Michael" userId="a6335a5c-3af6-488f-9ef1-dea14714a451" providerId="ADAL" clId="{97C2611C-583D-4F36-B993-A1D7AFC2F934}" dt="2023-06-15T09:36:57.325" v="2361"/>
          <ac:inkMkLst>
            <pc:docMk/>
            <pc:sldMk cId="566884019" sldId="446"/>
            <ac:inkMk id="51" creationId="{E12AED08-74F2-2F7D-21F6-DCDC45B2B277}"/>
          </ac:inkMkLst>
        </pc:inkChg>
        <pc:inkChg chg="add mod">
          <ac:chgData name="Aron Michael" userId="a6335a5c-3af6-488f-9ef1-dea14714a451" providerId="ADAL" clId="{97C2611C-583D-4F36-B993-A1D7AFC2F934}" dt="2023-06-15T09:36:57.325" v="2361"/>
          <ac:inkMkLst>
            <pc:docMk/>
            <pc:sldMk cId="566884019" sldId="446"/>
            <ac:inkMk id="52" creationId="{48DA42EA-7623-16B9-3CC7-536B4FD87278}"/>
          </ac:inkMkLst>
        </pc:inkChg>
        <pc:inkChg chg="add mod">
          <ac:chgData name="Aron Michael" userId="a6335a5c-3af6-488f-9ef1-dea14714a451" providerId="ADAL" clId="{97C2611C-583D-4F36-B993-A1D7AFC2F934}" dt="2023-06-15T09:36:57.325" v="2361"/>
          <ac:inkMkLst>
            <pc:docMk/>
            <pc:sldMk cId="566884019" sldId="446"/>
            <ac:inkMk id="53" creationId="{B5A17515-43FA-4456-67E4-A0B3BEC2B784}"/>
          </ac:inkMkLst>
        </pc:inkChg>
        <pc:inkChg chg="add mod">
          <ac:chgData name="Aron Michael" userId="a6335a5c-3af6-488f-9ef1-dea14714a451" providerId="ADAL" clId="{97C2611C-583D-4F36-B993-A1D7AFC2F934}" dt="2023-06-15T09:36:57.325" v="2361"/>
          <ac:inkMkLst>
            <pc:docMk/>
            <pc:sldMk cId="566884019" sldId="446"/>
            <ac:inkMk id="54" creationId="{6826A014-CD1F-1F43-2B5A-558F938E9932}"/>
          </ac:inkMkLst>
        </pc:inkChg>
        <pc:inkChg chg="add mod">
          <ac:chgData name="Aron Michael" userId="a6335a5c-3af6-488f-9ef1-dea14714a451" providerId="ADAL" clId="{97C2611C-583D-4F36-B993-A1D7AFC2F934}" dt="2023-06-15T09:36:57.325" v="2361"/>
          <ac:inkMkLst>
            <pc:docMk/>
            <pc:sldMk cId="566884019" sldId="446"/>
            <ac:inkMk id="55" creationId="{E6618C6A-46BF-100E-8604-2DCD432ED604}"/>
          </ac:inkMkLst>
        </pc:inkChg>
        <pc:inkChg chg="add mod">
          <ac:chgData name="Aron Michael" userId="a6335a5c-3af6-488f-9ef1-dea14714a451" providerId="ADAL" clId="{97C2611C-583D-4F36-B993-A1D7AFC2F934}" dt="2023-06-15T09:36:57.325" v="2361"/>
          <ac:inkMkLst>
            <pc:docMk/>
            <pc:sldMk cId="566884019" sldId="446"/>
            <ac:inkMk id="56" creationId="{577A9619-35BA-5DD8-A639-C0B675445A26}"/>
          </ac:inkMkLst>
        </pc:inkChg>
        <pc:inkChg chg="add mod">
          <ac:chgData name="Aron Michael" userId="a6335a5c-3af6-488f-9ef1-dea14714a451" providerId="ADAL" clId="{97C2611C-583D-4F36-B993-A1D7AFC2F934}" dt="2023-06-15T09:36:57.325" v="2361"/>
          <ac:inkMkLst>
            <pc:docMk/>
            <pc:sldMk cId="566884019" sldId="446"/>
            <ac:inkMk id="57" creationId="{9864F530-D811-E4D5-054D-BA18BE91D617}"/>
          </ac:inkMkLst>
        </pc:inkChg>
        <pc:inkChg chg="add mod">
          <ac:chgData name="Aron Michael" userId="a6335a5c-3af6-488f-9ef1-dea14714a451" providerId="ADAL" clId="{97C2611C-583D-4F36-B993-A1D7AFC2F934}" dt="2023-06-15T09:36:57.325" v="2361"/>
          <ac:inkMkLst>
            <pc:docMk/>
            <pc:sldMk cId="566884019" sldId="446"/>
            <ac:inkMk id="58" creationId="{550E5DF8-5850-1F9D-8E43-389A2F72C32C}"/>
          </ac:inkMkLst>
        </pc:inkChg>
        <pc:inkChg chg="add mod">
          <ac:chgData name="Aron Michael" userId="a6335a5c-3af6-488f-9ef1-dea14714a451" providerId="ADAL" clId="{97C2611C-583D-4F36-B993-A1D7AFC2F934}" dt="2023-06-15T09:36:57.325" v="2361"/>
          <ac:inkMkLst>
            <pc:docMk/>
            <pc:sldMk cId="566884019" sldId="446"/>
            <ac:inkMk id="59" creationId="{A752479F-C455-A34E-5D55-4644DCE7C24E}"/>
          </ac:inkMkLst>
        </pc:inkChg>
        <pc:inkChg chg="add mod">
          <ac:chgData name="Aron Michael" userId="a6335a5c-3af6-488f-9ef1-dea14714a451" providerId="ADAL" clId="{97C2611C-583D-4F36-B993-A1D7AFC2F934}" dt="2023-06-15T09:36:57.325" v="2361"/>
          <ac:inkMkLst>
            <pc:docMk/>
            <pc:sldMk cId="566884019" sldId="446"/>
            <ac:inkMk id="60" creationId="{4F0AB76B-1A0D-7622-10DD-C429939AEF82}"/>
          </ac:inkMkLst>
        </pc:inkChg>
        <pc:inkChg chg="add mod">
          <ac:chgData name="Aron Michael" userId="a6335a5c-3af6-488f-9ef1-dea14714a451" providerId="ADAL" clId="{97C2611C-583D-4F36-B993-A1D7AFC2F934}" dt="2023-06-15T09:36:57.325" v="2361"/>
          <ac:inkMkLst>
            <pc:docMk/>
            <pc:sldMk cId="566884019" sldId="446"/>
            <ac:inkMk id="61" creationId="{EC4B1226-81E1-5DFE-991F-61F2886700E9}"/>
          </ac:inkMkLst>
        </pc:inkChg>
        <pc:inkChg chg="add mod">
          <ac:chgData name="Aron Michael" userId="a6335a5c-3af6-488f-9ef1-dea14714a451" providerId="ADAL" clId="{97C2611C-583D-4F36-B993-A1D7AFC2F934}" dt="2023-06-15T09:36:57.325" v="2361"/>
          <ac:inkMkLst>
            <pc:docMk/>
            <pc:sldMk cId="566884019" sldId="446"/>
            <ac:inkMk id="62" creationId="{6D86EE3C-95B1-DC41-5F8E-A82DC9A60518}"/>
          </ac:inkMkLst>
        </pc:inkChg>
        <pc:inkChg chg="add mod">
          <ac:chgData name="Aron Michael" userId="a6335a5c-3af6-488f-9ef1-dea14714a451" providerId="ADAL" clId="{97C2611C-583D-4F36-B993-A1D7AFC2F934}" dt="2023-06-15T09:36:57.325" v="2361"/>
          <ac:inkMkLst>
            <pc:docMk/>
            <pc:sldMk cId="566884019" sldId="446"/>
            <ac:inkMk id="63" creationId="{68F19715-66C5-547B-0602-254CF90651CD}"/>
          </ac:inkMkLst>
        </pc:inkChg>
        <pc:inkChg chg="add mod">
          <ac:chgData name="Aron Michael" userId="a6335a5c-3af6-488f-9ef1-dea14714a451" providerId="ADAL" clId="{97C2611C-583D-4F36-B993-A1D7AFC2F934}" dt="2023-06-15T09:36:57.325" v="2361"/>
          <ac:inkMkLst>
            <pc:docMk/>
            <pc:sldMk cId="566884019" sldId="446"/>
            <ac:inkMk id="64" creationId="{CE778E6A-8A8A-8EBF-27D4-9FEA2BA1A0A7}"/>
          </ac:inkMkLst>
        </pc:inkChg>
        <pc:inkChg chg="add mod">
          <ac:chgData name="Aron Michael" userId="a6335a5c-3af6-488f-9ef1-dea14714a451" providerId="ADAL" clId="{97C2611C-583D-4F36-B993-A1D7AFC2F934}" dt="2023-06-15T09:36:57.325" v="2361"/>
          <ac:inkMkLst>
            <pc:docMk/>
            <pc:sldMk cId="566884019" sldId="446"/>
            <ac:inkMk id="65" creationId="{57C89A59-F2EE-4D45-EFBB-75E8715D1300}"/>
          </ac:inkMkLst>
        </pc:inkChg>
        <pc:inkChg chg="add mod">
          <ac:chgData name="Aron Michael" userId="a6335a5c-3af6-488f-9ef1-dea14714a451" providerId="ADAL" clId="{97C2611C-583D-4F36-B993-A1D7AFC2F934}" dt="2023-06-15T09:36:57.325" v="2361"/>
          <ac:inkMkLst>
            <pc:docMk/>
            <pc:sldMk cId="566884019" sldId="446"/>
            <ac:inkMk id="66" creationId="{EDD4DC4F-2DAF-9970-E32E-7484977C7B32}"/>
          </ac:inkMkLst>
        </pc:inkChg>
        <pc:inkChg chg="add mod">
          <ac:chgData name="Aron Michael" userId="a6335a5c-3af6-488f-9ef1-dea14714a451" providerId="ADAL" clId="{97C2611C-583D-4F36-B993-A1D7AFC2F934}" dt="2023-06-15T09:36:57.325" v="2361"/>
          <ac:inkMkLst>
            <pc:docMk/>
            <pc:sldMk cId="566884019" sldId="446"/>
            <ac:inkMk id="67" creationId="{8BCDCD89-8B17-57F6-51D3-B83B542BFD3C}"/>
          </ac:inkMkLst>
        </pc:inkChg>
        <pc:inkChg chg="add mod">
          <ac:chgData name="Aron Michael" userId="a6335a5c-3af6-488f-9ef1-dea14714a451" providerId="ADAL" clId="{97C2611C-583D-4F36-B993-A1D7AFC2F934}" dt="2023-06-15T09:36:57.325" v="2361"/>
          <ac:inkMkLst>
            <pc:docMk/>
            <pc:sldMk cId="566884019" sldId="446"/>
            <ac:inkMk id="68" creationId="{CFE13C59-883C-60C0-7E5D-69582A21D615}"/>
          </ac:inkMkLst>
        </pc:inkChg>
        <pc:inkChg chg="add mod">
          <ac:chgData name="Aron Michael" userId="a6335a5c-3af6-488f-9ef1-dea14714a451" providerId="ADAL" clId="{97C2611C-583D-4F36-B993-A1D7AFC2F934}" dt="2023-06-15T09:36:57.325" v="2361"/>
          <ac:inkMkLst>
            <pc:docMk/>
            <pc:sldMk cId="566884019" sldId="446"/>
            <ac:inkMk id="69" creationId="{5D39C1D2-170B-C679-6160-034744A126CA}"/>
          </ac:inkMkLst>
        </pc:inkChg>
        <pc:inkChg chg="mod">
          <ac:chgData name="Aron Michael" userId="a6335a5c-3af6-488f-9ef1-dea14714a451" providerId="ADAL" clId="{97C2611C-583D-4F36-B993-A1D7AFC2F934}" dt="2023-06-15T09:36:57.325" v="2361"/>
          <ac:inkMkLst>
            <pc:docMk/>
            <pc:sldMk cId="566884019" sldId="446"/>
            <ac:inkMk id="71" creationId="{115DDDA2-F8B5-CA54-50D5-E11F7C1B676C}"/>
          </ac:inkMkLst>
        </pc:inkChg>
        <pc:inkChg chg="mod">
          <ac:chgData name="Aron Michael" userId="a6335a5c-3af6-488f-9ef1-dea14714a451" providerId="ADAL" clId="{97C2611C-583D-4F36-B993-A1D7AFC2F934}" dt="2023-06-15T09:36:57.325" v="2361"/>
          <ac:inkMkLst>
            <pc:docMk/>
            <pc:sldMk cId="566884019" sldId="446"/>
            <ac:inkMk id="72" creationId="{D887D36A-F82B-463F-EB3A-2960A7545028}"/>
          </ac:inkMkLst>
        </pc:inkChg>
        <pc:inkChg chg="mod">
          <ac:chgData name="Aron Michael" userId="a6335a5c-3af6-488f-9ef1-dea14714a451" providerId="ADAL" clId="{97C2611C-583D-4F36-B993-A1D7AFC2F934}" dt="2023-06-15T09:36:57.325" v="2361"/>
          <ac:inkMkLst>
            <pc:docMk/>
            <pc:sldMk cId="566884019" sldId="446"/>
            <ac:inkMk id="73" creationId="{56C6E953-24A3-F0C4-F5AB-87DDC49F0672}"/>
          </ac:inkMkLst>
        </pc:inkChg>
        <pc:inkChg chg="mod">
          <ac:chgData name="Aron Michael" userId="a6335a5c-3af6-488f-9ef1-dea14714a451" providerId="ADAL" clId="{97C2611C-583D-4F36-B993-A1D7AFC2F934}" dt="2023-06-15T09:36:57.325" v="2361"/>
          <ac:inkMkLst>
            <pc:docMk/>
            <pc:sldMk cId="566884019" sldId="446"/>
            <ac:inkMk id="74" creationId="{B74A1E36-2156-DA7E-1BF3-2EC67E281EC5}"/>
          </ac:inkMkLst>
        </pc:inkChg>
        <pc:inkChg chg="mod">
          <ac:chgData name="Aron Michael" userId="a6335a5c-3af6-488f-9ef1-dea14714a451" providerId="ADAL" clId="{97C2611C-583D-4F36-B993-A1D7AFC2F934}" dt="2023-06-15T09:36:57.325" v="2361"/>
          <ac:inkMkLst>
            <pc:docMk/>
            <pc:sldMk cId="566884019" sldId="446"/>
            <ac:inkMk id="75" creationId="{64748FF1-E5B1-1110-27B9-D1BE7ACC36D0}"/>
          </ac:inkMkLst>
        </pc:inkChg>
        <pc:inkChg chg="mod">
          <ac:chgData name="Aron Michael" userId="a6335a5c-3af6-488f-9ef1-dea14714a451" providerId="ADAL" clId="{97C2611C-583D-4F36-B993-A1D7AFC2F934}" dt="2023-06-15T09:36:57.325" v="2361"/>
          <ac:inkMkLst>
            <pc:docMk/>
            <pc:sldMk cId="566884019" sldId="446"/>
            <ac:inkMk id="76" creationId="{85BB3F7C-5BFC-2842-A97D-D9C3400EE2DC}"/>
          </ac:inkMkLst>
        </pc:inkChg>
        <pc:inkChg chg="mod">
          <ac:chgData name="Aron Michael" userId="a6335a5c-3af6-488f-9ef1-dea14714a451" providerId="ADAL" clId="{97C2611C-583D-4F36-B993-A1D7AFC2F934}" dt="2023-06-15T09:36:57.325" v="2361"/>
          <ac:inkMkLst>
            <pc:docMk/>
            <pc:sldMk cId="566884019" sldId="446"/>
            <ac:inkMk id="78" creationId="{57627F19-F5F9-235F-A14B-BD4F3558D988}"/>
          </ac:inkMkLst>
        </pc:inkChg>
        <pc:inkChg chg="mod">
          <ac:chgData name="Aron Michael" userId="a6335a5c-3af6-488f-9ef1-dea14714a451" providerId="ADAL" clId="{97C2611C-583D-4F36-B993-A1D7AFC2F934}" dt="2023-06-15T09:36:57.325" v="2361"/>
          <ac:inkMkLst>
            <pc:docMk/>
            <pc:sldMk cId="566884019" sldId="446"/>
            <ac:inkMk id="79" creationId="{B88952D6-BC67-56A9-D18F-CF8912E2208B}"/>
          </ac:inkMkLst>
        </pc:inkChg>
        <pc:inkChg chg="mod">
          <ac:chgData name="Aron Michael" userId="a6335a5c-3af6-488f-9ef1-dea14714a451" providerId="ADAL" clId="{97C2611C-583D-4F36-B993-A1D7AFC2F934}" dt="2023-06-15T09:36:57.325" v="2361"/>
          <ac:inkMkLst>
            <pc:docMk/>
            <pc:sldMk cId="566884019" sldId="446"/>
            <ac:inkMk id="80" creationId="{707C22AD-291B-33C0-504E-7541DA1EFD29}"/>
          </ac:inkMkLst>
        </pc:inkChg>
        <pc:inkChg chg="mod">
          <ac:chgData name="Aron Michael" userId="a6335a5c-3af6-488f-9ef1-dea14714a451" providerId="ADAL" clId="{97C2611C-583D-4F36-B993-A1D7AFC2F934}" dt="2023-06-15T09:36:57.325" v="2361"/>
          <ac:inkMkLst>
            <pc:docMk/>
            <pc:sldMk cId="566884019" sldId="446"/>
            <ac:inkMk id="81" creationId="{C7AE9240-8B9C-2A63-B1EA-2C3B8649B2BE}"/>
          </ac:inkMkLst>
        </pc:inkChg>
        <pc:inkChg chg="mod">
          <ac:chgData name="Aron Michael" userId="a6335a5c-3af6-488f-9ef1-dea14714a451" providerId="ADAL" clId="{97C2611C-583D-4F36-B993-A1D7AFC2F934}" dt="2023-06-15T09:36:57.325" v="2361"/>
          <ac:inkMkLst>
            <pc:docMk/>
            <pc:sldMk cId="566884019" sldId="446"/>
            <ac:inkMk id="82" creationId="{EA4AE8DC-F50B-4B1C-76A2-A82854022120}"/>
          </ac:inkMkLst>
        </pc:inkChg>
        <pc:inkChg chg="mod">
          <ac:chgData name="Aron Michael" userId="a6335a5c-3af6-488f-9ef1-dea14714a451" providerId="ADAL" clId="{97C2611C-583D-4F36-B993-A1D7AFC2F934}" dt="2023-06-15T09:36:57.325" v="2361"/>
          <ac:inkMkLst>
            <pc:docMk/>
            <pc:sldMk cId="566884019" sldId="446"/>
            <ac:inkMk id="83" creationId="{192CA421-86BB-7A5A-36DE-FDE91E42CAFA}"/>
          </ac:inkMkLst>
        </pc:inkChg>
        <pc:inkChg chg="mod">
          <ac:chgData name="Aron Michael" userId="a6335a5c-3af6-488f-9ef1-dea14714a451" providerId="ADAL" clId="{97C2611C-583D-4F36-B993-A1D7AFC2F934}" dt="2023-06-15T09:36:57.325" v="2361"/>
          <ac:inkMkLst>
            <pc:docMk/>
            <pc:sldMk cId="566884019" sldId="446"/>
            <ac:inkMk id="84" creationId="{A246CC56-B7D4-D6C8-0A42-872041A3B7F9}"/>
          </ac:inkMkLst>
        </pc:inkChg>
        <pc:inkChg chg="mod">
          <ac:chgData name="Aron Michael" userId="a6335a5c-3af6-488f-9ef1-dea14714a451" providerId="ADAL" clId="{97C2611C-583D-4F36-B993-A1D7AFC2F934}" dt="2023-06-15T09:36:57.325" v="2361"/>
          <ac:inkMkLst>
            <pc:docMk/>
            <pc:sldMk cId="566884019" sldId="446"/>
            <ac:inkMk id="85" creationId="{19D485E1-F029-B5AC-ADAF-5882BE8B33FF}"/>
          </ac:inkMkLst>
        </pc:inkChg>
        <pc:inkChg chg="mod">
          <ac:chgData name="Aron Michael" userId="a6335a5c-3af6-488f-9ef1-dea14714a451" providerId="ADAL" clId="{97C2611C-583D-4F36-B993-A1D7AFC2F934}" dt="2023-06-15T09:36:57.325" v="2361"/>
          <ac:inkMkLst>
            <pc:docMk/>
            <pc:sldMk cId="566884019" sldId="446"/>
            <ac:inkMk id="86" creationId="{2F4987BE-5052-4059-C965-6BEC0C11A4C6}"/>
          </ac:inkMkLst>
        </pc:inkChg>
        <pc:inkChg chg="mod">
          <ac:chgData name="Aron Michael" userId="a6335a5c-3af6-488f-9ef1-dea14714a451" providerId="ADAL" clId="{97C2611C-583D-4F36-B993-A1D7AFC2F934}" dt="2023-06-15T09:36:57.325" v="2361"/>
          <ac:inkMkLst>
            <pc:docMk/>
            <pc:sldMk cId="566884019" sldId="446"/>
            <ac:inkMk id="87" creationId="{ED718634-69CB-E327-9DBB-2C1E0FF9F98D}"/>
          </ac:inkMkLst>
        </pc:inkChg>
        <pc:inkChg chg="mod">
          <ac:chgData name="Aron Michael" userId="a6335a5c-3af6-488f-9ef1-dea14714a451" providerId="ADAL" clId="{97C2611C-583D-4F36-B993-A1D7AFC2F934}" dt="2023-06-15T09:36:57.325" v="2361"/>
          <ac:inkMkLst>
            <pc:docMk/>
            <pc:sldMk cId="566884019" sldId="446"/>
            <ac:inkMk id="88" creationId="{2FCD420D-A794-832D-8A64-B606D8365761}"/>
          </ac:inkMkLst>
        </pc:inkChg>
        <pc:inkChg chg="mod">
          <ac:chgData name="Aron Michael" userId="a6335a5c-3af6-488f-9ef1-dea14714a451" providerId="ADAL" clId="{97C2611C-583D-4F36-B993-A1D7AFC2F934}" dt="2023-06-15T09:36:57.325" v="2361"/>
          <ac:inkMkLst>
            <pc:docMk/>
            <pc:sldMk cId="566884019" sldId="446"/>
            <ac:inkMk id="89" creationId="{A36A8713-56F2-74C1-7FC1-FF10416C7A4D}"/>
          </ac:inkMkLst>
        </pc:inkChg>
        <pc:inkChg chg="mod">
          <ac:chgData name="Aron Michael" userId="a6335a5c-3af6-488f-9ef1-dea14714a451" providerId="ADAL" clId="{97C2611C-583D-4F36-B993-A1D7AFC2F934}" dt="2023-06-15T09:36:57.325" v="2361"/>
          <ac:inkMkLst>
            <pc:docMk/>
            <pc:sldMk cId="566884019" sldId="446"/>
            <ac:inkMk id="90" creationId="{9F52A1FD-65A4-298B-F78B-C462D9D1AC0D}"/>
          </ac:inkMkLst>
        </pc:inkChg>
        <pc:inkChg chg="mod">
          <ac:chgData name="Aron Michael" userId="a6335a5c-3af6-488f-9ef1-dea14714a451" providerId="ADAL" clId="{97C2611C-583D-4F36-B993-A1D7AFC2F934}" dt="2023-06-15T09:36:57.325" v="2361"/>
          <ac:inkMkLst>
            <pc:docMk/>
            <pc:sldMk cId="566884019" sldId="446"/>
            <ac:inkMk id="91" creationId="{A28D6E52-DA3E-81F7-71EB-A7B22B1FCF5A}"/>
          </ac:inkMkLst>
        </pc:inkChg>
        <pc:inkChg chg="mod">
          <ac:chgData name="Aron Michael" userId="a6335a5c-3af6-488f-9ef1-dea14714a451" providerId="ADAL" clId="{97C2611C-583D-4F36-B993-A1D7AFC2F934}" dt="2023-06-15T09:36:57.325" v="2361"/>
          <ac:inkMkLst>
            <pc:docMk/>
            <pc:sldMk cId="566884019" sldId="446"/>
            <ac:inkMk id="92" creationId="{93E01E6B-A6C5-CD9E-415A-4EBC5029EA1D}"/>
          </ac:inkMkLst>
        </pc:inkChg>
        <pc:inkChg chg="mod">
          <ac:chgData name="Aron Michael" userId="a6335a5c-3af6-488f-9ef1-dea14714a451" providerId="ADAL" clId="{97C2611C-583D-4F36-B993-A1D7AFC2F934}" dt="2023-06-15T09:36:57.325" v="2361"/>
          <ac:inkMkLst>
            <pc:docMk/>
            <pc:sldMk cId="566884019" sldId="446"/>
            <ac:inkMk id="93" creationId="{676F9A1F-FA0B-6C26-1C3E-5E7BF0008404}"/>
          </ac:inkMkLst>
        </pc:inkChg>
        <pc:inkChg chg="mod">
          <ac:chgData name="Aron Michael" userId="a6335a5c-3af6-488f-9ef1-dea14714a451" providerId="ADAL" clId="{97C2611C-583D-4F36-B993-A1D7AFC2F934}" dt="2023-06-15T09:36:57.325" v="2361"/>
          <ac:inkMkLst>
            <pc:docMk/>
            <pc:sldMk cId="566884019" sldId="446"/>
            <ac:inkMk id="94" creationId="{9D8BDF98-01A8-ABE8-9130-25897B79A6DB}"/>
          </ac:inkMkLst>
        </pc:inkChg>
        <pc:inkChg chg="mod">
          <ac:chgData name="Aron Michael" userId="a6335a5c-3af6-488f-9ef1-dea14714a451" providerId="ADAL" clId="{97C2611C-583D-4F36-B993-A1D7AFC2F934}" dt="2023-06-15T09:36:57.325" v="2361"/>
          <ac:inkMkLst>
            <pc:docMk/>
            <pc:sldMk cId="566884019" sldId="446"/>
            <ac:inkMk id="95" creationId="{9E3AE006-3850-A941-476E-FC91E7A79C75}"/>
          </ac:inkMkLst>
        </pc:inkChg>
        <pc:inkChg chg="mod">
          <ac:chgData name="Aron Michael" userId="a6335a5c-3af6-488f-9ef1-dea14714a451" providerId="ADAL" clId="{97C2611C-583D-4F36-B993-A1D7AFC2F934}" dt="2023-06-15T09:36:57.325" v="2361"/>
          <ac:inkMkLst>
            <pc:docMk/>
            <pc:sldMk cId="566884019" sldId="446"/>
            <ac:inkMk id="96" creationId="{B11C7225-21E4-1EE1-D0A0-58BCA7B0C8CF}"/>
          </ac:inkMkLst>
        </pc:inkChg>
        <pc:inkChg chg="mod">
          <ac:chgData name="Aron Michael" userId="a6335a5c-3af6-488f-9ef1-dea14714a451" providerId="ADAL" clId="{97C2611C-583D-4F36-B993-A1D7AFC2F934}" dt="2023-06-15T09:36:57.325" v="2361"/>
          <ac:inkMkLst>
            <pc:docMk/>
            <pc:sldMk cId="566884019" sldId="446"/>
            <ac:inkMk id="97" creationId="{90F474A2-E860-175A-B812-637C073A534E}"/>
          </ac:inkMkLst>
        </pc:inkChg>
        <pc:inkChg chg="mod">
          <ac:chgData name="Aron Michael" userId="a6335a5c-3af6-488f-9ef1-dea14714a451" providerId="ADAL" clId="{97C2611C-583D-4F36-B993-A1D7AFC2F934}" dt="2023-06-15T09:36:57.325" v="2361"/>
          <ac:inkMkLst>
            <pc:docMk/>
            <pc:sldMk cId="566884019" sldId="446"/>
            <ac:inkMk id="98" creationId="{2D098411-31F0-5CC2-CA6F-F547A68B7174}"/>
          </ac:inkMkLst>
        </pc:inkChg>
        <pc:inkChg chg="mod">
          <ac:chgData name="Aron Michael" userId="a6335a5c-3af6-488f-9ef1-dea14714a451" providerId="ADAL" clId="{97C2611C-583D-4F36-B993-A1D7AFC2F934}" dt="2023-06-15T09:36:57.325" v="2361"/>
          <ac:inkMkLst>
            <pc:docMk/>
            <pc:sldMk cId="566884019" sldId="446"/>
            <ac:inkMk id="99" creationId="{555F77E3-6937-8310-850A-5FEBCB208BB9}"/>
          </ac:inkMkLst>
        </pc:inkChg>
        <pc:inkChg chg="mod">
          <ac:chgData name="Aron Michael" userId="a6335a5c-3af6-488f-9ef1-dea14714a451" providerId="ADAL" clId="{97C2611C-583D-4F36-B993-A1D7AFC2F934}" dt="2023-06-15T09:36:57.325" v="2361"/>
          <ac:inkMkLst>
            <pc:docMk/>
            <pc:sldMk cId="566884019" sldId="446"/>
            <ac:inkMk id="100" creationId="{C5E2A948-84A6-8141-CAB6-1C4B02430C8F}"/>
          </ac:inkMkLst>
        </pc:inkChg>
        <pc:inkChg chg="mod">
          <ac:chgData name="Aron Michael" userId="a6335a5c-3af6-488f-9ef1-dea14714a451" providerId="ADAL" clId="{97C2611C-583D-4F36-B993-A1D7AFC2F934}" dt="2023-06-15T09:36:57.325" v="2361"/>
          <ac:inkMkLst>
            <pc:docMk/>
            <pc:sldMk cId="566884019" sldId="446"/>
            <ac:inkMk id="101" creationId="{B4B69FC7-C28C-F700-F79D-DFF5FCCBB7D7}"/>
          </ac:inkMkLst>
        </pc:inkChg>
        <pc:inkChg chg="mod">
          <ac:chgData name="Aron Michael" userId="a6335a5c-3af6-488f-9ef1-dea14714a451" providerId="ADAL" clId="{97C2611C-583D-4F36-B993-A1D7AFC2F934}" dt="2023-06-15T09:36:57.325" v="2361"/>
          <ac:inkMkLst>
            <pc:docMk/>
            <pc:sldMk cId="566884019" sldId="446"/>
            <ac:inkMk id="102" creationId="{DB927B66-C578-A664-9988-9B3452E475D4}"/>
          </ac:inkMkLst>
        </pc:inkChg>
        <pc:inkChg chg="mod">
          <ac:chgData name="Aron Michael" userId="a6335a5c-3af6-488f-9ef1-dea14714a451" providerId="ADAL" clId="{97C2611C-583D-4F36-B993-A1D7AFC2F934}" dt="2023-06-15T09:36:57.325" v="2361"/>
          <ac:inkMkLst>
            <pc:docMk/>
            <pc:sldMk cId="566884019" sldId="446"/>
            <ac:inkMk id="103" creationId="{238E064B-20AE-F186-9830-5F565207349C}"/>
          </ac:inkMkLst>
        </pc:inkChg>
        <pc:inkChg chg="mod">
          <ac:chgData name="Aron Michael" userId="a6335a5c-3af6-488f-9ef1-dea14714a451" providerId="ADAL" clId="{97C2611C-583D-4F36-B993-A1D7AFC2F934}" dt="2023-06-15T09:36:57.325" v="2361"/>
          <ac:inkMkLst>
            <pc:docMk/>
            <pc:sldMk cId="566884019" sldId="446"/>
            <ac:inkMk id="104" creationId="{FB0C109D-48E1-3A57-6DEC-4A1F518493F9}"/>
          </ac:inkMkLst>
        </pc:inkChg>
        <pc:inkChg chg="mod">
          <ac:chgData name="Aron Michael" userId="a6335a5c-3af6-488f-9ef1-dea14714a451" providerId="ADAL" clId="{97C2611C-583D-4F36-B993-A1D7AFC2F934}" dt="2023-06-15T09:36:57.325" v="2361"/>
          <ac:inkMkLst>
            <pc:docMk/>
            <pc:sldMk cId="566884019" sldId="446"/>
            <ac:inkMk id="105" creationId="{D822E44C-321A-ECB3-2A4D-24A37F020CB6}"/>
          </ac:inkMkLst>
        </pc:inkChg>
        <pc:inkChg chg="mod">
          <ac:chgData name="Aron Michael" userId="a6335a5c-3af6-488f-9ef1-dea14714a451" providerId="ADAL" clId="{97C2611C-583D-4F36-B993-A1D7AFC2F934}" dt="2023-06-15T09:36:57.325" v="2361"/>
          <ac:inkMkLst>
            <pc:docMk/>
            <pc:sldMk cId="566884019" sldId="446"/>
            <ac:inkMk id="106" creationId="{7C501FA8-5EB0-4F68-40DB-21B43D69B3F3}"/>
          </ac:inkMkLst>
        </pc:inkChg>
        <pc:inkChg chg="mod">
          <ac:chgData name="Aron Michael" userId="a6335a5c-3af6-488f-9ef1-dea14714a451" providerId="ADAL" clId="{97C2611C-583D-4F36-B993-A1D7AFC2F934}" dt="2023-06-15T09:36:57.325" v="2361"/>
          <ac:inkMkLst>
            <pc:docMk/>
            <pc:sldMk cId="566884019" sldId="446"/>
            <ac:inkMk id="107" creationId="{33375B6C-E2E9-D025-4A51-0E086677AEA2}"/>
          </ac:inkMkLst>
        </pc:inkChg>
        <pc:inkChg chg="mod">
          <ac:chgData name="Aron Michael" userId="a6335a5c-3af6-488f-9ef1-dea14714a451" providerId="ADAL" clId="{97C2611C-583D-4F36-B993-A1D7AFC2F934}" dt="2023-06-15T09:36:57.325" v="2361"/>
          <ac:inkMkLst>
            <pc:docMk/>
            <pc:sldMk cId="566884019" sldId="446"/>
            <ac:inkMk id="108" creationId="{AB51C058-6CD8-E45F-855B-2066F8332C2D}"/>
          </ac:inkMkLst>
        </pc:inkChg>
        <pc:inkChg chg="mod">
          <ac:chgData name="Aron Michael" userId="a6335a5c-3af6-488f-9ef1-dea14714a451" providerId="ADAL" clId="{97C2611C-583D-4F36-B993-A1D7AFC2F934}" dt="2023-06-15T09:36:57.325" v="2361"/>
          <ac:inkMkLst>
            <pc:docMk/>
            <pc:sldMk cId="566884019" sldId="446"/>
            <ac:inkMk id="109" creationId="{7A64EC2F-C30B-6682-A678-64AF16E6BA34}"/>
          </ac:inkMkLst>
        </pc:inkChg>
        <pc:inkChg chg="mod">
          <ac:chgData name="Aron Michael" userId="a6335a5c-3af6-488f-9ef1-dea14714a451" providerId="ADAL" clId="{97C2611C-583D-4F36-B993-A1D7AFC2F934}" dt="2023-06-15T09:36:57.325" v="2361"/>
          <ac:inkMkLst>
            <pc:docMk/>
            <pc:sldMk cId="566884019" sldId="446"/>
            <ac:inkMk id="110" creationId="{B9CBD05D-C272-D831-44F9-18C633316902}"/>
          </ac:inkMkLst>
        </pc:inkChg>
        <pc:inkChg chg="mod">
          <ac:chgData name="Aron Michael" userId="a6335a5c-3af6-488f-9ef1-dea14714a451" providerId="ADAL" clId="{97C2611C-583D-4F36-B993-A1D7AFC2F934}" dt="2023-06-15T09:36:57.325" v="2361"/>
          <ac:inkMkLst>
            <pc:docMk/>
            <pc:sldMk cId="566884019" sldId="446"/>
            <ac:inkMk id="111" creationId="{4E277A2B-6F1C-E9FD-B94C-61059CAB2EEF}"/>
          </ac:inkMkLst>
        </pc:inkChg>
        <pc:inkChg chg="mod">
          <ac:chgData name="Aron Michael" userId="a6335a5c-3af6-488f-9ef1-dea14714a451" providerId="ADAL" clId="{97C2611C-583D-4F36-B993-A1D7AFC2F934}" dt="2023-06-15T09:36:57.325" v="2361"/>
          <ac:inkMkLst>
            <pc:docMk/>
            <pc:sldMk cId="566884019" sldId="446"/>
            <ac:inkMk id="112" creationId="{602BA7C7-C4EF-FAD9-4C55-D3658A1503DD}"/>
          </ac:inkMkLst>
        </pc:inkChg>
        <pc:inkChg chg="mod">
          <ac:chgData name="Aron Michael" userId="a6335a5c-3af6-488f-9ef1-dea14714a451" providerId="ADAL" clId="{97C2611C-583D-4F36-B993-A1D7AFC2F934}" dt="2023-06-15T09:36:57.325" v="2361"/>
          <ac:inkMkLst>
            <pc:docMk/>
            <pc:sldMk cId="566884019" sldId="446"/>
            <ac:inkMk id="113" creationId="{C7950D4D-358C-1E28-3999-72CED809DCB5}"/>
          </ac:inkMkLst>
        </pc:inkChg>
        <pc:inkChg chg="mod">
          <ac:chgData name="Aron Michael" userId="a6335a5c-3af6-488f-9ef1-dea14714a451" providerId="ADAL" clId="{97C2611C-583D-4F36-B993-A1D7AFC2F934}" dt="2023-06-15T09:36:57.325" v="2361"/>
          <ac:inkMkLst>
            <pc:docMk/>
            <pc:sldMk cId="566884019" sldId="446"/>
            <ac:inkMk id="114" creationId="{AB85DC83-5BC5-5CBF-8AEC-B77A8ACFBE77}"/>
          </ac:inkMkLst>
        </pc:inkChg>
        <pc:inkChg chg="mod">
          <ac:chgData name="Aron Michael" userId="a6335a5c-3af6-488f-9ef1-dea14714a451" providerId="ADAL" clId="{97C2611C-583D-4F36-B993-A1D7AFC2F934}" dt="2023-06-15T09:36:57.325" v="2361"/>
          <ac:inkMkLst>
            <pc:docMk/>
            <pc:sldMk cId="566884019" sldId="446"/>
            <ac:inkMk id="115" creationId="{D51D2414-57C0-0E4E-1D80-EECD80DB9C52}"/>
          </ac:inkMkLst>
        </pc:inkChg>
        <pc:inkChg chg="mod">
          <ac:chgData name="Aron Michael" userId="a6335a5c-3af6-488f-9ef1-dea14714a451" providerId="ADAL" clId="{97C2611C-583D-4F36-B993-A1D7AFC2F934}" dt="2023-06-15T09:36:57.325" v="2361"/>
          <ac:inkMkLst>
            <pc:docMk/>
            <pc:sldMk cId="566884019" sldId="446"/>
            <ac:inkMk id="116" creationId="{038DBD2A-F43A-5A3E-88D9-9B29C4833058}"/>
          </ac:inkMkLst>
        </pc:inkChg>
        <pc:inkChg chg="mod">
          <ac:chgData name="Aron Michael" userId="a6335a5c-3af6-488f-9ef1-dea14714a451" providerId="ADAL" clId="{97C2611C-583D-4F36-B993-A1D7AFC2F934}" dt="2023-06-15T09:36:57.325" v="2361"/>
          <ac:inkMkLst>
            <pc:docMk/>
            <pc:sldMk cId="566884019" sldId="446"/>
            <ac:inkMk id="117" creationId="{DA927232-6FB0-4719-3C25-5EA653AF4C25}"/>
          </ac:inkMkLst>
        </pc:inkChg>
        <pc:inkChg chg="mod">
          <ac:chgData name="Aron Michael" userId="a6335a5c-3af6-488f-9ef1-dea14714a451" providerId="ADAL" clId="{97C2611C-583D-4F36-B993-A1D7AFC2F934}" dt="2023-06-15T09:36:57.325" v="2361"/>
          <ac:inkMkLst>
            <pc:docMk/>
            <pc:sldMk cId="566884019" sldId="446"/>
            <ac:inkMk id="118" creationId="{51B29082-2944-4AB9-0A29-8AA0CC595B8B}"/>
          </ac:inkMkLst>
        </pc:inkChg>
        <pc:inkChg chg="mod">
          <ac:chgData name="Aron Michael" userId="a6335a5c-3af6-488f-9ef1-dea14714a451" providerId="ADAL" clId="{97C2611C-583D-4F36-B993-A1D7AFC2F934}" dt="2023-06-15T09:36:57.325" v="2361"/>
          <ac:inkMkLst>
            <pc:docMk/>
            <pc:sldMk cId="566884019" sldId="446"/>
            <ac:inkMk id="119" creationId="{B800AA9C-21E9-0569-0BBD-D91AC2BCBE84}"/>
          </ac:inkMkLst>
        </pc:inkChg>
        <pc:inkChg chg="mod">
          <ac:chgData name="Aron Michael" userId="a6335a5c-3af6-488f-9ef1-dea14714a451" providerId="ADAL" clId="{97C2611C-583D-4F36-B993-A1D7AFC2F934}" dt="2023-06-15T09:36:57.325" v="2361"/>
          <ac:inkMkLst>
            <pc:docMk/>
            <pc:sldMk cId="566884019" sldId="446"/>
            <ac:inkMk id="120" creationId="{160BA76B-5284-526E-684F-6060838EDA5D}"/>
          </ac:inkMkLst>
        </pc:inkChg>
        <pc:inkChg chg="mod">
          <ac:chgData name="Aron Michael" userId="a6335a5c-3af6-488f-9ef1-dea14714a451" providerId="ADAL" clId="{97C2611C-583D-4F36-B993-A1D7AFC2F934}" dt="2023-06-15T09:36:57.325" v="2361"/>
          <ac:inkMkLst>
            <pc:docMk/>
            <pc:sldMk cId="566884019" sldId="446"/>
            <ac:inkMk id="121" creationId="{0A42F968-AA2D-2961-394A-578F9EFBB54E}"/>
          </ac:inkMkLst>
        </pc:inkChg>
        <pc:inkChg chg="mod">
          <ac:chgData name="Aron Michael" userId="a6335a5c-3af6-488f-9ef1-dea14714a451" providerId="ADAL" clId="{97C2611C-583D-4F36-B993-A1D7AFC2F934}" dt="2023-06-15T09:36:57.325" v="2361"/>
          <ac:inkMkLst>
            <pc:docMk/>
            <pc:sldMk cId="566884019" sldId="446"/>
            <ac:inkMk id="122" creationId="{43C9C6D7-03BE-5DE8-5E7F-7D265A3FAFC3}"/>
          </ac:inkMkLst>
        </pc:inkChg>
        <pc:inkChg chg="mod">
          <ac:chgData name="Aron Michael" userId="a6335a5c-3af6-488f-9ef1-dea14714a451" providerId="ADAL" clId="{97C2611C-583D-4F36-B993-A1D7AFC2F934}" dt="2023-06-15T09:36:57.325" v="2361"/>
          <ac:inkMkLst>
            <pc:docMk/>
            <pc:sldMk cId="566884019" sldId="446"/>
            <ac:inkMk id="123" creationId="{D1E38F5C-7B1B-71B7-B612-EFB2C9B27AC2}"/>
          </ac:inkMkLst>
        </pc:inkChg>
        <pc:inkChg chg="mod">
          <ac:chgData name="Aron Michael" userId="a6335a5c-3af6-488f-9ef1-dea14714a451" providerId="ADAL" clId="{97C2611C-583D-4F36-B993-A1D7AFC2F934}" dt="2023-06-15T09:36:57.325" v="2361"/>
          <ac:inkMkLst>
            <pc:docMk/>
            <pc:sldMk cId="566884019" sldId="446"/>
            <ac:inkMk id="124" creationId="{8CB11599-94C1-BA6E-57AF-42CF271B337C}"/>
          </ac:inkMkLst>
        </pc:inkChg>
        <pc:inkChg chg="mod">
          <ac:chgData name="Aron Michael" userId="a6335a5c-3af6-488f-9ef1-dea14714a451" providerId="ADAL" clId="{97C2611C-583D-4F36-B993-A1D7AFC2F934}" dt="2023-06-15T09:36:57.325" v="2361"/>
          <ac:inkMkLst>
            <pc:docMk/>
            <pc:sldMk cId="566884019" sldId="446"/>
            <ac:inkMk id="125" creationId="{B8529064-2712-09E7-4494-2037FE1F3F3B}"/>
          </ac:inkMkLst>
        </pc:inkChg>
        <pc:inkChg chg="mod">
          <ac:chgData name="Aron Michael" userId="a6335a5c-3af6-488f-9ef1-dea14714a451" providerId="ADAL" clId="{97C2611C-583D-4F36-B993-A1D7AFC2F934}" dt="2023-06-15T09:36:57.325" v="2361"/>
          <ac:inkMkLst>
            <pc:docMk/>
            <pc:sldMk cId="566884019" sldId="446"/>
            <ac:inkMk id="126" creationId="{1DBE2783-C27B-6E3D-3C33-96633972A783}"/>
          </ac:inkMkLst>
        </pc:inkChg>
        <pc:inkChg chg="mod">
          <ac:chgData name="Aron Michael" userId="a6335a5c-3af6-488f-9ef1-dea14714a451" providerId="ADAL" clId="{97C2611C-583D-4F36-B993-A1D7AFC2F934}" dt="2023-06-15T09:36:57.325" v="2361"/>
          <ac:inkMkLst>
            <pc:docMk/>
            <pc:sldMk cId="566884019" sldId="446"/>
            <ac:inkMk id="127" creationId="{3AB26A5F-DF36-70C8-4503-93C4F6FA9B29}"/>
          </ac:inkMkLst>
        </pc:inkChg>
        <pc:inkChg chg="mod">
          <ac:chgData name="Aron Michael" userId="a6335a5c-3af6-488f-9ef1-dea14714a451" providerId="ADAL" clId="{97C2611C-583D-4F36-B993-A1D7AFC2F934}" dt="2023-06-15T09:36:57.325" v="2361"/>
          <ac:inkMkLst>
            <pc:docMk/>
            <pc:sldMk cId="566884019" sldId="446"/>
            <ac:inkMk id="128" creationId="{BF211E09-BF24-95F8-C631-2EEE4A7E9789}"/>
          </ac:inkMkLst>
        </pc:inkChg>
        <pc:inkChg chg="mod">
          <ac:chgData name="Aron Michael" userId="a6335a5c-3af6-488f-9ef1-dea14714a451" providerId="ADAL" clId="{97C2611C-583D-4F36-B993-A1D7AFC2F934}" dt="2023-06-15T09:36:57.325" v="2361"/>
          <ac:inkMkLst>
            <pc:docMk/>
            <pc:sldMk cId="566884019" sldId="446"/>
            <ac:inkMk id="129" creationId="{BAD70513-E42B-A71A-39E2-2605F51F2E1B}"/>
          </ac:inkMkLst>
        </pc:inkChg>
        <pc:inkChg chg="mod">
          <ac:chgData name="Aron Michael" userId="a6335a5c-3af6-488f-9ef1-dea14714a451" providerId="ADAL" clId="{97C2611C-583D-4F36-B993-A1D7AFC2F934}" dt="2023-06-15T09:36:57.325" v="2361"/>
          <ac:inkMkLst>
            <pc:docMk/>
            <pc:sldMk cId="566884019" sldId="446"/>
            <ac:inkMk id="130" creationId="{D7892E25-E2AB-E85C-8A58-C2ACC1CC8BCF}"/>
          </ac:inkMkLst>
        </pc:inkChg>
        <pc:inkChg chg="mod">
          <ac:chgData name="Aron Michael" userId="a6335a5c-3af6-488f-9ef1-dea14714a451" providerId="ADAL" clId="{97C2611C-583D-4F36-B993-A1D7AFC2F934}" dt="2023-06-15T09:36:57.325" v="2361"/>
          <ac:inkMkLst>
            <pc:docMk/>
            <pc:sldMk cId="566884019" sldId="446"/>
            <ac:inkMk id="131" creationId="{E1FAFDA6-2112-FD59-598D-D207A1BDA94E}"/>
          </ac:inkMkLst>
        </pc:inkChg>
        <pc:inkChg chg="mod">
          <ac:chgData name="Aron Michael" userId="a6335a5c-3af6-488f-9ef1-dea14714a451" providerId="ADAL" clId="{97C2611C-583D-4F36-B993-A1D7AFC2F934}" dt="2023-06-15T09:36:57.325" v="2361"/>
          <ac:inkMkLst>
            <pc:docMk/>
            <pc:sldMk cId="566884019" sldId="446"/>
            <ac:inkMk id="132" creationId="{AAE3B012-1FCA-9B97-8B5D-019166D2E90A}"/>
          </ac:inkMkLst>
        </pc:inkChg>
        <pc:inkChg chg="mod">
          <ac:chgData name="Aron Michael" userId="a6335a5c-3af6-488f-9ef1-dea14714a451" providerId="ADAL" clId="{97C2611C-583D-4F36-B993-A1D7AFC2F934}" dt="2023-06-15T09:36:57.325" v="2361"/>
          <ac:inkMkLst>
            <pc:docMk/>
            <pc:sldMk cId="566884019" sldId="446"/>
            <ac:inkMk id="133" creationId="{63D07027-19E5-5859-0170-249FDEAFB713}"/>
          </ac:inkMkLst>
        </pc:inkChg>
        <pc:inkChg chg="mod">
          <ac:chgData name="Aron Michael" userId="a6335a5c-3af6-488f-9ef1-dea14714a451" providerId="ADAL" clId="{97C2611C-583D-4F36-B993-A1D7AFC2F934}" dt="2023-06-15T09:36:57.325" v="2361"/>
          <ac:inkMkLst>
            <pc:docMk/>
            <pc:sldMk cId="566884019" sldId="446"/>
            <ac:inkMk id="134" creationId="{22CA1503-9316-53A8-2D93-48DD9387BDD2}"/>
          </ac:inkMkLst>
        </pc:inkChg>
        <pc:inkChg chg="mod">
          <ac:chgData name="Aron Michael" userId="a6335a5c-3af6-488f-9ef1-dea14714a451" providerId="ADAL" clId="{97C2611C-583D-4F36-B993-A1D7AFC2F934}" dt="2023-06-15T09:36:57.325" v="2361"/>
          <ac:inkMkLst>
            <pc:docMk/>
            <pc:sldMk cId="566884019" sldId="446"/>
            <ac:inkMk id="135" creationId="{854CC8DB-1A03-B7C6-F0ED-377E7C4C5437}"/>
          </ac:inkMkLst>
        </pc:inkChg>
        <pc:inkChg chg="mod">
          <ac:chgData name="Aron Michael" userId="a6335a5c-3af6-488f-9ef1-dea14714a451" providerId="ADAL" clId="{97C2611C-583D-4F36-B993-A1D7AFC2F934}" dt="2023-06-15T09:36:57.325" v="2361"/>
          <ac:inkMkLst>
            <pc:docMk/>
            <pc:sldMk cId="566884019" sldId="446"/>
            <ac:inkMk id="136" creationId="{3F321781-F071-C0B1-F020-F68F6D35927D}"/>
          </ac:inkMkLst>
        </pc:inkChg>
        <pc:inkChg chg="mod">
          <ac:chgData name="Aron Michael" userId="a6335a5c-3af6-488f-9ef1-dea14714a451" providerId="ADAL" clId="{97C2611C-583D-4F36-B993-A1D7AFC2F934}" dt="2023-06-15T09:36:57.325" v="2361"/>
          <ac:inkMkLst>
            <pc:docMk/>
            <pc:sldMk cId="566884019" sldId="446"/>
            <ac:inkMk id="137" creationId="{DD13959B-F158-5982-F695-7ECB21026653}"/>
          </ac:inkMkLst>
        </pc:inkChg>
        <pc:inkChg chg="mod">
          <ac:chgData name="Aron Michael" userId="a6335a5c-3af6-488f-9ef1-dea14714a451" providerId="ADAL" clId="{97C2611C-583D-4F36-B993-A1D7AFC2F934}" dt="2023-06-15T09:36:57.325" v="2361"/>
          <ac:inkMkLst>
            <pc:docMk/>
            <pc:sldMk cId="566884019" sldId="446"/>
            <ac:inkMk id="138" creationId="{16B55D04-73E0-938B-F169-C71A20D121F3}"/>
          </ac:inkMkLst>
        </pc:inkChg>
        <pc:inkChg chg="mod">
          <ac:chgData name="Aron Michael" userId="a6335a5c-3af6-488f-9ef1-dea14714a451" providerId="ADAL" clId="{97C2611C-583D-4F36-B993-A1D7AFC2F934}" dt="2023-06-15T09:36:57.325" v="2361"/>
          <ac:inkMkLst>
            <pc:docMk/>
            <pc:sldMk cId="566884019" sldId="446"/>
            <ac:inkMk id="139" creationId="{8DC382D4-A2FD-4923-DE52-D46CABB74DEC}"/>
          </ac:inkMkLst>
        </pc:inkChg>
        <pc:inkChg chg="mod">
          <ac:chgData name="Aron Michael" userId="a6335a5c-3af6-488f-9ef1-dea14714a451" providerId="ADAL" clId="{97C2611C-583D-4F36-B993-A1D7AFC2F934}" dt="2023-06-15T09:36:57.325" v="2361"/>
          <ac:inkMkLst>
            <pc:docMk/>
            <pc:sldMk cId="566884019" sldId="446"/>
            <ac:inkMk id="140" creationId="{10F945DC-1D6A-A207-2566-4207884DA30D}"/>
          </ac:inkMkLst>
        </pc:inkChg>
        <pc:inkChg chg="mod">
          <ac:chgData name="Aron Michael" userId="a6335a5c-3af6-488f-9ef1-dea14714a451" providerId="ADAL" clId="{97C2611C-583D-4F36-B993-A1D7AFC2F934}" dt="2023-06-15T09:36:57.325" v="2361"/>
          <ac:inkMkLst>
            <pc:docMk/>
            <pc:sldMk cId="566884019" sldId="446"/>
            <ac:inkMk id="141" creationId="{45B326D2-8FC4-B84E-BF45-32A52C1DB334}"/>
          </ac:inkMkLst>
        </pc:inkChg>
        <pc:inkChg chg="mod">
          <ac:chgData name="Aron Michael" userId="a6335a5c-3af6-488f-9ef1-dea14714a451" providerId="ADAL" clId="{97C2611C-583D-4F36-B993-A1D7AFC2F934}" dt="2023-06-15T09:36:57.325" v="2361"/>
          <ac:inkMkLst>
            <pc:docMk/>
            <pc:sldMk cId="566884019" sldId="446"/>
            <ac:inkMk id="142" creationId="{A78D7BE2-0BD0-119F-5FCB-3E5723DA87C5}"/>
          </ac:inkMkLst>
        </pc:inkChg>
        <pc:inkChg chg="mod">
          <ac:chgData name="Aron Michael" userId="a6335a5c-3af6-488f-9ef1-dea14714a451" providerId="ADAL" clId="{97C2611C-583D-4F36-B993-A1D7AFC2F934}" dt="2023-06-15T09:36:57.325" v="2361"/>
          <ac:inkMkLst>
            <pc:docMk/>
            <pc:sldMk cId="566884019" sldId="446"/>
            <ac:inkMk id="143" creationId="{BE80B180-584E-8A9C-9375-9E25794DBD7C}"/>
          </ac:inkMkLst>
        </pc:inkChg>
        <pc:inkChg chg="mod">
          <ac:chgData name="Aron Michael" userId="a6335a5c-3af6-488f-9ef1-dea14714a451" providerId="ADAL" clId="{97C2611C-583D-4F36-B993-A1D7AFC2F934}" dt="2023-06-15T09:36:57.325" v="2361"/>
          <ac:inkMkLst>
            <pc:docMk/>
            <pc:sldMk cId="566884019" sldId="446"/>
            <ac:inkMk id="144" creationId="{E719C18C-6C17-1752-39C0-EF9E7903D347}"/>
          </ac:inkMkLst>
        </pc:inkChg>
        <pc:inkChg chg="mod">
          <ac:chgData name="Aron Michael" userId="a6335a5c-3af6-488f-9ef1-dea14714a451" providerId="ADAL" clId="{97C2611C-583D-4F36-B993-A1D7AFC2F934}" dt="2023-06-15T09:36:57.325" v="2361"/>
          <ac:inkMkLst>
            <pc:docMk/>
            <pc:sldMk cId="566884019" sldId="446"/>
            <ac:inkMk id="145" creationId="{6788AB81-7DCB-0AEC-8AFC-138F5395C13D}"/>
          </ac:inkMkLst>
        </pc:inkChg>
        <pc:inkChg chg="mod">
          <ac:chgData name="Aron Michael" userId="a6335a5c-3af6-488f-9ef1-dea14714a451" providerId="ADAL" clId="{97C2611C-583D-4F36-B993-A1D7AFC2F934}" dt="2023-06-15T09:36:57.325" v="2361"/>
          <ac:inkMkLst>
            <pc:docMk/>
            <pc:sldMk cId="566884019" sldId="446"/>
            <ac:inkMk id="146" creationId="{5ECD8D67-FCA5-93E9-B83D-E064782374B9}"/>
          </ac:inkMkLst>
        </pc:inkChg>
        <pc:inkChg chg="mod">
          <ac:chgData name="Aron Michael" userId="a6335a5c-3af6-488f-9ef1-dea14714a451" providerId="ADAL" clId="{97C2611C-583D-4F36-B993-A1D7AFC2F934}" dt="2023-06-15T09:36:57.325" v="2361"/>
          <ac:inkMkLst>
            <pc:docMk/>
            <pc:sldMk cId="566884019" sldId="446"/>
            <ac:inkMk id="147" creationId="{48594D1D-BB58-C465-D3C0-3B2BB66BEC12}"/>
          </ac:inkMkLst>
        </pc:inkChg>
        <pc:inkChg chg="mod">
          <ac:chgData name="Aron Michael" userId="a6335a5c-3af6-488f-9ef1-dea14714a451" providerId="ADAL" clId="{97C2611C-583D-4F36-B993-A1D7AFC2F934}" dt="2023-06-15T09:36:57.325" v="2361"/>
          <ac:inkMkLst>
            <pc:docMk/>
            <pc:sldMk cId="566884019" sldId="446"/>
            <ac:inkMk id="148" creationId="{D250681E-C010-6711-E7B9-ABB84CA7AFD1}"/>
          </ac:inkMkLst>
        </pc:inkChg>
      </pc:sldChg>
      <pc:sldChg chg="delSp modSp add mod">
        <pc:chgData name="Aron Michael" userId="a6335a5c-3af6-488f-9ef1-dea14714a451" providerId="ADAL" clId="{97C2611C-583D-4F36-B993-A1D7AFC2F934}" dt="2023-06-15T09:38:02.710" v="2375" actId="5793"/>
        <pc:sldMkLst>
          <pc:docMk/>
          <pc:sldMk cId="1201656772" sldId="447"/>
        </pc:sldMkLst>
        <pc:spChg chg="mod">
          <ac:chgData name="Aron Michael" userId="a6335a5c-3af6-488f-9ef1-dea14714a451" providerId="ADAL" clId="{97C2611C-583D-4F36-B993-A1D7AFC2F934}" dt="2023-06-15T09:38:02.710" v="2375" actId="5793"/>
          <ac:spMkLst>
            <pc:docMk/>
            <pc:sldMk cId="1201656772" sldId="447"/>
            <ac:spMk id="11" creationId="{EF819F61-E392-9E34-B4A0-A2BE17C3390B}"/>
          </ac:spMkLst>
        </pc:spChg>
        <pc:grpChg chg="del">
          <ac:chgData name="Aron Michael" userId="a6335a5c-3af6-488f-9ef1-dea14714a451" providerId="ADAL" clId="{97C2611C-583D-4F36-B993-A1D7AFC2F934}" dt="2023-06-15T09:37:47.945" v="2364" actId="478"/>
          <ac:grpSpMkLst>
            <pc:docMk/>
            <pc:sldMk cId="1201656772" sldId="447"/>
            <ac:grpSpMk id="3" creationId="{5A1ADF00-B05E-630E-8CC3-C3E6D685AEC9}"/>
          </ac:grpSpMkLst>
        </pc:grpChg>
        <pc:grpChg chg="del">
          <ac:chgData name="Aron Michael" userId="a6335a5c-3af6-488f-9ef1-dea14714a451" providerId="ADAL" clId="{97C2611C-583D-4F36-B993-A1D7AFC2F934}" dt="2023-06-15T09:37:47.945" v="2364" actId="478"/>
          <ac:grpSpMkLst>
            <pc:docMk/>
            <pc:sldMk cId="1201656772" sldId="447"/>
            <ac:grpSpMk id="23" creationId="{5DFB7139-E8A9-94C4-9C4C-E9DE632A38CE}"/>
          </ac:grpSpMkLst>
        </pc:grpChg>
        <pc:grpChg chg="del">
          <ac:chgData name="Aron Michael" userId="a6335a5c-3af6-488f-9ef1-dea14714a451" providerId="ADAL" clId="{97C2611C-583D-4F36-B993-A1D7AFC2F934}" dt="2023-06-15T09:37:53.062" v="2365" actId="478"/>
          <ac:grpSpMkLst>
            <pc:docMk/>
            <pc:sldMk cId="1201656772" sldId="447"/>
            <ac:grpSpMk id="70" creationId="{346C48EE-050E-E55D-60E6-0FB88A860C1D}"/>
          </ac:grpSpMkLst>
        </pc:grpChg>
        <pc:grpChg chg="del">
          <ac:chgData name="Aron Michael" userId="a6335a5c-3af6-488f-9ef1-dea14714a451" providerId="ADAL" clId="{97C2611C-583D-4F36-B993-A1D7AFC2F934}" dt="2023-06-15T09:37:42.407" v="2363" actId="478"/>
          <ac:grpSpMkLst>
            <pc:docMk/>
            <pc:sldMk cId="1201656772" sldId="447"/>
            <ac:grpSpMk id="77" creationId="{6BD1C24A-902D-3F9B-5FDF-9C9CED5429F1}"/>
          </ac:grpSpMkLst>
        </pc:grpChg>
        <pc:inkChg chg="del">
          <ac:chgData name="Aron Michael" userId="a6335a5c-3af6-488f-9ef1-dea14714a451" providerId="ADAL" clId="{97C2611C-583D-4F36-B993-A1D7AFC2F934}" dt="2023-06-15T09:37:47.945" v="2364" actId="478"/>
          <ac:inkMkLst>
            <pc:docMk/>
            <pc:sldMk cId="1201656772" sldId="447"/>
            <ac:inkMk id="30" creationId="{FD89F973-AC37-2372-A100-861F4BCF14F7}"/>
          </ac:inkMkLst>
        </pc:inkChg>
        <pc:inkChg chg="del">
          <ac:chgData name="Aron Michael" userId="a6335a5c-3af6-488f-9ef1-dea14714a451" providerId="ADAL" clId="{97C2611C-583D-4F36-B993-A1D7AFC2F934}" dt="2023-06-15T09:37:47.945" v="2364" actId="478"/>
          <ac:inkMkLst>
            <pc:docMk/>
            <pc:sldMk cId="1201656772" sldId="447"/>
            <ac:inkMk id="31" creationId="{0D668D8A-B3AC-F6FF-2F08-5EA2A0589A5C}"/>
          </ac:inkMkLst>
        </pc:inkChg>
        <pc:inkChg chg="del">
          <ac:chgData name="Aron Michael" userId="a6335a5c-3af6-488f-9ef1-dea14714a451" providerId="ADAL" clId="{97C2611C-583D-4F36-B993-A1D7AFC2F934}" dt="2023-06-15T09:37:47.945" v="2364" actId="478"/>
          <ac:inkMkLst>
            <pc:docMk/>
            <pc:sldMk cId="1201656772" sldId="447"/>
            <ac:inkMk id="32" creationId="{7C084CA7-0EAD-121F-BD2A-C105C14F4234}"/>
          </ac:inkMkLst>
        </pc:inkChg>
        <pc:inkChg chg="del">
          <ac:chgData name="Aron Michael" userId="a6335a5c-3af6-488f-9ef1-dea14714a451" providerId="ADAL" clId="{97C2611C-583D-4F36-B993-A1D7AFC2F934}" dt="2023-06-15T09:37:47.945" v="2364" actId="478"/>
          <ac:inkMkLst>
            <pc:docMk/>
            <pc:sldMk cId="1201656772" sldId="447"/>
            <ac:inkMk id="33" creationId="{B24C113E-7DE3-8075-0864-325FB7232A63}"/>
          </ac:inkMkLst>
        </pc:inkChg>
        <pc:inkChg chg="del">
          <ac:chgData name="Aron Michael" userId="a6335a5c-3af6-488f-9ef1-dea14714a451" providerId="ADAL" clId="{97C2611C-583D-4F36-B993-A1D7AFC2F934}" dt="2023-06-15T09:37:47.945" v="2364" actId="478"/>
          <ac:inkMkLst>
            <pc:docMk/>
            <pc:sldMk cId="1201656772" sldId="447"/>
            <ac:inkMk id="34" creationId="{5A9E2AB5-EAD9-E24E-008A-3208C2E46A06}"/>
          </ac:inkMkLst>
        </pc:inkChg>
        <pc:inkChg chg="del">
          <ac:chgData name="Aron Michael" userId="a6335a5c-3af6-488f-9ef1-dea14714a451" providerId="ADAL" clId="{97C2611C-583D-4F36-B993-A1D7AFC2F934}" dt="2023-06-15T09:37:47.945" v="2364" actId="478"/>
          <ac:inkMkLst>
            <pc:docMk/>
            <pc:sldMk cId="1201656772" sldId="447"/>
            <ac:inkMk id="35" creationId="{271ECD27-A643-464E-1767-E544F27C48E0}"/>
          </ac:inkMkLst>
        </pc:inkChg>
        <pc:inkChg chg="del">
          <ac:chgData name="Aron Michael" userId="a6335a5c-3af6-488f-9ef1-dea14714a451" providerId="ADAL" clId="{97C2611C-583D-4F36-B993-A1D7AFC2F934}" dt="2023-06-15T09:37:47.945" v="2364" actId="478"/>
          <ac:inkMkLst>
            <pc:docMk/>
            <pc:sldMk cId="1201656772" sldId="447"/>
            <ac:inkMk id="36" creationId="{699B3711-D61D-3304-4309-7110BCE2092C}"/>
          </ac:inkMkLst>
        </pc:inkChg>
        <pc:inkChg chg="del">
          <ac:chgData name="Aron Michael" userId="a6335a5c-3af6-488f-9ef1-dea14714a451" providerId="ADAL" clId="{97C2611C-583D-4F36-B993-A1D7AFC2F934}" dt="2023-06-15T09:37:47.945" v="2364" actId="478"/>
          <ac:inkMkLst>
            <pc:docMk/>
            <pc:sldMk cId="1201656772" sldId="447"/>
            <ac:inkMk id="37" creationId="{481D12FA-9A4E-E0F1-B3AF-4D495EED271D}"/>
          </ac:inkMkLst>
        </pc:inkChg>
        <pc:inkChg chg="del">
          <ac:chgData name="Aron Michael" userId="a6335a5c-3af6-488f-9ef1-dea14714a451" providerId="ADAL" clId="{97C2611C-583D-4F36-B993-A1D7AFC2F934}" dt="2023-06-15T09:37:47.945" v="2364" actId="478"/>
          <ac:inkMkLst>
            <pc:docMk/>
            <pc:sldMk cId="1201656772" sldId="447"/>
            <ac:inkMk id="38" creationId="{1D4E63A4-67EC-B6DD-5702-E449E2BB688A}"/>
          </ac:inkMkLst>
        </pc:inkChg>
        <pc:inkChg chg="del">
          <ac:chgData name="Aron Michael" userId="a6335a5c-3af6-488f-9ef1-dea14714a451" providerId="ADAL" clId="{97C2611C-583D-4F36-B993-A1D7AFC2F934}" dt="2023-06-15T09:37:47.945" v="2364" actId="478"/>
          <ac:inkMkLst>
            <pc:docMk/>
            <pc:sldMk cId="1201656772" sldId="447"/>
            <ac:inkMk id="39" creationId="{354CAAD8-C011-7348-2B6F-7E4C0D2E9EED}"/>
          </ac:inkMkLst>
        </pc:inkChg>
        <pc:inkChg chg="del">
          <ac:chgData name="Aron Michael" userId="a6335a5c-3af6-488f-9ef1-dea14714a451" providerId="ADAL" clId="{97C2611C-583D-4F36-B993-A1D7AFC2F934}" dt="2023-06-15T09:37:47.945" v="2364" actId="478"/>
          <ac:inkMkLst>
            <pc:docMk/>
            <pc:sldMk cId="1201656772" sldId="447"/>
            <ac:inkMk id="40" creationId="{CC414BA7-BB5D-B2DD-A88F-D350407C4CB3}"/>
          </ac:inkMkLst>
        </pc:inkChg>
        <pc:inkChg chg="del">
          <ac:chgData name="Aron Michael" userId="a6335a5c-3af6-488f-9ef1-dea14714a451" providerId="ADAL" clId="{97C2611C-583D-4F36-B993-A1D7AFC2F934}" dt="2023-06-15T09:37:47.945" v="2364" actId="478"/>
          <ac:inkMkLst>
            <pc:docMk/>
            <pc:sldMk cId="1201656772" sldId="447"/>
            <ac:inkMk id="41" creationId="{74FA8E2A-FC29-85EB-ED8E-DDAAFD0BDE5A}"/>
          </ac:inkMkLst>
        </pc:inkChg>
        <pc:inkChg chg="del">
          <ac:chgData name="Aron Michael" userId="a6335a5c-3af6-488f-9ef1-dea14714a451" providerId="ADAL" clId="{97C2611C-583D-4F36-B993-A1D7AFC2F934}" dt="2023-06-15T09:37:47.945" v="2364" actId="478"/>
          <ac:inkMkLst>
            <pc:docMk/>
            <pc:sldMk cId="1201656772" sldId="447"/>
            <ac:inkMk id="42" creationId="{52775C21-182C-ADC2-28FC-5BFCCB073B7C}"/>
          </ac:inkMkLst>
        </pc:inkChg>
        <pc:inkChg chg="del">
          <ac:chgData name="Aron Michael" userId="a6335a5c-3af6-488f-9ef1-dea14714a451" providerId="ADAL" clId="{97C2611C-583D-4F36-B993-A1D7AFC2F934}" dt="2023-06-15T09:37:47.945" v="2364" actId="478"/>
          <ac:inkMkLst>
            <pc:docMk/>
            <pc:sldMk cId="1201656772" sldId="447"/>
            <ac:inkMk id="43" creationId="{E3129C2D-C9A9-4B66-29CB-F414183D26AD}"/>
          </ac:inkMkLst>
        </pc:inkChg>
        <pc:inkChg chg="del">
          <ac:chgData name="Aron Michael" userId="a6335a5c-3af6-488f-9ef1-dea14714a451" providerId="ADAL" clId="{97C2611C-583D-4F36-B993-A1D7AFC2F934}" dt="2023-06-15T09:37:47.945" v="2364" actId="478"/>
          <ac:inkMkLst>
            <pc:docMk/>
            <pc:sldMk cId="1201656772" sldId="447"/>
            <ac:inkMk id="44" creationId="{DB498435-A634-D064-D992-E4339E97E35C}"/>
          </ac:inkMkLst>
        </pc:inkChg>
        <pc:inkChg chg="del">
          <ac:chgData name="Aron Michael" userId="a6335a5c-3af6-488f-9ef1-dea14714a451" providerId="ADAL" clId="{97C2611C-583D-4F36-B993-A1D7AFC2F934}" dt="2023-06-15T09:37:47.945" v="2364" actId="478"/>
          <ac:inkMkLst>
            <pc:docMk/>
            <pc:sldMk cId="1201656772" sldId="447"/>
            <ac:inkMk id="45" creationId="{9A01593C-A341-AE11-5231-C2E69C7A92DC}"/>
          </ac:inkMkLst>
        </pc:inkChg>
        <pc:inkChg chg="del">
          <ac:chgData name="Aron Michael" userId="a6335a5c-3af6-488f-9ef1-dea14714a451" providerId="ADAL" clId="{97C2611C-583D-4F36-B993-A1D7AFC2F934}" dt="2023-06-15T09:37:47.945" v="2364" actId="478"/>
          <ac:inkMkLst>
            <pc:docMk/>
            <pc:sldMk cId="1201656772" sldId="447"/>
            <ac:inkMk id="46" creationId="{2DE41C67-59B3-CB0F-5539-610584F5DFB3}"/>
          </ac:inkMkLst>
        </pc:inkChg>
        <pc:inkChg chg="del">
          <ac:chgData name="Aron Michael" userId="a6335a5c-3af6-488f-9ef1-dea14714a451" providerId="ADAL" clId="{97C2611C-583D-4F36-B993-A1D7AFC2F934}" dt="2023-06-15T09:37:47.945" v="2364" actId="478"/>
          <ac:inkMkLst>
            <pc:docMk/>
            <pc:sldMk cId="1201656772" sldId="447"/>
            <ac:inkMk id="47" creationId="{0C223681-D533-6C96-0526-067312337A02}"/>
          </ac:inkMkLst>
        </pc:inkChg>
        <pc:inkChg chg="del">
          <ac:chgData name="Aron Michael" userId="a6335a5c-3af6-488f-9ef1-dea14714a451" providerId="ADAL" clId="{97C2611C-583D-4F36-B993-A1D7AFC2F934}" dt="2023-06-15T09:37:47.945" v="2364" actId="478"/>
          <ac:inkMkLst>
            <pc:docMk/>
            <pc:sldMk cId="1201656772" sldId="447"/>
            <ac:inkMk id="48" creationId="{3CBC85A7-D485-990B-B2B5-58974B54BFEA}"/>
          </ac:inkMkLst>
        </pc:inkChg>
        <pc:inkChg chg="del">
          <ac:chgData name="Aron Michael" userId="a6335a5c-3af6-488f-9ef1-dea14714a451" providerId="ADAL" clId="{97C2611C-583D-4F36-B993-A1D7AFC2F934}" dt="2023-06-15T09:37:47.945" v="2364" actId="478"/>
          <ac:inkMkLst>
            <pc:docMk/>
            <pc:sldMk cId="1201656772" sldId="447"/>
            <ac:inkMk id="49" creationId="{46730833-AEB6-6FC1-B573-39B88A0F04CC}"/>
          </ac:inkMkLst>
        </pc:inkChg>
        <pc:inkChg chg="del">
          <ac:chgData name="Aron Michael" userId="a6335a5c-3af6-488f-9ef1-dea14714a451" providerId="ADAL" clId="{97C2611C-583D-4F36-B993-A1D7AFC2F934}" dt="2023-06-15T09:37:47.945" v="2364" actId="478"/>
          <ac:inkMkLst>
            <pc:docMk/>
            <pc:sldMk cId="1201656772" sldId="447"/>
            <ac:inkMk id="50" creationId="{9494360D-970D-64E7-2CEB-2FFADBAE648F}"/>
          </ac:inkMkLst>
        </pc:inkChg>
        <pc:inkChg chg="del">
          <ac:chgData name="Aron Michael" userId="a6335a5c-3af6-488f-9ef1-dea14714a451" providerId="ADAL" clId="{97C2611C-583D-4F36-B993-A1D7AFC2F934}" dt="2023-06-15T09:37:47.945" v="2364" actId="478"/>
          <ac:inkMkLst>
            <pc:docMk/>
            <pc:sldMk cId="1201656772" sldId="447"/>
            <ac:inkMk id="51" creationId="{E12AED08-74F2-2F7D-21F6-DCDC45B2B277}"/>
          </ac:inkMkLst>
        </pc:inkChg>
        <pc:inkChg chg="del">
          <ac:chgData name="Aron Michael" userId="a6335a5c-3af6-488f-9ef1-dea14714a451" providerId="ADAL" clId="{97C2611C-583D-4F36-B993-A1D7AFC2F934}" dt="2023-06-15T09:37:47.945" v="2364" actId="478"/>
          <ac:inkMkLst>
            <pc:docMk/>
            <pc:sldMk cId="1201656772" sldId="447"/>
            <ac:inkMk id="52" creationId="{48DA42EA-7623-16B9-3CC7-536B4FD87278}"/>
          </ac:inkMkLst>
        </pc:inkChg>
        <pc:inkChg chg="del">
          <ac:chgData name="Aron Michael" userId="a6335a5c-3af6-488f-9ef1-dea14714a451" providerId="ADAL" clId="{97C2611C-583D-4F36-B993-A1D7AFC2F934}" dt="2023-06-15T09:37:47.945" v="2364" actId="478"/>
          <ac:inkMkLst>
            <pc:docMk/>
            <pc:sldMk cId="1201656772" sldId="447"/>
            <ac:inkMk id="53" creationId="{B5A17515-43FA-4456-67E4-A0B3BEC2B784}"/>
          </ac:inkMkLst>
        </pc:inkChg>
        <pc:inkChg chg="del">
          <ac:chgData name="Aron Michael" userId="a6335a5c-3af6-488f-9ef1-dea14714a451" providerId="ADAL" clId="{97C2611C-583D-4F36-B993-A1D7AFC2F934}" dt="2023-06-15T09:37:47.945" v="2364" actId="478"/>
          <ac:inkMkLst>
            <pc:docMk/>
            <pc:sldMk cId="1201656772" sldId="447"/>
            <ac:inkMk id="54" creationId="{6826A014-CD1F-1F43-2B5A-558F938E9932}"/>
          </ac:inkMkLst>
        </pc:inkChg>
        <pc:inkChg chg="del">
          <ac:chgData name="Aron Michael" userId="a6335a5c-3af6-488f-9ef1-dea14714a451" providerId="ADAL" clId="{97C2611C-583D-4F36-B993-A1D7AFC2F934}" dt="2023-06-15T09:37:47.945" v="2364" actId="478"/>
          <ac:inkMkLst>
            <pc:docMk/>
            <pc:sldMk cId="1201656772" sldId="447"/>
            <ac:inkMk id="55" creationId="{E6618C6A-46BF-100E-8604-2DCD432ED604}"/>
          </ac:inkMkLst>
        </pc:inkChg>
        <pc:inkChg chg="del">
          <ac:chgData name="Aron Michael" userId="a6335a5c-3af6-488f-9ef1-dea14714a451" providerId="ADAL" clId="{97C2611C-583D-4F36-B993-A1D7AFC2F934}" dt="2023-06-15T09:37:47.945" v="2364" actId="478"/>
          <ac:inkMkLst>
            <pc:docMk/>
            <pc:sldMk cId="1201656772" sldId="447"/>
            <ac:inkMk id="56" creationId="{577A9619-35BA-5DD8-A639-C0B675445A26}"/>
          </ac:inkMkLst>
        </pc:inkChg>
        <pc:inkChg chg="del">
          <ac:chgData name="Aron Michael" userId="a6335a5c-3af6-488f-9ef1-dea14714a451" providerId="ADAL" clId="{97C2611C-583D-4F36-B993-A1D7AFC2F934}" dt="2023-06-15T09:37:47.945" v="2364" actId="478"/>
          <ac:inkMkLst>
            <pc:docMk/>
            <pc:sldMk cId="1201656772" sldId="447"/>
            <ac:inkMk id="57" creationId="{9864F530-D811-E4D5-054D-BA18BE91D617}"/>
          </ac:inkMkLst>
        </pc:inkChg>
        <pc:inkChg chg="del">
          <ac:chgData name="Aron Michael" userId="a6335a5c-3af6-488f-9ef1-dea14714a451" providerId="ADAL" clId="{97C2611C-583D-4F36-B993-A1D7AFC2F934}" dt="2023-06-15T09:37:47.945" v="2364" actId="478"/>
          <ac:inkMkLst>
            <pc:docMk/>
            <pc:sldMk cId="1201656772" sldId="447"/>
            <ac:inkMk id="58" creationId="{550E5DF8-5850-1F9D-8E43-389A2F72C32C}"/>
          </ac:inkMkLst>
        </pc:inkChg>
        <pc:inkChg chg="del">
          <ac:chgData name="Aron Michael" userId="a6335a5c-3af6-488f-9ef1-dea14714a451" providerId="ADAL" clId="{97C2611C-583D-4F36-B993-A1D7AFC2F934}" dt="2023-06-15T09:37:47.945" v="2364" actId="478"/>
          <ac:inkMkLst>
            <pc:docMk/>
            <pc:sldMk cId="1201656772" sldId="447"/>
            <ac:inkMk id="59" creationId="{A752479F-C455-A34E-5D55-4644DCE7C24E}"/>
          </ac:inkMkLst>
        </pc:inkChg>
        <pc:inkChg chg="del">
          <ac:chgData name="Aron Michael" userId="a6335a5c-3af6-488f-9ef1-dea14714a451" providerId="ADAL" clId="{97C2611C-583D-4F36-B993-A1D7AFC2F934}" dt="2023-06-15T09:37:47.945" v="2364" actId="478"/>
          <ac:inkMkLst>
            <pc:docMk/>
            <pc:sldMk cId="1201656772" sldId="447"/>
            <ac:inkMk id="60" creationId="{4F0AB76B-1A0D-7622-10DD-C429939AEF82}"/>
          </ac:inkMkLst>
        </pc:inkChg>
        <pc:inkChg chg="del">
          <ac:chgData name="Aron Michael" userId="a6335a5c-3af6-488f-9ef1-dea14714a451" providerId="ADAL" clId="{97C2611C-583D-4F36-B993-A1D7AFC2F934}" dt="2023-06-15T09:37:47.945" v="2364" actId="478"/>
          <ac:inkMkLst>
            <pc:docMk/>
            <pc:sldMk cId="1201656772" sldId="447"/>
            <ac:inkMk id="61" creationId="{EC4B1226-81E1-5DFE-991F-61F2886700E9}"/>
          </ac:inkMkLst>
        </pc:inkChg>
        <pc:inkChg chg="del">
          <ac:chgData name="Aron Michael" userId="a6335a5c-3af6-488f-9ef1-dea14714a451" providerId="ADAL" clId="{97C2611C-583D-4F36-B993-A1D7AFC2F934}" dt="2023-06-15T09:37:47.945" v="2364" actId="478"/>
          <ac:inkMkLst>
            <pc:docMk/>
            <pc:sldMk cId="1201656772" sldId="447"/>
            <ac:inkMk id="62" creationId="{6D86EE3C-95B1-DC41-5F8E-A82DC9A60518}"/>
          </ac:inkMkLst>
        </pc:inkChg>
        <pc:inkChg chg="del">
          <ac:chgData name="Aron Michael" userId="a6335a5c-3af6-488f-9ef1-dea14714a451" providerId="ADAL" clId="{97C2611C-583D-4F36-B993-A1D7AFC2F934}" dt="2023-06-15T09:37:47.945" v="2364" actId="478"/>
          <ac:inkMkLst>
            <pc:docMk/>
            <pc:sldMk cId="1201656772" sldId="447"/>
            <ac:inkMk id="63" creationId="{68F19715-66C5-547B-0602-254CF90651CD}"/>
          </ac:inkMkLst>
        </pc:inkChg>
        <pc:inkChg chg="del">
          <ac:chgData name="Aron Michael" userId="a6335a5c-3af6-488f-9ef1-dea14714a451" providerId="ADAL" clId="{97C2611C-583D-4F36-B993-A1D7AFC2F934}" dt="2023-06-15T09:37:47.945" v="2364" actId="478"/>
          <ac:inkMkLst>
            <pc:docMk/>
            <pc:sldMk cId="1201656772" sldId="447"/>
            <ac:inkMk id="64" creationId="{CE778E6A-8A8A-8EBF-27D4-9FEA2BA1A0A7}"/>
          </ac:inkMkLst>
        </pc:inkChg>
        <pc:inkChg chg="del">
          <ac:chgData name="Aron Michael" userId="a6335a5c-3af6-488f-9ef1-dea14714a451" providerId="ADAL" clId="{97C2611C-583D-4F36-B993-A1D7AFC2F934}" dt="2023-06-15T09:37:47.945" v="2364" actId="478"/>
          <ac:inkMkLst>
            <pc:docMk/>
            <pc:sldMk cId="1201656772" sldId="447"/>
            <ac:inkMk id="65" creationId="{57C89A59-F2EE-4D45-EFBB-75E8715D1300}"/>
          </ac:inkMkLst>
        </pc:inkChg>
        <pc:inkChg chg="del">
          <ac:chgData name="Aron Michael" userId="a6335a5c-3af6-488f-9ef1-dea14714a451" providerId="ADAL" clId="{97C2611C-583D-4F36-B993-A1D7AFC2F934}" dt="2023-06-15T09:37:47.945" v="2364" actId="478"/>
          <ac:inkMkLst>
            <pc:docMk/>
            <pc:sldMk cId="1201656772" sldId="447"/>
            <ac:inkMk id="66" creationId="{EDD4DC4F-2DAF-9970-E32E-7484977C7B32}"/>
          </ac:inkMkLst>
        </pc:inkChg>
        <pc:inkChg chg="del">
          <ac:chgData name="Aron Michael" userId="a6335a5c-3af6-488f-9ef1-dea14714a451" providerId="ADAL" clId="{97C2611C-583D-4F36-B993-A1D7AFC2F934}" dt="2023-06-15T09:37:47.945" v="2364" actId="478"/>
          <ac:inkMkLst>
            <pc:docMk/>
            <pc:sldMk cId="1201656772" sldId="447"/>
            <ac:inkMk id="67" creationId="{8BCDCD89-8B17-57F6-51D3-B83B542BFD3C}"/>
          </ac:inkMkLst>
        </pc:inkChg>
        <pc:inkChg chg="del">
          <ac:chgData name="Aron Michael" userId="a6335a5c-3af6-488f-9ef1-dea14714a451" providerId="ADAL" clId="{97C2611C-583D-4F36-B993-A1D7AFC2F934}" dt="2023-06-15T09:37:47.945" v="2364" actId="478"/>
          <ac:inkMkLst>
            <pc:docMk/>
            <pc:sldMk cId="1201656772" sldId="447"/>
            <ac:inkMk id="68" creationId="{CFE13C59-883C-60C0-7E5D-69582A21D615}"/>
          </ac:inkMkLst>
        </pc:inkChg>
        <pc:inkChg chg="del">
          <ac:chgData name="Aron Michael" userId="a6335a5c-3af6-488f-9ef1-dea14714a451" providerId="ADAL" clId="{97C2611C-583D-4F36-B993-A1D7AFC2F934}" dt="2023-06-15T09:37:57.702" v="2366" actId="478"/>
          <ac:inkMkLst>
            <pc:docMk/>
            <pc:sldMk cId="1201656772" sldId="447"/>
            <ac:inkMk id="69" creationId="{5D39C1D2-170B-C679-6160-034744A126CA}"/>
          </ac:inkMkLst>
        </pc:inkChg>
      </pc:sldChg>
      <pc:sldChg chg="add">
        <pc:chgData name="Aron Michael" userId="a6335a5c-3af6-488f-9ef1-dea14714a451" providerId="ADAL" clId="{97C2611C-583D-4F36-B993-A1D7AFC2F934}" dt="2023-06-15T09:38:16.345" v="2376"/>
        <pc:sldMkLst>
          <pc:docMk/>
          <pc:sldMk cId="1380649592" sldId="448"/>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27.796"/>
    </inkml:context>
    <inkml:brush xml:id="br0">
      <inkml:brushProperty name="width" value="0.05" units="cm"/>
      <inkml:brushProperty name="height" value="0.05" units="cm"/>
    </inkml:brush>
  </inkml:definitions>
  <inkml:trace contextRef="#ctx0" brushRef="#br0">341 98 680 0 0,'0'0'740'0'0,"0"-1"-570"0"0,7-62 3779 0 0,-4 38-2866 0 0,-1 16-349 0 0,-2 17 893 0 0,-12 14-793 0 0,5 14-345 0 0,-3 40-1 0 0,6-35-426 0 0,2-12-3 0 0,2 57 0 0 0,2-54-27 0 0,-4 44 0 0 0,-6 10-39 0 0,3-23 66 0 0,-21 104 0 0 0,20-144-67 0 0,4-11 18 0 0,-1 1 0 0 0,-1 0 0 0 0,-10 21 0 0 0,13-28-5 0 0,-1-1 0 0 0,2 1 1 0 0,-1-1-1 0 0,0 1 0 0 0,1 0 0 0 0,0-1 1 0 0,1 1-1 0 0,0 6 0 0 0,0 9 4 0 0,0-9 28 0 0,-2 13 192 0 0,1-24-224 0 0,-1 0 0 0 0,1-1 0 0 0,0 1 0 0 0,-1 0 0 0 0,1-1 0 0 0,0 1 0 0 0,-1 0-1 0 0,1-1 1 0 0,-1 1 0 0 0,1-1 0 0 0,-1 1 0 0 0,1-1 0 0 0,-1 1 0 0 0,1-1 0 0 0,-1 1-1 0 0,0-1 1 0 0,1 0 0 0 0,-1 1 0 0 0,0-1 0 0 0,1 0 0 0 0,-1 1 0 0 0,0-1 0 0 0,1 0-1 0 0,-1 0 1 0 0,0 0 0 0 0,0 0 0 0 0,1 0 0 0 0,-1 0 0 0 0,0 0 0 0 0,-1 0-1 0 0,-10 2 18 0 0,0 0 0 0 0,0 1-1 0 0,0 0 1 0 0,0 1-1 0 0,0 0 1 0 0,0 1-1 0 0,-17 9 1 0 0,28-13-16 0 0,1-1 0 0 0,-1 0 0 0 0,0 1 1 0 0,0-1-1 0 0,1 0 0 0 0,-1 1 0 0 0,0-1 1 0 0,0 1-1 0 0,1-1 0 0 0,-1 1 0 0 0,1 0 1 0 0,-1-1-1 0 0,0 1 0 0 0,1 0 0 0 0,-1-1 1 0 0,1 1-1 0 0,0 0 0 0 0,-1-1 0 0 0,1 1 1 0 0,-1 0-1 0 0,1 0 0 0 0,0 0 0 0 0,0-1 1 0 0,-1 1-1 0 0,1 1 0 0 0,0-1 5 0 0,1 1-1 0 0,-1-1 0 0 0,0 0 1 0 0,1 0-1 0 0,-1 0 0 0 0,1 0 1 0 0,0 0-1 0 0,-1 0 0 0 0,1 0 1 0 0,0 0-1 0 0,-1 0 0 0 0,1 0 1 0 0,0 0-1 0 0,0 0 0 0 0,2 1 1 0 0,5 4 40 0 0,1 0-1 0 0,1-1 1 0 0,12 6 0 0 0,-15-7-50 0 0,19 7 54 0 0,-1-2 1 0 0,29 8 0 0 0,14 5 26 0 0,-62-20-53 0 0,-1 0 0 0 0,1 1 0 0 0,-1 0 1 0 0,0 0-1 0 0,8 5 0 0 0,-13-7-26 0 0,1-1 1 0 0,0 1 0 0 0,-1-1 0 0 0,1 1-1 0 0,-1-1 1 0 0,1 1 0 0 0,0 0 0 0 0,-1 0-1 0 0,1-1 1 0 0,-1 1 0 0 0,0 0 0 0 0,1 0-1 0 0,-1-1 1 0 0,0 1 0 0 0,1 0 0 0 0,-1 0-1 0 0,0 0 1 0 0,0-1 0 0 0,0 1 0 0 0,1 0-1 0 0,-1 0 1 0 0,0 0 0 0 0,0 0-1 0 0,0 0 1 0 0,-1-1 0 0 0,1 1 0 0 0,0 0-1 0 0,0 0 1 0 0,0 0 0 0 0,-1 0 0 0 0,1-1-1 0 0,0 1 1 0 0,-1 0 0 0 0,1 0 0 0 0,-1 0-1 0 0,1-1 1 0 0,-1 1 0 0 0,1 0 0 0 0,-1-1-1 0 0,1 1 1 0 0,-1-1 0 0 0,0 1 0 0 0,1 0-1 0 0,-1-1 1 0 0,0 1 0 0 0,1-1-1 0 0,-1 0 1 0 0,0 1 0 0 0,0-1 0 0 0,-1 1-1 0 0,-27 17 32 0 0,0-2-1 0 0,-51 21 1 0 0,-70 16-28 0 0,149-53-10 0 0,0 0 0 0 0,0 1 0 0 0,-1-1 0 0 0,1 0 0 0 0,0 1 0 0 0,0-1 0 0 0,0 1 0 0 0,0-1 0 0 0,0 1 0 0 0,0-1 0 0 0,0 1 0 0 0,0 0 0 0 0,0 0 0 0 0,0-1 0 0 0,0 1 0 0 0,0 0 0 0 0,0 0 0 0 0,1 0 0 0 0,-1 0 0 0 0,0 0 0 0 0,1 0 0 0 0,-1 0 0 0 0,0 0 0 0 0,0 2 0 0 0,2-1 1 0 0,-1-1 0 0 0,1 0 1 0 0,-1 0-1 0 0,1 0 0 0 0,0 0 0 0 0,-1 0 0 0 0,1 0 0 0 0,0 0 0 0 0,0 0 0 0 0,0 0 0 0 0,0 0 0 0 0,-1 0 0 0 0,1-1 0 0 0,0 1 0 0 0,1 0 0 0 0,-1-1 0 0 0,0 1 0 0 0,0 0 0 0 0,0-1 0 0 0,0 0 0 0 0,0 1 0 0 0,1-1 0 0 0,-1 0 0 0 0,2 1 0 0 0,29 8 54 0 0,0-2 1 0 0,41 5-1 0 0,43 9-14 0 0,-112-20-22 0 0,1 0 0 0 0,-1 0 0 0 0,0 1 0 0 0,1 0 0 0 0,-1 0 0 0 0,0 0 0 0 0,0 0 0 0 0,0 1 0 0 0,4 3 0 0 0,-7-5-12 0 0,0 0 0 0 0,0 0-1 0 0,-1 0 1 0 0,1 1 0 0 0,0-1-1 0 0,-1 0 1 0 0,1 0 0 0 0,-1 1 0 0 0,1-1-1 0 0,-1 0 1 0 0,1 1 0 0 0,-1-1-1 0 0,0 0 1 0 0,0 1 0 0 0,1-1-1 0 0,-1 1 1 0 0,0-1 0 0 0,0 0-1 0 0,-1 1 1 0 0,1-1 0 0 0,0 1-1 0 0,0-1 1 0 0,-1 0 0 0 0,1 1-1 0 0,-1-1 1 0 0,1 0 0 0 0,-1 1-1 0 0,0-1 1 0 0,1 0 0 0 0,-1 0-1 0 0,0 0 1 0 0,0 0 0 0 0,0 0 0 0 0,-1 1-1 0 0,-2 3 2 0 0,-1-1 0 0 0,-1 0 0 0 0,1 0 1 0 0,-1-1-1 0 0,1 1 0 0 0,-1-1 0 0 0,0-1 0 0 0,0 1 0 0 0,-1-1 0 0 0,-11 3 0 0 0,6-1 45 0 0,-24 8-32 0 0,-57 29 0 0 0,81-35-32 0 0,3 0 9 0 0,-1-1 1 0 0,0-1-1 0 0,0 1 1 0 0,-20 4 0 0 0,-25 11 0 0 0,52-19-5 0 0,1 0 0 0 0,0 0 1 0 0,0 1-1 0 0,0-1 0 0 0,0 0 1 0 0,1 0-1 0 0,-1 1 1 0 0,0 0-1 0 0,1-1 0 0 0,-1 1 1 0 0,1 0-1 0 0,-1-1 1 0 0,1 1-1 0 0,-3 4 0 0 0,4-5 9 0 0,-1 0 0 0 0,0 0-1 0 0,0 1 1 0 0,1-1-1 0 0,-1 0 1 0 0,1 0-1 0 0,-1 0 1 0 0,1 1-1 0 0,0-1 1 0 0,-1 0 0 0 0,1 1-1 0 0,0-1 1 0 0,0 0-1 0 0,0 1 1 0 0,0-1-1 0 0,0 0 1 0 0,0 1 0 0 0,0-1-1 0 0,0 0 1 0 0,1 0-1 0 0,-1 1 1 0 0,0-1-1 0 0,1 0 1 0 0,-1 0 0 0 0,1 1-1 0 0,0-1 1 0 0,0 2-1 0 0,1-2-1 0 0,0 0 0 0 0,-1 0-1 0 0,1 0 1 0 0,0-1 0 0 0,0 1-1 0 0,0 0 1 0 0,-1-1 0 0 0,1 1 0 0 0,0-1-1 0 0,3 1 1 0 0,15 5 18 0 0,174 104 164 0 0,-192-109-173 0 0,0 1 0 0 0,0 0 0 0 0,0-1 0 0 0,0 1 0 0 0,0 0-1 0 0,0 0 1 0 0,-1 0 0 0 0,1 0 0 0 0,-1 1 0 0 0,1-1 0 0 0,-1 0 0 0 0,0 1 0 0 0,0-1 0 0 0,0 0 0 0 0,-1 1 0 0 0,1-1 0 0 0,0 1-1 0 0,-1 0 1 0 0,0-1 0 0 0,1 6 0 0 0,-2-5-9 0 0,-1 0 1 0 0,1-1-1 0 0,-1 1 0 0 0,0-1 0 0 0,1 1 0 0 0,-1-1 0 0 0,0 1 1 0 0,0-1-1 0 0,-1 0 0 0 0,1 0 0 0 0,0 0 0 0 0,-6 3 0 0 0,-38 19 25 0 0,19-10-40 0 0,-59 25 35 0 0,78-35 28 0 0,6-4-57 0 0,1 0-1 0 0,0 1 1 0 0,-1-1 0 0 0,1 1 0 0 0,0-1 0 0 0,-1 1-1 0 0,1-1 1 0 0,0 1 0 0 0,0 0 0 0 0,0 0-1 0 0,0 0 1 0 0,0-1 0 0 0,0 1 0 0 0,0 0-1 0 0,0 0 1 0 0,0 1 0 0 0,0-1 0 0 0,1 0 0 0 0,-1 0-1 0 0,0 0 1 0 0,0 3 0 0 0,25 1 7 0 0,-19-4 2 0 0,0 1 0 0 0,0-1 0 0 0,0 1 0 0 0,0 0 0 0 0,0 0 1 0 0,0 1-1 0 0,-1-1 0 0 0,1 1 0 0 0,-1 0 0 0 0,1 1 0 0 0,-1-1 0 0 0,0 1 0 0 0,-1-1 0 0 0,1 1 1 0 0,0 0-1 0 0,-1 1 0 0 0,0-1 0 0 0,0 1 0 0 0,-1-1 0 0 0,1 1 0 0 0,-1 0 0 0 0,0 0 0 0 0,2 5 1 0 0,0 0 1 0 0,-1 0 0 0 0,0 1 1 0 0,-1-1-1 0 0,0 0 1 0 0,1 13-1 0 0,-2-17 11 0 0,1 0 0 0 0,-1 0 0 0 0,1-1 0 0 0,0 1-1 0 0,1 0 1 0 0,4 7 0 0 0,8 23 36 0 0,-8-1-30 0 0,-1-1 0 0 0,-2 2 0 0 0,-2-1 0 0 0,-4 67 0 0 0,1-29-38 0 0,1-2 49 0 0,2 13-3 0 0,-5 0 0 0 0,-13 85 0 0 0,10-140-13 0 0,2 1 0 0 0,1-1 0 0 0,1 1 1 0 0,4 55-1 0 0,1-65-23 0 0,1 11 33 0 0,2 46 0 0 0,-6 83 24 0 0,1-158-42 0 0,-1 0 0 0 0,0 0-1 0 0,1 0 1 0 0,0-1 0 0 0,-1 1 0 0 0,1 0 0 0 0,0 0 0 0 0,0-1 0 0 0,2 4 0 0 0,5 13 117 0 0,-8-25-13 0 0,-1-13 5 0 0,0 20-114 0 0,1-1 1 0 0,-1 1-1 0 0,1-1 0 0 0,-1 1 0 0 0,1-1 0 0 0,-1 1 1 0 0,1 0-1 0 0,-1-1 0 0 0,0 1 0 0 0,1 0 0 0 0,-1 0 1 0 0,1 0-1 0 0,-1-1 0 0 0,0 1 0 0 0,1 0 0 0 0,-1 0 1 0 0,0 0-1 0 0,1 0 0 0 0,-1 0 0 0 0,0 0 0 0 0,1 0 1 0 0,-1 0-1 0 0,0 0 0 0 0,1 0 0 0 0,-1 1 0 0 0,1-1 1 0 0,-1 0-1 0 0,0 0 0 0 0,1 1 0 0 0,-1-1 0 0 0,1 0 1 0 0,-1 1-1 0 0,0-1 0 0 0,1 0 0 0 0,-1 1 1 0 0,0 0-1 0 0,-3 1 8 0 0,0 1 1 0 0,0-1 0 0 0,0 1-1 0 0,0 0 1 0 0,0 1 0 0 0,1-1-1 0 0,-1 1 1 0 0,1-1 0 0 0,0 1-1 0 0,0 0 1 0 0,0 0 0 0 0,1 0-1 0 0,-1 1 1 0 0,1-1 0 0 0,0 1-1 0 0,0-1 1 0 0,1 1 0 0 0,-1 0-1 0 0,1-1 1 0 0,0 1 0 0 0,0 0-1 0 0,1 0 1 0 0,-1 8 0 0 0,2-12 2 0 0,-1 1 1 0 0,1-1-1 0 0,-1 0 1 0 0,1 0-1 0 0,-1 0 1 0 0,1 0 0 0 0,0 1-1 0 0,0-1 1 0 0,-1 0-1 0 0,1 0 1 0 0,0 0-1 0 0,0 0 1 0 0,0-1-1 0 0,0 1 1 0 0,0 0-1 0 0,0 0 1 0 0,0-1 0 0 0,1 1-1 0 0,-1 0 1 0 0,0-1-1 0 0,0 1 1 0 0,0-1-1 0 0,1 1 1 0 0,-1-1-1 0 0,0 0 1 0 0,1 0-1 0 0,-1 0 1 0 0,0 1 0 0 0,1-1-1 0 0,-1 0 1 0 0,3-1-1 0 0,-3 1-4 0 0,1 1 0 0 0,-1-1 0 0 0,1 0 0 0 0,0 0 0 0 0,-1 0 0 0 0,1 0 0 0 0,-1-1 0 0 0,1 1 0 0 0,0 0 0 0 0,-1-1 0 0 0,1 1 0 0 0,-1-1 0 0 0,1 1 1 0 0,-1-1-1 0 0,0 0 0 0 0,1 1 0 0 0,-1-1 0 0 0,1 0 0 0 0,-1 0 0 0 0,0 0 0 0 0,0 0 0 0 0,0-1 0 0 0,0 1 0 0 0,0 0 0 0 0,0 0 0 0 0,2-2 0 0 0,-3 1-13 0 0,1 0 0 0 0,-1 0-1 0 0,1 0 1 0 0,-1 1 0 0 0,0-1 0 0 0,0 0 0 0 0,0 0 0 0 0,0 0 0 0 0,0 0-1 0 0,0 0 1 0 0,0 1 0 0 0,-1-1 0 0 0,1 0 0 0 0,0 0 0 0 0,-1 0-1 0 0,0 1 1 0 0,1-1 0 0 0,-3-3 0 0 0,2 4 8 0 0,-1 0-1 0 0,1-1 1 0 0,-1 1 0 0 0,0 0-1 0 0,1 0 1 0 0,-1 0 0 0 0,0 0 0 0 0,0 0-1 0 0,1 1 1 0 0,-1-1 0 0 0,0 1-1 0 0,0-1 1 0 0,0 1 0 0 0,0-1-1 0 0,0 1 1 0 0,0 0 0 0 0,0 0-1 0 0,-3 0 1 0 0,2 0-14 0 0,0 0 1 0 0,0 0-1 0 0,0 0 0 0 0,0 1 0 0 0,0-1 1 0 0,0 1-1 0 0,1 0 0 0 0,-1-1 0 0 0,0 1 1 0 0,0 1-1 0 0,1-1 0 0 0,-1 0 0 0 0,-4 3 1 0 0,6-2 10 0 0,-1-1 0 0 0,1 1 0 0 0,-1 0 1 0 0,1 0-1 0 0,0 0 0 0 0,0 0 0 0 0,0 0 0 0 0,0 0 1 0 0,0 0-1 0 0,0 0 0 0 0,0 0 0 0 0,1 0 1 0 0,-1 0-1 0 0,1 1 0 0 0,-1-1 0 0 0,1 0 1 0 0,0 0-1 0 0,0 5 0 0 0,0-6 14 0 0,0 1 0 0 0,0-1 0 0 0,0 1-1 0 0,1-1 1 0 0,-1 0 0 0 0,0 1 0 0 0,1-1 0 0 0,-1 1 0 0 0,1-1-1 0 0,-1 0 1 0 0,1 1 0 0 0,-1-1 0 0 0,1 0 0 0 0,0 0 0 0 0,0 1-1 0 0,0-1 1 0 0,0 0 0 0 0,1 2 0 0 0,1-1-8 0 0,0-1 0 0 0,-1 1 0 0 0,1 0 0 0 0,0-1-1 0 0,0 0 1 0 0,0 1 0 0 0,5 0 0 0 0,26 3 67 0 0,-33-5-67 0 0,1 0 0 0 0,-1 0-1 0 0,0 0 1 0 0,1 0 0 0 0,-1-1 0 0 0,0 1-1 0 0,1 0 1 0 0,-1 0 0 0 0,0-1 0 0 0,0 1-1 0 0,1-1 1 0 0,-1 1 0 0 0,0-1 0 0 0,0 0-1 0 0,0 1 1 0 0,1-1 0 0 0,-1 0 0 0 0,0 0-1 0 0,0 0 1 0 0,0 0 0 0 0,0 0 0 0 0,1-1 0 0 0,-2 1-5 0 0,0 1 0 0 0,0 0 0 0 0,0 0 1 0 0,1-1-1 0 0,-1 1 0 0 0,0 0 0 0 0,0 0 0 0 0,0-1 1 0 0,0 1-1 0 0,0 0 0 0 0,0-1 0 0 0,0 1 1 0 0,0 0-1 0 0,1-1 0 0 0,-1 1 0 0 0,0 0 1 0 0,0 0-1 0 0,0-1 0 0 0,-1 1 0 0 0,1 0 1 0 0,0-1-1 0 0,0 1 0 0 0,0 0 0 0 0,0-1 1 0 0,0 1-1 0 0,0 0 0 0 0,0 0 0 0 0,0-1 1 0 0,-1 1-1 0 0,1 0 0 0 0,0-1 0 0 0,0 1 0 0 0,0 0 1 0 0,-1 0-1 0 0,1-1 0 0 0,-12-2-57 0 0,2 0 10 0 0,9 3 49 0 0,1-1-1 0 0,0 1 1 0 0,0-1 0 0 0,0 1-1 0 0,0-1 1 0 0,1 1 0 0 0,-1-1-1 0 0,0 1 1 0 0,0-1 0 0 0,0 1-1 0 0,0-1 1 0 0,0 1 0 0 0,1-1-1 0 0,-1 1 1 0 0,0-1 0 0 0,0 1-1 0 0,1 0 1 0 0,-1-1 0 0 0,0 1-1 0 0,1-1 1 0 0,-1 1 0 0 0,0 0 0 0 0,1-1-1 0 0,-1 1 1 0 0,1 0 0 0 0,-1-1-1 0 0,1 1 1 0 0,31-48 67 0 0,-29 37-28 0 0,-5 8-32 0 0,-4 9 25 0 0,3 0-38 0 0,0 0 0 0 0,0 0 0 0 0,0 1-1 0 0,1-1 1 0 0,0 1 0 0 0,0-1 0 0 0,1 1 0 0 0,-2 11-1 0 0,1 58-35 0 0,2-55 35 0 0,35 447 19 0 0,-22-353-32 0 0,21 94 29 0 0,-18-121 8 0 0,-9-33-4 0 0,-6-37 2 0 0,1-1 0 0 0,1 0 0 0 0,5 18 0 0 0,-3-23-14 0 0,-4-9 20 0 0,0 0 0 0 0,0 0-1 0 0,0 0 1 0 0,0 0 0 0 0,0 0-1 0 0,0 0 1 0 0,-1 4 0 0 0,0-7-20 0 0,0 1 0 0 0,0 0 0 0 0,0 0 0 0 0,0 0 1 0 0,-1 0-1 0 0,1 0 0 0 0,0 0 0 0 0,-1-1 0 0 0,1 1 1 0 0,-1 0-1 0 0,1 0 0 0 0,-1-1 0 0 0,1 1 0 0 0,-1 0 1 0 0,1-1-1 0 0,-1 1 0 0 0,0 0 0 0 0,1-1 0 0 0,-1 1 0 0 0,0-1 1 0 0,1 1-1 0 0,-1-1 0 0 0,0 1 0 0 0,0-1 0 0 0,0 0 1 0 0,1 1-1 0 0,-1-1 0 0 0,0 0 0 0 0,0 1 0 0 0,-1-1 1 0 0,-31 10-14 0 0,1 2 0 0 0,0 1 1 0 0,1 2-1 0 0,-31 19 0 0 0,55-30 23 0 0,2-1-23 0 0,0-1 1 0 0,0 1-1 0 0,1 0 1 0 0,-1 1-1 0 0,1-1 1 0 0,0 1-1 0 0,0 0 1 0 0,0 0-1 0 0,-4 6 1 0 0,8-10 10 0 0,-1 1 0 0 0,1 0 0 0 0,0-1 0 0 0,-1 1 0 0 0,1 0 0 0 0,0 0 0 0 0,0 0 1 0 0,-1-1-1 0 0,1 1 0 0 0,0 0 0 0 0,0 0 0 0 0,0 0 0 0 0,0-1 0 0 0,0 1 0 0 0,0 0 0 0 0,0 0 0 0 0,0 0 0 0 0,0-1 0 0 0,1 1 1 0 0,-1 0-1 0 0,0 0 0 0 0,0 0 0 0 0,1-1 0 0 0,-1 1 0 0 0,1 0 0 0 0,0 0 0 0 0,0 2 2 0 0,1-1-1 0 0,1 1 1 0 0,-1-1-1 0 0,0 0 1 0 0,0 0 0 0 0,1 0-1 0 0,3 2 1 0 0,6 3 5 0 0,1 0 0 0 0,16 5 0 0 0,-28-11-7 0 0,122 53 136 0 0,-122-54-133 0 0,0 0 0 0 0,-1 1 0 0 0,1-1 1 0 0,0 0-1 0 0,0 1 0 0 0,-1-1 0 0 0,1 1 0 0 0,0-1 1 0 0,-1 1-1 0 0,1-1 0 0 0,0 1 0 0 0,-1 0 0 0 0,1-1 0 0 0,-1 1 1 0 0,1 0-1 0 0,-1-1 0 0 0,1 1 0 0 0,-1 0 0 0 0,0 0 0 0 0,1-1 1 0 0,-1 1-1 0 0,0 0 0 0 0,0 0 0 0 0,1-1 0 0 0,-1 1 0 0 0,0 0 1 0 0,0 0-1 0 0,0 0 0 0 0,0 0 0 0 0,0-1 0 0 0,0 1 1 0 0,0 0-1 0 0,0 0 0 0 0,-1 0 0 0 0,1 0 0 0 0,0-1 0 0 0,0 1 1 0 0,-1 0-1 0 0,1 0 0 0 0,0-1 0 0 0,-1 1 0 0 0,1 0 0 0 0,-1 0 1 0 0,1-1-1 0 0,-1 1 0 0 0,1 0 0 0 0,-1-1 0 0 0,1 1 1 0 0,-2 0-1 0 0,-2 3 7 0 0,-1 0 1 0 0,1 0-1 0 0,-1 0 0 0 0,0 0 1 0 0,-7 3-1 0 0,-199 105-222 0 0,210-112 211 0 0,0 0 0 0 0,1 0 0 0 0,-1 0 0 0 0,1 0 0 0 0,-1 1 0 0 0,0-1 0 0 0,1 0 0 0 0,-1 1 0 0 0,1-1 0 0 0,-1 0 0 0 0,1 1 0 0 0,-1-1 0 0 0,1 1 0 0 0,-1-1 0 0 0,1 0 0 0 0,-1 1 0 0 0,1-1 1 0 0,-1 1-1 0 0,1 0 0 0 0,0-1 0 0 0,-1 1 0 0 0,1-1 0 0 0,0 1 0 0 0,0-1 0 0 0,0 1 0 0 0,-1 0 0 0 0,1-1 0 0 0,0 1 0 0 0,0 0 0 0 0,0-1 0 0 0,0 1 0 0 0,0 0 0 0 0,0-1 0 0 0,0 1 0 0 0,0 0 0 0 0,0-1 0 0 0,0 1 0 0 0,0-1 0 0 0,1 1 0 0 0,-1 0 0 0 0,0-1 0 0 0,0 1 0 0 0,1 0 0 0 0,-1-1 0 0 0,0 1 0 0 0,1-1 0 0 0,-1 1 0 0 0,1-1 0 0 0,-1 1 0 0 0,0-1 0 0 0,1 1 0 0 0,-1-1 0 0 0,1 0 0 0 0,0 1 0 0 0,-1-1 0 0 0,2 1 0 0 0,4 3-6 0 0,0 0 1 0 0,0 0-1 0 0,13 5 1 0 0,-16-8-8 0 0,141 54 59 0 0,-91-37-15 0 0,57 28 1 0 0,-107-45-31 0 0,-1 1 1 0 0,0 0-1 0 0,0-1 1 0 0,0 1 0 0 0,0 0-1 0 0,0 0 1 0 0,-1 0-1 0 0,1 0 1 0 0,-1 0 0 0 0,1 1-1 0 0,-1-1 1 0 0,0 0-1 0 0,0 1 1 0 0,0-1 0 0 0,0 1-1 0 0,0-1 1 0 0,0 1-1 0 0,-1 0 1 0 0,1-1 0 0 0,-1 6-1 0 0,1-2 1 0 0,-1 0 0 0 0,0 0 0 0 0,0 0 0 0 0,-1 0 0 0 0,1 0 0 0 0,-2-1 0 0 0,1 1 0 0 0,-3 8 0 0 0,-3 1 7 0 0,-1-1 1 0 0,0-1-1 0 0,-1 0 0 0 0,-1 0 1 0 0,0 0-1 0 0,-1-1 0 0 0,0-1 1 0 0,-19 16-1 0 0,16-14-6 0 0,-15 16 4 0 0,12-12 0 0 0,-35 28 0 0 0,50-43-13 0 0,-1-1 1 0 0,1 1-1 0 0,0 0 1 0 0,-1-1 0 0 0,1 1-1 0 0,0 0 1 0 0,0 1-1 0 0,1-1 1 0 0,-1 0-1 0 0,0 0 1 0 0,1 1 0 0 0,-1-1-1 0 0,1 1 1 0 0,0-1-1 0 0,0 1 1 0 0,0 0-1 0 0,0-1 1 0 0,0 1 0 0 0,1 0-1 0 0,-1 0 1 0 0,1-1-1 0 0,0 1 1 0 0,0 0-1 0 0,0 0 1 0 0,0 0 0 0 0,0 0-1 0 0,0-1 1 0 0,1 1-1 0 0,-1 0 1 0 0,1 0-1 0 0,0-1 1 0 0,2 5 0 0 0,16 49 3 0 0,-2 0 0 0 0,-3 0 1 0 0,-2 2-1 0 0,7 95 0 0 0,23 280 47 0 0,-31-322-18 0 0,-5 192 0 0 0,-8-180 37 0 0,1-96-84 0 0,-8 43 0 0 0,5-43 55 0 0,-2 44 1 0 0,6-65-392 0 0,0 13-290 0 0,4-11-5275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28.385"/>
    </inkml:context>
    <inkml:brush xml:id="br0">
      <inkml:brushProperty name="width" value="0.05" units="cm"/>
      <inkml:brushProperty name="height" value="0.05" units="cm"/>
    </inkml:brush>
  </inkml:definitions>
  <inkml:trace contextRef="#ctx0" brushRef="#br0">1 27 5713 0 0,'0'0'695'0'0,"0"8"1097"0"0,3-7-1694 0 0,0 0-1 0 0,1-1 0 0 0,-1 1 0 0 0,1-1 0 0 0,-1 0 0 0 0,1 0 0 0 0,-1 0 1 0 0,6-1-1 0 0,3 0 61 0 0,39-2 739 0 0,69-11 0 0 0,7-2-155 0 0,-74 14-486 0 0,-1 1-1 0 0,0 3 0 0 0,0 2 1 0 0,0 3-1 0 0,77 19 1 0 0,-122-25-444 0 0,11 5-218 0 0,-18-6 225 0 0,1 0-1 0 0,-1 1 1 0 0,1-1-1 0 0,-1 0 1 0 0,0 0-1 0 0,0 1 1 0 0,1-1-1 0 0,-1 0 1 0 0,0 0-1 0 0,1 1 1 0 0,-1-1-1 0 0,0 0 1 0 0,0 1-1 0 0,0-1 1 0 0,1 0-1 0 0,-1 1 1 0 0,0-1-1 0 0,0 1 1 0 0,0-1-1 0 0,0 0 1 0 0,0 1-1 0 0,1 0 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28.781"/>
    </inkml:context>
    <inkml:brush xml:id="br0">
      <inkml:brushProperty name="width" value="0.05" units="cm"/>
      <inkml:brushProperty name="height" value="0.05" units="cm"/>
    </inkml:brush>
  </inkml:definitions>
  <inkml:trace contextRef="#ctx0" brushRef="#br0">7 1 6401 0 0,'-2'0'3634'0'0,"-3"5"-2817"0"0,7-4-778 0 0,0 1 1 0 0,0 0 0 0 0,1 0 0 0 0,-1-1-1 0 0,0 1 1 0 0,1-1 0 0 0,-1 0 0 0 0,1 0-1 0 0,4 2 1 0 0,-1-1-24 0 0,4 2-105 0 0,0-1 1 0 0,0 1-1 0 0,1-2 1 0 0,-1 0-1 0 0,1 0 0 0 0,-1-1 1 0 0,1 0-1 0 0,0 0 1 0 0,18-3-1 0 0,-10 0-587 0 0,0-2 0 0 0,0 0 0 0 0,0-1 0 0 0,27-11 0 0 0,-31 9-1178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29.997"/>
    </inkml:context>
    <inkml:brush xml:id="br0">
      <inkml:brushProperty name="width" value="0.05" units="cm"/>
      <inkml:brushProperty name="height" value="0.05" units="cm"/>
    </inkml:brush>
  </inkml:definitions>
  <inkml:trace contextRef="#ctx0" brushRef="#br0">33 1 584 0 0,'0'0'1043'0'0,"-33"0"2543"0"0,80 5 3000 0 0,96 27-6064 0 0,-77-18-289 0 0,110 10 0 0 0,69-11 245 0 0,-51-5-304 0 0,220 7 197 0 0,-297-15-90 0 0,-107 5 21 0 0,1-1-4469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0.804"/>
    </inkml:context>
    <inkml:brush xml:id="br0">
      <inkml:brushProperty name="width" value="0.05" units="cm"/>
      <inkml:brushProperty name="height" value="0.05" units="cm"/>
    </inkml:brush>
  </inkml:definitions>
  <inkml:trace contextRef="#ctx0" brushRef="#br0">0 46 3705 0 0,'0'-32'4721'0'0,"0"18"-3358"0"0,2 15-786 0 0,1 21-597 0 0,-1-5 103 0 0,35 324 726 0 0,5 322-602 0 0,-39-466-138 0 0,-4-117 138 0 0,1-71-175 0 0,1 0-1 0 0,-1 0 0 0 0,2 0 1 0 0,-1 0-1 0 0,1 0 1 0 0,1-1-1 0 0,0 1 0 0 0,3 8 1 0 0,-5-10 39 0 0,-1 2-969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1.347"/>
    </inkml:context>
    <inkml:brush xml:id="br0">
      <inkml:brushProperty name="width" value="0.05" units="cm"/>
      <inkml:brushProperty name="height" value="0.05" units="cm"/>
    </inkml:brush>
  </inkml:definitions>
  <inkml:trace contextRef="#ctx0" brushRef="#br0">0 1 3601 0 0,'0'0'4357'0'0,"22"8"-1106"0"0,24 14-2420 0 0,-28-12-710 0 0,5 4-41 0 0,6 10 31 0 0,2 0 0 0 0,0-3 0 0 0,60 31 0 0 0,-90-51-108 0 0,112 53 538 0 0,-31-16-78 0 0,-35-16-247 0 0,-21-11-90 0 0,33 21 0 0 0,-31-17-74 0 0,-21-12-23 0 0,-1 1 1 0 0,1 0 0 0 0,0 0-1 0 0,-1 0 1 0 0,9 8 0 0 0,-6-4-58 0 0,-5-4-304 0 0,-1-1 0 0 0,1 1-1 0 0,0 0 1 0 0,-1-1-1 0 0,5 8 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1.918"/>
    </inkml:context>
    <inkml:brush xml:id="br0">
      <inkml:brushProperty name="width" value="0.05" units="cm"/>
      <inkml:brushProperty name="height" value="0.05" units="cm"/>
    </inkml:brush>
  </inkml:definitions>
  <inkml:trace contextRef="#ctx0" brushRef="#br0">181 0 4473 0 0,'0'0'393'0'0,"-17"4"4192"0"0,15 1-4474 0 0,1 1 0 0 0,0-1 0 0 0,0 1 0 0 0,0-1 0 0 0,0 1-1 0 0,1-1 1 0 0,0 1 0 0 0,0 0 0 0 0,1-1 0 0 0,0 1-1 0 0,0-1 1 0 0,0 1 0 0 0,0-1 0 0 0,1 0 0 0 0,0 1 0 0 0,4 6-1 0 0,4 11-97 0 0,1 0-1 0 0,20 27 0 0 0,-23-36 82 0 0,-5-9-48 0 0,0 1 0 0 0,1-1 0 0 0,0 0 0 0 0,0 0 0 0 0,5 4 1 0 0,7 6 99 0 0,-8-9-78 0 0,-1 0 0 0 0,0 0 1 0 0,-1 1-1 0 0,1 0 0 0 0,-1 0 0 0 0,5 9 1 0 0,-10-15-63 0 0,0 1 1 0 0,-1-1-1 0 0,1 1 1 0 0,0-1-1 0 0,-1 1 0 0 0,1 0 1 0 0,-1-1-1 0 0,1 1 1 0 0,-1 0-1 0 0,0 0 1 0 0,1-1-1 0 0,-1 1 1 0 0,0 0-1 0 0,0 0 1 0 0,0 0-1 0 0,-1-1 1 0 0,1 1-1 0 0,0 0 1 0 0,-1-1-1 0 0,1 1 1 0 0,-1 0-1 0 0,0-1 1 0 0,1 1-1 0 0,-1 0 1 0 0,0-1-1 0 0,0 1 0 0 0,0-1 1 0 0,0 1-1 0 0,0-1 1 0 0,0 0-1 0 0,0 0 1 0 0,-1 1-1 0 0,1-1 1 0 0,-1 0-1 0 0,1 0 1 0 0,-2 1-1 0 0,-6 3-7 0 0,-1-1 0 0 0,1 0 0 0 0,-1 0 0 0 0,0-1 1 0 0,-12 3-1 0 0,-4 1 77 0 0,-147 37-33 0 0,168-42-500 0 0,0 1 0 0 0,0-1 0 0 0,-1 1 0 0 0,2 0 0 0 0,-1 0 0 0 0,-9 8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3.139"/>
    </inkml:context>
    <inkml:brush xml:id="br0">
      <inkml:brushProperty name="width" value="0.05" units="cm"/>
      <inkml:brushProperty name="height" value="0.05" units="cm"/>
    </inkml:brush>
  </inkml:definitions>
  <inkml:trace contextRef="#ctx0" brushRef="#br0">31 69 920 0 0,'0'0'2966'0'0,"-2"-29"1050"0"0,-4 20-3347 0 0,5 8-597 0 0,0-1-1 0 0,0 1 0 0 0,1 0 0 0 0,-1 0 0 0 0,0-1 0 0 0,0 1 0 0 0,1-1 1 0 0,-1 1-1 0 0,1 0 0 0 0,-1-1 0 0 0,1 1 0 0 0,0-1 0 0 0,-1-1 0 0 0,-1-7 497 0 0,-2 14 847 0 0,3-2-1313 0 0,0 0-1 0 0,0 0 1 0 0,0 1 0 0 0,0-1 0 0 0,0 0 0 0 0,1 0 0 0 0,0 1 0 0 0,-1 2 0 0 0,1 11-113 0 0,0 35 73 0 0,8 68 0 0 0,10-4 281 0 0,17 154 40 0 0,-34-119-107 0 0,-2-78-134 0 0,1-69-98 0 0,0-1-1 0 0,1 0 0 0 0,-1 0 0 0 0,1 1 1 0 0,0-1-1 0 0,-1 0 0 0 0,1 0 1 0 0,2 3-1 0 0,2 8-1051 0 0,-4-3-2485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6.127"/>
    </inkml:context>
    <inkml:brush xml:id="br0">
      <inkml:brushProperty name="width" value="0.05" units="cm"/>
      <inkml:brushProperty name="height" value="0.05" units="cm"/>
    </inkml:brush>
  </inkml:definitions>
  <inkml:trace contextRef="#ctx0" brushRef="#br0">205 32 240 0 0,'0'0'3801'0'0,"-16"-17"-794"0"0,-3 11 129 0 0,17 5-3010 0 0,0 0 0 0 0,0 0-1 0 0,-1 0 1 0 0,1 0 0 0 0,0 1 0 0 0,-1-1 0 0 0,1 1 0 0 0,-5-1 0 0 0,20 0 352 0 0,-1 0 0 0 0,0 2 0 0 0,19 1 0 0 0,13 12-212 0 0,83 37 0 0 0,-49-17-1 0 0,-74-33-193 0 0,0 1 0 0 0,-1 0 0 0 0,1 0 0 0 0,0 1 0 0 0,-1-1 0 0 0,0 1 0 0 0,1-1 0 0 0,-1 1 0 0 0,0 0 0 0 0,3 4 0 0 0,-6-6-51 0 0,1 0-1 0 0,-1-1 1 0 0,1 1-1 0 0,-1 0 1 0 0,1 0 0 0 0,-1 0-1 0 0,0-1 1 0 0,1 1-1 0 0,-1 0 1 0 0,0 0-1 0 0,0 0 1 0 0,0 0 0 0 0,0 0-1 0 0,0 0 1 0 0,0 0-1 0 0,0 0 1 0 0,0-1 0 0 0,0 1-1 0 0,0 0 1 0 0,0 1-1 0 0,-1-1-19 0 0,0 1 0 0 0,0-1 0 0 0,1 0 0 0 0,-1 0 0 0 0,0 0 0 0 0,0 0 0 0 0,0 0 0 0 0,0 0 0 0 0,0 0 0 0 0,-1 0 0 0 0,1-1 0 0 0,0 1 0 0 0,0 0 0 0 0,0-1-1 0 0,-1 1 1 0 0,1-1 0 0 0,-2 2 0 0 0,-25 9 56 0 0,-33 20 0 0 0,36-17 6 0 0,-47 19 0 0 0,-47 18-30 0 0,74-31-8 0 0,-69 40 197 0 0,112-59-231 0 0,1 0-1 0 0,-1-1 0 0 0,1 1 0 0 0,-1 0 1 0 0,1 1-1 0 0,-1-1 0 0 0,1 0 0 0 0,0 0 1 0 0,0 0-1 0 0,0 1 0 0 0,0-1 0 0 0,0 1 1 0 0,0-1-1 0 0,-2 4 0 0 0,3-4 10 0 0,0-1 0 0 0,0 1 0 0 0,0 0 0 0 0,-1 0 0 0 0,1 0 0 0 0,0 0-1 0 0,0-1 1 0 0,0 1 0 0 0,1 0 0 0 0,-1 0 0 0 0,0 0 0 0 0,0-1 0 0 0,0 1 0 0 0,0 0 0 0 0,1 0 0 0 0,-1 0 0 0 0,0-1-1 0 0,1 1 1 0 0,-1 0 0 0 0,1-1 0 0 0,-1 1 0 0 0,1 0 0 0 0,-1-1 0 0 0,1 1 0 0 0,-1 0 0 0 0,1-1 0 0 0,0 1 0 0 0,-1-1-1 0 0,1 1 1 0 0,0-1 0 0 0,0 0 0 0 0,-1 1 0 0 0,2 0 0 0 0,17 8 9 0 0,0-1-1 0 0,1 0 1 0 0,0-2 0 0 0,25 6-1 0 0,87 11 21 0 0,-83-16-33 0 0,-23-3 95 0 0,44 13 1 0 0,-69-17-88 0 0,0 0-1 0 0,0 1 1 0 0,-1-1 0 0 0,1 0 0 0 0,0 0 0 0 0,0 1 0 0 0,0-1 0 0 0,-1 1-1 0 0,1-1 1 0 0,0 1 0 0 0,-1-1 0 0 0,1 1 0 0 0,-1-1 0 0 0,1 1-1 0 0,0-1 1 0 0,-1 1 0 0 0,1 0 0 0 0,0 1 0 0 0,-1-2-5 0 0,0 1 0 0 0,0-1-1 0 0,0 1 1 0 0,0-1 0 0 0,0 1 0 0 0,0-1 0 0 0,0 0 0 0 0,0 1 0 0 0,0-1-1 0 0,-1 1 1 0 0,1-1 0 0 0,0 1 0 0 0,0-1 0 0 0,0 1 0 0 0,-1-1 0 0 0,1 1-1 0 0,0-1 1 0 0,-1 0 0 0 0,1 1 0 0 0,0-1 0 0 0,0 0 0 0 0,-2 1 0 0 0,-27 18-70 0 0,24-16 96 0 0,-170 73 28 0 0,48-23 26 0 0,104-46-53 0 0,19-6-45 0 0,0 0-1 0 0,1 0 1 0 0,-1 0 0 0 0,0 0 0 0 0,1 0 0 0 0,0 1 0 0 0,-1 0 0 0 0,1-1 0 0 0,0 1 0 0 0,0 0 0 0 0,-5 5 0 0 0,7-6 19 0 0,1-1-1 0 0,0 1 1 0 0,-1 0 0 0 0,1 0-1 0 0,0 0 1 0 0,-1 0-1 0 0,1 0 1 0 0,0-1-1 0 0,0 1 1 0 0,0 0-1 0 0,0 0 1 0 0,0 0-1 0 0,0 0 1 0 0,0 0-1 0 0,0 0 1 0 0,0 0 0 0 0,0-1-1 0 0,1 1 1 0 0,-1 0-1 0 0,0 0 1 0 0,1 0-1 0 0,-1 0 1 0 0,0-1-1 0 0,1 1 1 0 0,-1 0-1 0 0,1 0 1 0 0,-1-1-1 0 0,1 1 1 0 0,0 0 0 0 0,-1-1-1 0 0,1 1 1 0 0,0 0-1 0 0,-1-1 1 0 0,1 1-1 0 0,0-1 1 0 0,0 1-1 0 0,34 18 6 0 0,-29-17-3 0 0,171 74 39 0 0,-175-75-39 0 0,0 0 1 0 0,-1 0-1 0 0,1 0 0 0 0,-1 0 1 0 0,1 0-1 0 0,-1 1 0 0 0,1-1 1 0 0,-1 1-1 0 0,0-1 0 0 0,1 1 1 0 0,-1-1-1 0 0,0 1 0 0 0,0 0 0 0 0,0-1 1 0 0,0 1-1 0 0,-1 0 0 0 0,1 0 1 0 0,0 0-1 0 0,0 2 0 0 0,6 13 0 0 0,-3-8 5 0 0,-1-1 1 0 0,1 1-1 0 0,-2 0 1 0 0,1 0-1 0 0,-1 0 1 0 0,0 0-1 0 0,0 13 0 0 0,-1 3 15 0 0,-5 34 0 0 0,1-16 12 0 0,2-18-41 0 0,1 0-1 0 0,1 0 1 0 0,1 0-1 0 0,1-1 1 0 0,11 42-1 0 0,56 149 50 0 0,5 15-5 0 0,-51-107 97 0 0,-12-96-66 0 0,-6-15-156 0 0,-4-3 23 0 0,1-1-2370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6.778"/>
    </inkml:context>
    <inkml:brush xml:id="br0">
      <inkml:brushProperty name="width" value="0.05" units="cm"/>
      <inkml:brushProperty name="height" value="0.05" units="cm"/>
    </inkml:brush>
  </inkml:definitions>
  <inkml:trace contextRef="#ctx0" brushRef="#br0">15 50 3617 0 0,'0'0'928'0'0,"-15"-3"2090"0"0,15 2-2947 0 0,0 1-1 0 0,1-1 1 0 0,-1 1-1 0 0,0 0 1 0 0,0-1-1 0 0,1 1 1 0 0,-1-1 0 0 0,0 1-1 0 0,0 0 1 0 0,1-1-1 0 0,-1 1 1 0 0,1 0 0 0 0,-1 0-1 0 0,0-1 1 0 0,1 1-1 0 0,-1 0 1 0 0,1 0-1 0 0,-1-1 1 0 0,0 1 0 0 0,1 0-1 0 0,-1 0 1 0 0,1 0-1 0 0,-1 0 1 0 0,1 0 0 0 0,-1 0-1 0 0,1 0 1 0 0,17-3 45 0 0,-12 2 86 0 0,355-30 2964 0 0,2 27-2680 0 0,-302 4-696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7.158"/>
    </inkml:context>
    <inkml:brush xml:id="br0">
      <inkml:brushProperty name="width" value="0.05" units="cm"/>
      <inkml:brushProperty name="height" value="0.05" units="cm"/>
    </inkml:brush>
  </inkml:definitions>
  <inkml:trace contextRef="#ctx0" brushRef="#br0">1 41 9210 0 0,'1'1'178'0'0,"0"1"0"0"0,1-1 0 0 0,-1 0 0 0 0,0 0 0 0 0,1 0 0 0 0,-1 0 0 0 0,1 0 0 0 0,-1 0 0 0 0,1 0 0 0 0,2 0 0 0 0,12 4-382 0 0,0-2 1 0 0,0 0 0 0 0,1-1-1 0 0,0-1 1 0 0,-1 0-1 0 0,1-2 1 0 0,0 0 0 0 0,-1 0-1 0 0,1-2 1 0 0,-1 0 0 0 0,0 0-1 0 0,0-2 1 0 0,25-10-1 0 0,-39 15 97 0 0,0 0-1 0 0,-1-1 1 0 0,1 0-1 0 0,0 1 0 0 0,0-1 1 0 0,-1 0-1 0 0,1 0 1 0 0,0 1-1 0 0,-1-1 1 0 0,1-1-1 0 0,-1 1 0 0 0,1 0 1 0 0,-1 0-1 0 0,0 0 1 0 0,1-1-1 0 0,-1 1 0 0 0,0-1 1 0 0,0 1-1 0 0,0-1 1 0 0,0 1-1 0 0,0-1 0 0 0,0 0 1 0 0,0 0-1 0 0,-1 1 1 0 0,1-1-1 0 0,-1 0 0 0 0,1-2 1 0 0,6 4-2342 0 0,-5 0 1310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7.637"/>
    </inkml:context>
    <inkml:brush xml:id="br0">
      <inkml:brushProperty name="width" value="0.05" units="cm"/>
      <inkml:brushProperty name="height" value="0.05" units="cm"/>
    </inkml:brush>
  </inkml:definitions>
  <inkml:trace contextRef="#ctx0" brushRef="#br0">1 1 88 0 0,'0'0'64'0'0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38.540"/>
    </inkml:context>
    <inkml:brush xml:id="br0">
      <inkml:brushProperty name="width" value="0.05" units="cm"/>
      <inkml:brushProperty name="height" value="0.05" units="cm"/>
    </inkml:brush>
  </inkml:definitions>
  <inkml:trace contextRef="#ctx0" brushRef="#br0">150 214 688 0 0,'0'0'1336'0'0,"-31"-2"1792"0"0,4-3-1337 0 0,23 5-1665 0 0,1 1-1 0 0,-1 0 1 0 0,0 0 0 0 0,0 0 0 0 0,1 1-1 0 0,-1-1 1 0 0,1 1 0 0 0,-1 0 0 0 0,1 0 0 0 0,0 0-1 0 0,-6 5 1 0 0,-12 6 853 0 0,12-10-785 0 0,-4 1 1190 0 0,13-3-682 0 0,9 0-268 0 0,10-2-309 0 0,-1-1-1 0 0,1 0 0 0 0,0-2 0 0 0,-1 0 0 0 0,0-1 1 0 0,25-10-1 0 0,102-54 287 0 0,-139 66-407 0 0,79-48 161 0 0,-56 32-154 0 0,56-26 1 0 0,-79 43 18 0 0,0 0 1 0 0,0 0-1 0 0,1 1 1 0 0,6-1-1 0 0,-9 2-28 0 0,0 0-1 0 0,0-1 1 0 0,0 0-1 0 0,0 1 1 0 0,-1-1-1 0 0,1-1 1 0 0,0 1-1 0 0,-1 0 1 0 0,1-1-1 0 0,-1 0 1 0 0,1 0-1 0 0,-1 0 0 0 0,4-3 1 0 0,-2 3-25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40.921"/>
    </inkml:context>
    <inkml:brush xml:id="br0">
      <inkml:brushProperty name="width" value="0.05" units="cm"/>
      <inkml:brushProperty name="height" value="0.05" units="cm"/>
    </inkml:brush>
  </inkml:definitions>
  <inkml:trace contextRef="#ctx0" brushRef="#br0">198 618 552 0 0,'0'0'3810'0'0,"-10"-32"-838"0"0,3 15-2572 0 0,1-1 0 0 0,1 1 0 0 0,1-1 1 0 0,-2-20-1 0 0,5 29-317 0 0,-4-35 203 0 0,1-2-1 0 0,3 1 1 0 0,7-73 0 0 0,-1 26 139 0 0,-4 83-372 0 0,-1 1 0 0 0,1-1 1 0 0,1 0-1 0 0,0 1 0 0 0,0-1 0 0 0,1 1 0 0 0,0-1 0 0 0,0 1 0 0 0,1 0 0 0 0,0 0 0 0 0,1 1 0 0 0,-1-1 0 0 0,8-8 0 0 0,-11 16-46 0 0,-1 0-1 0 0,1 0 0 0 0,-1 0 1 0 0,1 0-1 0 0,-1 0 0 0 0,1 0 1 0 0,0 0-1 0 0,-1 0 0 0 0,1 1 1 0 0,-1-1-1 0 0,1 0 0 0 0,-1 0 1 0 0,1 0-1 0 0,-1 0 1 0 0,1 1-1 0 0,-1-1 0 0 0,1 0 1 0 0,-1 1-1 0 0,0-1 0 0 0,1 0 1 0 0,-1 1-1 0 0,1-1 0 0 0,-1 1 1 0 0,0-1-1 0 0,1 0 1 0 0,-1 1-1 0 0,0-1 0 0 0,1 1 1 0 0,-1-1-1 0 0,0 1 0 0 0,0-1 1 0 0,0 1-1 0 0,1 0 0 0 0,12 23-46 0 0,-11-21 71 0 0,5 11-28 0 0,-1-1 1 0 0,-1 1-1 0 0,0 0 0 0 0,-1 1 0 0 0,5 27 1 0 0,2 77 6 0 0,-10-95-5 0 0,0 9 22 0 0,-1 0 0 0 0,-2 0 0 0 0,-1-1 1 0 0,-2 1-1 0 0,-1-1 0 0 0,-13 41 0 0 0,11-47 81 0 0,-1 0-1 0 0,-16 29 1 0 0,24-54-99 0 0,0 1-1 0 0,-1-1 1 0 0,1 1-1 0 0,-1-1 1 0 0,1 0 0 0 0,-1 1-1 0 0,1-1 1 0 0,-1 0 0 0 0,0 0-1 0 0,0 0 1 0 0,1 0-1 0 0,-1-1 1 0 0,0 1 0 0 0,0 0-1 0 0,-3 0 1 0 0,-36 8 92 0 0,23-6-45 0 0,7-1-51 0 0,6-1 9 0 0,0 0 1 0 0,0 0-1 0 0,0 1 0 0 0,0 0 1 0 0,0-1-1 0 0,0 2 1 0 0,0-1-1 0 0,-8 6 0 0 0,-2 1-87 0 0,13-8 87 0 0,0 0 0 0 0,0 0 0 0 0,0 1 0 0 0,0-1 1 0 0,0 0-1 0 0,0 1 0 0 0,0-1 0 0 0,0 1 0 0 0,-1 2 0 0 0,3-3-6 0 0,-1-1 0 0 0,1 1 0 0 0,0 0 0 0 0,0 0-1 0 0,-1 0 1 0 0,1 0 0 0 0,0 0 0 0 0,0-1 0 0 0,0 1 0 0 0,0 0-1 0 0,0 0 1 0 0,1 0 0 0 0,-1 0 0 0 0,0 0 0 0 0,0-1 0 0 0,1 1-1 0 0,-1 0 1 0 0,0 0 0 0 0,1 0 0 0 0,-1 0 0 0 0,0-1 0 0 0,1 1-1 0 0,0 0 1 0 0,-1-1 0 0 0,1 1 0 0 0,-1 0 0 0 0,1-1 0 0 0,0 1-1 0 0,-1-1 1 0 0,2 2 0 0 0,11 7 22 0 0,0 0 0 0 0,0 0 0 0 0,1-1 1 0 0,0-1-1 0 0,0 0 0 0 0,22 6 0 0 0,-10-5 57 0 0,-20-7-74 0 0,1 1 0 0 0,-1 0 1 0 0,1 1-1 0 0,8 3 0 0 0,65 41 106 0 0,-78-45-99 0 0,1 0 1 0 0,-1 0-1 0 0,1 1 0 0 0,-1-1 1 0 0,0 0-1 0 0,0 1 0 0 0,0-1 0 0 0,0 1 1 0 0,-1 0-1 0 0,1 0 0 0 0,-1 0 1 0 0,0 0-1 0 0,0 0 0 0 0,2 5 1 0 0,-3-6-11 0 0,1 0 1 0 0,-1-1-1 0 0,0 1 1 0 0,0 0-1 0 0,0 0 1 0 0,0-1 0 0 0,0 1-1 0 0,0 0 1 0 0,0 0-1 0 0,-1-1 1 0 0,1 1-1 0 0,-1 0 1 0 0,1 0-1 0 0,-1-1 1 0 0,1 1 0 0 0,-1-1-1 0 0,0 1 1 0 0,0 0-1 0 0,0-1 1 0 0,0 0-1 0 0,0 1 1 0 0,0-1 0 0 0,-1 1-1 0 0,1-1 1 0 0,0 0-1 0 0,-1 0 1 0 0,1 0-1 0 0,0 0 1 0 0,-3 1-1 0 0,-166 89 49 0 0,74-32-11 0 0,92-55-63 0 0,1 0-1 0 0,-1 0 1 0 0,1 1-1 0 0,0-1 1 0 0,0 1 0 0 0,1 0-1 0 0,-1-1 1 0 0,1 1 0 0 0,0 0-1 0 0,-1 6 1 0 0,2-9 18 0 0,1-1 1 0 0,0 1-1 0 0,0-1 0 0 0,0 0 1 0 0,0 1-1 0 0,0-1 1 0 0,0 1-1 0 0,0-1 1 0 0,0 1-1 0 0,1-1 0 0 0,-1 0 1 0 0,0 1-1 0 0,1-1 1 0 0,0 1-1 0 0,-1-1 1 0 0,1 0-1 0 0,0 0 1 0 0,-1 1-1 0 0,1-1 0 0 0,0 0 1 0 0,0 0-1 0 0,0 0 1 0 0,0 0-1 0 0,0 0 1 0 0,0 0-1 0 0,0 0 0 0 0,1 0 1 0 0,1 1-1 0 0,4 1 4 0 0,-1-1-1 0 0,1 1 0 0 0,0-1 0 0 0,13 2 1 0 0,0 0-12 0 0,130 23 190 0 0,-8-1-86 0 0,-138-25-87 0 0,-1 0 0 0 0,1 1 0 0 0,-1-1 0 0 0,1 1-1 0 0,-1 0 1 0 0,0 0 0 0 0,0 0 0 0 0,0 0-1 0 0,0 1 1 0 0,0 0 0 0 0,0-1 0 0 0,-1 1-1 0 0,0 0 1 0 0,1 0 0 0 0,-1 0 0 0 0,0 0 0 0 0,0 1-1 0 0,0-1 1 0 0,-1 0 0 0 0,1 1 0 0 0,-1 0-1 0 0,0-1 1 0 0,0 1 0 0 0,0 0 0 0 0,-1-1-1 0 0,1 1 1 0 0,-1 0 0 0 0,0 0 0 0 0,0-1 0 0 0,0 1-1 0 0,0 0 1 0 0,-1 0 0 0 0,0-1 0 0 0,1 1-1 0 0,-1 0 1 0 0,-1-1 0 0 0,1 1 0 0 0,0-1-1 0 0,-4 7 1 0 0,-2-1-3 0 0,0-1 0 0 0,-1 1-1 0 0,0-1 1 0 0,0-1 0 0 0,0 0-1 0 0,-1 0 1 0 0,0 0-1 0 0,-1-1 1 0 0,-11 6 0 0 0,-27 18 19 0 0,-58 44 45 0 0,98-68-78 0 0,1 1 0 0 0,0 0 0 0 0,-9 9 0 0 0,-20 21 40 0 0,32-34-60 0 0,0 0 0 0 0,0 0 0 0 0,0 1 0 0 0,1-1 0 0 0,0 1-1 0 0,0 0 1 0 0,-5 7 0 0 0,8-10 25 0 0,-1 0 0 0 0,1-1-1 0 0,-1 1 1 0 0,1 0-1 0 0,0 0 1 0 0,-1 0 0 0 0,1 1-1 0 0,0-1 1 0 0,0 0-1 0 0,0 0 1 0 0,-1 0 0 0 0,1 0-1 0 0,0 0 1 0 0,0 0-1 0 0,1 0 1 0 0,-1 0 0 0 0,0 0-1 0 0,0 0 1 0 0,0 0-1 0 0,1 0 1 0 0,-1 0 0 0 0,1 0-1 0 0,-1 0 1 0 0,0 0-1 0 0,1 0 1 0 0,0 0 0 0 0,-1 0-1 0 0,1 0 1 0 0,0 0-1 0 0,-1-1 1 0 0,1 1 0 0 0,0 0-1 0 0,0-1 1 0 0,0 1-1 0 0,-1 0 1 0 0,1-1 0 0 0,0 1-1 0 0,0-1 1 0 0,0 1-1 0 0,0-1 1 0 0,2 1 0 0 0,118 44 80 0 0,-104-13 5 0 0,-11-22-87 0 0,0 1 1 0 0,-1 0-1 0 0,0 0 1 0 0,-1 0-1 0 0,0 0 1 0 0,-1 1-1 0 0,0 0 1 0 0,1 19-1 0 0,0 13-28 0 0,-3 46 0 0 0,1 3 111 0 0,0-61-100 0 0,25 215 67 0 0,-8-60-63 0 0,-8-58 81 0 0,-2 117-1207 0 0,-9-199-2554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41.783"/>
    </inkml:context>
    <inkml:brush xml:id="br0">
      <inkml:brushProperty name="width" value="0.05" units="cm"/>
      <inkml:brushProperty name="height" value="0.05" units="cm"/>
    </inkml:brush>
  </inkml:definitions>
  <inkml:trace contextRef="#ctx0" brushRef="#br0">61 298 2080 0 0,'0'0'1754'0'0,"-19"22"2868"0"0,15-17-4038 0 0,0 0-1 0 0,0 0 1 0 0,0-1-1 0 0,-1 1 0 0 0,1-1 1 0 0,-8 5-1 0 0,12-9-569 0 0,0 0-1 0 0,0 0 1 0 0,-1 0 0 0 0,1 0-1 0 0,0 0 1 0 0,0 0 0 0 0,0 0-1 0 0,0 0 1 0 0,0 0 0 0 0,-1 0-1 0 0,1 0 1 0 0,0 0 0 0 0,0 0-1 0 0,0 0 1 0 0,0 0 0 0 0,0 0-1 0 0,0-1 1 0 0,-1 1 0 0 0,1 0-1 0 0,0 0 1 0 0,0 0 0 0 0,0 0-1 0 0,0 0 1 0 0,0 0 0 0 0,0 0-1 0 0,0 0 1 0 0,0 0 0 0 0,0-1-1 0 0,-1 1 1 0 0,1 0 0 0 0,0 0-1 0 0,0 0 1 0 0,0 0 0 0 0,0 0-1 0 0,0 0 1 0 0,0 0 0 0 0,0-1-1 0 0,0 1 1 0 0,0 0 0 0 0,0 0-1 0 0,0 0 1 0 0,0 0 0 0 0,0 0-1 0 0,0-1 1 0 0,0 1 0 0 0,0 0-1 0 0,0 0 1 0 0,0 0 0 0 0,0-14 151 0 0,4-10-160 0 0,8-21 75 0 0,25-63 0 0 0,-17 53-5 0 0,-13 34-59 0 0,-2 7-5 0 0,0-1 0 0 0,1 1 0 0 0,12-22 0 0 0,-18 35-12 0 0,1 1 0 0 0,-1-1 1 0 0,0 1-1 0 0,0 0 0 0 0,1-1 0 0 0,-1 1 1 0 0,1-1-1 0 0,-1 1 0 0 0,0 0 0 0 0,1-1 0 0 0,-1 1 1 0 0,1 0-1 0 0,-1 0 0 0 0,1-1 0 0 0,-1 1 1 0 0,1 0-1 0 0,-1 0 0 0 0,1 0 0 0 0,-1-1 0 0 0,1 1 1 0 0,-1 0-1 0 0,1 0 0 0 0,-1 0 0 0 0,1 0 1 0 0,-1 0-1 0 0,1 0 0 0 0,-1 0 0 0 0,1 0 0 0 0,0 0 1 0 0,-1 1-1 0 0,1-1 0 0 0,-1 0 0 0 0,1 0 1 0 0,-1 0-1 0 0,1 0 0 0 0,-1 1 0 0 0,0-1 1 0 0,1 0-1 0 0,-1 1 0 0 0,1-1 0 0 0,-1 0 0 0 0,1 1 1 0 0,-1-1-1 0 0,0 0 0 0 0,1 1 0 0 0,-1-1 1 0 0,0 1-1 0 0,0-1 0 0 0,1 1 0 0 0,-1 0 0 0 0,19 30-69 0 0,-14-21 61 0 0,85 127 171 0 0,-41-57-68 0 0,20 29-55 0 0,-65-103-416 0 0,1 0 0 0 0,-1-1 0 0 0,1 0 0 0 0,1 0 0 0 0,-1 0 0 0 0,1-1 0 0 0,0 0 0 0 0,0 0 1 0 0,0 0-1 0 0,0-1 0 0 0,1 0 0 0 0,-1 0 0 0 0,9 2 0 0 0,8 1-2884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44.537"/>
    </inkml:context>
    <inkml:brush xml:id="br0">
      <inkml:brushProperty name="width" value="0.05" units="cm"/>
      <inkml:brushProperty name="height" value="0.05" units="cm"/>
    </inkml:brush>
  </inkml:definitions>
  <inkml:trace contextRef="#ctx0" brushRef="#br0">1 229 1952 0 0,'0'0'6759'0'0,"15"0"-5683"0"0,27 3-661 0 0,0-2-1 0 0,70-6 1 0 0,86-22 87 0 0,-160 21-403 0 0,143-25 137 0 0,192-25-92 0 0,-26 38 748 0 0,-337 18-891 0 0,0-1 0 0 0,0 0 0 0 0,19-4 0 0 0,-26 4 21 0 0,0 0 1 0 0,1 0-1 0 0,-1-1 0 0 0,0 1 0 0 0,0-1 0 0 0,0 0 1 0 0,2-2-1 0 0,-4 4 7 0 0,0-1 0 0 0,0 1-1 0 0,-1-1 1 0 0,1 1 0 0 0,0-1 0 0 0,-1 0 0 0 0,1 0 0 0 0,0 1 0 0 0,-1-1-1 0 0,1 0 1 0 0,-1 0 0 0 0,1 1 0 0 0,-1-1 0 0 0,1 0 0 0 0,-1 0 0 0 0,0 0-1 0 0,1 0 1 0 0,-1 0 0 0 0,0 0 0 0 0,0 0 0 0 0,0 0 0 0 0,0 0 0 0 0,0 1-1 0 0,0-1 1 0 0,0 0 0 0 0,0 0 0 0 0,0 0 0 0 0,0 0 0 0 0,0 0-1 0 0,-1-2 1 0 0,0 3-6 0 0,0-1 0 0 0,0 1 0 0 0,0 0 0 0 0,1-1-1 0 0,-1 1 1 0 0,0 0 0 0 0,0-1 0 0 0,0 1 0 0 0,0 0-1 0 0,0 0 1 0 0,0 0 0 0 0,0 0 0 0 0,0 0 0 0 0,0 0 0 0 0,0 0-1 0 0,0 0 1 0 0,0 0 0 0 0,0 0 0 0 0,-1 1 0 0 0,-20 5 31 0 0,20-5-54 0 0,0 0 0 0 0,0 0 0 0 0,0 0 0 0 0,1 0 0 0 0,-1 0 0 0 0,0 1-1 0 0,1-1 1 0 0,-1 1 0 0 0,1-1 0 0 0,-1 1 0 0 0,1 0 0 0 0,0-1 0 0 0,0 1 0 0 0,0 0 0 0 0,0 0 0 0 0,0 0 0 0 0,0 0-1 0 0,-1 3 1 0 0,1 1 6 0 0,0 0 0 0 0,1 0 0 0 0,0 0 0 0 0,-1 0 0 0 0,2 6-1 0 0,0 9 98 0 0,0-20-96 0 0,-1 0 0 0 0,1 0 0 0 0,0 0 0 0 0,0 0 0 0 0,0 0 0 0 0,-1 1 0 0 0,1-2 0 0 0,0 1 0 0 0,0 0 0 0 0,1 0 0 0 0,-1 0 0 0 0,0 0 1 0 0,0-1-1 0 0,0 1 0 0 0,2 0 0 0 0,19 10 23 0 0,-18-9 0 0 0,0 0 1 0 0,0-1 0 0 0,1 0-1 0 0,-1 0 1 0 0,0 0-1 0 0,0-1 1 0 0,1 1 0 0 0,-1-1-1 0 0,1 0 1 0 0,-1 0-1 0 0,0-1 1 0 0,1 1 0 0 0,-1-1-1 0 0,0 0 1 0 0,0 0-1 0 0,7-3 1 0 0,-10 3-23 0 0,1 0 0 0 0,-1 0 0 0 0,1 0 0 0 0,-1-1 0 0 0,1 1 0 0 0,-1-1 0 0 0,0 1 0 0 0,0-1 0 0 0,1 0 0 0 0,-1 1 0 0 0,0-1 0 0 0,-1 0 0 0 0,1 1 0 0 0,0-1 0 0 0,0 0 0 0 0,-1 0 0 0 0,1 0 0 0 0,-1 0 0 0 0,0 0 1 0 0,1 0-1 0 0,-1 0 0 0 0,0 0 0 0 0,0 0 0 0 0,-1-2 0 0 0,1-4 16 0 0,0 0 1 0 0,-1 1 0 0 0,0-1-1 0 0,-4-14 1 0 0,4 20-28 0 0,-1 0-1 0 0,1-1 1 0 0,0 1 0 0 0,-1 0-1 0 0,0 0 1 0 0,1 0 0 0 0,-1 0 0 0 0,0 0-1 0 0,0 0 1 0 0,0 1 0 0 0,0-1-1 0 0,0 1 1 0 0,0-1 0 0 0,-1 1-1 0 0,1 0 1 0 0,0 0 0 0 0,-1 0-1 0 0,1 0 1 0 0,-1 0 0 0 0,1 0 0 0 0,-6 0-1 0 0,-4-1-80 0 0,0 0-1 0 0,-1 1 1 0 0,-13 1-1 0 0,25 0 80 0 0,0 1 0 0 0,0-1 0 0 0,0 1-1 0 0,0 0 1 0 0,0-1 0 0 0,0 1 0 0 0,0 0-1 0 0,0 0 1 0 0,1 0 0 0 0,-1 0 0 0 0,0 0-1 0 0,1 0 1 0 0,-1 0 0 0 0,1 0 0 0 0,-1 0-1 0 0,1 0 1 0 0,-1 1 0 0 0,-7 21-11 0 0,6-16 12 0 0,1 0 0 0 0,0 0 0 0 0,1 1 0 0 0,-1-1 0 0 0,2 0 0 0 0,-1 1 0 0 0,1-1 1 0 0,0 0-1 0 0,0 0 0 0 0,3 9 0 0 0,-2-15 9 0 0,-1 1 0 0 0,1-1 1 0 0,-1 0-1 0 0,1 0 0 0 0,0 1 1 0 0,0-1-1 0 0,-1 0 0 0 0,1 0 0 0 0,0-1 1 0 0,0 1-1 0 0,0 0 0 0 0,0-1 1 0 0,3 1-1 0 0,13 6 65 0 0,-13-3-49 0 0,0-1 1 0 0,0-1-1 0 0,0 1 0 0 0,0-1 1 0 0,1 1-1 0 0,-1-2 0 0 0,1 1 1 0 0,0 0-1 0 0,-1-1 0 0 0,1 0 1 0 0,0-1-1 0 0,0 1 0 0 0,0-1 1 0 0,0 0-1 0 0,0-1 0 0 0,-1 1 1 0 0,1-1-1 0 0,9-3 0 0 0,-13 3-16 0 0,0 0-1 0 0,-1 0 0 0 0,1 0 1 0 0,0-1-1 0 0,0 1 1 0 0,-1-1-1 0 0,1 1 0 0 0,-1-1 1 0 0,1 0-1 0 0,-1 0 1 0 0,0 1-1 0 0,1-1 0 0 0,-1 0 1 0 0,0 0-1 0 0,0 0 0 0 0,-1 0 1 0 0,1 0-1 0 0,0-1 1 0 0,0-2-1 0 0,1-2-5 0 0,0-1 1 0 0,-1 0-1 0 0,0 1 0 0 0,0-10 0 0 0,-1 12-19 0 0,-1 0-1 0 0,1 0 0 0 0,-1 0 1 0 0,0 0-1 0 0,0 0 0 0 0,-1 0 0 0 0,-1-5 1 0 0,2 8 10 0 0,0 0-1 0 0,1 0 1 0 0,-1 1 0 0 0,0-1 0 0 0,0 1-1 0 0,0-1 1 0 0,0 1 0 0 0,-1-1 0 0 0,1 1-1 0 0,0 0 1 0 0,-1-1 0 0 0,1 1 0 0 0,0 0-1 0 0,-1 0 1 0 0,0 0 0 0 0,1 0 0 0 0,-1 0 0 0 0,1 0-1 0 0,-1 1 1 0 0,0-1 0 0 0,-3 0 0 0 0,-5-1-4 0 0,1 0 0 0 0,0-1 0 0 0,-10-4 0 0 0,13 5 9 0 0,1 0-1 0 0,-1 0 1 0 0,0 0 0 0 0,0 1-1 0 0,0-1 1 0 0,1 2-1 0 0,-1-1 1 0 0,0 0 0 0 0,0 1-1 0 0,0 0 1 0 0,-8 2 0 0 0,9-1-2 0 0,0 1 0 0 0,0 0 0 0 0,0 0 1 0 0,0 0-1 0 0,0 1 0 0 0,1-1 1 0 0,-1 1-1 0 0,1 1 0 0 0,0-1 0 0 0,0 0 1 0 0,0 1-1 0 0,0 0 0 0 0,0 0 1 0 0,1 0-1 0 0,0 0 0 0 0,0 1 0 0 0,0-1 1 0 0,0 1-1 0 0,1 0 0 0 0,0 0 1 0 0,0 0-1 0 0,0 0 0 0 0,1 0 0 0 0,-1 0 1 0 0,1 0-1 0 0,0 1 0 0 0,1-1 1 0 0,-1 7-1 0 0,2-10 9 0 0,-1-1 1 0 0,1 0-1 0 0,-1 1 0 0 0,1-1 1 0 0,-1 0-1 0 0,1 1 0 0 0,0-1 1 0 0,0 0-1 0 0,0 0 0 0 0,0 1 1 0 0,-1-1-1 0 0,2 0 0 0 0,-1 0 1 0 0,0 0-1 0 0,0 0 0 0 0,0-1 1 0 0,0 1-1 0 0,1 0 0 0 0,1 1 1 0 0,26 12 47 0 0,-16-10-31 0 0,-1 0 0 0 0,1-1 1 0 0,0-1-1 0 0,-1 0 0 0 0,1 0 0 0 0,0-1 0 0 0,0-1 0 0 0,0 0 0 0 0,25-4 0 0 0,-22 1 23 0 0,0 0 0 0 0,0-1 0 0 0,0-1 0 0 0,0-1 0 0 0,-1 0 0 0 0,0-1 0 0 0,18-12 0 0 0,-30 17-42 0 0,-1 1-1 0 0,0-1 1 0 0,0 0-1 0 0,0 0 1 0 0,0-1-1 0 0,0 1 1 0 0,0 0 0 0 0,-1-1-1 0 0,1 1 1 0 0,-1-1-1 0 0,0 1 1 0 0,1-1-1 0 0,-1 0 1 0 0,0 0 0 0 0,-1 1-1 0 0,1-1 1 0 0,0 0-1 0 0,-1 0 1 0 0,0 0-1 0 0,0 0 1 0 0,1 0 0 0 0,-2 0-1 0 0,1 1 1 0 0,0-1-1 0 0,0 0 1 0 0,-1 0-1 0 0,0 0 1 0 0,0 0 0 0 0,0 1-1 0 0,-2-6 1 0 0,2 7-18 0 0,0 0 1 0 0,0 0 0 0 0,-1 0 0 0 0,1 1 0 0 0,0-1-1 0 0,-1 0 1 0 0,1 0 0 0 0,-1 1 0 0 0,1-1 0 0 0,-1 1 0 0 0,1-1-1 0 0,-1 1 1 0 0,1 0 0 0 0,-1-1 0 0 0,1 1 0 0 0,-4 0-1 0 0,-8-2-76 0 0,-15-9-129 0 0,18 6 63 0 0,-1 1-1 0 0,0 0 1 0 0,0 1-1 0 0,-17-4 0 0 0,13 6-564 0 0,1-1-1 0 0,-30 3 1 0 0,22 1-769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21.529"/>
    </inkml:context>
    <inkml:brush xml:id="br0">
      <inkml:brushProperty name="width" value="0.05" units="cm"/>
      <inkml:brushProperty name="height" value="0.05" units="cm"/>
    </inkml:brush>
  </inkml:definitions>
  <inkml:trace contextRef="#ctx0" brushRef="#br0">0 9 264 0 0,'0'0'176'0'0,"0"-2"-104"0"0,0 0 8 0 0,0 0-88 0 0,0 1-32 0 0,0-1-64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22.406"/>
    </inkml:context>
    <inkml:brush xml:id="br0">
      <inkml:brushProperty name="width" value="0.05" units="cm"/>
      <inkml:brushProperty name="height" value="0.05" units="cm"/>
    </inkml:brush>
  </inkml:definitions>
  <inkml:trace contextRef="#ctx0" brushRef="#br0">68 214 488 0 0,'0'0'2665'0'0,"-9"15"-1158"0"0,-41 78 1237 0 0,42-84-2073 0 0,10-21-459 0 0,8-14-191 0 0,56-94 38 0 0,-59 108-45 0 0,0 1 0 0 0,1 0-1 0 0,0 0 1 0 0,0 1 0 0 0,18-16-1 0 0,-14 14 14 0 0,0-1 0 0 0,14-19 0 0 0,-12 9 150 0 0,-3 12 21 0 0,-21 21-40 0 0,9-8-139 0 0,0 0-1 0 0,0 0 0 0 0,0 0 0 0 0,1 0 0 0 0,-1 0 1 0 0,0 1-1 0 0,1-1 0 0 0,-1 0 0 0 0,1 1 1 0 0,0 3-1 0 0,-1 29 24 0 0,1-29-45 0 0,0 3-2 0 0,0 1 1 0 0,1-1-1 0 0,0 1 0 0 0,2 10 0 0 0,-2-17 12 0 0,0-1 0 0 0,0 1 1 0 0,0 0-1 0 0,0-1 0 0 0,0 1 0 0 0,1-1 1 0 0,-1 1-1 0 0,1-1 0 0 0,0 0 0 0 0,-1 0 1 0 0,1 0-1 0 0,0 0 0 0 0,0 0 0 0 0,0 0 1 0 0,1 0-1 0 0,-1-1 0 0 0,0 1 0 0 0,5 1 1 0 0,20 10-12 0 0,0-2 0 0 0,0-1 1 0 0,41 9-1 0 0,-56-16 20 0 0,-1 1 0 0 0,1 1 0 0 0,-1 0 0 0 0,0 1 0 0 0,0 0 0 0 0,12 8 0 0 0,-12-7-10 0 0,0 0 0 0 0,0-1 0 0 0,0 0 0 0 0,1-1 0 0 0,16 6 0 0 0,-6-11-324 0 0,-9-4-2633 0 0,-10 1 1287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54.329"/>
    </inkml:context>
    <inkml:brush xml:id="br0">
      <inkml:brushProperty name="width" value="0.05" units="cm"/>
      <inkml:brushProperty name="height" value="0.05" units="cm"/>
    </inkml:brush>
  </inkml:definitions>
  <inkml:trace contextRef="#ctx0" brushRef="#br0">29 261 192 0 0,'0'0'3736'0'0,"-18"13"-1296"0"0,17-12-2320 0 0,0 1 0 0 0,0-1 0 0 0,0 1 0 0 0,0-1 0 0 0,0 1 0 0 0,0 0 1 0 0,1-1-1 0 0,-1 1 0 0 0,0 0 0 0 0,1-1 0 0 0,-1 3 0 0 0,1-4-74 0 0,0 1 0 0 0,0-1 0 0 0,0 1 0 0 0,0-1 0 0 0,0 1 0 0 0,0-1 0 0 0,0 1 0 0 0,0-1 0 0 0,0 1 0 0 0,0-1 1 0 0,0 1-1 0 0,0-1 0 0 0,0 1 0 0 0,0-1 0 0 0,0 1 0 0 0,1-1 0 0 0,-1 0 0 0 0,0 1 0 0 0,0-1 0 0 0,0 1 0 0 0,1-1 0 0 0,-1 0 0 0 0,0 1 0 0 0,1-1 0 0 0,-1 1 0 0 0,0-1 0 0 0,1 0 0 0 0,-1 0 1 0 0,0 1-1 0 0,1-1 0 0 0,-1 0 0 0 0,1 0 0 0 0,-1 1 0 0 0,1-1 0 0 0,-1 0 0 0 0,0 0 0 0 0,1 0 0 0 0,-1 0 0 0 0,1 1 0 0 0,-1-1 0 0 0,1 0 0 0 0,-1 0 0 0 0,2 0 0 0 0,-1-1-17 0 0,1-1-1 0 0,-1 1 1 0 0,1 0-1 0 0,-1-1 1 0 0,1 1-1 0 0,-1-1 1 0 0,0 1-1 0 0,0-1 1 0 0,0 1-1 0 0,0-1 1 0 0,0 0-1 0 0,0 0 1 0 0,0 1-1 0 0,0-1 1 0 0,0-4-1 0 0,3-2 9 0 0,38-76 148 0 0,-33 63-137 0 0,40-83 183 0 0,-47 99-205 0 0,0-1 0 0 0,1 1 0 0 0,0 0 0 0 0,0 1 0 0 0,0-1 1 0 0,0 0-1 0 0,1 1 0 0 0,0 0 0 0 0,0 0 0 0 0,0 0 0 0 0,0 0 1 0 0,6-3-1 0 0,-6 6-6 0 0,1 1 1 0 0,-1-1 0 0 0,0 1-1 0 0,1 0 1 0 0,-1 1 0 0 0,0-1-1 0 0,0 1 1 0 0,1 0 0 0 0,7 2-1 0 0,-4-1 28 0 0,17 4-21 0 0,0 2 0 0 0,-1 0 0 0 0,1 1 0 0 0,-2 1 0 0 0,0 2 0 0 0,0 0 0 0 0,39 29 0 0 0,-48-29 3 0 0,0 0 0 0 0,20 22-1 0 0,0 0 7 0 0,20 5-11 0 0,-19-15-796 0 0,-26-18-331 0 0,1-2-287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55.838"/>
    </inkml:context>
    <inkml:brush xml:id="br0">
      <inkml:brushProperty name="width" value="0.05" units="cm"/>
      <inkml:brushProperty name="height" value="0.05" units="cm"/>
    </inkml:brush>
  </inkml:definitions>
  <inkml:trace contextRef="#ctx0" brushRef="#br0">149 1 4633 0 0,'0'0'3170'0'0,"0"14"-2521"0"0,-7 27-446 0 0,-43 253 713 0 0,10-71-634 0 0,-1 4 125 0 0,37-213-504 0 0,-1 13 181 0 0,3-10-2847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56.553"/>
    </inkml:context>
    <inkml:brush xml:id="br0">
      <inkml:brushProperty name="width" value="0.05" units="cm"/>
      <inkml:brushProperty name="height" value="0.05" units="cm"/>
    </inkml:brush>
  </inkml:definitions>
  <inkml:trace contextRef="#ctx0" brushRef="#br0">60 87 5497 0 0,'-5'-5'2266'0'0,"2"3"-1996"0"0,1 0 0 0 0,0 0 1 0 0,-1-1-1 0 0,1 1 0 0 0,0-1 0 0 0,-2-4 1 0 0,4 6-250 0 0,-1 1 1 0 0,1-1 0 0 0,0 0 0 0 0,0 1-1 0 0,0-1 1 0 0,0 0 0 0 0,0 1 0 0 0,0-1-1 0 0,0 0 1 0 0,0 1 0 0 0,0-1 0 0 0,0 0 0 0 0,0 1-1 0 0,0-1 1 0 0,0 0 0 0 0,0 1 0 0 0,1-1-1 0 0,-1 0 1 0 0,0 1 0 0 0,0-1 0 0 0,1 0-1 0 0,-1 1 1 0 0,1-1 0 0 0,-1 1 0 0 0,0-1 0 0 0,1 1-1 0 0,-1-1 1 0 0,1 1 0 0 0,-1-1 0 0 0,1 1-1 0 0,0-1 1 0 0,-1 1 0 0 0,1 0 0 0 0,-1-1 0 0 0,1 1-1 0 0,0 0 1 0 0,-1 0 0 0 0,2-1 0 0 0,11-6 17 0 0,1 1 0 0 0,0 0 1 0 0,1 1-1 0 0,-1 1 0 0 0,1 0 1 0 0,17-2-1 0 0,-24 6-37 0 0,1-1 1 0 0,0 1-1 0 0,-1 0 1 0 0,1 1-1 0 0,0 0 0 0 0,-1 1 1 0 0,1-1-1 0 0,-1 2 1 0 0,0-1-1 0 0,1 1 0 0 0,-1 0 1 0 0,11 7-1 0 0,-15-8 31 0 0,-1 1 0 0 0,1 0 0 0 0,0 0-1 0 0,-1 0 1 0 0,0 0 0 0 0,0 1-1 0 0,0-1 1 0 0,0 1 0 0 0,0-1 0 0 0,-1 1-1 0 0,0 0 1 0 0,0 0 0 0 0,0 1 0 0 0,0-1-1 0 0,0 0 1 0 0,-1 1 0 0 0,0-1 0 0 0,0 0-1 0 0,0 1 1 0 0,-1-1 0 0 0,1 1-1 0 0,-1 0 1 0 0,0-1 0 0 0,0 1 0 0 0,-1-1-1 0 0,1 1 1 0 0,-1-1 0 0 0,0 1 0 0 0,0-1-1 0 0,-1 1 1 0 0,1-1 0 0 0,-4 7 0 0 0,0-3-7 0 0,-1-1 0 0 0,0 1 0 0 0,0-1 0 0 0,0 0 0 0 0,-1-1 0 0 0,1 0 0 0 0,-2 0 0 0 0,1 0 0 0 0,-1-1 0 0 0,-12 7 0 0 0,-128 89 80 0 0,119-80-57 0 0,-11 4 40 0 0,39-24-81 0 0,0 0 0 0 0,-1 0 0 0 0,1 0 0 0 0,0-1-1 0 0,-1 1 1 0 0,1 0 0 0 0,0 1 0 0 0,0-1 0 0 0,0 0-1 0 0,0 0 1 0 0,0 0 0 0 0,0 1 0 0 0,0-1 0 0 0,0 0-1 0 0,0 1 1 0 0,1-1 0 0 0,-1 1 0 0 0,1-1 0 0 0,-1 1 0 0 0,1-1-1 0 0,-1 1 1 0 0,1 0 0 0 0,0-1 0 0 0,0 1 0 0 0,0-1-1 0 0,0 1 1 0 0,0 0 0 0 0,0-1 0 0 0,0 1 0 0 0,0-1-1 0 0,1 1 1 0 0,-1-1 0 0 0,1 1 0 0 0,-1-1 0 0 0,1 1 0 0 0,0-1-1 0 0,-1 1 1 0 0,1-1 0 0 0,0 1 0 0 0,0-1 0 0 0,1 2-1 0 0,13 18-6 0 0,-6-7-3 0 0,0 0 0 0 0,1-2-1 0 0,1 1 1 0 0,16 15 0 0 0,-12-15 29 0 0,20 25 1 0 0,-24-24 0 0 0,1-2 1 0 0,22 20-1 0 0,-20-21 19 0 0,-7-5-23 0 0,1 0 0 0 0,0 0 0 0 0,0 0 0 0 0,0-1 0 0 0,1-1 0 0 0,-1 1 0 0 0,13 3-1 0 0,24 0-88 0 0,-13-8-4154 0 0,-28 0 1923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57.156"/>
    </inkml:context>
    <inkml:brush xml:id="br0">
      <inkml:brushProperty name="width" value="0.05" units="cm"/>
      <inkml:brushProperty name="height" value="0.05" units="cm"/>
    </inkml:brush>
  </inkml:definitions>
  <inkml:trace contextRef="#ctx0" brushRef="#br0">1 19 3377 0 0,'0'0'1680'0'0,"5"-11"59"0"0,-5 10-1664 0 0,1 0 0 0 0,-1 1-1 0 0,1-1 1 0 0,-1 1 0 0 0,1-1-1 0 0,-1 1 1 0 0,1 0 0 0 0,0-1-1 0 0,-1 1 1 0 0,1-1 0 0 0,-1 1 0 0 0,1 0-1 0 0,0 0 1 0 0,-1-1 0 0 0,1 1-1 0 0,0 0 1 0 0,-1 0 0 0 0,1 0 0 0 0,0 0-1 0 0,-1 0 1 0 0,1 0 0 0 0,0 0-1 0 0,0 0 1 0 0,-1 0 0 0 0,1 0-1 0 0,0 0 1 0 0,-1 0 0 0 0,1 0 0 0 0,0 1-1 0 0,-1-1 1 0 0,1 0 0 0 0,0 0-1 0 0,-1 1 1 0 0,1-1 0 0 0,-1 0 0 0 0,1 1-1 0 0,0-1 1 0 0,-1 1 0 0 0,1-1-1 0 0,-1 1 1 0 0,1-1 0 0 0,-1 1-1 0 0,0-1 1 0 0,1 1 0 0 0,-1 0 0 0 0,1-1-1 0 0,-1 1 1 0 0,0-1 0 0 0,0 1-1 0 0,1 0 1 0 0,-1-1 0 0 0,0 1 0 0 0,0 0-1 0 0,0-1 1 0 0,0 1 0 0 0,0 1-1 0 0,6 65 279 0 0,-8 131-1 0 0,-2-63-40 0 0,4-91-1787 0 0,2-62-4667 0 0,3-1 3888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57.951"/>
    </inkml:context>
    <inkml:brush xml:id="br0">
      <inkml:brushProperty name="width" value="0.05" units="cm"/>
      <inkml:brushProperty name="height" value="0.05" units="cm"/>
    </inkml:brush>
  </inkml:definitions>
  <inkml:trace contextRef="#ctx0" brushRef="#br0">39 16 7146 0 0,'-1'0'31'0'0,"0"0"1"0"0,-1 0 0 0 0,1 0-1 0 0,0 0 1 0 0,0 0 0 0 0,-1 1-1 0 0,1-1 1 0 0,0 0 0 0 0,0 1-1 0 0,0-1 1 0 0,-1 1 0 0 0,1-1 0 0 0,0 1-1 0 0,0 0 1 0 0,0-1 0 0 0,0 1-1 0 0,0 0 1 0 0,-1 1 0 0 0,-10 7 1031 0 0,8-9 272 0 0,7-4-964 0 0,9-6-362 0 0,-5 7 36 0 0,0 0 0 0 0,0 0 0 0 0,0 1 0 0 0,0-1-1 0 0,1 2 1 0 0,-1-1 0 0 0,1 1 0 0 0,-1 0 0 0 0,1 1 0 0 0,-1 0 0 0 0,1 0-1 0 0,0 1 1 0 0,-1 0 0 0 0,1 0 0 0 0,12 4 0 0 0,-19-4-15 0 0,1 0 0 0 0,0 0 1 0 0,0 1-1 0 0,-1-1 0 0 0,1 0 1 0 0,-1 1-1 0 0,1 0 0 0 0,-1-1 1 0 0,1 1-1 0 0,-1 0 0 0 0,0 0 1 0 0,0 0-1 0 0,0-1 0 0 0,0 1 1 0 0,0 0-1 0 0,0 4 0 0 0,1-1 8 0 0,0 0 0 0 0,-1 0 0 0 0,1 1 0 0 0,-1-1 0 0 0,0 9 0 0 0,-2-5-4 0 0,0 1 1 0 0,-1-1 0 0 0,0 1-1 0 0,-1-1 1 0 0,0 0-1 0 0,0 0 1 0 0,-1-1 0 0 0,0 1-1 0 0,-7 10 1 0 0,1 1 15 0 0,8-17-46 0 0,0-1 1 0 0,0 1-1 0 0,0-1 1 0 0,0 1-1 0 0,0-1 1 0 0,0 0-1 0 0,-1 0 1 0 0,1 0 0 0 0,-1 0-1 0 0,1 0 1 0 0,-1-1-1 0 0,-3 3 1 0 0,3-3 0 0 0,-1 1 0 0 0,1 0 0 0 0,0 0 0 0 0,0 0 0 0 0,0 1 0 0 0,0-1 0 0 0,1 1 0 0 0,-5 5 0 0 0,-11 13 11 0 0,14-18-26 0 0,1 1 0 0 0,-1 0 0 0 0,1 0 0 0 0,0 0 0 0 0,-3 5 0 0 0,6-8 15 0 0,0 0 1 0 0,0-1-1 0 0,0 1 1 0 0,0 0-1 0 0,0 0 1 0 0,1-1-1 0 0,-1 1 1 0 0,0 0 0 0 0,0 0-1 0 0,0-1 1 0 0,1 1-1 0 0,-1 0 1 0 0,0-1-1 0 0,1 1 1 0 0,-1 0-1 0 0,1-1 1 0 0,-1 1 0 0 0,1-1-1 0 0,-1 1 1 0 0,1 0-1 0 0,-1-1 1 0 0,1 0-1 0 0,0 1 1 0 0,-1-1-1 0 0,1 1 1 0 0,-1-1-1 0 0,2 1 1 0 0,20 12-38 0 0,-20-12 23 0 0,24 12 50 0 0,48 18 0 0 0,-73-31-29 0 0,1 1-1 0 0,-1-1 1 0 0,0 0 0 0 0,0 1 0 0 0,0-1 0 0 0,0 1 0 0 0,0-1 0 0 0,1 1 0 0 0,-1 0-1 0 0,0 0 1 0 0,0-1 0 0 0,-1 1 0 0 0,1 0 0 0 0,0 0 0 0 0,0 0 0 0 0,0 0 0 0 0,0 0-1 0 0,-1 0 1 0 0,2 1 0 0 0,-2-1-7 0 0,0 0 1 0 0,0 0-1 0 0,0-1 1 0 0,0 1-1 0 0,0 0 0 0 0,0 0 1 0 0,0 0-1 0 0,0-1 0 0 0,-1 1 1 0 0,1 0-1 0 0,0 0 1 0 0,0-1-1 0 0,-1 1 0 0 0,1 0 1 0 0,-1 0-1 0 0,1-1 0 0 0,0 1 1 0 0,-1 0-1 0 0,1-1 1 0 0,-1 1-1 0 0,0 0 0 0 0,-3 3 12 0 0,-1 0 0 0 0,1 0 0 0 0,-1-1 0 0 0,0 0 0 0 0,0 0 0 0 0,-7 3 0 0 0,-19 7 8 0 0,25-12-59 0 0,-1 2 1 0 0,1-1-1 0 0,0 1 0 0 0,0 0 1 0 0,0 0-1 0 0,1 0 0 0 0,-1 1 0 0 0,-6 6 1 0 0,11-10 25 0 0,1 0 1 0 0,0 0-1 0 0,0 0 0 0 0,0 0 1 0 0,0 0-1 0 0,0 0 1 0 0,0 0-1 0 0,0 0 1 0 0,0 0-1 0 0,-1 0 0 0 0,1 0 1 0 0,0 0-1 0 0,0 0 1 0 0,0 0-1 0 0,0 0 1 0 0,0 0-1 0 0,0 1 1 0 0,0-1-1 0 0,0 0 0 0 0,0 0 1 0 0,0 0-1 0 0,0 0 1 0 0,0 0-1 0 0,-1 0 1 0 0,1 0-1 0 0,0 0 0 0 0,0 0 1 0 0,0 1-1 0 0,0-1 1 0 0,0 0-1 0 0,0 0 1 0 0,0 0-1 0 0,0 0 0 0 0,0 0 1 0 0,0 0-1 0 0,0 0 1 0 0,0 1-1 0 0,0-1 1 0 0,0 0-1 0 0,0 0 0 0 0,0 0 1 0 0,0 0-1 0 0,0 0 1 0 0,0 0-1 0 0,1 0 1 0 0,-1 0-1 0 0,0 1 0 0 0,0-1 1 0 0,0 0-1 0 0,0 0 1 0 0,0 0-1 0 0,0 0 1 0 0,0 0-1 0 0,0 0 0 0 0,0 0 1 0 0,0 0-1 0 0,0 0 1 0 0,1 0-1 0 0,-1 0 1 0 0,0 0-1 0 0,0 1 1 0 0,10-2-1078 0 0,10-5-462 0 0,18-14-3161 0 0,-28 13 2691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58.379"/>
    </inkml:context>
    <inkml:brush xml:id="br0">
      <inkml:brushProperty name="width" value="0.05" units="cm"/>
      <inkml:brushProperty name="height" value="0.05" units="cm"/>
    </inkml:brush>
  </inkml:definitions>
  <inkml:trace contextRef="#ctx0" brushRef="#br0">18 73 7178 0 0,'0'0'541'0'0,"6"-22"321"0"0,1-19 2326 0 0,-6 31-1554 0 0,-2 31-1539 0 0,-15 207 69 0 0,4-76-72 0 0,10-86 578 0 0,2-38-3343 0 0,0-13-1192 0 0,0-12 1476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19:59.952"/>
    </inkml:context>
    <inkml:brush xml:id="br0">
      <inkml:brushProperty name="width" value="0.05" units="cm"/>
      <inkml:brushProperty name="height" value="0.05" units="cm"/>
    </inkml:brush>
  </inkml:definitions>
  <inkml:trace contextRef="#ctx0" brushRef="#br0">139 308 848 0 0,'0'0'394'0'0,"-18"-18"3984"0"0,18 18-4377 0 0,-8-19 425 0 0,0-1 0 0 0,-6-26 1 0 0,10 7 2957 0 0,-3 21-2160 0 0,2 12-686 0 0,3 10-4 0 0,0 68-451 0 0,-3-1 0 0 0,-4 0 0 0 0,-17 72 0 0 0,20-116-367 0 0,0 1-1 0 0,-1 39 1 0 0,6-74 276 0 0,-10-213 32 0 0,12 193-39 0 0,1 0 1 0 0,2 0 0 0 0,0 0-1 0 0,2 1 1 0 0,1 0 0 0 0,12-32 0 0 0,-11 38 54 0 0,1 0 0 0 0,1 0 0 0 0,1 1 1 0 0,20-27-1 0 0,-27 42-3 0 0,-1 1 1 0 0,1 0-1 0 0,1 0 0 0 0,-1 1 1 0 0,0-1-1 0 0,1 1 0 0 0,-1 0 1 0 0,7-2-1 0 0,15-8 147 0 0,-21 9-180 0 0,0 1 0 0 0,0 0 0 0 0,1 0 0 0 0,-1 0 0 0 0,1 0 0 0 0,-1 1 0 0 0,1 0 0 0 0,0 0 1 0 0,-1 1-1 0 0,1-1 0 0 0,0 1 0 0 0,-1 1 0 0 0,1-1 0 0 0,0 1 0 0 0,0 0 0 0 0,-1 0 0 0 0,1 0 0 0 0,-1 1 0 0 0,1 0 0 0 0,-1 0 0 0 0,0 0 0 0 0,0 1 0 0 0,0 0 0 0 0,5 3 0 0 0,-7-3-5 0 0,-1 1 0 0 0,1-1-1 0 0,-1 0 1 0 0,0 1 0 0 0,0-1 0 0 0,0 1-1 0 0,0 0 1 0 0,-1-1 0 0 0,2 7-1 0 0,7 15 22 0 0,-7-19-4 0 0,0 0 1 0 0,0 1-1 0 0,-1-1 0 0 0,0 0 1 0 0,-1 1-1 0 0,1-1 0 0 0,-1 1 0 0 0,0-1 1 0 0,-1 1-1 0 0,0-1 0 0 0,0 1 1 0 0,0 0-1 0 0,-1-1 0 0 0,0 1 1 0 0,0-1-1 0 0,-1 1 0 0 0,1-1 0 0 0,-1 0 1 0 0,-1 1-1 0 0,1-1 0 0 0,-1 0 1 0 0,0-1-1 0 0,-1 1 0 0 0,1 0 1 0 0,-1-1-1 0 0,-6 7 0 0 0,5-8 11 0 0,0 0 0 0 0,0-1 0 0 0,-1 1 1 0 0,1-1-1 0 0,-1 0 0 0 0,-7 2 0 0 0,-9 6 25 0 0,17-8-43 0 0,0-1 1 0 0,-1 0-1 0 0,1 0 1 0 0,0 0-1 0 0,-7 0 1 0 0,-11 4-70 0 0,22-5 55 0 0,-1-1 0 0 0,1 1 1 0 0,0-1-1 0 0,0 1 0 0 0,0 0 0 0 0,-1-1 0 0 0,1 1 1 0 0,0 0-1 0 0,0 0 0 0 0,0 0 0 0 0,0 0 0 0 0,0 0 1 0 0,0 0-1 0 0,1 0 0 0 0,-1 0 0 0 0,0 0 1 0 0,0 0-1 0 0,1 1 0 0 0,-1-1 0 0 0,1 0 0 0 0,-1 0 1 0 0,1 1-1 0 0,-1-1 0 0 0,1 0 0 0 0,0 1 0 0 0,0-1 1 0 0,0 0-1 0 0,0 1 0 0 0,0-1 0 0 0,0 1 1 0 0,0-1-1 0 0,0 0 0 0 0,0 1 0 0 0,0-1 0 0 0,1 0 1 0 0,-1 1-1 0 0,1-1 0 0 0,-1 0 0 0 0,1 0 0 0 0,-1 1 1 0 0,2 1-1 0 0,1 1 5 0 0,-1 1 1 0 0,1-1 0 0 0,-1 1-1 0 0,1-1 1 0 0,0 0-1 0 0,1 0 1 0 0,-1 0-1 0 0,1-1 1 0 0,0 1 0 0 0,4 2-1 0 0,126 92 160 0 0,-128-93-126 0 0,-1 0-1 0 0,0 1 0 0 0,0 0 0 0 0,5 9 1 0 0,1 1-34 0 0,-2 0-950 0 0,-7-5-7207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0.886"/>
    </inkml:context>
    <inkml:brush xml:id="br0">
      <inkml:brushProperty name="width" value="0.05" units="cm"/>
      <inkml:brushProperty name="height" value="0.05" units="cm"/>
    </inkml:brush>
  </inkml:definitions>
  <inkml:trace contextRef="#ctx0" brushRef="#br0">62 17 8418 0 0,'0'0'889'0'0,"6"22"722"0"0,-17 116-793 0 0,0 1-685 0 0,11 29-186 0 0,-7-177-539 0 0,-1-29 567 0 0,2 0 1 0 0,-1-63-1 0 0,3 45 17 0 0,4 55 11 0 0,-2-24 2 0 0,2-44 0 0 0,1 61 5 0 0,-1 1-1 0 0,2 0 1 0 0,-1 0 0 0 0,1 1-1 0 0,0-1 1 0 0,0 0-1 0 0,1 1 1 0 0,0-1 0 0 0,0 1-1 0 0,0-1 1 0 0,6-5-1 0 0,-7 9 14 0 0,1 0 0 0 0,0 1 0 0 0,0-1 0 0 0,1 1-1 0 0,-1 0 1 0 0,0 0 0 0 0,1 0 0 0 0,0 0 0 0 0,-1 1-1 0 0,1-1 1 0 0,0 1 0 0 0,0 0 0 0 0,5 0 0 0 0,-4-1 34 0 0,0 1 0 0 0,1-1 0 0 0,-1 0 0 0 0,0 0 0 0 0,6-3 0 0 0,-8 3-27 0 0,0 0-1 0 0,0 0 1 0 0,0 0 0 0 0,0 0 0 0 0,1 1 0 0 0,-1-1-1 0 0,1 1 1 0 0,-1 0 0 0 0,1 0 0 0 0,-1 0 0 0 0,1 1-1 0 0,0-1 1 0 0,-1 1 0 0 0,1 0 0 0 0,0 0-1 0 0,-1 0 1 0 0,5 1 0 0 0,-7 0-30 0 0,1 0-1 0 0,-1 0 1 0 0,1 1-1 0 0,-1-1 1 0 0,0 0-1 0 0,0 1 1 0 0,0-1-1 0 0,1 1 1 0 0,-1-1-1 0 0,-1 1 1 0 0,1-1 0 0 0,0 1-1 0 0,0 0 1 0 0,0 2-1 0 0,1 0 3 0 0,0 1 7 0 0,0 1 0 0 0,0-1 1 0 0,0 0-1 0 0,-1 0 0 0 0,0 1 0 0 0,0-1 1 0 0,0 0-1 0 0,-1 1 0 0 0,0-1 0 0 0,0 1 1 0 0,0-1-1 0 0,0 1 0 0 0,-1-1 1 0 0,0 0-1 0 0,0 1 0 0 0,-4 8 0 0 0,-2 4 72 0 0,-2 0-1 0 0,0 0 1 0 0,-14 20-1 0 0,15-24-10 0 0,4-9-52 0 0,0 0 0 0 0,0 0 0 0 0,0 0-1 0 0,0 0 1 0 0,-1-1 0 0 0,0 0 0 0 0,0 0 0 0 0,0 0 0 0 0,0-1-1 0 0,-10 5 1 0 0,-14 14 81 0 0,21-15-64 0 0,5-6-41 0 0,-14 16-143 0 0,17-16 146 0 0,0-1 1 0 0,-1 1-1 0 0,1-1 1 0 0,0 1-1 0 0,0-1 1 0 0,0 0-1 0 0,0 1 1 0 0,0-1-1 0 0,0 1 1 0 0,-1-1-1 0 0,1 1 1 0 0,0-1-1 0 0,0 1 1 0 0,1-1-1 0 0,-1 1 1 0 0,0-1-1 0 0,0 0 1 0 0,0 1-1 0 0,0-1 1 0 0,0 1-1 0 0,0-1 1 0 0,1 1-1 0 0,-1-1 1 0 0,0 0-1 0 0,0 1 1 0 0,1-1-1 0 0,-1 1 1 0 0,0-1-1 0 0,0 0 1 0 0,1 1-1 0 0,-1-1 1 0 0,0 0-1 0 0,1 1 1 0 0,-1-1-1 0 0,1 0 1 0 0,-1 0-1 0 0,0 1 1 0 0,1-1-1 0 0,-1 0 1 0 0,1 0-1 0 0,-1 0 1 0 0,1 0-1 0 0,-1 0 1 0 0,0 0-1 0 0,1 1 1 0 0,-1-1-1 0 0,2 0 1 0 0,144 41 76 0 0,-145-41-67 0 0,0 0-1 0 0,0 0 0 0 0,0 0 0 0 0,-1 1 0 0 0,1-1 0 0 0,0 0 1 0 0,0 1-1 0 0,0-1 0 0 0,0 1 0 0 0,0-1 0 0 0,-1 1 0 0 0,1-1 1 0 0,0 1-1 0 0,-1 0 0 0 0,1-1 0 0 0,0 1 0 0 0,-1 0 0 0 0,1 0 1 0 0,-1-1-1 0 0,1 1 0 0 0,-1 0 0 0 0,1 0 0 0 0,-1 0 0 0 0,0 0 1 0 0,1 0-1 0 0,-1-1 0 0 0,0 1 0 0 0,0 0 0 0 0,1 0 0 0 0,-1 0 1 0 0,0 0-1 0 0,0 0 0 0 0,0 0 0 0 0,0 0 0 0 0,0 0 0 0 0,-1 0 1 0 0,1 0-1 0 0,0 0 0 0 0,0 0 0 0 0,-1-1 0 0 0,1 3 0 0 0,-2 0 4 0 0,1-1-1 0 0,0 1 1 0 0,-1 0-1 0 0,1-1 1 0 0,-1 1 0 0 0,0-1-1 0 0,1 1 1 0 0,-1-1-1 0 0,-1 0 1 0 0,1 1-1 0 0,0-1 1 0 0,-3 1-1 0 0,-15 8 75 0 0,0-1-1 0 0,0-1 1 0 0,-39 11 0 0 0,35-12-24 0 0,19-6-73 0 0,0 0-1 0 0,1 0 1 0 0,-1 1-1 0 0,0-1 1 0 0,-4 6-1 0 0,-10 8-3236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1.490"/>
    </inkml:context>
    <inkml:brush xml:id="br0">
      <inkml:brushProperty name="width" value="0.05" units="cm"/>
      <inkml:brushProperty name="height" value="0.05" units="cm"/>
    </inkml:brush>
  </inkml:definitions>
  <inkml:trace contextRef="#ctx0" brushRef="#br0">2 18 6113 0 0,'0'0'1019'0'0,"-1"-8"3670"0"0,4 6-4615 0 0,1 1 0 0 0,0-1 0 0 0,0 1 0 0 0,0 0 0 0 0,0 0 0 0 0,0 1 0 0 0,1-1 0 0 0,-1 1-1 0 0,0 0 1 0 0,0 0 0 0 0,0 0 0 0 0,6 2 0 0 0,5-2 48 0 0,-11 0-88 0 0,1 1-1 0 0,-1-1 1 0 0,1 1-1 0 0,-1-1 1 0 0,1 1-1 0 0,-1 1 1 0 0,8 2-1 0 0,-10-3-20 0 0,0 0 0 0 0,0 0 0 0 0,-1 0 1 0 0,1 0-1 0 0,0 0 0 0 0,-1 1 0 0 0,1-1 0 0 0,-1 0 0 0 0,1 1 0 0 0,-1-1 0 0 0,0 1 0 0 0,1 0 0 0 0,-1-1 0 0 0,0 1 0 0 0,0 0 0 0 0,0 0 0 0 0,0 0 0 0 0,-1 0 0 0 0,2 2 1 0 0,13 33 143 0 0,-13-33-149 0 0,1 0 1 0 0,-1 1-1 0 0,0-1 0 0 0,-1 1 0 0 0,1 0 1 0 0,-1 0-1 0 0,0-1 0 0 0,0 1 0 0 0,1 8 1 0 0,-3-4-4 0 0,0 0 1 0 0,0 0 0 0 0,0 0-1 0 0,-1 0 1 0 0,-1 0 0 0 0,1 0-1 0 0,-2-1 1 0 0,-5 12 0 0 0,-3 3 46 0 0,-25 34-1 0 0,23-34-39 0 0,12-18 9 0 0,-1 0 0 0 0,1-1 0 0 0,-1 1 0 0 0,0-1 0 0 0,-1 0 0 0 0,-6 7 0 0 0,-7 2 66 0 0,14-11-60 0 0,0 0 0 0 0,0 0 1 0 0,0 1-1 0 0,0-1 0 0 0,0 1 1 0 0,1-1-1 0 0,-1 1 0 0 0,1 0 1 0 0,-3 5-1 0 0,5-8-20 0 0,1 0 0 0 0,-1 1 0 0 0,0-1 0 0 0,1 0 0 0 0,-1 0 0 0 0,1 0 0 0 0,-1 1 0 0 0,0-1 0 0 0,1 0 0 0 0,-1 0 0 0 0,1 0 0 0 0,-1 0 0 0 0,0 1 0 0 0,1-1 0 0 0,-1 0 0 0 0,1 0 0 0 0,-1 0 0 0 0,1 0 0 0 0,-1 0 0 0 0,0 0 0 0 0,1 0 0 0 0,-1 0 0 0 0,1-1 0 0 0,-1 1 0 0 0,1 0 0 0 0,-1 0 0 0 0,0 0 0 0 0,1 0 0 0 0,-1-1 0 0 0,1 1 0 0 0,-1 0 0 0 0,19-5 18 0 0,3 0 53 0 0,0 0 0 0 0,44-4 1 0 0,-17 8-2891 0 0,-47 1 1651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4.778"/>
    </inkml:context>
    <inkml:brush xml:id="br0">
      <inkml:brushProperty name="width" value="0.05" units="cm"/>
      <inkml:brushProperty name="height" value="0.05" units="cm"/>
    </inkml:brush>
  </inkml:definitions>
  <inkml:trace contextRef="#ctx0" brushRef="#br0">54 110 1680 0 0,'0'0'299'0'0,"0"-22"1533"0"0,0-39 902 0 0,0 37-759 0 0,0 21-1327 0 0,0 10-414 0 0,-35 516 150 0 0,35-520-377 0 0,-1 13-108 0 0,1-13 11 0 0,0 0-1 0 0,0 0 1 0 0,-1 0 0 0 0,1 0-1 0 0,0-1 1 0 0,-1 1 0 0 0,0 0-1 0 0,1 0 1 0 0,-1 0 0 0 0,-1-1-1 0 0,1 1 1 0 0,0-1 0 0 0,0 1-1 0 0,-1-1 1 0 0,0 1 0 0 0,-3 4-1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5.477"/>
    </inkml:context>
    <inkml:brush xml:id="br0">
      <inkml:brushProperty name="width" value="0.05" units="cm"/>
      <inkml:brushProperty name="height" value="0.05" units="cm"/>
    </inkml:brush>
  </inkml:definitions>
  <inkml:trace contextRef="#ctx0" brushRef="#br0">0 182 3985 0 0,'1'-5'3011'0'0,"0"-18"-2216"0"0,-1 19-760 0 0,1 1-1 0 0,0-1 1 0 0,1 1-1 0 0,-1 0 1 0 0,0-1-1 0 0,1 1 1 0 0,0 0-1 0 0,0 0 1 0 0,0 0 0 0 0,0 0-1 0 0,0 0 1 0 0,1 0-1 0 0,-1 1 1 0 0,1-1-1 0 0,-1 1 1 0 0,1 0-1 0 0,6-4 1 0 0,4-1 164 0 0,-1 1 1 0 0,1 0-1 0 0,19-5 0 0 0,-3 0 205 0 0,-1 1-28 0 0,-15 6-174 0 0,0-1 1 0 0,16-8-1 0 0,-22 9-171 0 0,0 1-1 0 0,0 0 1 0 0,1 0 0 0 0,-1 0-1 0 0,1 1 1 0 0,0 1 0 0 0,-1-1-1 0 0,1 1 1 0 0,0 0 0 0 0,0 1-1 0 0,0 0 1 0 0,0 0 0 0 0,0 1-1 0 0,-1 0 1 0 0,1 0 0 0 0,0 1-1 0 0,0 0 1 0 0,-1 0 0 0 0,1 1-1 0 0,-1 0 1 0 0,0 0 0 0 0,0 1-1 0 0,12 7 1 0 0,-18-9-17 0 0,1 1-1 0 0,0-1 1 0 0,-1 0-1 0 0,0 0 1 0 0,1 1 0 0 0,-1-1-1 0 0,0 1 1 0 0,0-1-1 0 0,0 1 1 0 0,-1-1 0 0 0,2 6-1 0 0,8 19 152 0 0,-7-22-140 0 0,0-1 1 0 0,0 1-1 0 0,-1 0 0 0 0,0 0 0 0 0,1 0 1 0 0,-2 0-1 0 0,1 0 0 0 0,-1 0 0 0 0,1 0 0 0 0,-1 1 1 0 0,-1-1-1 0 0,1 0 0 0 0,-1 1 0 0 0,0-1 1 0 0,0 1-1 0 0,-1-1 0 0 0,1 0 0 0 0,-1 1 0 0 0,-1-1 1 0 0,1 0-1 0 0,-1 0 0 0 0,1 0 0 0 0,-1 0 1 0 0,-1 0-1 0 0,1 0 0 0 0,-1 0 0 0 0,0-1 1 0 0,0 1-1 0 0,0-1 0 0 0,-1 0 0 0 0,1 0 0 0 0,-1 0 1 0 0,0-1-1 0 0,0 1 0 0 0,-8 4 0 0 0,-160 83 394 0 0,116-58-11 0 0,54-32-413 0 0,1 0 0 0 0,-1-1-1 0 0,1 1 1 0 0,-1 0 0 0 0,1 0-1 0 0,0 1 1 0 0,-1-1 0 0 0,1 0-1 0 0,0 0 1 0 0,0 1 0 0 0,0-1 0 0 0,0 0-1 0 0,0 1 1 0 0,0-1 0 0 0,1 1-1 0 0,-1 0 1 0 0,0-1 0 0 0,1 1-1 0 0,-1-1 1 0 0,1 1 0 0 0,-1 0-1 0 0,1-1 1 0 0,0 1 0 0 0,0 0 0 0 0,0 0-1 0 0,0-1 1 0 0,0 1 0 0 0,0 0-1 0 0,0-1 1 0 0,0 1 0 0 0,1 0-1 0 0,-1-1 1 0 0,1 1 0 0 0,-1 0 0 0 0,1-1-1 0 0,0 1 1 0 0,0-1 0 0 0,1 3-1 0 0,1 1 17 0 0,0 0 0 0 0,0 0-1 0 0,1 0 1 0 0,-1-1 0 0 0,1 1-1 0 0,0-1 1 0 0,0 0 0 0 0,1 0-1 0 0,-1 0 1 0 0,8 4 0 0 0,31 14 89 0 0,22 14 93 0 0,-36-22-115 0 0,-26-14-65 0 0,0 1 1 0 0,0 1-1 0 0,0-1 1 0 0,0 0-1 0 0,0 1 1 0 0,0-1-1 0 0,-1 1 1 0 0,1 0-1 0 0,-1 0 1 0 0,1 0-1 0 0,-1 0 1 0 0,0 1-1 0 0,3 2 1 0 0,-4-4-154 0 0,0 1 0 0 0,0 0 0 0 0,1-1 0 0 0,-1 1 0 0 0,0-1 0 0 0,1 1 0 0 0,0-1 0 0 0,-1 0 0 0 0,1 1 1 0 0,0-1-1 0 0,-1 0 0 0 0,1 0 0 0 0,0 0 0 0 0,0-1 0 0 0,0 1 0 0 0,0 0 0 0 0,4 0 0 0 0,0 0-1132 0 0,-1-1 1 0 0,1 0-1 0 0,0-1 1 0 0,11-1-1 0 0,-7 1 535 0 0,3-1-1212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5.921"/>
    </inkml:context>
    <inkml:brush xml:id="br0">
      <inkml:brushProperty name="width" value="0.05" units="cm"/>
      <inkml:brushProperty name="height" value="0.05" units="cm"/>
    </inkml:brush>
  </inkml:definitions>
  <inkml:trace contextRef="#ctx0" brushRef="#br0">256 125 5841 0 0,'0'0'947'0'0,"0"-5"1781"0"0,0-18-2119 0 0,-1 18-472 0 0,0 0-1 0 0,0-1 1 0 0,0 1 0 0 0,-1 0-1 0 0,1 0 1 0 0,-2 1 0 0 0,1-1 0 0 0,0 0-1 0 0,-1 1 1 0 0,0-1 0 0 0,0 1 0 0 0,0 0-1 0 0,0 0 1 0 0,-1 0 0 0 0,0 0-1 0 0,-6-5 1 0 0,7 7-115 0 0,0 1 0 0 0,0-1 0 0 0,0 0 0 0 0,-1 1 0 0 0,1 0 0 0 0,0 0 0 0 0,-1 0 0 0 0,1 0 0 0 0,-1 0 0 0 0,1 1 0 0 0,-1 0 0 0 0,1-1 0 0 0,-1 1 0 0 0,0 1 0 0 0,1-1 0 0 0,-1 0 0 0 0,1 1 0 0 0,-1 0 0 0 0,1 0 0 0 0,-1 0 0 0 0,1 0 0 0 0,0 0 0 0 0,0 1 0 0 0,-1-1 0 0 0,-3 4 0 0 0,3-2-27 0 0,-1 0 0 0 0,1 1 0 0 0,-1 0 0 0 0,1 0 0 0 0,0 0 0 0 0,1 1 0 0 0,-1-1 0 0 0,1 1 0 0 0,0 0 0 0 0,0 0 0 0 0,-3 7 0 0 0,0 1 7 0 0,1 1 0 0 0,0-1 0 0 0,-3 22 0 0 0,7-31 1 0 0,-2 12 12 0 0,0-1 0 0 0,-1 0 0 0 0,-1 0 1 0 0,-10 22-1 0 0,13-32 24 0 0,0 0-1 0 0,0 0 1 0 0,0-1-1 0 0,1 2 1 0 0,0-1-1 0 0,0 0 1 0 0,0 0-1 0 0,0 0 1 0 0,1 0-1 0 0,0 1 1 0 0,0-1-1 0 0,0 0 1 0 0,1 0-1 0 0,-1 0 1 0 0,1 1-1 0 0,3 7 1 0 0,27 2 153 0 0,-23-11-199 0 0,0 0-1 0 0,0 0 1 0 0,1-1 0 0 0,-1 0-1 0 0,1-1 1 0 0,-1 0-1 0 0,1 0 1 0 0,0-1 0 0 0,0 0-1 0 0,0 0 1 0 0,0-1 0 0 0,-1 0-1 0 0,1-1 1 0 0,13-2 0 0 0,-14 1-698 0 0,1 0 1 0 0,-1 0-1 0 0,0-1 1 0 0,0 0-1 0 0,9-5 1 0 0,-5 2-1652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7.464"/>
    </inkml:context>
    <inkml:brush xml:id="br0">
      <inkml:brushProperty name="width" value="0.05" units="cm"/>
      <inkml:brushProperty name="height" value="0.05" units="cm"/>
    </inkml:brush>
  </inkml:definitions>
  <inkml:trace contextRef="#ctx0" brushRef="#br0">172 312 416 0 0,'0'0'195'0'0,"1"-31"4723"0"0,-2 21-4452 0 0,-1 0-1 0 0,0 0 1 0 0,-1 0-1 0 0,0 1 1 0 0,-1-1 0 0 0,0 1-1 0 0,-5-10 1 0 0,-3-7 57 0 0,7 15-346 0 0,-6-15 740 0 0,1 0-1 0 0,-10-39 1 0 0,20 63-687 0 0,-6-18 947 0 0,6 19-1168 0 0,0 1 0 0 0,0-1 0 0 0,0 0 0 0 0,-1 1 0 0 0,1-1-1 0 0,0 0 1 0 0,-1 1 0 0 0,1-1 0 0 0,-1 1 0 0 0,1-1 0 0 0,0 0 0 0 0,-1 1 0 0 0,1-1 0 0 0,-1 1 0 0 0,0 0 0 0 0,1-1-1 0 0,-1 1 1 0 0,1-1 0 0 0,-1 1 0 0 0,0 0 0 0 0,1-1 0 0 0,-1 1 0 0 0,0 0 0 0 0,-1-1 0 0 0,-1 22 15 0 0,4 184-11 0 0,-1 7 208 0 0,-6-111 22 0 0,-1-84 88 0 0,7-16-334 0 0,-1-1-1 0 0,1 0 0 0 0,0 1 0 0 0,0-1 0 0 0,0 0 1 0 0,-1 0-1 0 0,1 1 0 0 0,0-1 0 0 0,0 0 1 0 0,-1 0-1 0 0,1 0 0 0 0,0 1 0 0 0,-1-1 0 0 0,1 0 1 0 0,0 0-1 0 0,-1 0 0 0 0,1 0 0 0 0,0 0 1 0 0,-1 0-1 0 0,1 0 0 0 0,0 1 0 0 0,-1-1 0 0 0,1 0 1 0 0,0 0-1 0 0,-1 0 0 0 0,1 0 0 0 0,0-1 1 0 0,-1 1-1 0 0,1 0 0 0 0,0 0 0 0 0,-1 0 0 0 0,1 0 1 0 0,0 0-1 0 0,-1 0 0 0 0,1 0 0 0 0,0-1 1 0 0,-1 1-1 0 0,1 0 0 0 0,0 0 0 0 0,0 0 0 0 0,-1-1 1 0 0,1 1-1 0 0,0 0 0 0 0,0 0 0 0 0,-1-1 1 0 0,1 1-1 0 0,0 0 0 0 0,0-1 0 0 0,0 1 0 0 0,0 0 1 0 0,-1 0-1 0 0,1-1 0 0 0,0 1 0 0 0,0 0 1 0 0,0-1-1 0 0,0 1 0 0 0,0-1 0 0 0,-7-15-16 0 0,0-1 0 0 0,2 0 1 0 0,0 0-1 0 0,1-1 0 0 0,0 1 0 0 0,1-1 0 0 0,2 0 0 0 0,0 0 0 0 0,0 0 1 0 0,5-34-1 0 0,-1 30-2 0 0,0 0 0 0 0,2 1 0 0 0,1-1 0 0 0,0 1 1 0 0,2 1-1 0 0,0-1 0 0 0,1 1 0 0 0,20-31 0 0 0,-20 38-14 0 0,-7 7 34 0 0,1 1 1 0 0,0 0-1 0 0,1 0 0 0 0,-1 1 1 0 0,1-1-1 0 0,0 1 0 0 0,0 0 0 0 0,0 0 1 0 0,1 0-1 0 0,-1 0 0 0 0,1 1 0 0 0,0-1 1 0 0,0 1-1 0 0,0 1 0 0 0,7-4 0 0 0,19-8 9 0 0,-27 12 4 0 0,-1-1 0 0 0,1 1 0 0 0,0 1 0 0 0,-1-1 0 0 0,1 1 0 0 0,0-1 0 0 0,0 1-1 0 0,0 0 1 0 0,0 1 0 0 0,9-2 0 0 0,-8 3 12 0 0,0-1-1 0 0,0 1 0 0 0,0-1 1 0 0,0 1-1 0 0,0 1 1 0 0,0-1-1 0 0,7 4 0 0 0,-10-4-20 0 0,0-1 0 0 0,0 1 0 0 0,0 0-1 0 0,0 1 1 0 0,0-1 0 0 0,-1 0 0 0 0,1 0-1 0 0,0 1 1 0 0,-1-1 0 0 0,1 1 0 0 0,-1 0-1 0 0,0-1 1 0 0,1 1 0 0 0,-1 0 0 0 0,0 0-1 0 0,0 0 1 0 0,0 0 0 0 0,0 0 0 0 0,0 0-1 0 0,0 3 1 0 0,10 24 64 0 0,-9-25-68 0 0,-1 0 1 0 0,1 0-1 0 0,0 0 1 0 0,-1 0-1 0 0,0 1 0 0 0,1 7 1 0 0,-2-7-2 0 0,1-1 0 0 0,-1 0 0 0 0,-1 0 1 0 0,1 0-1 0 0,-1 0 0 0 0,1 0 0 0 0,-1 0 0 0 0,0 0 1 0 0,-1 0-1 0 0,1 0 0 0 0,-1 0 0 0 0,1-1 0 0 0,-5 7 0 0 0,1-4 1 0 0,0 0-1 0 0,0-1 1 0 0,0 0-1 0 0,-1 0 1 0 0,0 0-1 0 0,-11 6 0 0 0,-14 8 10 0 0,-2-2-1 0 0,0-2 0 0 0,0-1 0 0 0,-41 11 0 0 0,71-24-18 0 0,0 1-1 0 0,1-1 0 0 0,-1 1 1 0 0,0 0-1 0 0,1 0 1 0 0,0 0-1 0 0,-1 0 1 0 0,1 0-1 0 0,0 1 1 0 0,0-1-1 0 0,-2 3 0 0 0,4-4 17 0 0,-1 0 0 0 0,1 0 0 0 0,-1-1-1 0 0,0 1 1 0 0,1 0 0 0 0,0 0 0 0 0,-1 0-1 0 0,1-1 1 0 0,-1 1 0 0 0,1 0 0 0 0,0 0-1 0 0,0 0 1 0 0,-1 0 0 0 0,1 0 0 0 0,0 0-1 0 0,0 0 1 0 0,0 0 0 0 0,0 0-1 0 0,0 0 1 0 0,0 0 0 0 0,0-1 0 0 0,0 1-1 0 0,1 0 1 0 0,-1 0 0 0 0,0 0 0 0 0,1 0-1 0 0,-1 0 1 0 0,0 0 0 0 0,1 0 0 0 0,-1-1-1 0 0,1 1 1 0 0,-1 0 0 0 0,1 0 0 0 0,0-1-1 0 0,-1 1 1 0 0,1 0 0 0 0,0-1 0 0 0,-1 1-1 0 0,1 0 1 0 0,1 0 0 0 0,8 3 10 0 0,0 0 0 0 0,1-1 0 0 0,12 3 0 0 0,11 4 11 0 0,8 4-23 0 0,0 0-6 0 0,54 26 1 0 0,-95-40 3 0 0,17 9-28 0 0,0 0 0 0 0,-1 1 1 0 0,0 1-1 0 0,30 24 0 0 0,-38-24-877 0 0,1 1-1848 0 0,1-3-4168 0 0,-9-9 5658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7.957"/>
    </inkml:context>
    <inkml:brush xml:id="br0">
      <inkml:brushProperty name="width" value="0.05" units="cm"/>
      <inkml:brushProperty name="height" value="0.05" units="cm"/>
    </inkml:brush>
  </inkml:definitions>
  <inkml:trace contextRef="#ctx0" brushRef="#br0">127 4 4505 0 0,'0'0'1286'0'0,"-5"-1"2169"0"0,-15-1-1243 0 0,19 2-2132 0 0,-1 0-1 0 0,1 0 1 0 0,0 1 0 0 0,0-1-1 0 0,0 1 1 0 0,0-1-1 0 0,-1 1 1 0 0,1-1-1 0 0,0 1 1 0 0,0 0-1 0 0,0-1 1 0 0,0 1-1 0 0,0 0 1 0 0,1 0-1 0 0,-1 0 1 0 0,0 0-1 0 0,0 0 1 0 0,0 0-1 0 0,1 0 1 0 0,-1 0-1 0 0,0 2 1 0 0,-14 30-202 0 0,9-18 288 0 0,5-12-149 0 0,-42 105 215 0 0,39-97-173 0 0,1 0 0 0 0,1 0-1 0 0,0 0 1 0 0,0 0 0 0 0,1 0-1 0 0,0 0 1 0 0,1 1 0 0 0,2 15 0 0 0,-2-26-39 0 0,1 1 0 0 0,-1-1 1 0 0,0 1-1 0 0,1-1 0 0 0,-1 1 0 0 0,1-1 1 0 0,0 1-1 0 0,0-1 0 0 0,-1 1 1 0 0,1-1-1 0 0,0 0 0 0 0,0 1 1 0 0,0-1-1 0 0,0 0 0 0 0,0 0 1 0 0,1 0-1 0 0,-1 0 0 0 0,3 2 0 0 0,27 7 252 0 0,-27-9-250 0 0,1 0 0 0 0,-1 0 1 0 0,1 1-1 0 0,-1 0 0 0 0,0-1 1 0 0,8 5-1 0 0,-6-2-1 0 0,1 0 1 0 0,0-1-1 0 0,0 0 0 0 0,0 0 0 0 0,1-1 0 0 0,-1 0 0 0 0,1 0 1 0 0,-1-1-1 0 0,11 1 0 0 0,0-1-37 0 0,0-1 0 0 0,34-3 0 0 0,-49 3-133 0 0,0-1 0 0 0,-1 0 0 0 0,1 1 0 0 0,0-1-1 0 0,-1 0 1 0 0,1 0 0 0 0,0 0 0 0 0,-1 0 0 0 0,0-1 0 0 0,5-3 0 0 0,-6 5-328 0 0,0-1 1 0 0,0 0 0 0 0,0 0-1 0 0,0-1 1 0 0,0 1 0 0 0,0 0-1 0 0,-1 0 1 0 0,1 0 0 0 0,0 0-1 0 0,-1-1 1 0 0,1 1 0 0 0,-1 0-1 0 0,1-1 1 0 0,-1 1 0 0 0,1-3-1 0 0,0-5-1787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8.338"/>
    </inkml:context>
    <inkml:brush xml:id="br0">
      <inkml:brushProperty name="width" value="0.05" units="cm"/>
      <inkml:brushProperty name="height" value="0.05" units="cm"/>
    </inkml:brush>
  </inkml:definitions>
  <inkml:trace contextRef="#ctx0" brushRef="#br0">1 31 4393 0 0,'0'0'532'0'0,"20"0"2349"0"0,183-12 433 0 0,-129 6-3208 0 0,-67 6-330 0 0,16-2 582 0 0,-22 2-480 0 0,-1 0 1 0 0,1 0-1 0 0,0 0 1 0 0,-1 0 0 0 0,1-1-1 0 0,-1 1 1 0 0,1 0-1 0 0,-1 0 1 0 0,1 0 0 0 0,-1-1-1 0 0,1 1 1 0 0,-1 0-1 0 0,1 0 1 0 0,-1-1 0 0 0,1 1-1 0 0,-1 0 1 0 0,1-1-1 0 0,-1 1 1 0 0,0-1 0 0 0,1 1-1 0 0,-1 0 1 0 0,0-1-1 0 0,1 1 1 0 0,-1-1 0 0 0,0 1-1 0 0,0-1 1 0 0,1 1-1 0 0,-1-1 1 0 0,0 0 0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08.672"/>
    </inkml:context>
    <inkml:brush xml:id="br0">
      <inkml:brushProperty name="width" value="0.05" units="cm"/>
      <inkml:brushProperty name="height" value="0.05" units="cm"/>
    </inkml:brush>
  </inkml:definitions>
  <inkml:trace contextRef="#ctx0" brushRef="#br0">1 96 8594 0 0,'0'0'1337'0'0,"10"0"-536"0"0,42-1-566 0 0,-1-1 1 0 0,1-3-1 0 0,-1-2 1 0 0,0-2-1 0 0,0-3 0 0 0,66-23 1 0 0,-89 26-90 0 0,11-4-2977 0 0,-35 11 1090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11.054"/>
    </inkml:context>
    <inkml:brush xml:id="br0">
      <inkml:brushProperty name="width" value="0.05" units="cm"/>
      <inkml:brushProperty name="height" value="0.05" units="cm"/>
    </inkml:brush>
  </inkml:definitions>
  <inkml:trace contextRef="#ctx0" brushRef="#br0">33 528 376 0 0,'0'0'3186'0'0,"-2"-30"239"0"0,1 24-3170 0 0,-1 1 0 0 0,1-1 0 0 0,0 0 0 0 0,0 0 0 0 0,0-11 0 0 0,-1-2-7 0 0,0 1-99 0 0,-4-46 1465 0 0,-1 20-983 0 0,2 26-202 0 0,4 16-190 0 0,1 6 14 0 0,11 70-141 0 0,3 23 4 0 0,17 124 37 0 0,-27-196-110 0 0,-2-9 4 0 0,0-1-1 0 0,1 1 1 0 0,1-1-1 0 0,0 0 1 0 0,2 0-1 0 0,-1 0 1 0 0,10 16-1 0 0,-14-29-22 0 0,-1-1-1 0 0,1 0 1 0 0,0 0-1 0 0,-1 0 1 0 0,1-1-1 0 0,0 1 1 0 0,0 0-1 0 0,0 0 1 0 0,0 0-1 0 0,0-1 1 0 0,0 1 0 0 0,0 0-1 0 0,0-1 1 0 0,0 1-1 0 0,0 0 1 0 0,0-1-1 0 0,0 0 1 0 0,1 1-1 0 0,-1-1-11 0 0,0 0-1 0 0,0 0 1 0 0,0 0-1 0 0,-1 0 1 0 0,1-1-1 0 0,0 1 1 0 0,0 0-1 0 0,-1 0 1 0 0,1-1-1 0 0,0 1 1 0 0,0 0-1 0 0,-1-1 1 0 0,1 1-1 0 0,0-1 1 0 0,-1 1-1 0 0,1-1 1 0 0,0 1-1 0 0,-1-1 1 0 0,1 0-1 0 0,0 0 1 0 0,3-5 11 0 0,-1 1 1 0 0,0-1-1 0 0,1 0 1 0 0,-2-1-1 0 0,3-6 1 0 0,0 2-3 0 0,47-111 35 0 0,26-54 20 0 0,9-22-130 0 0,-4 9 4 0 0,-76 176 43 0 0,0 0-1 0 0,0 0 1 0 0,2 1 0 0 0,-1 0-1 0 0,14-13 1 0 0,-15 15-418 0 0,5-4 135 0 0,-11 14 159 0 0,-1 0 1 0 0,1 0-1 0 0,-1-1 0 0 0,1 1 0 0 0,-1 0 0 0 0,1 0 0 0 0,0 0 1 0 0,-1 0-1 0 0,1 0 0 0 0,-1 0 0 0 0,1 0 0 0 0,-1 0 1 0 0,1 0-1 0 0,-1 0 0 0 0,1 0 0 0 0,0 0 0 0 0,-1 1 0 0 0,1-1 1 0 0,-1 0-1 0 0,1 0 0 0 0,-1 1 0 0 0,1-1 0 0 0,-1 0 0 0 0,1 1 1 0 0,-1-1-1 0 0,0 0 0 0 0,1 1 0 0 0,-1-1 0 0 0,1 0 1 0 0,-1 1-1 0 0,1 0 0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11.688"/>
    </inkml:context>
    <inkml:brush xml:id="br0">
      <inkml:brushProperty name="width" value="0.05" units="cm"/>
      <inkml:brushProperty name="height" value="0.05" units="cm"/>
    </inkml:brush>
  </inkml:definitions>
  <inkml:trace contextRef="#ctx0" brushRef="#br0">242 65 4249 0 0,'-5'-33'4909'0'0,"5"31"-4779"0"0,1 1 0 0 0,-1 0 0 0 0,0 0 0 0 0,-1-1 0 0 0,1 1 0 0 0,0 0 1 0 0,0 0-1 0 0,0-1 0 0 0,-1 1 0 0 0,1 0 0 0 0,-1 0 0 0 0,1 0 0 0 0,-1 0 0 0 0,1 0 0 0 0,-1 0 0 0 0,0 0 0 0 0,1 0 0 0 0,-1 0 1 0 0,0 0-1 0 0,0 0 0 0 0,0 0 0 0 0,-1-1 0 0 0,0 1-76 0 0,1 0-1 0 0,-1 1 1 0 0,0-1 0 0 0,1 1 0 0 0,-1 0-1 0 0,0-1 1 0 0,0 1 0 0 0,1 0 0 0 0,-1 0-1 0 0,0 0 1 0 0,0 0 0 0 0,1 0 0 0 0,-1 1-1 0 0,-2-1 1 0 0,-7 4-120 0 0,0-1-1 0 0,1 1 1 0 0,-1 1-1 0 0,-9 5 1 0 0,12-6 303 0 0,3 1-237 0 0,-1-1-1 0 0,1 1 0 0 0,0 0 1 0 0,1 0-1 0 0,-1 0 0 0 0,1 0 1 0 0,0 1-1 0 0,0 0 0 0 0,-4 10 1 0 0,-3 2-2 0 0,5-8 11 0 0,1 0 0 0 0,0 1-1 0 0,0 0 1 0 0,1 0-1 0 0,1 0 1 0 0,-1 0 0 0 0,2 1-1 0 0,-3 19 1 0 0,4-27-3 0 0,0 1-1 0 0,0 0 1 0 0,-1-1 0 0 0,1 1 0 0 0,-6 8 0 0 0,5-9 24 0 0,0 0 0 0 0,0 0 0 0 0,1 0 0 0 0,-1 0 0 0 0,1 0 0 0 0,0 0 1 0 0,0 1-1 0 0,0-1 0 0 0,0 6 0 0 0,1-7-16 0 0,1-1-1 0 0,-1 1 1 0 0,1 0 0 0 0,-1-1 0 0 0,1 1-1 0 0,0-1 1 0 0,0 1 0 0 0,0-1 0 0 0,0 1-1 0 0,0-1 1 0 0,1 1 0 0 0,-1-1 0 0 0,1 0-1 0 0,-1 0 1 0 0,1 0 0 0 0,0 0 0 0 0,0 0-1 0 0,0 0 1 0 0,0 0 0 0 0,0-1 0 0 0,0 1-1 0 0,1-1 1 0 0,4 3 0 0 0,1 0 5 0 0,1 0 1 0 0,0-1-1 0 0,0 0 1 0 0,1-1-1 0 0,14 3 1 0 0,-19-4-8 0 0,-1 0 0 0 0,1 1 1 0 0,-1-1-1 0 0,0 1 0 0 0,8 4 1 0 0,-9-3-31 0 0,1-1-1 0 0,0-1 1 0 0,0 1 0 0 0,-1 0 0 0 0,1-1-1 0 0,0 0 1 0 0,0 0 0 0 0,0 0 0 0 0,8 1 0 0 0,-7-2-442 0 0,-1 0 1 0 0,1 0 0 0 0,0-1-1 0 0,0 1 1 0 0,-1-1 0 0 0,1 0-1 0 0,0 0 1 0 0,-1-1 0 0 0,1 0-1 0 0,-1 1 1 0 0,1-1 0 0 0,-1-1-1 0 0,7-3 1 0 0,-1 0-1347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0:12.070"/>
    </inkml:context>
    <inkml:brush xml:id="br0">
      <inkml:brushProperty name="width" value="0.05" units="cm"/>
      <inkml:brushProperty name="height" value="0.05" units="cm"/>
    </inkml:brush>
  </inkml:definitions>
  <inkml:trace contextRef="#ctx0" brushRef="#br0">282 35 4937 0 0,'-1'-8'4775'0'0,"-1"-8"-3347"0"0,0 15-1323 0 0,-1-1 1 0 0,1 1-1 0 0,-1 0 1 0 0,1 0-1 0 0,-1 0 1 0 0,1 0 0 0 0,-1 0-1 0 0,1 1 1 0 0,-1-1-1 0 0,0 1 1 0 0,1 0-1 0 0,-1-1 1 0 0,0 1-1 0 0,-3 1 1 0 0,-40 4 473 0 0,36-3-544 0 0,0 1 1 0 0,1 0 0 0 0,-1 0-1 0 0,1 1 1 0 0,0 0 0 0 0,-10 6-1 0 0,15-6-28 0 0,-1-1-1 0 0,1 1 1 0 0,-1 0-1 0 0,1 0 0 0 0,0 0 1 0 0,0 0-1 0 0,1 1 1 0 0,0 0-1 0 0,-1 0 0 0 0,2 0 1 0 0,-6 10-1 0 0,-11 35-31 0 0,9-23 50 0 0,-16 32 1 0 0,24-57-10 0 0,1 1 0 0 0,0 0 0 0 0,0 0 1 0 0,0 0-1 0 0,0 0 0 0 0,0 0 0 0 0,1 0 1 0 0,-1 0-1 0 0,1 0 0 0 0,0 0 0 0 0,0 0 1 0 0,0 0-1 0 0,0 1 0 0 0,0-1 0 0 0,1 0 1 0 0,-1 0-1 0 0,1 0 0 0 0,0 0 0 0 0,0 0 1 0 0,2 3-1 0 0,-2-6-4 0 0,0 1 0 0 0,0 0-1 0 0,0 0 1 0 0,0-1 0 0 0,0 1 0 0 0,0-1 0 0 0,0 1-1 0 0,0-1 1 0 0,1 1 0 0 0,-1-1 0 0 0,0 0 0 0 0,0 0-1 0 0,0 0 1 0 0,1 1 0 0 0,-1-1 0 0 0,2-1 0 0 0,12 4 58 0 0,6 6-36 0 0,-12-4-29 0 0,0-1 1 0 0,1-1-1 0 0,-1 1 1 0 0,1-2 0 0 0,0 1-1 0 0,-1-1 1 0 0,12 0-1 0 0,14-2-480 0 0,-1-2 1 0 0,0-2-1 0 0,-1-1 0 0 0,1-1 0 0 0,-1-2 0 0 0,0-1 0 0 0,35-16 0 0 0,-3 0-1884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1:52.189"/>
    </inkml:context>
    <inkml:brush xml:id="br0">
      <inkml:brushProperty name="width" value="0.05" units="cm"/>
      <inkml:brushProperty name="height" value="0.05" units="cm"/>
    </inkml:brush>
  </inkml:definitions>
  <inkml:trace contextRef="#ctx0" brushRef="#br0">1 435 576 0 0,'0'0'3904'0'0,"0"-32"-1548"0"0,0-271-6 0 0,4 307-2329 0 0,-3-3-14 0 0,0-1-1 0 0,-1 1 1 0 0,1 0-1 0 0,0 0 1 0 0,0 0 0 0 0,0 0-1 0 0,-1 0 1 0 0,1 0-1 0 0,0 0 1 0 0,-1 0-1 0 0,1 0 1 0 0,0 2 0 0 0,27 151 281 0 0,-15-96-166 0 0,-2 1 0 0 0,4 106 0 0 0,-13 771 211 0 0,-12-764-227 0 0,7-131 349 0 0,3-37 213 0 0,3-27-552 0 0,5-41-126 0 0,-1 12 30 0 0,1-64-1 0 0,-2-102-57 0 0,36-226-1 0 0,-36 390 59 0 0,-1-1 0 0 0,-4-1-1 0 0,-1 1 1 0 0,-11-69 0 0 0,7 70-12 0 0,3-99 1 0 0,3 68-33 0 0,-2 24 12 0 0,-5 48 16 0 0,-2-3 8 0 0,7-6 17 0 0,1-10-132 0 0,-2 22 109 0 0,1 10-1 0 0,0 0 0 0 0,0 0 0 0 0,0 0 0 0 0,0 0-1 0 0,0 0 1 0 0,0 0 0 0 0,0 1 0 0 0,0-1 0 0 0,0 0 0 0 0,0 0 0 0 0,0 0 0 0 0,0 0 0 0 0,0 0 0 0 0,0 0 0 0 0,0 0 0 0 0,0 0 0 0 0,0 0 0 0 0,0 0 0 0 0,0 0 0 0 0,0 0 0 0 0,0 0 0 0 0,0-1 0 0 0,-25 268-17 0 0,17-140 53 0 0,-27 364-95 0 0,34-383 63 0 0,14 142-1 0 0,-9-205 36 0 0,14 262 18 0 0,-18-304-409 0 0,0 18 560 0 0,2-13-5332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1:54.001"/>
    </inkml:context>
    <inkml:brush xml:id="br0">
      <inkml:brushProperty name="width" value="0.05" units="cm"/>
      <inkml:brushProperty name="height" value="0.05" units="cm"/>
    </inkml:brush>
  </inkml:definitions>
  <inkml:trace contextRef="#ctx0" brushRef="#br0">6 937 568 0 0,'-5'0'8623'0'0,"31"-16"-7856"0"0,-5 4-705 0 0,1 0 25 0 0,-1 0 0 0 0,0-2 0 0 0,34-29 0 0 0,-3 0 30 0 0,-37 32-77 0 0,0 0 1 0 0,-1-2 0 0 0,15-16 0 0 0,-1-4 31 0 0,69-79 29 0 0,-61 74-35 0 0,1 2 0 0 0,74-56-1 0 0,-24 32-46 0 0,179-94 0 0 0,-226 134 5 0 0,-2-3 0 0 0,40-30 0 0 0,-70 48-16 0 0,6-5 35 0 0,26-24 0 0 0,13-5 260 0 0,-46 33-106 0 0,-1 0-4659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1:55.366"/>
    </inkml:context>
    <inkml:brush xml:id="br0">
      <inkml:brushProperty name="width" value="0.05" units="cm"/>
      <inkml:brushProperty name="height" value="0.05" units="cm"/>
    </inkml:brush>
  </inkml:definitions>
  <inkml:trace contextRef="#ctx0" brushRef="#br0">0 1 280 0 0,'0'0'9569'0'0,"27"0"-9145"0"0,-6 2-344 0 0,0 1 1 0 0,0 1-1 0 0,0 0 0 0 0,-1 2 1 0 0,34 14-1 0 0,-22-9-5 0 0,38 16 107 0 0,-1 3 0 0 0,69 40 0 0 0,-61-28-38 0 0,62 36-20 0 0,119 65-20 0 0,-160-103-29 0 0,-60-26-60 0 0,-2 1 0 0 0,38 23 0 0 0,-69-35-8 0 0,1 1 0 0 0,0-1 1 0 0,-1 0-1 0 0,1-1 0 0 0,0 1 0 0 0,0-1 1 0 0,0-1-1 0 0,11 3 0 0 0,-14-2 4 0 0,1 0-1 0 0,-1 1 1 0 0,0-1 0 0 0,0 1-1 0 0,0-1 1 0 0,0 1 0 0 0,4 5-1 0 0,-2-3-21 0 0,-1 1-133 0 0,8 4 312 0 0,-3-7-2820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1:56.668"/>
    </inkml:context>
    <inkml:brush xml:id="br0">
      <inkml:brushProperty name="width" value="0.05" units="cm"/>
      <inkml:brushProperty name="height" value="0.05" units="cm"/>
    </inkml:brush>
  </inkml:definitions>
  <inkml:trace contextRef="#ctx0" brushRef="#br0">31 532 512 0 0,'0'0'1873'0'0,"-13"-8"954"0"0,4-6-822 0 0,8 14-1970 0 0,0-1-1 0 0,1 1 1 0 0,-1-1 0 0 0,0 0-1 0 0,1 0 1 0 0,-1 1 0 0 0,1-1 0 0 0,-1 0-1 0 0,1 0 1 0 0,0 1 0 0 0,-1-1 0 0 0,1 0-1 0 0,0 0 1 0 0,-1 0 0 0 0,1 0-1 0 0,0 1 1 0 0,0-1 0 0 0,0 0 0 0 0,0 0-1 0 0,0 0 1 0 0,0 0 0 0 0,0 0-1 0 0,0 0 1 0 0,0 0 0 0 0,0 1 0 0 0,0-1-1 0 0,1 0 1 0 0,-1 0 0 0 0,0 0-1 0 0,1 0 1 0 0,-1 1 0 0 0,0-1 0 0 0,1 0-1 0 0,-1 0 1 0 0,1 0 0 0 0,-1 1 0 0 0,1-1-1 0 0,0 0 1 0 0,-1 1 0 0 0,1-1-1 0 0,0 1 1 0 0,0-2 0 0 0,3 1 39 0 0,0-1 0 0 0,0 1 0 0 0,0 0-1 0 0,1 0 1 0 0,-1 1 0 0 0,0-1 0 0 0,0 1 0 0 0,0 0 0 0 0,0 0 0 0 0,1 0 0 0 0,7 2-1 0 0,3-2-14 0 0,19 2 190 0 0,-1 2-1 0 0,0 1 1 0 0,50 14 0 0 0,-42-9 61 0 0,62 8 0 0 0,-31-17-149 0 0,-37-2 25 0 0,-33 1-171 0 0,0 0-1 0 0,0-1 1 0 0,0 1 0 0 0,0-1-1 0 0,0 1 1 0 0,0-1-1 0 0,0 0 1 0 0,0 1 0 0 0,0-1-1 0 0,0 0 1 0 0,-1 0 0 0 0,1 0-1 0 0,0-1 1 0 0,-1 1-1 0 0,1 0 1 0 0,0-1 0 0 0,-1 1-1 0 0,0-1 1 0 0,1 1 0 0 0,-1-1-1 0 0,0 0 1 0 0,0 1-1 0 0,1-3 1 0 0,0 0-5 0 0,0 0 0 0 0,0-1 0 0 0,-1 1-1 0 0,1 0 1 0 0,-1-1 0 0 0,0 1 0 0 0,0 0 0 0 0,-1-1 0 0 0,1-5 0 0 0,-3-23 23 0 0,-1 0 1 0 0,-11-48-1 0 0,3 19-49 0 0,8 42 31 0 0,0 0 0 0 0,-1 0 0 0 0,-1 1 1 0 0,-1 0-1 0 0,0 0 0 0 0,-2 1 0 0 0,0-1 1 0 0,-12-18-1 0 0,0 16 65 0 0,16 18-720 0 0,1 0 1 0 0,1 1-1 0 0,-1-1 1 0 0,0 0 0 0 0,1-1-1 0 0,-1 1 1 0 0,-1-4-1 0 0,2 4-1435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1:58.114"/>
    </inkml:context>
    <inkml:brush xml:id="br0">
      <inkml:brushProperty name="width" value="0.05" units="cm"/>
      <inkml:brushProperty name="height" value="0.05" units="cm"/>
    </inkml:brush>
  </inkml:definitions>
  <inkml:trace contextRef="#ctx0" brushRef="#br0">0 4 1360 0 0,'0'-3'7086'0'0,"14"291"-6133"0"0,-2-89-718 0 0,10 17-49 0 0,0-18-104 0 0,-14-73-5 0 0,-1-38 147 0 0,-7 160 1 0 0,-3-207-160 0 0,1 1 0 0 0,2 0 1 0 0,2-1-1 0 0,2 1 0 0 0,9 40 1 0 0,-5-22 122 0 0,-7-49-249 0 0,1 10-38 0 0,0-13-3816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2:00.659"/>
    </inkml:context>
    <inkml:brush xml:id="br0">
      <inkml:brushProperty name="width" value="0.05" units="cm"/>
      <inkml:brushProperty name="height" value="0.05" units="cm"/>
    </inkml:brush>
  </inkml:definitions>
  <inkml:trace contextRef="#ctx0" brushRef="#br0">178 1932 1528 0 0,'0'0'2079'0'0,"-5"-20"649"0"0,-2 11-2492 0 0,2 0 0 0 0,-1 0 0 0 0,1-1 0 0 0,1 1 0 0 0,-5-13 0 0 0,2-2-89 0 0,0-1 0 0 0,2 0 0 0 0,1-1 0 0 0,0 1-1 0 0,2-1 1 0 0,2-27 0 0 0,-5-40 361 0 0,-10-169 394 0 0,-9 17-497 0 0,13 155-266 0 0,-5-190 74 0 0,28 114-205 0 0,-9 104-8 0 0,-4 47 4 0 0,2 0 0 0 0,0 0-1 0 0,5-25 1 0 0,-1 20-20 0 0,4-13 40 0 0,-1 0 0 0 0,-2 0 0 0 0,3-66 0 0 0,-9 8 100 0 0,0 90-115 0 0,0 0 0 0 0,0 0 0 0 0,0 0 0 0 0,0 1-1 0 0,0-1 1 0 0,0 0 0 0 0,-1 0 0 0 0,1 0 0 0 0,0 1 0 0 0,-1-1 0 0 0,1 0-1 0 0,-1 0 1 0 0,1 1 0 0 0,-1-1 0 0 0,1 0 0 0 0,-1 1 0 0 0,1-1 0 0 0,-1 1 0 0 0,1-1-1 0 0,-1 1 1 0 0,0-1 0 0 0,1 1 0 0 0,-1-1 0 0 0,0 1 0 0 0,0 0 0 0 0,1-1 0 0 0,-1 1-1 0 0,0 0 1 0 0,0-1 0 0 0,0 1 0 0 0,1 0 0 0 0,-1 0 0 0 0,0 0 0 0 0,0 0-1 0 0,0 0 1 0 0,0 0 0 0 0,1 0 0 0 0,-1 0 0 0 0,0 0 0 0 0,0 0 0 0 0,0 1 0 0 0,1-1-1 0 0,-3 1 1 0 0,2-1-6 0 0,-1 0-1 0 0,0 1 0 0 0,0-1 1 0 0,0 1-1 0 0,0 0 0 0 0,1 0 1 0 0,-1-1-1 0 0,0 1 1 0 0,1 0-1 0 0,-1 1 0 0 0,1-1 1 0 0,-1 0-1 0 0,1 0 0 0 0,-1 1 1 0 0,1-1-1 0 0,0 0 0 0 0,0 1 1 0 0,-1-1-1 0 0,0 3 0 0 0,-21 46-10 0 0,21-45 16 0 0,0-1 0 0 0,0 1-1 0 0,0 0 1 0 0,1 0 0 0 0,-1-1-1 0 0,1 1 1 0 0,0 8 0 0 0,0-11 8 0 0,1 0 0 0 0,0 1 0 0 0,0-1 0 0 0,0 1 0 0 0,1-1 0 0 0,-1 0 0 0 0,0 1 0 0 0,1-1 1 0 0,0 0-1 0 0,-1 0 0 0 0,1 1 0 0 0,0-1 0 0 0,0 0 0 0 0,0 0 0 0 0,1 0 0 0 0,-1 0 0 0 0,2 3 0 0 0,-2-5-8 0 0,0 1-1 0 0,-1-1 0 0 0,1 0 0 0 0,-1 1 1 0 0,1-1-1 0 0,0 1 0 0 0,-1-1 1 0 0,1 0-1 0 0,0 0 0 0 0,-1 1 1 0 0,1-1-1 0 0,0 0 0 0 0,0 0 1 0 0,-1 0-1 0 0,1 0 0 0 0,0 0 1 0 0,0 0-1 0 0,-1 0 0 0 0,1 0 0 0 0,0 0 1 0 0,0 0-1 0 0,-1 0 0 0 0,1 0 1 0 0,0-1-1 0 0,-1 1 0 0 0,1 0 1 0 0,0 0-1 0 0,-1-1 0 0 0,1 1 1 0 0,0-1-1 0 0,-1 1 0 0 0,1 0 1 0 0,-1-1-1 0 0,1 1 0 0 0,-1-1 0 0 0,1 1 1 0 0,0-2-1 0 0,16-21 87 0 0,-7 5-39 0 0,-7 13-38 0 0,0-1 0 0 0,0 1 1 0 0,0-1-1 0 0,-1 0 0 0 0,0 0 1 0 0,2-6-1 0 0,-4 10-13 0 0,0 0-1 0 0,0 0 1 0 0,0 0-1 0 0,0 1 1 0 0,0-1-1 0 0,0 0 1 0 0,-1 0-1 0 0,1 1 1 0 0,0-1-1 0 0,-1 0 1 0 0,0 1-1 0 0,1-1 1 0 0,-1 0-1 0 0,0 1 1 0 0,0-1-1 0 0,0 1 1 0 0,0-1-1 0 0,0 1 1 0 0,0 0-1 0 0,0-1 1 0 0,0 1-1 0 0,-1 0 1 0 0,1 0-1 0 0,0 0 1 0 0,-1 0 0 0 0,-1-2-1 0 0,2 3-6 0 0,1 0 0 0 0,-1 0 0 0 0,1-1 0 0 0,-1 1 0 0 0,1 0 0 0 0,-1 0 0 0 0,1-1 0 0 0,-1 1 0 0 0,1 0 0 0 0,-1 0 0 0 0,1 0 0 0 0,-1 0 0 0 0,1 0-1 0 0,-1 0 1 0 0,1 0 0 0 0,-1 0 0 0 0,1 0 0 0 0,-1 0 0 0 0,1 0 0 0 0,-1 0 0 0 0,1 0 0 0 0,-1 0 0 0 0,1 0 0 0 0,-1 1 0 0 0,1-1 0 0 0,-1 0 0 0 0,1 0 0 0 0,-1 1 0 0 0,1-1 0 0 0,-1 1 0 0 0,-10 16 0 0 0,0 25 27 0 0,10-38-22 0 0,0 0 1 0 0,1 0 0 0 0,0 0 0 0 0,0 0-1 0 0,0 0 1 0 0,0 0 0 0 0,0 0 0 0 0,1 0-1 0 0,-1 0 1 0 0,1 0 0 0 0,0 0 0 0 0,1 0-1 0 0,-1 0 1 0 0,4 5 0 0 0,-3-6 10 0 0,0 0 1 0 0,0 0 0 0 0,1-1-1 0 0,-1 1 1 0 0,1-1-1 0 0,-1 0 1 0 0,1 0-1 0 0,0 0 1 0 0,0 0 0 0 0,0 0-1 0 0,0-1 1 0 0,1 1-1 0 0,-1-1 1 0 0,0 0 0 0 0,1 0-1 0 0,6 1 1 0 0,-5-1 3 0 0,1 0 0 0 0,0-1 1 0 0,0 0-1 0 0,-1 0 0 0 0,1 0 0 0 0,0-1 1 0 0,-1 0-1 0 0,1 0 0 0 0,-1 0 1 0 0,1-1-1 0 0,-1 0 0 0 0,1 0 0 0 0,-1 0 1 0 0,0-1-1 0 0,0 1 0 0 0,5-5 1 0 0,11-4 45 0 0,-20 9-55 0 0,1 1-1 0 0,-1-1 1 0 0,0 0 0 0 0,0 0-1 0 0,0 0 1 0 0,0 0-1 0 0,0 0 1 0 0,-1 0 0 0 0,1 0-1 0 0,0 0 1 0 0,-1-1 0 0 0,0 1-1 0 0,1 0 1 0 0,-1 0-1 0 0,0 0 1 0 0,0-3 0 0 0,4-21 42 0 0,0 17-38 0 0,0 3 4 0 0,-1-1 1 0 0,0 0-1 0 0,0 0 0 0 0,-1-1 1 0 0,0 1-1 0 0,0-1 1 0 0,-1 1-1 0 0,0-1 1 0 0,0-9-1 0 0,-1 15-19 0 0,0 1 0 0 0,0 0 0 0 0,0 0 0 0 0,0-1 0 0 0,0 1-1 0 0,-1 0 1 0 0,1 0 0 0 0,0-1 0 0 0,-1 1 0 0 0,1 0 0 0 0,-1 0 0 0 0,0 0-1 0 0,1 0 1 0 0,-1 0 0 0 0,0 0 0 0 0,1 0 0 0 0,-1 0 0 0 0,0 0 0 0 0,0 0-1 0 0,0 0 1 0 0,0 0 0 0 0,0 1 0 0 0,0-1 0 0 0,0 0 0 0 0,0 1 0 0 0,0-1-1 0 0,-1 1 1 0 0,1-1 0 0 0,0 1 0 0 0,0-1 0 0 0,0 1 0 0 0,-1 0 0 0 0,1 0-1 0 0,0-1 1 0 0,0 1 0 0 0,-2 0 0 0 0,-3 0-12 0 0,1 0 0 0 0,0 1 0 0 0,0-1 0 0 0,0 1 0 0 0,0 0 0 0 0,0 0 0 0 0,-9 4 0 0 0,13-4 15 0 0,0 0 0 0 0,0 0 0 0 0,0 1 0 0 0,0-1 0 0 0,0 1 0 0 0,1-1 0 0 0,-1 1 0 0 0,0-1 0 0 0,1 1 0 0 0,-1-1 0 0 0,1 1 0 0 0,-1 0 0 0 0,1-1 0 0 0,0 1 0 0 0,0 0 0 0 0,0-1 0 0 0,0 4 0 0 0,-4 14-27 0 0,-6 3 14 0 0,6-16 10 0 0,1 0-1 0 0,1 0 1 0 0,-1 1-1 0 0,1-1 1 0 0,0 1-1 0 0,0 0 1 0 0,1-1-1 0 0,0 1 1 0 0,0 8-1 0 0,1-12 13 0 0,0 0 0 0 0,0 0 0 0 0,1 0-1 0 0,-1-1 1 0 0,1 1 0 0 0,0 0-1 0 0,0 0 1 0 0,0 0 0 0 0,0-1 0 0 0,0 1-1 0 0,0 0 1 0 0,1-1 0 0 0,0 1-1 0 0,-1-1 1 0 0,1 0 0 0 0,0 1 0 0 0,0-1-1 0 0,0 0 1 0 0,0 0 0 0 0,0 0-1 0 0,1 0 1 0 0,-1-1 0 0 0,1 1-1 0 0,-1-1 1 0 0,5 2 0 0 0,-3-1 6 0 0,1 0 0 0 0,0-1 1 0 0,-1 1-1 0 0,1-1 0 0 0,0-1 0 0 0,0 1 0 0 0,0-1 1 0 0,0 1-1 0 0,0-1 0 0 0,0-1 0 0 0,0 1 1 0 0,0-1-1 0 0,-1 0 0 0 0,9-2 0 0 0,-11 2-5 0 0,-1 0 0 0 0,1 0-1 0 0,-1 0 1 0 0,1 0 0 0 0,-1 0-1 0 0,0-1 1 0 0,1 1 0 0 0,-1-1-1 0 0,0 1 1 0 0,0-1 0 0 0,0 1-1 0 0,0-1 1 0 0,0 1 0 0 0,1-4-1 0 0,8-26 98 0 0,-9 29-103 0 0,-1 0 0 0 0,1 0 0 0 0,-1 0 0 0 0,0 0 0 0 0,0 0 0 0 0,0 0 0 0 0,0 0 0 0 0,0 0 0 0 0,-1-1 0 0 0,1 1 0 0 0,0 0 0 0 0,-1 0 0 0 0,0 0 0 0 0,1 0 0 0 0,-1 0-1 0 0,0 0 1 0 0,0 0 0 0 0,0 1 0 0 0,0-1 0 0 0,-1 0 0 0 0,1 0 0 0 0,0 1 0 0 0,-1-1 0 0 0,-2-1 0 0 0,1 0-21 0 0,-2 0-1 0 0,1 1 1 0 0,0-1 0 0 0,0 1-1 0 0,-1 0 1 0 0,0 0 0 0 0,1 1-1 0 0,-1-1 1 0 0,-9 0 0 0 0,4 0-191 0 0,0 1 1 0 0,0 1-1 0 0,-11 0 1 0 0,-12 4-3728 0 0,25-2 759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2:02.666"/>
    </inkml:context>
    <inkml:brush xml:id="br0">
      <inkml:brushProperty name="width" value="0.05" units="cm"/>
      <inkml:brushProperty name="height" value="0.05" units="cm"/>
    </inkml:brush>
  </inkml:definitions>
  <inkml:trace contextRef="#ctx0" brushRef="#br0">60 16 2489 0 0,'0'0'1868'0'0,"-29"-3"1915"0"0,22-1-3099 0 0,5 3-585 0 0,1 0 0 0 0,-1 0 0 0 0,0 0 0 0 0,1 0-1 0 0,-1 0 1 0 0,0 1 0 0 0,0-1 0 0 0,0 1 0 0 0,1-1 0 0 0,-5 1 962 0 0,31 3-534 0 0,37 0-342 0 0,93 17 1 0 0,-40-4-110 0 0,-13-9 40 0 0,121-8 1 0 0,-78-2-26 0 0,142-5 78 0 0,31 6-42 0 0,-163 4-106 0 0,42-5 182 0 0,-56 1-108 0 0,-83-7-82 0 0,13 8 7 0 0,-51-11-2906 0 0,-12 7-263 0 0,-1 0-387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2:04.081"/>
    </inkml:context>
    <inkml:brush xml:id="br0">
      <inkml:brushProperty name="width" value="0.05" units="cm"/>
      <inkml:brushProperty name="height" value="0.05" units="cm"/>
    </inkml:brush>
  </inkml:definitions>
  <inkml:trace contextRef="#ctx0" brushRef="#br0">26 46 2681 0 0,'0'0'896'0'0,"0"-32"4003"0"0,0 31-4859 0 0,0 1 0 0 0,0-1 0 0 0,0 1 0 0 0,0 0-1 0 0,0-1 1 0 0,0 1 0 0 0,0-1 0 0 0,0 1 0 0 0,0-1-1 0 0,0 1 1 0 0,0-1 0 0 0,0 1 0 0 0,0-1-1 0 0,0 1 1 0 0,-1-1 0 0 0,1 1 0 0 0,0 0 0 0 0,0-1-1 0 0,-1 1 1 0 0,1-1 0 0 0,0 1 0 0 0,0 0-1 0 0,-1-1 1 0 0,1 1 0 0 0,0 0 0 0 0,-1-1 0 0 0,1 1-1 0 0,-1 0 1 0 0,1 0 0 0 0,0-1 0 0 0,-1 1 0 0 0,1 0-1 0 0,-1 0 1 0 0,1 0 0 0 0,-1 0 0 0 0,1-1-1 0 0,0 1 1 0 0,-2 0 0 0 0,2 0-31 0 0,-1 1 1 0 0,1-1-1 0 0,-1 0 1 0 0,0 1-1 0 0,1-1 0 0 0,-1 0 1 0 0,1 1-1 0 0,-1-1 1 0 0,0 1-1 0 0,1-1 0 0 0,-1 1 1 0 0,1-1-1 0 0,0 1 1 0 0,-1-1-1 0 0,1 1 1 0 0,-1 0-1 0 0,1-1 0 0 0,0 1 1 0 0,0-1-1 0 0,-1 1 1 0 0,1 0-1 0 0,0-1 0 0 0,0 1 1 0 0,0 0-1 0 0,-1-1 1 0 0,1 1-1 0 0,0 0 0 0 0,0 0 1 0 0,-1 9 14 0 0,0 2 27 0 0,-1 0-1 0 0,2 0 0 0 0,-1 1 1 0 0,4 22-1 0 0,-2-32-5 0 0,-1 1 0 0 0,1-1 0 0 0,0 1 0 0 0,1-1 0 0 0,-1 0 0 0 0,1 1 0 0 0,-1-1 0 0 0,1 0 0 0 0,0 0 0 0 0,0 0 1 0 0,0 0-1 0 0,1-1 0 0 0,-1 1 0 0 0,1 0 0 0 0,-1-1 0 0 0,1 0 0 0 0,0 0 0 0 0,0 0 0 0 0,0 0 0 0 0,0 0 0 0 0,5 2 0 0 0,-4-2 0 0 0,-1-1-1 0 0,0 1 1 0 0,1-1 0 0 0,-1 0-1 0 0,1 0 1 0 0,-1 0 0 0 0,1-1-1 0 0,0 1 1 0 0,-1-1 0 0 0,1 0 0 0 0,-1 0-1 0 0,1 0 1 0 0,0-1 0 0 0,-1 1-1 0 0,1-1 1 0 0,0 1 0 0 0,-1-1 0 0 0,6-3-1 0 0,-8 3-39 0 0,0-1-1 0 0,0 1 1 0 0,0-1-1 0 0,0 0 1 0 0,0 0-1 0 0,0 1 0 0 0,-1-1 1 0 0,1 0-1 0 0,0 0 1 0 0,0-3-1 0 0,6-13 47 0 0,-6 15-39 0 0,1 0 0 0 0,0 0 0 0 0,0 0 0 0 0,-1 0-1 0 0,0 0 1 0 0,1-1 0 0 0,-1 1 0 0 0,-1 0 0 0 0,1-1-1 0 0,0 1 1 0 0,0-7 0 0 0,-1 9-18 0 0,0-1 1 0 0,0 1-1 0 0,0 0 1 0 0,0-1-1 0 0,-1 1 1 0 0,1-1-1 0 0,0 1 0 0 0,-1-1 1 0 0,1 1-1 0 0,-1 0 1 0 0,1-1-1 0 0,-1 1 1 0 0,1 0-1 0 0,-1 0 1 0 0,0-1-1 0 0,0 1 0 0 0,0 0 1 0 0,0 0-1 0 0,0 0 1 0 0,0 0-1 0 0,0 0 1 0 0,0 0-1 0 0,0 0 0 0 0,0 0 1 0 0,0 1-1 0 0,-1-1 1 0 0,1 0-1 0 0,0 1 1 0 0,-3-2-1 0 0,0 1-1 0 0,0 0-1 0 0,0 1 1 0 0,0-1 0 0 0,0 0 0 0 0,0 1-1 0 0,0 0 1 0 0,0 0 0 0 0,0 1 0 0 0,-8 0-1 0 0,11 0 7 0 0,-1-1-1 0 0,0 1 1 0 0,1-1-1 0 0,-1 1 1 0 0,0 0-1 0 0,1-1 1 0 0,-1 1-1 0 0,1 0 1 0 0,-1 0-1 0 0,1 0 1 0 0,0 0-1 0 0,-1 0 1 0 0,1 1-1 0 0,0-1 1 0 0,0 0-1 0 0,0 1 0 0 0,0-1 1 0 0,0 1-1 0 0,0-1 1 0 0,0 1-1 0 0,0-1 1 0 0,1 1-1 0 0,-1 0 1 0 0,0 2-1 0 0,-11 26-66 0 0,10-26 60 0 0,0-1 1 0 0,0 1-1 0 0,1 0 1 0 0,-1 0-1 0 0,1-1 1 0 0,0 1-1 0 0,0 0 0 0 0,0 0 1 0 0,0 6-1 0 0,1-5 38 0 0,1 19 9 0 0,-1-23-37 0 0,0 0-1 0 0,1 0 0 0 0,-1 0 0 0 0,0-1 0 0 0,0 1 1 0 0,0 0-1 0 0,1 0 0 0 0,-1-1 0 0 0,0 1 0 0 0,1 0 0 0 0,-1 0 1 0 0,1-1-1 0 0,-1 1 0 0 0,1 0 0 0 0,-1-1 0 0 0,1 1 1 0 0,-1-1-1 0 0,1 1 0 0 0,0-1 0 0 0,-1 1 0 0 0,1-1 0 0 0,0 1 1 0 0,-1-1-1 0 0,2 1 0 0 0,28 13 175 0 0,-26-12-160 0 0,0 0-1 0 0,0 1 0 0 0,0-2 0 0 0,0 1 1 0 0,0 0-1 0 0,1-1 0 0 0,-1 0 0 0 0,6 1 0 0 0,-3-1 8 0 0,0-1-1 0 0,0 0 1 0 0,-1 0-1 0 0,1-1 1 0 0,0 0-1 0 0,-1 0 1 0 0,1-1-1 0 0,-1 0 0 0 0,1 0 1 0 0,-1 0-1 0 0,9-5 1 0 0,-12 4-5 0 0,0 0 0 0 0,-1 0-1 0 0,1-1 1 0 0,-1 1 0 0 0,0 0 0 0 0,0-1 0 0 0,0 0 0 0 0,-1 1 0 0 0,1-1 0 0 0,-1 0 0 0 0,2-6-1 0 0,-4-19 20 0 0,1 28-36 0 0,0 0 0 0 0,0 0 0 0 0,0 0 0 0 0,-1 0 0 0 0,1 0 0 0 0,0 0 0 0 0,-1 0-1 0 0,1 0 1 0 0,-1 0 0 0 0,1 0 0 0 0,-1 1 0 0 0,1-1 0 0 0,-1 0 0 0 0,1 0 0 0 0,-1 1 0 0 0,0-1 0 0 0,1 0 0 0 0,-1 1 0 0 0,0-1-1 0 0,0 0 1 0 0,0 1 0 0 0,0-1 0 0 0,1 1 0 0 0,-1 0 0 0 0,0-1 0 0 0,-1 1 0 0 0,-27-12-40 0 0,25 10 31 0 0,1 0 1 0 0,0 0 0 0 0,-1 1-1 0 0,1-1 1 0 0,-1 1 0 0 0,1 0 0 0 0,-1 0-1 0 0,0 0 1 0 0,-6 0 0 0 0,7 1 1 0 0,-1 0 0 0 0,1 0 0 0 0,-1 0 0 0 0,1 1 0 0 0,0-1 0 0 0,-1 1 0 0 0,1 0 0 0 0,0 0 0 0 0,-1 0 1 0 0,1 0-1 0 0,0 0 0 0 0,0 1 0 0 0,0-1 0 0 0,0 1 0 0 0,-5 4 0 0 0,5-3 7 0 0,1 0 0 0 0,-1 1-1 0 0,1-1 1 0 0,0 1 0 0 0,0-1 0 0 0,0 1 0 0 0,1 0 0 0 0,-1 0-1 0 0,1 0 1 0 0,0-1 0 0 0,0 1 0 0 0,-1 8 0 0 0,1-5-17 0 0,-1 1 0 0 0,0-1 0 0 0,-1 0 0 0 0,1 0 0 0 0,-8 12 0 0 0,9-15 19 0 0,-1 1 0 0 0,1-1 0 0 0,0 0 0 0 0,0 1 0 0 0,0-1 0 0 0,1 1 0 0 0,-1-1 0 0 0,1 1 0 0 0,1 5 1 0 0,-1-2 47 0 0,1-6-33 0 0,0 0 0 0 0,1-1-1 0 0,-1 1 1 0 0,1-1-1 0 0,0 1 1 0 0,-1-1 0 0 0,1 0-1 0 0,0 1 1 0 0,0-1-1 0 0,0 0 1 0 0,0 0 0 0 0,0 0-1 0 0,0-1 1 0 0,4 2-1 0 0,1 0-2 0 0,0-1-1 0 0,0 0 0 0 0,0-1 0 0 0,1 0 0 0 0,-1 0 0 0 0,0 0 0 0 0,0-1 0 0 0,0 0 0 0 0,0 0 1 0 0,0-1-1 0 0,0 0 0 0 0,11-5 0 0 0,-13 6-9 0 0,-1-1 1 0 0,1 0 0 0 0,-1-1-1 0 0,1 1 1 0 0,-1-1-1 0 0,0 0 1 0 0,0 0-1 0 0,0 0 1 0 0,-1 0 0 0 0,1-1-1 0 0,-1 0 1 0 0,0 0-1 0 0,0 1 1 0 0,0-2 0 0 0,0 1-1 0 0,-1 0 1 0 0,1-1-1 0 0,1-6 1 0 0,18-43 265 0 0,-22 53-267 0 0,1 0-1 0 0,-1 0 1 0 0,0 0 0 0 0,1 0 0 0 0,-1 0 0 0 0,0 0 0 0 0,0 0 0 0 0,0 0 0 0 0,0-1 0 0 0,1 1 0 0 0,-2 0-1 0 0,1 0 1 0 0,0 0 0 0 0,0 0 0 0 0,0 0 0 0 0,0 0 0 0 0,-1 0 0 0 0,1 0 0 0 0,0 0 0 0 0,-1 0 0 0 0,1 0 0 0 0,-1 0-1 0 0,1 0 1 0 0,-1 0 0 0 0,0-1 0 0 0,-1 1-5 0 0,1 0-1 0 0,-1-1 1 0 0,0 1 0 0 0,0 0-1 0 0,1 0 1 0 0,-1 0 0 0 0,0 1-1 0 0,0-1 1 0 0,0 0 0 0 0,0 1-1 0 0,0-1 1 0 0,-3 0 0 0 0,-2 1-93 0 0,0-1-1 0 0,0 1 1 0 0,-1 0 0 0 0,1 1 0 0 0,0 0 0 0 0,-13 3 0 0 0,11-1-558 0 0,1 0 1 0 0,0 1-1 0 0,-13 8 1 0 0,0 0-2342 0 0,8-6-810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2:05.337"/>
    </inkml:context>
    <inkml:brush xml:id="br0">
      <inkml:brushProperty name="width" value="0.05" units="cm"/>
      <inkml:brushProperty name="height" value="0.05" units="cm"/>
    </inkml:brush>
  </inkml:definitions>
  <inkml:trace contextRef="#ctx0" brushRef="#br0">206 118 3249 0 0,'-7'-8'487'0'0,"2"0"1"0"0,-1-1-1 0 0,1 1 0 0 0,0-1 1 0 0,1 0-1 0 0,0 0 1 0 0,-4-15-1 0 0,-7-9 1723 0 0,9 66-1473 0 0,4 45-682 0 0,9 88-1 0 0,0-28 16 0 0,0 292 1840 0 0,-11-429-1488 0 0,-1-10-329 0 0,2-27-80 0 0,1-1-1 0 0,1 0 1 0 0,3 0 0 0 0,9-63 0 0 0,-10 97-21 0 0,-1 0 0 0 0,1 0 1 0 0,0 0-1 0 0,0 1 0 0 0,0-1 1 0 0,0 0-1 0 0,0 1 0 0 0,0-1 1 0 0,1 1-1 0 0,-1-1 0 0 0,1 1 1 0 0,0 0-1 0 0,0 0 0 0 0,0 0 1 0 0,0 0-1 0 0,0 0 0 0 0,0 0 1 0 0,0 0-1 0 0,4-1 0 0 0,-2 1 11 0 0,0 1 0 0 0,-1-1 0 0 0,1 1-1 0 0,0 0 1 0 0,0 1 0 0 0,0-1 0 0 0,0 1-1 0 0,0-1 1 0 0,0 1 0 0 0,0 1 0 0 0,0-1-1 0 0,6 1 1 0 0,2 2 5 0 0,0 0 1 0 0,1 1-1 0 0,-2 1 0 0 0,1-1 0 0 0,0 2 0 0 0,-1 0 1 0 0,20 13-1 0 0,-18-10-30 0 0,-10-7 27 0 0,1 0 0 0 0,-1 1 0 0 0,1-1 1 0 0,-1 1-1 0 0,0 0 0 0 0,0 0 0 0 0,4 6 1 0 0,-1-1 23 0 0,-2-3-1 0 0,0 1-1 0 0,0-1 0 0 0,-1 1 0 0 0,0 0 0 0 0,0 0 0 0 0,-1 0 0 0 0,1 0 0 0 0,1 9 0 0 0,-2-8 2 0 0,0 0 1 0 0,0-1-1 0 0,1 1 0 0 0,4 8 0 0 0,-4-11-2 0 0,-1 1-1 0 0,0-1 1 0 0,0 1-1 0 0,0 0 1 0 0,0 0-1 0 0,-1 0 1 0 0,0 0-1 0 0,0 0 1 0 0,0 0-1 0 0,-1 0 1 0 0,1 7-1 0 0,-2-7-5 0 0,0-1-1 0 0,1 0 1 0 0,-2 0-1 0 0,1 1 1 0 0,0-1 0 0 0,-1 0-1 0 0,0 0 1 0 0,0 0-1 0 0,0 0 1 0 0,0-1-1 0 0,0 1 1 0 0,-1-1-1 0 0,0 1 1 0 0,0-1 0 0 0,0 0-1 0 0,0 0 1 0 0,0 0-1 0 0,-1 0 1 0 0,1-1-1 0 0,-1 1 1 0 0,-5 2 0 0 0,-4 2 53 0 0,0-2-1 0 0,-1 1 1 0 0,0-2 0 0 0,0 0 0 0 0,-20 4 0 0 0,8-5 16 0 0,20-2-63 0 0,0-1 1 0 0,1 1-1 0 0,-1 0 0 0 0,0 1 1 0 0,0-1-1 0 0,1 1 1 0 0,-1 0-1 0 0,-8 5 0 0 0,8-4 0 0 0,0 1-1 0 0,0-1 1 0 0,0 0-1 0 0,-1-1 0 0 0,1 0 1 0 0,-1 0-1 0 0,1 0 1 0 0,-12 1-1 0 0,-1-2 82 0 0,-33-1 0 0 0,13-1 143 0 0,36 0-232 0 0,0 1 1 0 0,0-1 0 0 0,0 0 0 0 0,0 0 0 0 0,0 0-1 0 0,0 0 1 0 0,1 0 0 0 0,-1 0 0 0 0,-3-3 0 0 0,4 3-60 0 0,1 0 0 0 0,0 0 1 0 0,-1 1-1 0 0,1-1 0 0 0,0 0 1 0 0,0-1-1 0 0,-1 1 0 0 0,1 0 0 0 0,0 0 1 0 0,0 0-1 0 0,0-1 0 0 0,0 1 1 0 0,1 0-1 0 0,-1-1 0 0 0,0 1 1 0 0,1-1-1 0 0,-1 1 0 0 0,0-3 1 0 0,1 3-227 0 0,0 0 0 0 0,1 0 0 0 0,-1 0 0 0 0,1 0 0 0 0,-1 0 0 0 0,1 0 0 0 0,-1 1 0 0 0,1-1 0 0 0,0 0 1 0 0,-1 0-1 0 0,1 1 0 0 0,0-1 0 0 0,-1 1 0 0 0,1-1 0 0 0,1 0 0 0 0,13-8-3190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2:07.926"/>
    </inkml:context>
    <inkml:brush xml:id="br0">
      <inkml:brushProperty name="width" value="0.05" units="cm"/>
      <inkml:brushProperty name="height" value="0.05" units="cm"/>
    </inkml:brush>
  </inkml:definitions>
  <inkml:trace contextRef="#ctx0" brushRef="#br0">477 94 2425 0 0,'0'0'892'0'0,"-5"-22"3229"0"0,-7 6-2640 0 0,10 14-1359 0 0,1 0-1 0 0,0 0 0 0 0,-1 0 1 0 0,0 0-1 0 0,1 0 0 0 0,-1 0 1 0 0,0 0-1 0 0,0 1 0 0 0,0-1 1 0 0,-4-2-1 0 0,-4-1-54 0 0,-1 0 0 0 0,1 0 0 0 0,-1 2 0 0 0,0-1 1 0 0,0 1-1 0 0,0 1 0 0 0,0 0 0 0 0,0 0 0 0 0,-1 1 0 0 0,1 1 0 0 0,-1 0 0 0 0,1 0 0 0 0,0 1 0 0 0,-15 4 0 0 0,5-1 5 0 0,0 2-1 0 0,1 0 1 0 0,0 2-1 0 0,0 0 1 0 0,1 1 0 0 0,-32 20-1 0 0,48-26-69 0 0,0 0 0 0 0,0 0 0 0 0,0 0 0 0 0,0 0 0 0 0,1 0 0 0 0,-1 0 0 0 0,1 1 0 0 0,0 0 0 0 0,0-1 0 0 0,0 1 0 0 0,0 0-1 0 0,1 0 1 0 0,0 0 0 0 0,-1 0 0 0 0,1 0 0 0 0,1 0 0 0 0,-1 0 0 0 0,0 4 0 0 0,1-1-8 0 0,-2-1 1 0 0,1 0-1 0 0,-1 0 0 0 0,0-1 1 0 0,0 1-1 0 0,-5 10 1 0 0,2-8 13 0 0,1 0 0 0 0,0 0 0 0 0,0 0 0 0 0,1 1 1 0 0,0-1-1 0 0,1 1 0 0 0,0 0 0 0 0,0 0 0 0 0,1 0 1 0 0,0 0-1 0 0,0 0 0 0 0,1 0 0 0 0,0 0 0 0 0,1 0 1 0 0,0-1-1 0 0,0 1 0 0 0,1 0 0 0 0,0 0 0 0 0,1 0 1 0 0,0-1-1 0 0,0 0 0 0 0,1 1 0 0 0,0-1 0 0 0,0 0 1 0 0,8 9-1 0 0,-8-14 17 0 0,0 1 0 0 0,0-1 0 0 0,1 0 1 0 0,0 0-1 0 0,-1-1 0 0 0,1 1 0 0 0,0-1 0 0 0,0 0 0 0 0,0 0 1 0 0,1-1-1 0 0,-1 0 0 0 0,0 0 0 0 0,8 1 0 0 0,-5-1 7 0 0,0 1-1 0 0,-1 0 0 0 0,1 0 0 0 0,0 1 1 0 0,8 4-1 0 0,-8-3-4 0 0,0-1 0 0 0,1 1-1 0 0,-1-1 1 0 0,1-1 0 0 0,-1 1 0 0 0,1-1-1 0 0,0-1 1 0 0,10 1 0 0 0,77-2 116 0 0,-45-2-68 0 0,7 2-4807 0 0,-45-2 2230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2:10.850"/>
    </inkml:context>
    <inkml:brush xml:id="br0">
      <inkml:brushProperty name="width" value="0.05" units="cm"/>
      <inkml:brushProperty name="height" value="0.05" units="cm"/>
    </inkml:brush>
  </inkml:definitions>
  <inkml:trace contextRef="#ctx0" brushRef="#br0">33 345 584 0 0,'0'0'8042'0'0,"-13"8"-6412"0"0,12-7-1578 0 0,1-1 0 0 0,0 1 1 0 0,0-1-1 0 0,-1 1 0 0 0,1-1 1 0 0,0 1-1 0 0,0-1 0 0 0,0 1 1 0 0,-1 0-1 0 0,1-1 1 0 0,0 1-1 0 0,0-1 0 0 0,0 1 1 0 0,0-1-1 0 0,0 1 0 0 0,0 0 1 0 0,0-1-1 0 0,1 1 1 0 0,-1-1-1 0 0,0 1 0 0 0,0-1 1 0 0,0 1-1 0 0,1-1 0 0 0,-1 1 1 0 0,0-1-1 0 0,0 1 1 0 0,1-1-1 0 0,-1 1 0 0 0,1 0 4 0 0,1 0-1 0 0,-1 0 1 0 0,0 0-1 0 0,0-1 1 0 0,0 1 0 0 0,1 0-1 0 0,-1-1 1 0 0,0 1-1 0 0,1-1 1 0 0,-1 0-1 0 0,3 1 1 0 0,44 1 192 0 0,-38-2-126 0 0,-2 0-89 0 0,1-1-1 0 0,0 0 1 0 0,0 0 0 0 0,-1-1 0 0 0,1 0 0 0 0,0 0-1 0 0,-1-1 1 0 0,0 0 0 0 0,0-1 0 0 0,0 0 0 0 0,0 0 0 0 0,0-1-1 0 0,-1 0 1 0 0,0 0 0 0 0,0 0 0 0 0,0-1 0 0 0,-1 0-1 0 0,0-1 1 0 0,0 1 0 0 0,0-1 0 0 0,-1 0 0 0 0,8-15 0 0 0,-2 1 10 0 0,-1-1-1 0 0,0-1 1 0 0,-2 1 0 0 0,7-33 0 0 0,-14 50-35 0 0,1 0 0 0 0,-1 1 0 0 0,1-1 0 0 0,0 1 1 0 0,0-1-1 0 0,3-3 0 0 0,-3 5 9 0 0,0-1 0 0 0,0 1-1 0 0,0 0 1 0 0,-1-1 0 0 0,1 1 0 0 0,-1-1 0 0 0,0 1 0 0 0,0-1 0 0 0,0 0 0 0 0,0-6 0 0 0,-1 8-11 0 0,-1 0 0 0 0,1 0 0 0 0,-1 0-1 0 0,1 0 1 0 0,-1 0 0 0 0,1 0 0 0 0,-1 0 0 0 0,0 0 0 0 0,0 0 0 0 0,0 0 0 0 0,0 0-1 0 0,0 1 1 0 0,-1-1 0 0 0,1 1 0 0 0,-1-1 0 0 0,1 1 0 0 0,-1-1 0 0 0,1 1-1 0 0,-1-1 1 0 0,0 1 0 0 0,1 0 0 0 0,-1 0 0 0 0,0 0 0 0 0,0 0 0 0 0,0 1-1 0 0,0-1 1 0 0,0 0 0 0 0,0 1 0 0 0,0-1 0 0 0,0 1 0 0 0,0 0 0 0 0,-3-1 0 0 0,-1 1-14 0 0,1-1 0 0 0,-1 1 0 0 0,0 0 0 0 0,0 0 1 0 0,0 0-1 0 0,0 1 0 0 0,1 0 0 0 0,-1 0 0 0 0,0 1 1 0 0,1-1-1 0 0,-7 4 0 0 0,-4 2 14 0 0,10-5-7 0 0,0 1 0 0 0,1 0 0 0 0,-1 0 0 0 0,0 0 0 0 0,1 1 1 0 0,0-1-1 0 0,0 1 0 0 0,0 1 0 0 0,0-1 0 0 0,-5 7 0 0 0,-13 25 15 0 0,-49 88-71 0 0,67-113 56 0 0,1 0 0 0 0,1 1 0 0 0,-3 12 0 0 0,4-14 5 0 0,0 0 0 0 0,-1-1 0 0 0,0 1 0 0 0,0-1 0 0 0,-8 14 0 0 0,8-18-6 0 0,0 0 0 0 0,1 0 0 0 0,0 0 0 0 0,0 1 0 0 0,0-1-1 0 0,1 1 1 0 0,-1-1 0 0 0,1 1 0 0 0,1-1 0 0 0,-1 1 0 0 0,1-1 0 0 0,0 1-1 0 0,0 0 1 0 0,0-1 0 0 0,1 1 0 0 0,0-1 0 0 0,0 1 0 0 0,1-1 0 0 0,-1 1-1 0 0,1-1 1 0 0,0 0 0 0 0,6 10 0 0 0,-5-12 15 0 0,0 0 0 0 0,1 0 0 0 0,-1-1 0 0 0,1 1 0 0 0,-1-1 0 0 0,1 0 0 0 0,0 0 0 0 0,0 0 1 0 0,0 0-1 0 0,0-1 0 0 0,0 1 0 0 0,0-1 0 0 0,1 0 0 0 0,5 0 0 0 0,-3 1 4 0 0,0 0 0 0 0,-1 0 0 0 0,1 0 0 0 0,10 6 0 0 0,-10-5-11 0 0,-1 0-1 0 0,1 0 0 0 0,0 0 0 0 0,-1 0 0 0 0,1-1 1 0 0,0-1-1 0 0,1 1 0 0 0,-1-1 0 0 0,0 0 1 0 0,0 0-1 0 0,0-1 0 0 0,1 0 0 0 0,-1-1 0 0 0,0 1 1 0 0,0-1-1 0 0,1-1 0 0 0,7-2 0 0 0,2-1-58 0 0,0-1 0 0 0,-1-1 0 0 0,0-1 0 0 0,0 0 0 0 0,28-21 0 0 0,-33 22-46 0 0,-4 2-287 0 0,0 0-1 0 0,0 0 0 0 0,0-1 1 0 0,-1 0-1 0 0,1 0 0 0 0,-1 0 0 0 0,5-9 1 0 0,-3 2-1476 0 0,-2-1-1051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3:22:12.157"/>
    </inkml:context>
    <inkml:brush xml:id="br0">
      <inkml:brushProperty name="width" value="0.05" units="cm"/>
      <inkml:brushProperty name="height" value="0.05" units="cm"/>
    </inkml:brush>
  </inkml:definitions>
  <inkml:trace contextRef="#ctx0" brushRef="#br0">54 32 2184 0 0,'0'0'414'0'0,"-24"-4"6003"0"0,19-1-4289 0 0,5 15-1638 0 0,5 16-396 0 0,-3-22-39 0 0,1-1 1 0 0,-1 1 0 0 0,1-1 0 0 0,0 0 0 0 0,-1 1 0 0 0,2-1 0 0 0,-1-1 0 0 0,0 1-1 0 0,0 0 1 0 0,1-1 0 0 0,-1 0 0 0 0,1 1 0 0 0,0-1 0 0 0,0-1 0 0 0,0 1-1 0 0,0-1 1 0 0,0 1 0 0 0,0-1 0 0 0,0 0 0 0 0,0-1 0 0 0,1 1 0 0 0,-1-1 0 0 0,0 1-1 0 0,0-1 1 0 0,1-1 0 0 0,-1 1 0 0 0,0-1 0 0 0,5 0 0 0 0,-8 0-42 0 0,1 0 1 0 0,-1 0-1 0 0,1 0 1 0 0,-1 0 0 0 0,0-1-1 0 0,0 1 1 0 0,1 0-1 0 0,-1-1 1 0 0,0 1-1 0 0,0 0 1 0 0,0-1-1 0 0,-1 1 1 0 0,1-1-1 0 0,0 0 1 0 0,0 1-1 0 0,-1-1 1 0 0,1 1-1 0 0,-1-1 1 0 0,0 0 0 0 0,1 0-1 0 0,-1 1 1 0 0,0-1-1 0 0,0-2 1 0 0,0 2-16 0 0,1 0 1 0 0,-1 0-1 0 0,0-1 1 0 0,0 1-1 0 0,-1 0 1 0 0,1 0-1 0 0,0 0 1 0 0,-1 0-1 0 0,1 0 1 0 0,-1 0-1 0 0,0 0 1 0 0,1 0-1 0 0,-1 0 1 0 0,0 0-1 0 0,0 0 1 0 0,0 0-1 0 0,-1 1 1 0 0,1-1-1 0 0,-3-2 1 0 0,-1 0-10 0 0,-1 0 1 0 0,0 1 0 0 0,0 0 0 0 0,0 0 0 0 0,0 1 0 0 0,-8-3 0 0 0,11 4 7 0 0,0 0 1 0 0,0 1 0 0 0,0-1-1 0 0,0 1 1 0 0,-1 0 0 0 0,1 0-1 0 0,0 0 1 0 0,0 0 0 0 0,0 1-1 0 0,0-1 1 0 0,0 1 0 0 0,0-1-1 0 0,0 1 1 0 0,0 0 0 0 0,0 1-1 0 0,-3 1 1 0 0,5-2 0 0 0,0 0-1 0 0,0 0 1 0 0,0 0 0 0 0,0 1 0 0 0,0-1-1 0 0,0 1 1 0 0,0-1 0 0 0,0 1 0 0 0,1-1-1 0 0,-1 1 1 0 0,1-1 0 0 0,-1 1 0 0 0,0 2-1 0 0,-5 13-65 0 0,2-12 69 0 0,2 0 0 0 0,-1 0 0 0 0,1 0 0 0 0,-1 0 0 0 0,1 1 0 0 0,1-1 0 0 0,-1 1 0 0 0,1-1 0 0 0,0 1 0 0 0,0 0 0 0 0,1-1 0 0 0,-1 1 0 0 0,1 0 0 0 0,1-1 0 0 0,-1 1 0 0 0,1 0 0 0 0,2 9 0 0 0,-2-14 10 0 0,0 1 0 0 0,0 0 0 0 0,0-1 0 0 0,0 1 1 0 0,0-1-1 0 0,1 1 0 0 0,-1-1 0 0 0,0 1 0 0 0,1-1 0 0 0,-1 0 1 0 0,1 0-1 0 0,0 0 0 0 0,-1 0 0 0 0,1 0 0 0 0,0 0 1 0 0,-1 0-1 0 0,4 0 0 0 0,-1 1 14 0 0,1 0 1 0 0,-1-1-1 0 0,1 0 0 0 0,0 1 1 0 0,-1-2-1 0 0,6 1 1 0 0,-8 0-13 0 0,1-1 1 0 0,-1 0-1 0 0,1 0 0 0 0,0-1 1 0 0,-1 1-1 0 0,0 0 1 0 0,1-1-1 0 0,-1 1 1 0 0,1-1-1 0 0,-1 0 0 0 0,0 0 1 0 0,1 0-1 0 0,-1 0 1 0 0,0 0-1 0 0,0-1 1 0 0,0 1-1 0 0,0-1 0 0 0,0 1 1 0 0,0-1-1 0 0,0 0 1 0 0,0 1-1 0 0,-1-1 1 0 0,1 0-1 0 0,-1 0 0 0 0,1 0 1 0 0,-1-1-1 0 0,2-2 1 0 0,0 0-5 0 0,-1 1 1 0 0,1-1 0 0 0,-1 0-1 0 0,0 1 1 0 0,0-1 0 0 0,-1 0-1 0 0,1-1 1 0 0,-1 1 0 0 0,0 0-1 0 0,0 0 1 0 0,-1 0 0 0 0,0-1-1 0 0,0 1 1 0 0,0 0 0 0 0,0 0-1 0 0,-1-1 1 0 0,0 1 0 0 0,0 0-1 0 0,0 0 1 0 0,-1 0 0 0 0,-3-7-1 0 0,3 10-14 0 0,-1 0 0 0 0,0 1 0 0 0,0-1-1 0 0,-1 1 1 0 0,1-1 0 0 0,-6-1-1 0 0,-6-2-41 0 0,13 3 33 0 0,0 1 0 0 0,0 0 0 0 0,-1 0-1 0 0,1 0 1 0 0,0 1 0 0 0,-1-1-1 0 0,1 1 1 0 0,0-1 0 0 0,-1 1 0 0 0,1 0-1 0 0,-4 0 1 0 0,5 0 10 0 0,0 0 0 0 0,0 0 1 0 0,1 0-1 0 0,-1 0 0 0 0,0 1 0 0 0,0-1 0 0 0,0 0 0 0 0,0 1 1 0 0,0-1-1 0 0,0 1 0 0 0,0-1 0 0 0,1 1 0 0 0,-1 0 1 0 0,0-1-1 0 0,0 1 0 0 0,1 0 0 0 0,-1-1 0 0 0,0 1 0 0 0,1 0 1 0 0,-1 0-1 0 0,1-1 0 0 0,-1 1 0 0 0,1 0 0 0 0,-1 0 0 0 0,1 0 1 0 0,0 0-1 0 0,-1 0 0 0 0,1 0 0 0 0,0 1 0 0 0,-1 0 1 0 0,-1 8-17 0 0,0 0 0 0 0,-1 0-1 0 0,-1 0 1 0 0,-7 16 0 0 0,7-18 15 0 0,0 0 1 0 0,1 0-1 0 0,0 0 0 0 0,-3 18 1 0 0,5-22 12 0 0,0 0 1 0 0,0 0-1 0 0,1 1 0 0 0,0-1 1 0 0,0 0-1 0 0,0 0 0 0 0,0 1 1 0 0,1-1-1 0 0,0 0 1 0 0,0 0-1 0 0,0 1 0 0 0,2 4 1 0 0,-1-6 12 0 0,-1-1 0 0 0,1 0 0 0 0,0 0 0 0 0,-1-1 0 0 0,1 1 0 0 0,0 0 0 0 0,0 0 0 0 0,1-1 0 0 0,-1 1 0 0 0,0-1 0 0 0,0 0 0 0 0,1 0 0 0 0,-1 0 0 0 0,1 0 0 0 0,-1 0 0 0 0,1 0 0 0 0,-1-1 0 0 0,1 1 0 0 0,-1-1 1 0 0,1 0-1 0 0,0 0 0 0 0,4 0 0 0 0,-4 0-14 0 0,1 0 0 0 0,-1 0 1 0 0,0 0-1 0 0,0-1 0 0 0,0 1 1 0 0,0-1-1 0 0,0 0 0 0 0,0 0 1 0 0,0 0-1 0 0,0 0 0 0 0,-1-1 1 0 0,1 1-1 0 0,0-1 0 0 0,-1 0 1 0 0,1 1-1 0 0,-1-1 0 0 0,1 0 1 0 0,-1-1-1 0 0,3-3 0 0 0,0-2 8 0 0,-1-1 0 0 0,0 0 1 0 0,5-16-1 0 0,9-21 71 0 0,-17 44-80 0 0,1-1 0 0 0,-1 1 1 0 0,0-1-1 0 0,0 1 0 0 0,0-1 0 0 0,0 1 0 0 0,0-1 0 0 0,0 1 0 0 0,-1-1 1 0 0,1 0-1 0 0,-1 0 0 0 0,0 1 0 0 0,0-1 0 0 0,0 0 0 0 0,0 1 0 0 0,-1-1 0 0 0,1 0 1 0 0,-1 1-1 0 0,-1-6 0 0 0,1 6-19 0 0,0 0 1 0 0,-1-1-1 0 0,0 1 0 0 0,1 0 1 0 0,-1 0-1 0 0,0 0 1 0 0,0 1-1 0 0,0-1 0 0 0,0 0 1 0 0,0 1-1 0 0,-1-1 1 0 0,1 1-1 0 0,0 0 0 0 0,-1-1 1 0 0,1 1-1 0 0,-1 0 1 0 0,1 1-1 0 0,-1-1 0 0 0,-3 0 1 0 0,2 0-40 0 0,-1 0 0 0 0,1 0 1 0 0,0 1-1 0 0,-1 0 0 0 0,1 0 1 0 0,-1 0-1 0 0,1 0 0 0 0,0 1 0 0 0,-1-1 1 0 0,1 1-1 0 0,-8 3 0 0 0,10-3-228 0 0,0 0-1 0 0,0 0 0 0 0,0 0 1 0 0,0 0-1 0 0,0 1 1 0 0,1-1-1 0 0,-1 0 0 0 0,0 1 1 0 0,-2 3-1 0 0,-3 4-1479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16.507"/>
    </inkml:context>
    <inkml:brush xml:id="br0">
      <inkml:brushProperty name="width" value="0.05" units="cm"/>
      <inkml:brushProperty name="height" value="0.05" units="cm"/>
      <inkml:brushProperty name="color" value="#FF0066"/>
    </inkml:brush>
  </inkml:definitions>
  <inkml:trace contextRef="#ctx0" brushRef="#br0">92 2 3497 0 0,'-2'0'0'0'0,"-1"0"960"0"0,-23-2 40 0 0,6 2 48 0 0,3 0 17 0 0,10 0-977 0 0,2 0-32 0 0,4 0-288 0 0,-3 0-48 0 0,1 0-89 0 0,1 0-319 0 0,0 2-776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20.334"/>
    </inkml:context>
    <inkml:brush xml:id="br0">
      <inkml:brushProperty name="width" value="0.05" units="cm"/>
      <inkml:brushProperty name="height" value="0.05" units="cm"/>
      <inkml:brushProperty name="color" value="#FF0066"/>
    </inkml:brush>
  </inkml:definitions>
  <inkml:trace contextRef="#ctx0" brushRef="#br0">125 137 2048 0 0,'0'0'-330'0'0,"-15"-5"1841"0"0,-50-56 3022 0 0,65 61-4519 0 0,0-1 1 0 0,-1 1 0 0 0,1-1-1 0 0,0 1 1 0 0,-1 0 0 0 0,1-1-1 0 0,-1 1 1 0 0,1 0 0 0 0,-1-1-1 0 0,1 1 1 0 0,-1 0 0 0 0,1 0-1 0 0,-1 0 1 0 0,1-1 0 0 0,-1 1-1 0 0,1 0 1 0 0,-1 0 0 0 0,1 0-1 0 0,-1 0 1 0 0,0 0 0 0 0,1 0-1 0 0,-1 0 1 0 0,1 0 0 0 0,-1 0-1 0 0,1 0 1 0 0,-1 0 0 0 0,1 0-1 0 0,-1 1 1 0 0,1-1 0 0 0,-1 0-1 0 0,1 0 1 0 0,-1 0 0 0 0,1 1-1 0 0,-1-1 1 0 0,1 0 0 0 0,-1 1-1 0 0,1-1 1 0 0,-1 0 0 0 0,1 1-1 0 0,0-1 1 0 0,-1 1 0 0 0,1-1-1 0 0,0 1 1 0 0,-1-1 0 0 0,1 0-1 0 0,0 1 1 0 0,0-1 0 0 0,-1 2-1 0 0,0 0 33 0 0,0 1 0 0 0,-1-1 0 0 0,1 1 0 0 0,1-1 0 0 0,-1 1-1 0 0,0 0 1 0 0,1-1 0 0 0,-1 5 0 0 0,1-2-41 0 0,2 26 170 0 0,-1-30-150 0 0,-1 1-1 0 0,1-1 0 0 0,0 1 1 0 0,-1-1-1 0 0,1 0 0 0 0,0 1 1 0 0,0-1-1 0 0,0 0 1 0 0,0 0-1 0 0,0 0 0 0 0,0 1 1 0 0,0-1-1 0 0,0 0 0 0 0,0 0 1 0 0,1 0-1 0 0,-1-1 0 0 0,3 3 1 0 0,-2-3-7 0 0,-1 1 1 0 0,1-1-1 0 0,0 1 1 0 0,0-1-1 0 0,-1 1 1 0 0,1-1-1 0 0,0 0 1 0 0,0 0-1 0 0,0 0 1 0 0,-1 0-1 0 0,1 0 1 0 0,0 0-1 0 0,0-1 1 0 0,0 1-1 0 0,-1-1 1 0 0,1 1-1 0 0,0-1 1 0 0,-1 1-1 0 0,1-1 1 0 0,0 0 0 0 0,-1 0-1 0 0,1 0 1 0 0,-1 0-1 0 0,1 0 1 0 0,-1 0-1 0 0,0 0 1 0 0,1-1-1 0 0,0-1 1 0 0,5-4 40 0 0,0-1 1 0 0,-1-1 0 0 0,9-14-1 0 0,-10 14-39 0 0,-2 3-1 0 0,0 1 0 0 0,-1 0 0 0 0,1-1 0 0 0,-2 0 0 0 0,1 0 0 0 0,1-9 1 0 0,-2 14-14 0 0,-1 0 0 0 0,0-1 0 0 0,1 1 1 0 0,-1-1-1 0 0,0 1 0 0 0,0 0 0 0 0,0-1 1 0 0,0 1-1 0 0,0-1 0 0 0,0 1 0 0 0,0 0 1 0 0,0-1-1 0 0,-1 1 0 0 0,1-1 0 0 0,-1 1 1 0 0,1 0-1 0 0,-1 0 0 0 0,1-1 0 0 0,-1 1 1 0 0,0 0-1 0 0,1 0 0 0 0,-1-1 0 0 0,0 1 0 0 0,0 0 1 0 0,0 0-1 0 0,0 0 0 0 0,0 0 0 0 0,0 0 1 0 0,0 1-1 0 0,-1-1 0 0 0,1 0 0 0 0,0 0 1 0 0,-2 0-1 0 0,1 1-1 0 0,1-1 0 0 0,-1 1 0 0 0,1 0 0 0 0,-1 0 0 0 0,1 0 0 0 0,-1 0 0 0 0,0 0 0 0 0,1 0 0 0 0,-1 0 0 0 0,1 0 0 0 0,-1 1 0 0 0,1-1 1 0 0,-1 1-1 0 0,1-1 0 0 0,-1 1 0 0 0,1 0 0 0 0,-1-1 0 0 0,1 1 0 0 0,0 0 0 0 0,-2 1 0 0 0,0 1-4 0 0,1-1 0 0 0,-1 1 0 0 0,1-1 0 0 0,0 1 0 0 0,0 0 0 0 0,0 0 0 0 0,0 0 0 0 0,-2 7 0 0 0,0 1 16 0 0,0 0 0 0 0,1 0 0 0 0,1 1 0 0 0,-2 17 0 0 0,3-26-18 0 0,0 5 21 0 0,0-1 0 0 0,1 1 0 0 0,-1 0 1 0 0,2-1-1 0 0,-1 1 0 0 0,1-1 0 0 0,2 10 0 0 0,-3-16-9 0 0,1 0 0 0 0,0 1 0 0 0,-1-1 0 0 0,1 0 0 0 0,0 0 0 0 0,0 0 0 0 0,0 0-1 0 0,0 0 1 0 0,-1 0 0 0 0,1 0 0 0 0,1 0 0 0 0,-1 0 0 0 0,0-1 0 0 0,0 1 0 0 0,0 0 0 0 0,0-1 0 0 0,1 1 0 0 0,-1-1 0 0 0,0 1 0 0 0,0-1-1 0 0,1 1 1 0 0,-1-1 0 0 0,0 0 0 0 0,1 0 0 0 0,-1 0 0 0 0,0 0 0 0 0,1 0 0 0 0,-1 0 0 0 0,0 0 0 0 0,1 0 0 0 0,-1 0 0 0 0,0 0 0 0 0,1-1 0 0 0,-1 1-1 0 0,0-1 1 0 0,2 0 0 0 0,1-1 3 0 0,-1 1-1 0 0,0-1 0 0 0,0 0 1 0 0,-1 0-1 0 0,1 0 1 0 0,0 0-1 0 0,-1 0 0 0 0,1-1 1 0 0,-1 1-1 0 0,0-1 1 0 0,1 0-1 0 0,-1 0 0 0 0,1-3 1 0 0,-1 1-4 0 0,0 0 1 0 0,0 0 0 0 0,-1 0-1 0 0,0-1 1 0 0,0 1-1 0 0,0-8 1 0 0,0 10-3 0 0,-1 1 1 0 0,0-1-1 0 0,0 1 0 0 0,0-1 1 0 0,0 0-1 0 0,-1 1 0 0 0,1-1 1 0 0,-1 1-1 0 0,1-1 0 0 0,-1 1 1 0 0,0 0-1 0 0,0-1 1 0 0,0 1-1 0 0,0 0 0 0 0,-3-4 1 0 0,3 4-7 0 0,0 1 1 0 0,0 0 0 0 0,0 0 0 0 0,0 0 0 0 0,-1 0 0 0 0,1 0 0 0 0,0 0 0 0 0,-1 0 0 0 0,1 0-1 0 0,0 1 1 0 0,-1-1 0 0 0,1 0 0 0 0,-1 1 0 0 0,1-1 0 0 0,-1 1 0 0 0,1 0 0 0 0,-1-1 0 0 0,0 1-1 0 0,1 0 1 0 0,-1 0 0 0 0,1 0 0 0 0,-1 0 0 0 0,1 0 0 0 0,-1 0 0 0 0,0 1 0 0 0,1-1 0 0 0,-1 1-1 0 0,1-1 1 0 0,-1 1 0 0 0,1-1 0 0 0,-1 1 0 0 0,1 0 0 0 0,-2 0 0 0 0,1 2-1 0 0,-1-1-1 0 0,1 0 1 0 0,-1 1 0 0 0,1-1 0 0 0,0 1 0 0 0,0-1 0 0 0,1 1-1 0 0,-1 0 1 0 0,0 0 0 0 0,1 0 0 0 0,0 0 0 0 0,0 0-1 0 0,0 0 1 0 0,0 1 0 0 0,-1 2 0 0 0,1 0-8 0 0,1 1-1 0 0,-1-1 1 0 0,1 0 0 0 0,0 1-1 0 0,1-1 1 0 0,-1 0 0 0 0,1 0-1 0 0,0 1 1 0 0,3 6 0 0 0,-3-11 5 0 0,1 0 0 0 0,-1 0 0 0 0,1 0 0 0 0,-1 0 0 0 0,1 0 0 0 0,0-1 0 0 0,0 1 0 0 0,-1-1 0 0 0,1 1 0 0 0,0-1 0 0 0,1 1-1 0 0,-1-1 1 0 0,0 0 0 0 0,0 0 0 0 0,0 0 0 0 0,3 0 0 0 0,1 1 12 0 0,0 0-1 0 0,-1 0 1 0 0,1-1-1 0 0,0 0 0 0 0,9 1 1 0 0,-11-2 5 0 0,-1 0 1 0 0,1 0-1 0 0,-1 0 1 0 0,0 0 0 0 0,1-1-1 0 0,-1 1 1 0 0,1-1-1 0 0,-1 0 1 0 0,0 0 0 0 0,0 0-1 0 0,5-3 1 0 0,-6 3-12 0 0,-1-1 1 0 0,1 0-1 0 0,0 0 1 0 0,-1 0 0 0 0,1 0-1 0 0,-1 0 1 0 0,0 0-1 0 0,1 0 1 0 0,-1 0-1 0 0,0-1 1 0 0,-1 1 0 0 0,1 0-1 0 0,0 0 1 0 0,-1-1-1 0 0,1 1 1 0 0,0-5-1 0 0,0 1 3 0 0,-1-1-1 0 0,1 1 0 0 0,-1 0 1 0 0,0 0-1 0 0,-1 0 0 0 0,1 0 1 0 0,-2-8-1 0 0,1 12-3 0 0,1 0 0 0 0,-1 0 0 0 0,0 0 0 0 0,0-1 0 0 0,0 1-1 0 0,0 0 1 0 0,0 0 0 0 0,0 1 0 0 0,0-1 0 0 0,0 0 0 0 0,-1 0 0 0 0,1 0 0 0 0,-1 1 0 0 0,1-1 0 0 0,-1 1 0 0 0,0 0 0 0 0,0-1 0 0 0,0 1 0 0 0,0 0 0 0 0,1 0 0 0 0,-2 0-1 0 0,-2-1 1 0 0,-1 0 0 0 0,-8-2 3 0 0,0-1 1 0 0,-15-6 0 0 0,25 9-9 0 0,0 0 0 0 0,0 0 0 0 0,0 1 0 0 0,0 0 0 0 0,0 0 0 0 0,-1 0 0 0 0,1 0 1 0 0,-8 0-1 0 0,10 1-3 0 0,1 0 0 0 0,-1 1 0 0 0,0-1 0 0 0,0 0 1 0 0,0 0-1 0 0,0 1 0 0 0,1-1 0 0 0,-1 1 0 0 0,0 0 0 0 0,0-1 1 0 0,1 1-1 0 0,-1 0 0 0 0,1 0 0 0 0,-1 0 0 0 0,1 0 1 0 0,-1 0-1 0 0,1 0 0 0 0,-1 1 0 0 0,1-1 0 0 0,0 0 1 0 0,-2 3-1 0 0,0 2-1 0 0,-1 0 0 0 0,1 1 0 0 0,1-1 1 0 0,-1 1-1 0 0,1 0 0 0 0,0 0 0 0 0,1 0 1 0 0,-1 0-1 0 0,1 0 0 0 0,1 0 0 0 0,-1 0 1 0 0,1 0-1 0 0,1 0 0 0 0,-1 1 0 0 0,1-1 0 0 0,3 12 1 0 0,-3-17-1 0 0,0 0 0 0 0,0 0 0 0 0,0 0 0 0 0,0 0 0 0 0,1 0 0 0 0,-1 0 0 0 0,0-1 1 0 0,1 1-1 0 0,-1 0 0 0 0,1-1 0 0 0,0 1 0 0 0,-1-1 0 0 0,1 0 0 0 0,0 0 0 0 0,0 1 0 0 0,0-1 1 0 0,0 0-1 0 0,0 0 0 0 0,0-1 0 0 0,0 1 0 0 0,1 0 0 0 0,1 0 0 0 0,5 1 26 0 0,0-1 0 0 0,-1 1 0 0 0,1-1 0 0 0,11-1 0 0 0,-18 0-17 0 0,0 0 0 0 0,0-1 1 0 0,0 1-1 0 0,0-1 0 0 0,0 0 0 0 0,0 1 1 0 0,0-1-1 0 0,0 0 0 0 0,-1 0 1 0 0,1 0-1 0 0,0-1 0 0 0,-1 1 0 0 0,1 0 1 0 0,0-1-1 0 0,-1 1 0 0 0,0-1 1 0 0,1 1-1 0 0,-1-1 0 0 0,0 0 0 0 0,0 1 1 0 0,0-1-1 0 0,0 0 0 0 0,0 0 1 0 0,0 0-1 0 0,0-3 0 0 0,9-11 2 0 0,-7 11 5 0 0,0 0 0 0 0,1-1 0 0 0,-2 1 1 0 0,1-1-1 0 0,-1 1 0 0 0,0-1 0 0 0,0 0 1 0 0,0 0-1 0 0,-1 0 0 0 0,0 0 0 0 0,0 0 0 0 0,-1 0 1 0 0,1 0-1 0 0,-1 0 0 0 0,-1 0 0 0 0,1 0 1 0 0,-3-9-1 0 0,2 13-14 0 0,0 0 0 0 0,0 0 1 0 0,-1 1-1 0 0,1-1 0 0 0,-1 0 1 0 0,1 0-1 0 0,-1 1 0 0 0,0-1 0 0 0,1 1 1 0 0,-1-1-1 0 0,0 1 0 0 0,0 0 1 0 0,0 0-1 0 0,0 0 0 0 0,0 0 0 0 0,-1 0 1 0 0,1 0-1 0 0,0 0 0 0 0,0 1 1 0 0,-1-1-1 0 0,-3 1 0 0 0,0-1-2 0 0,0 0-1 0 0,0 1 1 0 0,0-1-1 0 0,0 1 1 0 0,-1 1-1 0 0,1-1 1 0 0,-8 3-1 0 0,12-3 6 0 0,1 1 0 0 0,0-1 0 0 0,-1 1 0 0 0,1-1 1 0 0,0 1-1 0 0,0 0 0 0 0,-1 0 0 0 0,1-1 0 0 0,0 1 0 0 0,0 0 0 0 0,0 0 0 0 0,0 0 0 0 0,0 0 0 0 0,0 0 0 0 0,0 0 0 0 0,0 1 0 0 0,1-1 0 0 0,-2 2 0 0 0,-5 26-13 0 0,7-26 8 0 0,-1 1 0 0 0,0 0 1 0 0,0 0-1 0 0,0-1 1 0 0,0 1-1 0 0,0 0 1 0 0,-3 4-1 0 0,0-2-3 0 0,1 0 0 0 0,0 0 0 0 0,1 0 0 0 0,-1 0 0 0 0,1 0 0 0 0,0 0 0 0 0,1 1 0 0 0,-1-1 0 0 0,1 1 0 0 0,1-1 0 0 0,-1 1 0 0 0,1-1 0 0 0,0 1 0 0 0,1 0 0 0 0,1 11 0 0 0,0-15 17 0 0,0 1 1 0 0,0-1-1 0 0,0 1 0 0 0,0-1 1 0 0,1 0-1 0 0,-1 0 0 0 0,1 0 0 0 0,0 0 1 0 0,0-1-1 0 0,0 1 0 0 0,0-1 1 0 0,0 0-1 0 0,0 0 0 0 0,1 0 0 0 0,-1 0 1 0 0,1 0-1 0 0,-1-1 0 0 0,1 1 1 0 0,0-1-1 0 0,0 0 0 0 0,0 0 1 0 0,-1-1-1 0 0,1 1 0 0 0,0-1 0 0 0,0 0 1 0 0,0 0-1 0 0,0 0 0 0 0,0-1 1 0 0,0 1-1 0 0,0-1 0 0 0,7-2 0 0 0,-8 1 0 0 0,-1 0 0 0 0,0 0 0 0 0,1 0-1 0 0,-1 0 1 0 0,0 0 0 0 0,0-1-1 0 0,0 1 1 0 0,0-1 0 0 0,-1 1 0 0 0,1-1-1 0 0,-1 0 1 0 0,2-3 0 0 0,12-35-22 0 0,-13 33 33 0 0,-1 0 0 0 0,0 0 1 0 0,0 0-1 0 0,0 0 0 0 0,-2-14 0 0 0,1 18-13 0 0,-1 0-1 0 0,1 0 1 0 0,-1 0 0 0 0,0 0-1 0 0,0 0 1 0 0,0 1-1 0 0,0-1 1 0 0,-1 0 0 0 0,1 1-1 0 0,-1-1 1 0 0,0 1-1 0 0,0-1 1 0 0,-3-3 0 0 0,-1 3-14 0 0,0 1 1 0 0,1 0 0 0 0,-1 0 0 0 0,0 0 0 0 0,0 0 0 0 0,-1 1-1 0 0,-8-2 1 0 0,14 4 1 0 0,0 0 0 0 0,1 0-1 0 0,-1 0 1 0 0,0 0 0 0 0,0 0 0 0 0,0 0-1 0 0,0 0 1 0 0,0 0 0 0 0,1 0-1 0 0,-1 0 1 0 0,0 1 0 0 0,0-1 0 0 0,0 0-1 0 0,0 1 1 0 0,1-1 0 0 0,-1 1-1 0 0,0-1 1 0 0,1 0 0 0 0,-1 1 0 0 0,0 0-1 0 0,1-1 1 0 0,-1 1 0 0 0,0-1-1 0 0,1 1 1 0 0,-1 0 0 0 0,1-1 0 0 0,-1 1-1 0 0,1 0 1 0 0,-1 0 0 0 0,1-1-1 0 0,0 1 1 0 0,-1 0 0 0 0,1 0 0 0 0,0 0-1 0 0,0 0 1 0 0,-1 1 0 0 0,1 0-2 0 0,0 0 0 0 0,-1 0 0 0 0,1 0 1 0 0,0 0-1 0 0,0 0 0 0 0,0 0 0 0 0,0 0 1 0 0,0 0-1 0 0,0 0 0 0 0,1 0 0 0 0,-1 0 1 0 0,0 0-1 0 0,1 0 0 0 0,0 0 0 0 0,1 2 0 0 0,0-1-17 0 0,0-1-1 0 0,0 1 0 0 0,1-1 0 0 0,-1 0 0 0 0,0 0 0 0 0,1 0 0 0 0,0 0 0 0 0,-1-1 0 0 0,1 1 0 0 0,0-1 0 0 0,0 0 0 0 0,0 1 0 0 0,0-1 0 0 0,0-1 0 0 0,6 2 0 0 0,-4-1-249 0 0,-1 0 0 0 0,1-1 1 0 0,0 0-1 0 0,0 0 0 0 0,0 0 0 0 0,-1 0 1 0 0,1-1-1 0 0,0 0 0 0 0,9-2 0 0 0,7-7-1403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24.287"/>
    </inkml:context>
    <inkml:brush xml:id="br0">
      <inkml:brushProperty name="width" value="0.05" units="cm"/>
      <inkml:brushProperty name="height" value="0.05" units="cm"/>
      <inkml:brushProperty name="color" value="#FF0066"/>
    </inkml:brush>
  </inkml:definitions>
  <inkml:trace contextRef="#ctx0" brushRef="#br0">99 56 328 0 0,'0'0'1458'0'0,"-1"-2"-1410"0"0,-3-6 5669 0 0,2 8-5650 0 0,0 1 1 0 0,0-1-1 0 0,0 1 1 0 0,0-1-1 0 0,0 1 1 0 0,0 0-1 0 0,1-1 1 0 0,-1 1-1 0 0,0 0 1 0 0,1 0-1 0 0,-1 0 1 0 0,0 1-1 0 0,1-1 1 0 0,-1 0-1 0 0,1 1 1 0 0,0-1-1 0 0,-1 1 1 0 0,1-1-1 0 0,-2 3 1 0 0,-21 40 216 0 0,13-23-110 0 0,7-14-164 0 0,1 0 0 0 0,0 1 0 0 0,0 0 0 0 0,0 0 0 0 0,1 0 0 0 0,0 0 0 0 0,1 0 0 0 0,-1 0 0 0 0,2 0 0 0 0,-1 0 0 0 0,2 12 0 0 0,-1-15-4 0 0,0-1 0 0 0,1 0 0 0 0,0 0-1 0 0,0 0 1 0 0,0 0 0 0 0,0 0 0 0 0,1 0-1 0 0,-1 0 1 0 0,1 0 0 0 0,0 0 0 0 0,0 0-1 0 0,0-1 1 0 0,1 1 0 0 0,0-1 0 0 0,-1 0-1 0 0,1 0 1 0 0,0 0 0 0 0,0 0 0 0 0,1 0-1 0 0,-1-1 1 0 0,1 1 0 0 0,-1-1 0 0 0,7 3-1 0 0,-4-2 4 0 0,-1-1 0 0 0,1 1 0 0 0,0-1 0 0 0,0-1 0 0 0,0 1 0 0 0,1-1 0 0 0,-1 0-1 0 0,0 0 1 0 0,0-1 0 0 0,1 0 0 0 0,-1 0 0 0 0,0 0 0 0 0,1-1 0 0 0,-1 0 0 0 0,11-3-1 0 0,-10 2 6 0 0,-1-1-1 0 0,0 0 0 0 0,0 0 0 0 0,0-1 0 0 0,0 1 0 0 0,-1-1 0 0 0,1-1 0 0 0,-1 1 0 0 0,0-1 0 0 0,0 0 1 0 0,0 0-1 0 0,-1 0 0 0 0,0-1 0 0 0,0 1 0 0 0,0-1 0 0 0,3-8 0 0 0,1 1 27 0 0,-1 0-1 0 0,0 0 1 0 0,-1 0 0 0 0,6-19-1 0 0,-11 27-22 0 0,0 0 0 0 0,0 0 0 0 0,0 0-1 0 0,-1 0 1 0 0,1 0 0 0 0,-1 1 0 0 0,-1-1-1 0 0,1 0 1 0 0,-1 0 0 0 0,1 0 0 0 0,-1 0 0 0 0,-1 0-1 0 0,1 1 1 0 0,-1-1 0 0 0,0 1 0 0 0,0-1-1 0 0,-3-4 1 0 0,2 3 3 0 0,-1 1 0 0 0,1 0 0 0 0,-1 0 0 0 0,-1 0 0 0 0,1 0 0 0 0,-1 0-1 0 0,0 1 1 0 0,0 0 0 0 0,0 0 0 0 0,0 1 0 0 0,-12-7 0 0 0,16 10-18 0 0,-5-4 15 0 0,-1 1 1 0 0,1 1-1 0 0,-13-5 0 0 0,16 7-21 0 0,0 0 0 0 0,1-1 0 0 0,-1 1 0 0 0,1 0 0 0 0,-1 0 0 0 0,1 0 0 0 0,-1 1 0 0 0,0-1 0 0 0,1 1 0 0 0,-1-1 0 0 0,1 1 0 0 0,-1 0 0 0 0,1 0 0 0 0,-3 1 0 0 0,1 3-20 0 0,-1 1 0 0 0,1-1 0 0 0,1 1 0 0 0,-1 0 0 0 0,1 0 0 0 0,0 0 0 0 0,-3 7 0 0 0,6-12 13 0 0,-3 9-401 0 0,0-1-1 0 0,0 1 1 0 0,1 0 0 0 0,1 0-1 0 0,-1 0 1 0 0,2 0 0 0 0,-1 0-1 0 0,2 14 1 0 0,-1-1-2213 0 0,0-18 1529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24.854"/>
    </inkml:context>
    <inkml:brush xml:id="br0">
      <inkml:brushProperty name="width" value="0.05" units="cm"/>
      <inkml:brushProperty name="height" value="0.05" units="cm"/>
      <inkml:brushProperty name="color" value="#FF0066"/>
    </inkml:brush>
  </inkml:definitions>
  <inkml:trace contextRef="#ctx0" brushRef="#br0">1 14 1680 0 0,'0'0'1410'0'0,"5"-13"1168"0"0,-3 13-2281 0 0,1-1-1 0 0,-1 2 1 0 0,1-1 0 0 0,-1 0 0 0 0,1 0-1 0 0,-1 1 1 0 0,1-1 0 0 0,-1 1-1 0 0,1 0 1 0 0,-1 0 0 0 0,0 0 0 0 0,1 0-1 0 0,-1 0 1 0 0,3 2 0 0 0,-2 1-273 0 0,1 0 0 0 0,-1-1 0 0 0,0 1 1 0 0,0 1-1 0 0,-1-1 0 0 0,3 6 0 0 0,-3-7 101 0 0,3 6-49 0 0,0-1-1 0 0,0 0 1 0 0,1 0 0 0 0,0 0-1 0 0,0 0 1 0 0,1-1 0 0 0,0 0-1 0 0,12 9 1 0 0,-14-13-260 0 0,0 0 0 0 0,1 0 0 0 0,-1-1 0 0 0,1 1 0 0 0,-1-1 0 0 0,1 0 0 0 0,0-1 1 0 0,0 1-1 0 0,0-1 0 0 0,0 0 0 0 0,0-1 0 0 0,0 1 0 0 0,0-1 0 0 0,0 0 0 0 0,7-2 0 0 0,3-1-1102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1.579"/>
    </inkml:context>
    <inkml:brush xml:id="br0">
      <inkml:brushProperty name="width" value="0.05" units="cm"/>
      <inkml:brushProperty name="height" value="0.05" units="cm"/>
      <inkml:brushProperty name="color" value="#FF0066"/>
    </inkml:brush>
  </inkml:definitions>
  <inkml:trace contextRef="#ctx0" brushRef="#br0">1 17 32 0 0,'0'0'1958'0'0,"1"-17"3198"0"0,124 17-4174 0 0,-72 0-4920 0 0,-49 0 2829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2.097"/>
    </inkml:context>
    <inkml:brush xml:id="br0">
      <inkml:brushProperty name="width" value="0.05" units="cm"/>
      <inkml:brushProperty name="height" value="0.05" units="cm"/>
      <inkml:brushProperty name="color" value="#FF0066"/>
    </inkml:brush>
  </inkml:definitions>
  <inkml:trace contextRef="#ctx0" brushRef="#br0">0 4 440 0 0,'0'-4'7334'0'0,"0"4"-7300"0"0,9 11 205 0 0,19-6-166 0 0,55-2-1372 0 0,-68-3 74 0 0,1 0-1002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4.222"/>
    </inkml:context>
    <inkml:brush xml:id="br0">
      <inkml:brushProperty name="width" value="0.05" units="cm"/>
      <inkml:brushProperty name="height" value="0.05" units="cm"/>
      <inkml:brushProperty name="color" value="#FF0066"/>
    </inkml:brush>
  </inkml:definitions>
  <inkml:trace contextRef="#ctx0" brushRef="#br0">183 3 120 0 0,'0'0'345'0'0,"-22"22"2992"0"0,-16-17-863 0 0,30-3-2215 0 0,-20 2-47 0 0,21-3-30 0 0,0 0 0 0 0,0 0 0 0 0,0 1 0 0 0,-12 4 0 0 0,16-4-144 0 0,0-1 0 0 0,0 1 0 0 0,0 0 0 0 0,1 0 0 0 0,-1 0-1 0 0,1 0 1 0 0,-1 1 0 0 0,1-1 0 0 0,0 1 0 0 0,0-1 0 0 0,0 1 0 0 0,0 0 0 0 0,1 0 0 0 0,-2 3 0 0 0,2-6-34 0 0,1 1 0 0 0,-1 0 0 0 0,1 0 0 0 0,0 0 0 0 0,-1-1 0 0 0,1 1 0 0 0,0 0 0 0 0,0 0 0 0 0,-1 0 0 0 0,1 0 0 0 0,0-1 0 0 0,0 1-1 0 0,0 0 1 0 0,0 0 0 0 0,0 0 0 0 0,0 0 0 0 0,0 0 0 0 0,1-1 0 0 0,-1 1 0 0 0,0 0 0 0 0,0 0 0 0 0,1 0 0 0 0,-1 0 0 0 0,0-1 0 0 0,1 1 0 0 0,0 1 0 0 0,0-1 15 0 0,0 0 0 0 0,1 0 0 0 0,-1 0 0 0 0,1 0 0 0 0,-1 0 0 0 0,1 0 0 0 0,-1 0 0 0 0,1-1 0 0 0,-1 1 0 0 0,1-1 0 0 0,0 1 0 0 0,2 0 0 0 0,7 0 97 0 0,1 1 0 0 0,0-2-1 0 0,14 0 1 0 0,-17 0-89 0 0,-8 0-1 0 0,1-1 1 0 0,0 1-1 0 0,0-1 1 0 0,-1 1-1 0 0,1-1 1 0 0,0 1-1 0 0,-1-1 0 0 0,1 0 1 0 0,-1 0-1 0 0,1 0 1 0 0,-1 0-1 0 0,1 0 1 0 0,-1 0-1 0 0,0-1 1 0 0,1 1-1 0 0,-1 0 0 0 0,0-1 1 0 0,0 1-1 0 0,0-1 1 0 0,0 1-1 0 0,0-1 1 0 0,0 1-1 0 0,-1-1 1 0 0,1 0-1 0 0,0-2 0 0 0,0 1-4 0 0,0 1 0 0 0,0 0 0 0 0,-1 0 0 0 0,1-1 0 0 0,-1 1-1 0 0,1-1 1 0 0,-1 1 0 0 0,0-1 0 0 0,0 1 0 0 0,0 0 0 0 0,-1-1-1 0 0,1 1 1 0 0,0-1 0 0 0,-1 1 0 0 0,0 0 0 0 0,1-1 0 0 0,-1 1 0 0 0,0 0-1 0 0,-2-3 1 0 0,1 3-16 0 0,1 1 0 0 0,-1-1 0 0 0,0 1 0 0 0,0-1 0 0 0,1 1 0 0 0,-1 0-1 0 0,0 0 1 0 0,0 0 0 0 0,0 0 0 0 0,-1 0 0 0 0,1 1 0 0 0,0-1 0 0 0,0 0 0 0 0,-5 0-1 0 0,-32-1-68 0 0,38 2 49 0 0,0 0 14 0 0,1 0 0 0 0,0 0 1 0 0,0 0-1 0 0,-1 0 0 0 0,1 0 0 0 0,0 0 1 0 0,-1 0-1 0 0,1 0 0 0 0,0 0 1 0 0,-1 0-1 0 0,1 0 0 0 0,0 0 0 0 0,-1 0 1 0 0,1 0-1 0 0,0 1 0 0 0,-1-1 0 0 0,1 0 1 0 0,0 0-1 0 0,0 0 0 0 0,-1 0 1 0 0,1 1-1 0 0,0-1 0 0 0,0 0 0 0 0,-1 0 1 0 0,1 1-1 0 0,0-1 0 0 0,0 0 0 0 0,0 0 1 0 0,-1 1-1 0 0,1-1 0 0 0,0 0 1 0 0,0 0-1 0 0,0 1 0 0 0,0-1 0 0 0,0 0 1 0 0,0 1-1 0 0,-1-1 0 0 0,1 0 0 0 0,0 1 1 0 0,0-1-1 0 0,0 0 0 0 0,0 1 0 0 0,0-1 1 0 0,0 0-1 0 0,0 1 0 0 0,1-1 1 0 0,-1 0-1 0 0,0 1 0 0 0,0-1 0 0 0,0 0 1 0 0,0 1-1 0 0,0-1 0 0 0,0 0 0 0 0,1 0 1 0 0,-1 1-1 0 0,0-1 0 0 0,13 15-42 0 0,-7-12 54 0 0,0-1 1 0 0,0 1-1 0 0,0-1 0 0 0,0-1 0 0 0,1 1 1 0 0,-1-1-1 0 0,1 0 0 0 0,-1 0 0 0 0,1-1 1 0 0,8-1-1 0 0,-15 1-7 0 0,1 0-1 0 0,0 0 1 0 0,-1 0 0 0 0,1 0 0 0 0,-1 0 0 0 0,1 0-1 0 0,-1 0 1 0 0,1 0 0 0 0,-1 0 0 0 0,1-1-1 0 0,0 1 1 0 0,-1 0 0 0 0,1 0 0 0 0,-1-1-1 0 0,1 1 1 0 0,-1 0 0 0 0,0-1 0 0 0,1 1 0 0 0,-1-1-1 0 0,1 1 1 0 0,-1 0 0 0 0,0-1 0 0 0,1 1-1 0 0,-1-1 1 0 0,0 1 0 0 0,1-1 0 0 0,-1 1 0 0 0,0-1-1 0 0,0 1 1 0 0,1-1 0 0 0,-1 0 0 0 0,0 1-1 0 0,0-1 1 0 0,0 1 0 0 0,0-1 0 0 0,0 1 0 0 0,0-1-1 0 0,0 0 1 0 0,0 1 0 0 0,0-1 0 0 0,0 1-1 0 0,0-1 1 0 0,0 0 0 0 0,-1 1 0 0 0,1-1 0 0 0,0 1-1 0 0,0-1 1 0 0,-1 1 0 0 0,1-1 0 0 0,0 1-1 0 0,0-1 1 0 0,-1 0 0 0 0,-15-26 33 0 0,-5 14-60 0 0,20 13 20 0 0,1 0 0 0 0,-1 0-1 0 0,1-1 1 0 0,0 1 0 0 0,-1 0 0 0 0,1 0-1 0 0,-1 0 1 0 0,1 0 0 0 0,0-1 0 0 0,-1 1-1 0 0,1 0 1 0 0,-1 0 0 0 0,1 0-1 0 0,-1 0 1 0 0,1 0 0 0 0,0 0 0 0 0,-1 0-1 0 0,1 0 1 0 0,-1 0 0 0 0,1 1 0 0 0,-1-1-1 0 0,1 0 1 0 0,0 0 0 0 0,-1 0 0 0 0,1 0-1 0 0,-1 1 1 0 0,1-1 0 0 0,0 0 0 0 0,-1 0-1 0 0,1 1 1 0 0,0-1 0 0 0,-1 0-1 0 0,1 0 1 0 0,0 1 0 0 0,-1-1 0 0 0,1 0-1 0 0,0 1 1 0 0,0-1 0 0 0,-1 1 0 0 0,1-1-1 0 0,0 0 1 0 0,0 1 0 0 0,0-1 0 0 0,0 1-1 0 0,0-1 1 0 0,-1 1 0 0 0,1-1 0 0 0,0 0-1 0 0,0 1 1 0 0,0-1 0 0 0,0 1 0 0 0,0 0-1 0 0,1 1 2 0 0,-1 0 0 0 0,1 0 0 0 0,-1 0 0 0 0,1 0 0 0 0,-1 1 0 0 0,1-1 0 0 0,0-1 0 0 0,0 1 0 0 0,0 0-1 0 0,0 0 1 0 0,1 0 0 0 0,-1 0 0 0 0,0-1 0 0 0,1 1 0 0 0,-1-1 0 0 0,4 3 0 0 0,28 20 27 0 0,-28-21 2 0 0,18 10 141 0 0,-23-12-162 0 0,1-1 0 0 0,-1 0 0 0 0,0 0-1 0 0,1 1 1 0 0,-1-1 0 0 0,1 0 0 0 0,-1 0-1 0 0,1 1 1 0 0,0-1 0 0 0,-1 0 0 0 0,1 0-1 0 0,-1 0 1 0 0,1 0 0 0 0,-1 0 0 0 0,1 0-1 0 0,-1 0 1 0 0,1 0 0 0 0,-1 0 0 0 0,1 0-1 0 0,0 0 1 0 0,-1 0 0 0 0,1 0 0 0 0,-1-1-1 0 0,1 1 1 0 0,-1 0 0 0 0,1 0 0 0 0,-1-1 0 0 0,1 1-1 0 0,-1 0 1 0 0,1-1 0 0 0,-1 1 0 0 0,0 0-1 0 0,1-1 1 0 0,0-1-2 0 0,-1 1 1 0 0,1-1-1 0 0,-1 1 1 0 0,1-1-1 0 0,-1 0 0 0 0,0 1 1 0 0,0-1-1 0 0,0 0 1 0 0,0 1-1 0 0,0-1 0 0 0,0 1 1 0 0,-1-1-1 0 0,1 0 1 0 0,0 1-1 0 0,-1-1 0 0 0,1 1 1 0 0,-1-1-1 0 0,0 1 1 0 0,1-1-1 0 0,-1 1 1 0 0,0-1-1 0 0,0 1 0 0 0,0 0 1 0 0,0-1-1 0 0,0 1 1 0 0,0 0-1 0 0,0 0 0 0 0,-1 0 1 0 0,1 0-1 0 0,-2-1 1 0 0,-1-2-1 0 0,-1 1 1 0 0,0-1-1 0 0,0 1 1 0 0,-1 1 0 0 0,1-1-1 0 0,-10-3 1 0 0,-18 3-66 0 0,33 3 53 0 0,-1 0 0 0 0,0-1 0 0 0,1 1 1 0 0,-1 0-1 0 0,1 0 0 0 0,-1 0 1 0 0,0 0-1 0 0,1 0 0 0 0,-1 0 1 0 0,0 1-1 0 0,1-1 0 0 0,-1 0 1 0 0,1 0-1 0 0,-1 0 0 0 0,0 1 0 0 0,1-1 1 0 0,-1 0-1 0 0,1 0 0 0 0,-1 1 1 0 0,1-1-1 0 0,-1 0 0 0 0,1 1 1 0 0,-1-1-1 0 0,1 1 0 0 0,-1-1 1 0 0,1 1-1 0 0,-1-1 0 0 0,1 1 0 0 0,0-1 1 0 0,-1 1-1 0 0,1-1 0 0 0,0 1 1 0 0,0 0-1 0 0,-1-1 0 0 0,1 1 1 0 0,0-1-1 0 0,0 1 0 0 0,0 0 0 0 0,0-1 1 0 0,0 1-1 0 0,0 0 0 0 0,0-1 1 0 0,0 1-1 0 0,0-1 0 0 0,0 1 1 0 0,0 1-1 0 0,2-1-193 0 0,-1 1-1 0 0,1-1 1 0 0,0 0-1 0 0,0 0 1 0 0,-1 0 0 0 0,1 0-1 0 0,0 0 1 0 0,0 0-1 0 0,0 0 1 0 0,0 0 0 0 0,0-1-1 0 0,1 1 1 0 0,2 0-1 0 0,-2 0-48 0 0,25 4-1688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7.306"/>
    </inkml:context>
    <inkml:brush xml:id="br0">
      <inkml:brushProperty name="width" value="0.05" units="cm"/>
      <inkml:brushProperty name="height" value="0.05" units="cm"/>
      <inkml:brushProperty name="color" value="#FF0066"/>
    </inkml:brush>
  </inkml:definitions>
  <inkml:trace contextRef="#ctx0" brushRef="#br0">282 151 672 0 0,'0'0'3798'0'0,"-20"-18"-1112"0"0,-16-76-1107 0 0,35 91-1476 0 0,-1 0-1 0 0,1 0 0 0 0,-1 1 0 0 0,1-1 1 0 0,-1 0-1 0 0,0 1 0 0 0,0-1 1 0 0,0 1-1 0 0,-1-1 0 0 0,1 1 1 0 0,0 0-1 0 0,-1 0 0 0 0,-4-3 1 0 0,6 5-91 0 0,1 0 0 0 0,-1 0 1 0 0,1 0-1 0 0,0 0 0 0 0,-1 1 1 0 0,1-1-1 0 0,-1 0 1 0 0,1 0-1 0 0,-1 0 0 0 0,1 1 1 0 0,0-1-1 0 0,-1 0 0 0 0,1 0 1 0 0,0 1-1 0 0,-1-1 1 0 0,1 0-1 0 0,0 1 0 0 0,-1-1 1 0 0,1 0-1 0 0,0 1 0 0 0,0-1 1 0 0,-1 1-1 0 0,1-1 1 0 0,0 0-1 0 0,0 1 0 0 0,0-1 1 0 0,0 1-1 0 0,-1-1 0 0 0,1 1 1 0 0,0-1-1 0 0,0 1 1 0 0,0-1-1 0 0,0 0 0 0 0,0 1 1 0 0,0 0-1 0 0,-4 25-17 0 0,3-18 37 0 0,-9 55 65 0 0,-1 68 1 0 0,7-67-78 0 0,-14 69 1 0 0,-12 44 373 0 0,29-172-438 0 0,-6 19 335 0 0,7-24-286 0 0,0 0 1 0 0,0 1-1 0 0,-1-1 1 0 0,1 1-1 0 0,0-1 0 0 0,-1 0 1 0 0,1 1-1 0 0,0-1 1 0 0,-1 0-1 0 0,1 1 0 0 0,-1-1 1 0 0,1 0-1 0 0,0 0 1 0 0,-1 1-1 0 0,1-1 0 0 0,-1 0 1 0 0,1 0-1 0 0,-1 0 1 0 0,1 0-1 0 0,-1 0 0 0 0,1 0 1 0 0,-1 1-1 0 0,1-1 1 0 0,-1 0-1 0 0,1 0 0 0 0,-1-1 1 0 0,1 1-1 0 0,-1 0 1 0 0,1 0-1 0 0,-1 0 0 0 0,1 0 1 0 0,0 0-1 0 0,-1 0 1 0 0,1-1-1 0 0,-1 1 0 0 0,1 0 1 0 0,-1 0-1 0 0,1-1 1 0 0,0 1-1 0 0,-1 0 0 0 0,1 0 1 0 0,-1-1-1 0 0,-27-13 84 0 0,24 13-96 0 0,0-1 0 0 0,0 1 1 0 0,0-1-1 0 0,0 0 0 0 0,0 0 0 0 0,0-1 0 0 0,0 1 0 0 0,1-1 0 0 0,-1 0 1 0 0,1 0-1 0 0,-6-7 0 0 0,9 10 7 0 0,0-1 1 0 0,0 0 0 0 0,0 1-1 0 0,0-1 1 0 0,0 0 0 0 0,0 1-1 0 0,0-1 1 0 0,0 0 0 0 0,1 0-1 0 0,-1 1 1 0 0,0-1-1 0 0,0 1 1 0 0,1-1 0 0 0,-1 0-1 0 0,0 1 1 0 0,1-1 0 0 0,-1 1-1 0 0,0-1 1 0 0,1 0 0 0 0,-1 1-1 0 0,1-1 1 0 0,-1 1-1 0 0,1 0 1 0 0,-1-1 0 0 0,1 1-1 0 0,0-1 1 0 0,-1 1 0 0 0,1 0-1 0 0,0-1 1 0 0,-1 1-1 0 0,1 0 1 0 0,-1 0 0 0 0,2-1-1 0 0,26-10 22 0 0,-23 10-21 0 0,21-7-179 0 0,1 1 1 0 0,1 1-1 0 0,45-4 0 0 0,77 5-910 0 0,-164 0-3402 0 0,8 0 2788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7.715"/>
    </inkml:context>
    <inkml:brush xml:id="br0">
      <inkml:brushProperty name="width" value="0.05" units="cm"/>
      <inkml:brushProperty name="height" value="0.05" units="cm"/>
      <inkml:brushProperty name="color" value="#FF0066"/>
    </inkml:brush>
  </inkml:definitions>
  <inkml:trace contextRef="#ctx0" brushRef="#br0">11 73 5073 0 0,'-10'5'412'0'0,"10"-4"-361"0"0,0-1 0 0 0,0 1 0 0 0,0 0-1 0 0,0-1 1 0 0,0 1 0 0 0,0-1 0 0 0,0 1 0 0 0,0-1 0 0 0,0 1-1 0 0,1 0 1 0 0,-1-1 0 0 0,0 1 0 0 0,0-1 0 0 0,1 1 0 0 0,-1-1-1 0 0,0 1 1 0 0,1-1 0 0 0,-1 1 0 0 0,1-1 0 0 0,-1 1-1 0 0,0-1 1 0 0,1 0 0 0 0,-1 1 0 0 0,1-1 0 0 0,-1 0 0 0 0,1 1-1 0 0,0-1 1 0 0,-1 0 0 0 0,1 1 0 0 0,1-1 82 0 0,0 1 0 0 0,0-1 0 0 0,0 0 0 0 0,1 0 0 0 0,-1 0 0 0 0,0 0 0 0 0,0 0 0 0 0,0 0 0 0 0,2-1 0 0 0,40-14 962 0 0,-10 1-945 0 0,1 1-1 0 0,0 1 1 0 0,1 2-1 0 0,0 2 1 0 0,1 1 0 0 0,-1 2-1 0 0,72 0 1 0 0,-67 4-3946 0 0,-31-2 2169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8.361"/>
    </inkml:context>
    <inkml:brush xml:id="br0">
      <inkml:brushProperty name="width" value="0.05" units="cm"/>
      <inkml:brushProperty name="height" value="0.05" units="cm"/>
      <inkml:brushProperty name="color" value="#FF0066"/>
    </inkml:brush>
  </inkml:definitions>
  <inkml:trace contextRef="#ctx0" brushRef="#br0">470 105 2120 0 0,'0'0'1181'0'0,"-3"-5"2134"0"0,-5-10-2515 0 0,5 10-699 0 0,0-1 0 0 0,0 1 0 0 0,0 0 0 0 0,-1 0 0 0 0,1 0 0 0 0,-1 0 0 0 0,0 1 0 0 0,-1-1 0 0 0,1 1 0 0 0,-1 0 0 0 0,0 0 0 0 0,0 1 0 0 0,0-1 0 0 0,0 1 0 0 0,-1 1 0 0 0,1-1 0 0 0,-1 1 0 0 0,0-1 0 0 0,0 2 0 0 0,0-1 0 0 0,0 1 0 0 0,0-1 0 0 0,0 2 0 0 0,-9-1 0 0 0,7 1-51 0 0,0 0 1 0 0,0 0 0 0 0,0 1 0 0 0,0 0-1 0 0,0 1 1 0 0,1 0 0 0 0,-1 0-1 0 0,0 0 1 0 0,1 1 0 0 0,0 0-1 0 0,-1 1 1 0 0,1 0 0 0 0,0 0-1 0 0,1 0 1 0 0,-1 1 0 0 0,1 0-1 0 0,0 0 1 0 0,0 1 0 0 0,1-1-1 0 0,-8 11 1 0 0,-1 3-14 0 0,-66 99 265 0 0,70-100-235 0 0,1-1 0 0 0,1 1 0 0 0,1 0 0 0 0,0 1 0 0 0,-5 23 1 0 0,-1-8-7 0 0,11-31-56 0 0,0 0 0 0 0,0 0 0 0 0,1 0-1 0 0,0 0 1 0 0,-1 1 0 0 0,1-1 0 0 0,0 1 0 0 0,1-1-1 0 0,-1 1 1 0 0,1-1 0 0 0,-1 1 0 0 0,1-1 0 0 0,0 1 0 0 0,0 0-1 0 0,1 4 1 0 0,0-5 4 0 0,0 0 0 0 0,0 0 0 0 0,0 0 0 0 0,0-1 0 0 0,1 1-1 0 0,-1 0 1 0 0,1-1 0 0 0,-1 1 0 0 0,1-1 0 0 0,0 1 0 0 0,0-1 0 0 0,0 0 0 0 0,0 0 0 0 0,0 0-1 0 0,1 0 1 0 0,-1 0 0 0 0,1-1 0 0 0,3 3 0 0 0,1-1 7 0 0,1 0-1 0 0,-1 0 1 0 0,1 0 0 0 0,0-1-1 0 0,14 2 1 0 0,-18-3 0 0 0,1 0 0 0 0,-1 1 1 0 0,0 0-1 0 0,1 0 0 0 0,-1 0 1 0 0,6 4-1 0 0,-5-3-16 0 0,0 0 0 0 0,0-1 0 0 0,0 1 0 0 0,8 2 1 0 0,-7-4-81 0 0,0 1 0 0 0,0-1 1 0 0,0 0-1 0 0,0-1 0 0 0,0 1 1 0 0,1-1-1 0 0,-1 0 1 0 0,0-1-1 0 0,0 0 0 0 0,0 0 1 0 0,0 0-1 0 0,0 0 1 0 0,0-1-1 0 0,0 0 0 0 0,-1 0 1 0 0,9-5-1 0 0,-6 1-473 0 0,-1 1 0 0 0,0-2 0 0 0,0 1 0 0 0,0-1 0 0 0,-1 0 0 0 0,0 0 1 0 0,-1 0-1 0 0,0-1 0 0 0,5-8 0 0 0,0-3-1338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9.053"/>
    </inkml:context>
    <inkml:brush xml:id="br0">
      <inkml:brushProperty name="width" value="0.05" units="cm"/>
      <inkml:brushProperty name="height" value="0.05" units="cm"/>
      <inkml:brushProperty name="color" value="#FF0066"/>
    </inkml:brush>
  </inkml:definitions>
  <inkml:trace contextRef="#ctx0" brushRef="#br0">238 121 6905 0 0,'0'0'325'0'0,"-27"-17"991"0"0,18 17-1149 0 0,1 0 1 0 0,-1 0 0 0 0,1 0-1 0 0,-1 2 1 0 0,0-1 0 0 0,1 1-1 0 0,0 0 1 0 0,-1 0 0 0 0,1 1-1 0 0,0 0 1 0 0,0 1 0 0 0,1 0-1 0 0,-12 7 1 0 0,15-5-172 0 0,-1 0 0 0 0,1 0 1 0 0,0 0-1 0 0,1 1 0 0 0,-1-1 0 0 0,1 1 1 0 0,1 0-1 0 0,-4 13 0 0 0,4-15 13 0 0,-4 22-1 0 0,6-23 4 0 0,-1 0-1 0 0,0 0 1 0 0,0 0 0 0 0,0 0-1 0 0,0 0 1 0 0,-1 0-1 0 0,-3 7 1 0 0,1-5-1 0 0,0 1 0 0 0,1 0 0 0 0,0 0 0 0 0,0 0 0 0 0,0 0 0 0 0,1 0 0 0 0,0 0 0 0 0,1 1 0 0 0,0-1-1 0 0,0 0 1 0 0,0 1 0 0 0,1 0 0 0 0,0-1 0 0 0,2 13 0 0 0,0-7 26 0 0,1 0 0 0 0,0 0 0 0 0,1-1 0 0 0,0 1-1 0 0,1-1 1 0 0,1 0 0 0 0,9 15 0 0 0,-10-22-13 0 0,1-1 1 0 0,0 0-1 0 0,0 0 0 0 0,0 0 1 0 0,1-1-1 0 0,8 4 0 0 0,-10-6-13 0 0,-1 1 0 0 0,1-1-1 0 0,0 0 1 0 0,0 0-1 0 0,0-1 1 0 0,0 1-1 0 0,0-1 1 0 0,0 0-1 0 0,0-1 1 0 0,-1 1 0 0 0,1-1-1 0 0,8-2 1 0 0,-5 1 7 0 0,-1 0 1 0 0,1-1 0 0 0,-1 0-1 0 0,1-1 1 0 0,-1 0 0 0 0,12-8 0 0 0,-17 9 0 0 0,1 0 1 0 0,-1 0-1 0 0,1 0 1 0 0,-1-1 0 0 0,0 1-1 0 0,-1-1 1 0 0,1 1 0 0 0,0-1-1 0 0,-1 0 1 0 0,0 0 0 0 0,0 1-1 0 0,0-1 1 0 0,0 0-1 0 0,0-7 1 0 0,-1 5 14 0 0,1 1 0 0 0,1-1 0 0 0,-1 1-1 0 0,1-1 1 0 0,3-7 0 0 0,0 2 2 0 0,0 0 0 0 0,-1 0 1 0 0,0-1-1 0 0,-1 0 0 0 0,0 0 0 0 0,-1 0 0 0 0,0 0 1 0 0,0-19-1 0 0,-2-5 9 0 0,-7-58 0 0 0,5 77-2 0 0,-1 0 0 0 0,-1 0 0 0 0,-1 0 1 0 0,0 1-1 0 0,-15-32 0 0 0,17 45-37 0 0,0 0 1 0 0,0 1-1 0 0,0 0 1 0 0,0-1-1 0 0,0 1 1 0 0,-1 0 0 0 0,1 1-1 0 0,-8-4 1 0 0,7 3-14 0 0,-1 1-33 0 0,1 0 0 0 0,0-1 0 0 0,-1 2 0 0 0,1-1 1 0 0,-1 0-1 0 0,1 1 0 0 0,-1 0 0 0 0,1 0 0 0 0,-1 0 0 0 0,1 1 1 0 0,-1 0-1 0 0,1-1 0 0 0,0 2 0 0 0,-1-1 0 0 0,1 0 1 0 0,0 1-1 0 0,0 0 0 0 0,0 0 0 0 0,0 0 0 0 0,0 0 0 0 0,0 1 1 0 0,0-1-1 0 0,1 1 0 0 0,0 0 0 0 0,-1 0 0 0 0,1 1 0 0 0,0-1 1 0 0,0 0-1 0 0,-4 8 0 0 0,-1 4-397 0 0,3-6-528 0 0,0 0 1 0 0,1 0-1 0 0,-6 19 0 0 0,6-13-970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9.511"/>
    </inkml:context>
    <inkml:brush xml:id="br0">
      <inkml:brushProperty name="width" value="0.05" units="cm"/>
      <inkml:brushProperty name="height" value="0.05" units="cm"/>
      <inkml:brushProperty name="color" value="#FF0066"/>
    </inkml:brush>
  </inkml:definitions>
  <inkml:trace contextRef="#ctx0" brushRef="#br0">75 1 6649 0 0,'0'0'192'0'0,"-19"10"357"0"0,17-8-305 0 0,-1 0 1 0 0,1-1-1 0 0,-1 1 1 0 0,1-1-1 0 0,-1 1 1 0 0,0-1-1 0 0,0 0 1 0 0,0 0 0 0 0,1 0-1 0 0,-1-1 1 0 0,0 1-1 0 0,0-1 1 0 0,0 1-1 0 0,0-1 1 0 0,0 0-1 0 0,0 0 1 0 0,-5-1 0 0 0,8 1-245 0 0,-1 0 25 0 0,18 0-6 0 0,2 4 8 0 0,-1 1 0 0 0,1 0 1 0 0,-1 1-1 0 0,0 1 0 0 0,-1 0 0 0 0,0 2 1 0 0,27 16-1 0 0,-22-11 86 0 0,1-2 1 0 0,0-1-1 0 0,37 13 1 0 0,-56-23-202 0 0,-1 0 0 0 0,1-1 1 0 0,0 1-1 0 0,-1-1 0 0 0,1 0 0 0 0,0 0 0 0 0,-1 0 0 0 0,1-1 1 0 0,0 1-1 0 0,-1-1 0 0 0,1 0 0 0 0,0 0 0 0 0,-1 0 0 0 0,1 0 1 0 0,-1-1-1 0 0,0 0 0 0 0,1 1 0 0 0,-1-1 0 0 0,0 0 0 0 0,4-3 1 0 0,12-17-1999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571"/>
    </inkml:context>
    <inkml:brush xml:id="br0">
      <inkml:brushProperty name="width" value="0.05" units="cm"/>
      <inkml:brushProperty name="height" value="0.05" units="cm"/>
      <inkml:brushProperty name="color" value="#FF0066"/>
    </inkml:brush>
  </inkml:definitions>
  <inkml:trace contextRef="#ctx0" brushRef="#br0">33 0 5473 0 0,'-2'0'3457'0'0,"0"0"-3209"0"0,1 0-184 0 0,-1 0-56 0 0,0 0-16 0 0,1 2-56 0 0,1 0-168 0 0,-2-1-48 0 0,0 3-64 0 0,1 4-312 0 0,-5 8-329 0 0,3-3 1 0 0,0 1-144 0 0,-2-1-312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902"/>
    </inkml:context>
    <inkml:brush xml:id="br0">
      <inkml:brushProperty name="width" value="0.05" units="cm"/>
      <inkml:brushProperty name="height" value="0.05" units="cm"/>
      <inkml:brushProperty name="color" value="#FF0066"/>
    </inkml:brush>
  </inkml:definitions>
  <inkml:trace contextRef="#ctx0" brushRef="#br0">22 1 5521 0 0,'0'0'160'0'0,"-1"0"-232"0"0,-1 2-40 0 0,0-1 32 0 0,2 1-264 0 0,-1 1-112 0 0,-1 1-168 0 0,2 1-1433 0 0</inkml:trace>
  <inkml:trace contextRef="#ctx0" brushRef="#br0" timeOffset="1">2 519 4377 0 0,'0'0'344'0'0,"0"2"-440"0"0,0-1-72 0 0,0 3-104 0 0,0 1-192 0 0,-2 15-400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4.131"/>
    </inkml:context>
    <inkml:brush xml:id="br0">
      <inkml:brushProperty name="width" value="0.05" units="cm"/>
      <inkml:brushProperty name="height" value="0.05" units="cm"/>
      <inkml:brushProperty name="color" value="#FF0066"/>
    </inkml:brush>
  </inkml:definitions>
  <inkml:trace contextRef="#ctx0" brushRef="#br0">175 112 472 0 0,'0'0'578'0'0,"-5"-15"3166"0"0,-3 6-1951 0 0,6 6-1600 0 0,-1 0 1 0 0,1 0 0 0 0,-1 1-1 0 0,0-1 1 0 0,0 0 0 0 0,0 1 0 0 0,0 0-1 0 0,0 0 1 0 0,-1 0 0 0 0,1 0-1 0 0,-1 0 1 0 0,1 1 0 0 0,-1-1 0 0 0,1 1-1 0 0,-1 0 1 0 0,0 0 0 0 0,0 0-1 0 0,0 1 1 0 0,-5-1 0 0 0,7 1-186 0 0,0 0-1 0 0,0 0 1 0 0,0 0 0 0 0,0 0 0 0 0,0 0 0 0 0,0 0-1 0 0,0 1 1 0 0,0-1 0 0 0,0 1 0 0 0,0-1-1 0 0,0 1 1 0 0,0 0 0 0 0,0 0 0 0 0,1 0 0 0 0,-1 0-1 0 0,0 0 1 0 0,-2 2 0 0 0,2 0 13 0 0,1 0 0 0 0,-1 0 0 0 0,0 0 1 0 0,1 0-1 0 0,0 0 0 0 0,0 1 0 0 0,0-1 1 0 0,0 0-1 0 0,-1 6 0 0 0,0 4 17 0 0,0-6-34 0 0,1 1-1 0 0,-1 0 1 0 0,0-1 0 0 0,-1 1 0 0 0,0-1-1 0 0,-7 14 1 0 0,8-17 3 0 0,0 0 0 0 0,0 0 0 0 0,0 0 1 0 0,1 0-1 0 0,-1 1 0 0 0,1-1 0 0 0,0 5 0 0 0,0-7 2 0 0,1 0 0 0 0,0 0 0 0 0,-1 0 0 0 0,1 0 0 0 0,0 0 0 0 0,0 0 0 0 0,1 0 0 0 0,-1 0 0 0 0,0 0-1 0 0,1-1 1 0 0,-1 1 0 0 0,1 0 0 0 0,-1 0 0 0 0,1 0 0 0 0,0 0 0 0 0,0-1 0 0 0,0 1 0 0 0,2 2 0 0 0,26 12 87 0 0,-22-13-32 0 0,0 0 0 0 0,0 0 1 0 0,0 0-1 0 0,1-1 0 0 0,-1 0 1 0 0,1 0-1 0 0,0-1 0 0 0,-1 0 1 0 0,1-1-1 0 0,0 1 0 0 0,0-2 1 0 0,-1 1-1 0 0,1-1 0 0 0,0 0 1 0 0,0 0-1 0 0,-1-1 0 0 0,1 0 1 0 0,-1-1-1 0 0,0 1 0 0 0,9-6 1 0 0,-13 7-44 0 0,-1-1 0 0 0,0 1 0 0 0,0-1 0 0 0,0 0 0 0 0,-1 0 0 0 0,1 0 0 0 0,0 0 0 0 0,-1 0 0 0 0,1 0-1 0 0,-1 0 1 0 0,0 0 0 0 0,1 0 0 0 0,-1-1 0 0 0,0 1 0 0 0,1-5 0 0 0,8-39 196 0 0,-9 37-172 0 0,2-6 16 0 0,-2-1 0 0 0,1-22 0 0 0,-2 33-64 0 0,0 0-1 0 0,0 1 1 0 0,-1-1-1 0 0,0 0 1 0 0,0 1-1 0 0,0-1 1 0 0,0 1-1 0 0,-1-1 1 0 0,0 1-1 0 0,0 0 1 0 0,0 0-1 0 0,-5-8 1 0 0,2 8-15 0 0,0-1 1 0 0,-1 1 0 0 0,1 0 0 0 0,-1 0-1 0 0,0 1 1 0 0,0-1 0 0 0,-1 2 0 0 0,1-1 0 0 0,0 0-1 0 0,-10-1 1 0 0,9 3-81 0 0,-1-1 0 0 0,0 2-1 0 0,1-1 1 0 0,-1 1 0 0 0,-15 2-1 0 0,21-2 31 0 0,0 0 0 0 0,0 1 0 0 0,1-1 0 0 0,-1 1 0 0 0,0-1 0 0 0,0 1-1 0 0,0 0 1 0 0,0 0 0 0 0,1-1 0 0 0,-1 1 0 0 0,0 1 0 0 0,1-1-1 0 0,-1 0 1 0 0,1 0 0 0 0,-1 1 0 0 0,1-1 0 0 0,-1 1 0 0 0,1-1 0 0 0,0 1-1 0 0,0-1 1 0 0,0 1 0 0 0,0 0 0 0 0,0-1 0 0 0,0 1 0 0 0,0 0 0 0 0,1 0-1 0 0,-1 3 1 0 0,-1-1-257 0 0,1 0 0 0 0,0-1 0 0 0,-1 1 0 0 0,1 0 0 0 0,-5 6-1 0 0,4-7-44 0 0,1 0-1 0 0,-1 0 0 0 0,0 0 0 0 0,1 0 1 0 0,0 0-1 0 0,0 0 0 0 0,0 1 0 0 0,-1 4 0 0 0,2 2-1002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4.556"/>
    </inkml:context>
    <inkml:brush xml:id="br0">
      <inkml:brushProperty name="width" value="0.05" units="cm"/>
      <inkml:brushProperty name="height" value="0.05" units="cm"/>
      <inkml:brushProperty name="color" value="#FF0066"/>
    </inkml:brush>
  </inkml:definitions>
  <inkml:trace contextRef="#ctx0" brushRef="#br0">18 4 2729 0 0,'-17'-4'6445'0'0,"25"8"-3532"0"0,29 14-2877 0 0,106 52 454 0 0,-117-60-721 0 0,0 0 1 0 0,1-2-1 0 0,46 8 0 0 0,-64-15-2626 0 0,-1 0 225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6.211"/>
    </inkml:context>
    <inkml:brush xml:id="br0">
      <inkml:brushProperty name="width" value="0.05" units="cm"/>
      <inkml:brushProperty name="height" value="0.05" units="cm"/>
      <inkml:brushProperty name="color" value="#FF0066"/>
    </inkml:brush>
  </inkml:definitions>
  <inkml:trace contextRef="#ctx0" brushRef="#br0">58 5 2048 0 0,'0'0'-454'0'0,"-29"-3"554"0"0,22 2 101 0 0,-11 1 2746 0 0,14 3-1684 0 0,9 5-1140 0 0,-1-7-107 0 0,0 1-1 0 0,1-1 1 0 0,-1 0-1 0 0,0 0 1 0 0,0 0-1 0 0,1-1 1 0 0,-1 1-1 0 0,7-1 1 0 0,-4 0 16 0 0,141 5-2271 0 0,-138-5 1343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6.841"/>
    </inkml:context>
    <inkml:brush xml:id="br0">
      <inkml:brushProperty name="width" value="0.05" units="cm"/>
      <inkml:brushProperty name="height" value="0.05" units="cm"/>
      <inkml:brushProperty name="color" value="#FF0066"/>
    </inkml:brush>
  </inkml:definitions>
  <inkml:trace contextRef="#ctx0" brushRef="#br0">1 1 2401 0 0,'0'0'2360'0'0,"26"2"-473"0"0,228 12-3242 0 0,-226-14-520 0 0,-18 0 713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7.390"/>
    </inkml:context>
    <inkml:brush xml:id="br0">
      <inkml:brushProperty name="width" value="0.05" units="cm"/>
      <inkml:brushProperty name="height" value="0.05" units="cm"/>
      <inkml:brushProperty name="color" value="#FF0066"/>
    </inkml:brush>
  </inkml:definitions>
  <inkml:trace contextRef="#ctx0" brushRef="#br0">0 3 1944 0 0,'0'0'1581'0'0,"22"7"-1329"0"0,126-13 1474 0 0,-88 2-2593 0 0,-17 4-835 0 0,-36 0 1064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7.942"/>
    </inkml:context>
    <inkml:brush xml:id="br0">
      <inkml:brushProperty name="width" value="0.05" units="cm"/>
      <inkml:brushProperty name="height" value="0.05" units="cm"/>
      <inkml:brushProperty name="color" value="#FF0066"/>
    </inkml:brush>
  </inkml:definitions>
  <inkml:trace contextRef="#ctx0" brushRef="#br0">0 9 1920 0 0,'0'0'630'0'0,"23"4"-49"0"0,34-2 92 0 0,92-8 0 0 0,-124 5-698 0 0,54-5-1257 0 0,-61 5 577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5.547"/>
    </inkml:context>
    <inkml:brush xml:id="br0">
      <inkml:brushProperty name="width" value="0.05" units="cm"/>
      <inkml:brushProperty name="height" value="0.05" units="cm"/>
      <inkml:brushProperty name="color" value="#FF0066"/>
    </inkml:brush>
  </inkml:definitions>
  <inkml:trace contextRef="#ctx0" brushRef="#br0">0 1 344 0 0,'0'0'944'0'0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6.175"/>
    </inkml:context>
    <inkml:brush xml:id="br0">
      <inkml:brushProperty name="width" value="0.05" units="cm"/>
      <inkml:brushProperty name="height" value="0.05" units="cm"/>
      <inkml:brushProperty name="color" value="#FF0066"/>
    </inkml:brush>
  </inkml:definitions>
  <inkml:trace contextRef="#ctx0" brushRef="#br0">99 85 208 0 0,'0'0'2689'0'0,"-10"-15"-484"0"0,-2 14 18 0 0,11 1-2180 0 0,-1 0 0 0 0,1 0 0 0 0,-1-1 0 0 0,1 1 0 0 0,-1 0-1 0 0,1 0 1 0 0,-1 1 0 0 0,1-1 0 0 0,-1 0 0 0 0,1 0 0 0 0,-1 1-1 0 0,1-1 1 0 0,-1 1 0 0 0,1-1 0 0 0,-1 1 0 0 0,1 0 0 0 0,0-1 0 0 0,-1 1-1 0 0,1 0 1 0 0,0 0 0 0 0,0 0 0 0 0,0 0 0 0 0,0 0 0 0 0,-1 0 0 0 0,1 0-1 0 0,1 0 1 0 0,-1 1 0 0 0,0-1 0 0 0,0 0 0 0 0,0 1 0 0 0,0 1 0 0 0,-5 8-36 0 0,1 0 1 0 0,0 0 0 0 0,0 1 0 0 0,2-1 0 0 0,-1 1 0 0 0,-2 17 0 0 0,6-23 30 0 0,-1 0 1 0 0,1 0 0 0 0,0 0-1 0 0,0 0 1 0 0,0 0 0 0 0,1 0-1 0 0,0 0 1 0 0,0 0-1 0 0,1 0 1 0 0,0 0 0 0 0,0 0-1 0 0,0-1 1 0 0,1 1 0 0 0,5 8-1 0 0,-6-12-32 0 0,0 0-1 0 0,0-1 1 0 0,0 1-1 0 0,1-1 0 0 0,-1 1 1 0 0,1-1-1 0 0,-1 0 1 0 0,1 0-1 0 0,-1 0 1 0 0,1-1-1 0 0,0 1 0 0 0,3 0 1 0 0,23 10 74 0 0,-26-9-38 0 0,1 1 0 0 0,0-1 0 0 0,0 0 0 0 0,0 0 0 0 0,0 0 0 0 0,0 0 0 0 0,0-1 0 0 0,0 1 0 0 0,1-1 0 0 0,-1 0 0 0 0,0-1 0 0 0,1 1 0 0 0,-1-1 1 0 0,1 0-1 0 0,-1 0 0 0 0,1 0 0 0 0,-1 0 0 0 0,0-1 0 0 0,1 0 0 0 0,-1 0 0 0 0,0 0 0 0 0,1 0 0 0 0,-1-1 0 0 0,6-3 0 0 0,-7 2-22 0 0,-1-1 0 0 0,1 0 1 0 0,-1 0-1 0 0,0 0 0 0 0,-1 0 0 0 0,1 0 0 0 0,2-9 1 0 0,-2 5-8 0 0,7-24 35 0 0,-7 24-14 0 0,0 1 1 0 0,0-1-1 0 0,1 1 0 0 0,6-14 1 0 0,-5 14-9 0 0,-1 0 0 0 0,0 0 0 0 0,-1 0 0 0 0,0 0 0 0 0,0 0 0 0 0,0 0 0 0 0,-1-1 0 0 0,1-11 0 0 0,-2 15-13 0 0,0-1 0 0 0,0 1 1 0 0,0 0-1 0 0,-1-1 0 0 0,1 1 0 0 0,-1 0 0 0 0,0 0 1 0 0,0 0-1 0 0,-1-1 0 0 0,1 1 0 0 0,-1 1 0 0 0,0-1 1 0 0,0 0-1 0 0,0 0 0 0 0,-1 1 0 0 0,-3-6 0 0 0,4 8-6 0 0,0-1-1 0 0,0 1 0 0 0,0 0 0 0 0,0 0 0 0 0,0 0 0 0 0,-1 0 0 0 0,1 1 0 0 0,0-1 0 0 0,0 1 0 0 0,-4-1 0 0 0,3 0-7 0 0,0 1-1 0 0,1-1 0 0 0,-1 1 0 0 0,0-1 1 0 0,1 0-1 0 0,-1 0 0 0 0,-4-3 1 0 0,4 1-21 0 0,-1 1 1 0 0,0-1 0 0 0,-1 1 0 0 0,1 0-1 0 0,0 0 1 0 0,-8-2 0 0 0,10 4-37 0 0,0-1-1 0 0,0 1 1 0 0,0-1 0 0 0,0 1 0 0 0,0 0 0 0 0,0 0 0 0 0,0 0-1 0 0,0 0 1 0 0,0 0 0 0 0,0 1 0 0 0,0-1 0 0 0,0 0-1 0 0,0 1 1 0 0,0 0 0 0 0,0-1 0 0 0,1 1 0 0 0,-4 1 0 0 0,4-1-54 0 0,0 0 0 0 0,1 0 0 0 0,-1 0 0 0 0,0 0 0 0 0,0 0 0 0 0,1 0 0 0 0,-1 0 0 0 0,1 1 0 0 0,-1-1 0 0 0,1 0 0 0 0,-1 0 0 0 0,1 0 0 0 0,0 0 0 0 0,0 1 0 0 0,-1-1 0 0 0,1 3 0 0 0,0 23-1031 0 0,0-18 281 0 0,4 10-1457 0 0,-3-14 1352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6.647"/>
    </inkml:context>
    <inkml:brush xml:id="br0">
      <inkml:brushProperty name="width" value="0.05" units="cm"/>
      <inkml:brushProperty name="height" value="0.05" units="cm"/>
      <inkml:brushProperty name="color" value="#FF0066"/>
    </inkml:brush>
  </inkml:definitions>
  <inkml:trace contextRef="#ctx0" brushRef="#br0">142 18 3537 0 0,'0'0'384'0'0,"-27"0"1710"0"0,15 1-1578 0 0,-1-1 1 0 0,1-1-1 0 0,0 0 1 0 0,0-1-1 0 0,0 0 1 0 0,-21-8-1 0 0,33 10-514 0 0,-1 0 0 0 0,1 0 0 0 0,0 0-1 0 0,0 0 1 0 0,0-1 0 0 0,0 1 0 0 0,-1 0 0 0 0,1 0 0 0 0,0 0-1 0 0,0 0 1 0 0,0 0 0 0 0,-1-1 0 0 0,1 1 0 0 0,0 0 0 0 0,0 0-1 0 0,-1 0 1 0 0,1 0 0 0 0,0 0 0 0 0,0 0 0 0 0,-1 0-1 0 0,1 0 1 0 0,0 0 0 0 0,0 0 0 0 0,-1 0 0 0 0,1 0 0 0 0,0 0-1 0 0,0 0 1 0 0,-1 0 0 0 0,1 0 0 0 0,0 0 0 0 0,0 0 0 0 0,-1 1-1 0 0,1-1 1 0 0,0 0 0 0 0,0 0 0 0 0,-1 0 0 0 0,13 7 111 0 0,9 1 35 0 0,0 0 0 0 0,-1 2 1 0 0,30 19-1 0 0,-46-26-98 0 0,1 1 1 0 0,-1 0-1 0 0,0 0 1 0 0,-1 0-1 0 0,1 0 1 0 0,4 8-1 0 0,-5-8-28 0 0,-1 0-1 0 0,1 0 1 0 0,0 0-1 0 0,0-1 0 0 0,0 1 1 0 0,1-1-1 0 0,-1 0 1 0 0,1 0-1 0 0,0 0 1 0 0,7 4-1 0 0,24 12 73 0 0,-30-15-502 0 0,1 0 0 0 0,-1-1-1 0 0,1 0 1 0 0,0 0 0 0 0,9 2 0 0 0,-6-3-1253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3:05.550"/>
    </inkml:context>
    <inkml:brush xml:id="br0">
      <inkml:brushProperty name="width" value="0.05" units="cm"/>
      <inkml:brushProperty name="height" value="0.05" units="cm"/>
      <inkml:brushProperty name="color" value="#FF0066"/>
    </inkml:brush>
  </inkml:definitions>
  <inkml:trace contextRef="#ctx0" brushRef="#br0">300 34 328 0 0,'0'0'3265'0'0,"-3"-20"-89"0"0,1 18-3049 0 0,0 1 0 0 0,-1 0-1 0 0,1-1 1 0 0,0 1-1 0 0,0 0 1 0 0,-1 0-1 0 0,1 0 1 0 0,0 1-1 0 0,-1-1 1 0 0,1 0-1 0 0,-1 1 1 0 0,-3-1-1 0 0,-36 0 251 0 0,31 1 335 0 0,5 1-676 0 0,0 1 0 0 0,1-1-1 0 0,-1 1 1 0 0,0 0 0 0 0,1 0-1 0 0,-1 1 1 0 0,1 0 0 0 0,-1 0-1 0 0,1 0 1 0 0,0 0 0 0 0,1 1-1 0 0,-10 8 1 0 0,-25 16 178 0 0,32-22-198 0 0,1 0-1 0 0,-1 0 1 0 0,2 1 0 0 0,-1 0-1 0 0,1 0 1 0 0,0 0 0 0 0,-7 12-1 0 0,1 0 1 0 0,7-14-8 0 0,1 0 0 0 0,0 0 0 0 0,0 0 0 0 0,1 0-1 0 0,-1 1 1 0 0,1-1 0 0 0,0 1 0 0 0,1 0 0 0 0,-1-1 0 0 0,1 1 0 0 0,-1 11 0 0 0,2-15-3 0 0,0 0 0 0 0,1 0 0 0 0,-1-1 0 0 0,0 1 1 0 0,1 0-1 0 0,-1 0 0 0 0,1 0 0 0 0,-1-1 0 0 0,1 1 0 0 0,0 0 0 0 0,0 0 0 0 0,0-1 1 0 0,0 1-1 0 0,0-1 0 0 0,0 1 0 0 0,0-1 0 0 0,0 0 0 0 0,1 1 0 0 0,1 1 1 0 0,1-1-18 0 0,-1 1 0 0 0,1-1 1 0 0,0 0-1 0 0,0 0 0 0 0,1 0 1 0 0,-1-1-1 0 0,8 2 0 0 0,-4-1-253 0 0,1 0-1 0 0,0-1 1 0 0,-1-1-1 0 0,17 0 1 0 0,-12-1-1425 0 0,0-1 1 0 0,20-5-1 0 0,-20 4 237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3:06.180"/>
    </inkml:context>
    <inkml:brush xml:id="br0">
      <inkml:brushProperty name="width" value="0.05" units="cm"/>
      <inkml:brushProperty name="height" value="0.05" units="cm"/>
      <inkml:brushProperty name="color" value="#FF0066"/>
    </inkml:brush>
  </inkml:definitions>
  <inkml:trace contextRef="#ctx0" brushRef="#br0">113 106 4089 0 0,'0'0'985'0'0,"-13"10"564"0"0,9-6 605 0 0,6-10-1086 0 0,3-3-1022 0 0,-3 5 9 0 0,0 1 1 0 0,0 0-1 0 0,-1-1 0 0 0,0 1 1 0 0,1-1-1 0 0,-1 1 1 0 0,0-1-1 0 0,-1 0 0 0 0,1 1 1 0 0,-1-1-1 0 0,1-5 1 0 0,-2 6-35 0 0,1 1 1 0 0,0-1-1 0 0,0 1 0 0 0,-1 0 1 0 0,0-1-1 0 0,1 1 1 0 0,-1-1-1 0 0,0 1 1 0 0,0 0-1 0 0,0 0 1 0 0,0 0-1 0 0,-1-1 1 0 0,1 1-1 0 0,-1 0 1 0 0,1 0-1 0 0,-1 1 0 0 0,0-1 1 0 0,1 0-1 0 0,-1 0 1 0 0,0 1-1 0 0,0 0 1 0 0,0-1-1 0 0,-1 1 1 0 0,1 0-1 0 0,0 0 1 0 0,0 0-1 0 0,-1 0 1 0 0,1 0-1 0 0,0 0 0 0 0,-1 1 1 0 0,1-1-1 0 0,-1 1 1 0 0,1 0-1 0 0,-1 0 1 0 0,1 0-1 0 0,-1 0 1 0 0,1 0-1 0 0,-1 0 1 0 0,1 1-1 0 0,0-1 1 0 0,-1 1-1 0 0,-3 1 0 0 0,4-1-21 0 0,0 0-1 0 0,-1 0 1 0 0,1 1-1 0 0,0-1 1 0 0,0 1-1 0 0,0-1 0 0 0,0 1 1 0 0,0 0-1 0 0,0 0 1 0 0,1 0-1 0 0,-1 0 0 0 0,0 0 1 0 0,1 0-1 0 0,0 0 1 0 0,-1 0-1 0 0,1 1 0 0 0,0-1 1 0 0,0 1-1 0 0,1-1 1 0 0,-1 1-1 0 0,0 3 1 0 0,0-3-6 0 0,0 1 0 0 0,1 0 0 0 0,-1 0 0 0 0,1-1 0 0 0,0 1 0 0 0,0 0 0 0 0,1 0 0 0 0,-1-1 0 0 0,1 1 0 0 0,-1 0 0 0 0,1-1 0 0 0,0 1 0 0 0,1-1 0 0 0,2 6 0 0 0,-3-7 8 0 0,1 0 0 0 0,0 0 0 0 0,0 0 0 0 0,0 0 1 0 0,0 0-1 0 0,1-1 0 0 0,-1 1 0 0 0,0-1 0 0 0,1 0 0 0 0,-1 1 1 0 0,1-1-1 0 0,0 0 0 0 0,-1 0 0 0 0,1-1 0 0 0,0 1 0 0 0,4 0 0 0 0,-3 0 1 0 0,0 0 0 0 0,1 0 0 0 0,-1 1 0 0 0,0 0-1 0 0,6 2 1 0 0,-3 0-58 0 0,1 0-1 0 0,-1-1 0 0 0,1 0 1 0 0,0-1-1 0 0,0 1 1 0 0,0-1-1 0 0,0-1 0 0 0,1 0 1 0 0,-1 0-1 0 0,0-1 1 0 0,0 0-1 0 0,1 0 0 0 0,-1-1 1 0 0,0 0-1 0 0,1 0 1 0 0,-1-1-1 0 0,0 0 1 0 0,0 0-1 0 0,0-1 0 0 0,-1 0 1 0 0,11-6-1 0 0,37-11-2530 0 0,-21-3 319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3:15.298"/>
    </inkml:context>
    <inkml:brush xml:id="br0">
      <inkml:brushProperty name="width" value="0.05" units="cm"/>
      <inkml:brushProperty name="height" value="0.05" units="cm"/>
      <inkml:brushProperty name="color" value="#FF0066"/>
    </inkml:brush>
  </inkml:definitions>
  <inkml:trace contextRef="#ctx0" brushRef="#br0">13 53 6289 0 0,'-12'-4'1857'0'0,"19"-36"409"0"0,-1 31-5335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1.579"/>
    </inkml:context>
    <inkml:brush xml:id="br0">
      <inkml:brushProperty name="width" value="0.05" units="cm"/>
      <inkml:brushProperty name="height" value="0.05" units="cm"/>
      <inkml:brushProperty name="color" value="#FF0066"/>
    </inkml:brush>
  </inkml:definitions>
  <inkml:trace contextRef="#ctx0" brushRef="#br0">1 17 32 0 0,'0'0'1958'0'0,"1"-17"3198"0"0,124 17-4174 0 0,-72 0-4920 0 0,-49 0 2829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2.097"/>
    </inkml:context>
    <inkml:brush xml:id="br0">
      <inkml:brushProperty name="width" value="0.05" units="cm"/>
      <inkml:brushProperty name="height" value="0.05" units="cm"/>
      <inkml:brushProperty name="color" value="#FF0066"/>
    </inkml:brush>
  </inkml:definitions>
  <inkml:trace contextRef="#ctx0" brushRef="#br0">0 4 440 0 0,'0'-4'7334'0'0,"0"4"-7300"0"0,9 11 205 0 0,19-6-166 0 0,55-2-1372 0 0,-68-3 74 0 0,1 0-1002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8.666"/>
    </inkml:context>
    <inkml:brush xml:id="br0">
      <inkml:brushProperty name="width" value="0.05" units="cm"/>
      <inkml:brushProperty name="height" value="0.05" units="cm"/>
      <inkml:brushProperty name="color" value="#FF0066"/>
    </inkml:brush>
  </inkml:definitions>
  <inkml:trace contextRef="#ctx0" brushRef="#br0">26 10 1840 0 0,'0'0'232'0'0,"-25"0"2938"0"0,119 3-3080 0 0,-50-1-559 0 0,0-1 1 0 0,0-3 0 0 0,58-9-1 0 0,-85 8-556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9.594"/>
    </inkml:context>
    <inkml:brush xml:id="br0">
      <inkml:brushProperty name="width" value="0.05" units="cm"/>
      <inkml:brushProperty name="height" value="0.05" units="cm"/>
      <inkml:brushProperty name="color" value="#FF0066"/>
    </inkml:brush>
  </inkml:definitions>
  <inkml:trace contextRef="#ctx0" brushRef="#br0">1 19 960 0 0,'0'0'3700'0'0,"10"0"-2999"0"0,32-5-454 0 0,159-9 305 0 0,-177 14-2083 0 0,-22 0 783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241"/>
    </inkml:context>
    <inkml:brush xml:id="br0">
      <inkml:brushProperty name="width" value="0.05" units="cm"/>
      <inkml:brushProperty name="height" value="0.05" units="cm"/>
      <inkml:brushProperty name="color" value="#FF0066"/>
    </inkml:brush>
  </inkml:definitions>
  <inkml:trace contextRef="#ctx0" brushRef="#br0">14 0 2232 0 0,'0'0'718'0'0,"-6"2"1851"0"0,-1 0-5846 0 0,7-1 2629 0 0,2 4-476 0 0,4-5 5140 0 0,-3 0-1767 0 0,-2 0-2251 0 0,19 72-876 0 0,-17-62-768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571"/>
    </inkml:context>
    <inkml:brush xml:id="br0">
      <inkml:brushProperty name="width" value="0.05" units="cm"/>
      <inkml:brushProperty name="height" value="0.05" units="cm"/>
      <inkml:brushProperty name="color" value="#FF0066"/>
    </inkml:brush>
  </inkml:definitions>
  <inkml:trace contextRef="#ctx0" brushRef="#br0">33 0 5473 0 0,'-2'0'3457'0'0,"0"0"-3209"0"0,1 0-184 0 0,-1 0-56 0 0,0 0-16 0 0,1 2-56 0 0,1 0-168 0 0,-2-1-48 0 0,0 3-64 0 0,1 4-312 0 0,-5 8-329 0 0,3-3 1 0 0,0 1-144 0 0,-2-1-312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902"/>
    </inkml:context>
    <inkml:brush xml:id="br0">
      <inkml:brushProperty name="width" value="0.05" units="cm"/>
      <inkml:brushProperty name="height" value="0.05" units="cm"/>
      <inkml:brushProperty name="color" value="#FF0066"/>
    </inkml:brush>
  </inkml:definitions>
  <inkml:trace contextRef="#ctx0" brushRef="#br0">22 1 5521 0 0,'0'0'160'0'0,"-1"0"-232"0"0,-1 2-40 0 0,0-1 32 0 0,2 1-264 0 0,-1 1-112 0 0,-1 1-168 0 0,2 1-1433 0 0</inkml:trace>
  <inkml:trace contextRef="#ctx0" brushRef="#br0" timeOffset="1">2 519 4377 0 0,'0'0'344'0'0,"0"2"-440"0"0,0-1-72 0 0,0 3-104 0 0,0 1-192 0 0,-2 15-400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3:15.298"/>
    </inkml:context>
    <inkml:brush xml:id="br0">
      <inkml:brushProperty name="width" value="0.05" units="cm"/>
      <inkml:brushProperty name="height" value="0.05" units="cm"/>
      <inkml:brushProperty name="color" value="#FF0066"/>
    </inkml:brush>
  </inkml:definitions>
  <inkml:trace contextRef="#ctx0" brushRef="#br0">13 53 6289 0 0,'-12'-4'1857'0'0,"19"-36"409"0"0,-1 31-5335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1.579"/>
    </inkml:context>
    <inkml:brush xml:id="br0">
      <inkml:brushProperty name="width" value="0.05" units="cm"/>
      <inkml:brushProperty name="height" value="0.05" units="cm"/>
      <inkml:brushProperty name="color" value="#FF0066"/>
    </inkml:brush>
  </inkml:definitions>
  <inkml:trace contextRef="#ctx0" brushRef="#br0">1 17 32 0 0,'0'0'1958'0'0,"1"-17"3198"0"0,124 17-4174 0 0,-72 0-4920 0 0,-49 0 2829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32.097"/>
    </inkml:context>
    <inkml:brush xml:id="br0">
      <inkml:brushProperty name="width" value="0.05" units="cm"/>
      <inkml:brushProperty name="height" value="0.05" units="cm"/>
      <inkml:brushProperty name="color" value="#FF0066"/>
    </inkml:brush>
  </inkml:definitions>
  <inkml:trace contextRef="#ctx0" brushRef="#br0">0 4 440 0 0,'0'-4'7334'0'0,"0"4"-7300"0"0,9 11 205 0 0,19-6-166 0 0,55-2-1372 0 0,-68-3 74 0 0,1 0-1002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8.666"/>
    </inkml:context>
    <inkml:brush xml:id="br0">
      <inkml:brushProperty name="width" value="0.05" units="cm"/>
      <inkml:brushProperty name="height" value="0.05" units="cm"/>
      <inkml:brushProperty name="color" value="#FF0066"/>
    </inkml:brush>
  </inkml:definitions>
  <inkml:trace contextRef="#ctx0" brushRef="#br0">26 10 1840 0 0,'0'0'232'0'0,"-25"0"2938"0"0,119 3-3080 0 0,-50-1-559 0 0,0-1 1 0 0,0-3 0 0 0,58-9-1 0 0,-85 8-556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9.594"/>
    </inkml:context>
    <inkml:brush xml:id="br0">
      <inkml:brushProperty name="width" value="0.05" units="cm"/>
      <inkml:brushProperty name="height" value="0.05" units="cm"/>
      <inkml:brushProperty name="color" value="#FF0066"/>
    </inkml:brush>
  </inkml:definitions>
  <inkml:trace contextRef="#ctx0" brushRef="#br0">1 19 960 0 0,'0'0'3700'0'0,"10"0"-2999"0"0,32-5-454 0 0,159-9 305 0 0,-177 14-2083 0 0,-22 0 783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241"/>
    </inkml:context>
    <inkml:brush xml:id="br0">
      <inkml:brushProperty name="width" value="0.05" units="cm"/>
      <inkml:brushProperty name="height" value="0.05" units="cm"/>
      <inkml:brushProperty name="color" value="#FF0066"/>
    </inkml:brush>
  </inkml:definitions>
  <inkml:trace contextRef="#ctx0" brushRef="#br0">14 0 2232 0 0,'0'0'718'0'0,"-6"2"1851"0"0,-1 0-5846 0 0,7-1 2629 0 0,2 4-476 0 0,4-5 5140 0 0,-3 0-1767 0 0,-2 0-2251 0 0,19 72-876 0 0,-17-62-768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571"/>
    </inkml:context>
    <inkml:brush xml:id="br0">
      <inkml:brushProperty name="width" value="0.05" units="cm"/>
      <inkml:brushProperty name="height" value="0.05" units="cm"/>
      <inkml:brushProperty name="color" value="#FF0066"/>
    </inkml:brush>
  </inkml:definitions>
  <inkml:trace contextRef="#ctx0" brushRef="#br0">33 0 5473 0 0,'-2'0'3457'0'0,"0"0"-3209"0"0,1 0-184 0 0,-1 0-56 0 0,0 0-16 0 0,1 2-56 0 0,1 0-168 0 0,-2-1-48 0 0,0 3-64 0 0,1 4-312 0 0,-5 8-329 0 0,3-3 1 0 0,0 1-144 0 0,-2-1-312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902"/>
    </inkml:context>
    <inkml:brush xml:id="br0">
      <inkml:brushProperty name="width" value="0.05" units="cm"/>
      <inkml:brushProperty name="height" value="0.05" units="cm"/>
      <inkml:brushProperty name="color" value="#FF0066"/>
    </inkml:brush>
  </inkml:definitions>
  <inkml:trace contextRef="#ctx0" brushRef="#br0">22 1 5521 0 0,'0'0'160'0'0,"-1"0"-232"0"0,-1 2-40 0 0,0-1 32 0 0,2 1-264 0 0,-1 1-112 0 0,-1 1-168 0 0,2 1-1433 0 0</inkml:trace>
  <inkml:trace contextRef="#ctx0" brushRef="#br0" timeOffset="1">2 519 4377 0 0,'0'0'344'0'0,"0"2"-440"0"0,0-1-72 0 0,0 3-104 0 0,0 1-192 0 0,-2 15-400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3:15.298"/>
    </inkml:context>
    <inkml:brush xml:id="br0">
      <inkml:brushProperty name="width" value="0.05" units="cm"/>
      <inkml:brushProperty name="height" value="0.05" units="cm"/>
      <inkml:brushProperty name="color" value="#FF0066"/>
    </inkml:brush>
  </inkml:definitions>
  <inkml:trace contextRef="#ctx0" brushRef="#br0">13 53 6289 0 0,'-12'-4'1857'0'0,"19"-36"409"0"0,-1 31-5335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8.666"/>
    </inkml:context>
    <inkml:brush xml:id="br0">
      <inkml:brushProperty name="width" value="0.05" units="cm"/>
      <inkml:brushProperty name="height" value="0.05" units="cm"/>
      <inkml:brushProperty name="color" value="#FF0066"/>
    </inkml:brush>
  </inkml:definitions>
  <inkml:trace contextRef="#ctx0" brushRef="#br0">26 10 1840 0 0,'0'0'232'0'0,"-25"0"2938"0"0,119 3-3080 0 0,-50-1-559 0 0,0-1 1 0 0,0-3 0 0 0,58-9-1 0 0,-85 8-556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9.594"/>
    </inkml:context>
    <inkml:brush xml:id="br0">
      <inkml:brushProperty name="width" value="0.05" units="cm"/>
      <inkml:brushProperty name="height" value="0.05" units="cm"/>
      <inkml:brushProperty name="color" value="#FF0066"/>
    </inkml:brush>
  </inkml:definitions>
  <inkml:trace contextRef="#ctx0" brushRef="#br0">1 19 960 0 0,'0'0'3700'0'0,"10"0"-2999"0"0,32-5-454 0 0,159-9 305 0 0,-177 14-2083 0 0,-22 0 783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241"/>
    </inkml:context>
    <inkml:brush xml:id="br0">
      <inkml:brushProperty name="width" value="0.05" units="cm"/>
      <inkml:brushProperty name="height" value="0.05" units="cm"/>
      <inkml:brushProperty name="color" value="#FF0066"/>
    </inkml:brush>
  </inkml:definitions>
  <inkml:trace contextRef="#ctx0" brushRef="#br0">14 0 2232 0 0,'0'0'718'0'0,"-6"2"1851"0"0,-1 0-5846 0 0,7-1 2629 0 0,2 4-476 0 0,4-5 5140 0 0,-3 0-1767 0 0,-2 0-2251 0 0,19 72-876 0 0,-17-62-768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571"/>
    </inkml:context>
    <inkml:brush xml:id="br0">
      <inkml:brushProperty name="width" value="0.05" units="cm"/>
      <inkml:brushProperty name="height" value="0.05" units="cm"/>
      <inkml:brushProperty name="color" value="#FF0066"/>
    </inkml:brush>
  </inkml:definitions>
  <inkml:trace contextRef="#ctx0" brushRef="#br0">33 0 5473 0 0,'-2'0'3457'0'0,"0"0"-3209"0"0,1 0-184 0 0,-1 0-56 0 0,0 0-16 0 0,1 2-56 0 0,1 0-168 0 0,-2-1-48 0 0,0 3-64 0 0,1 4-312 0 0,-5 8-329 0 0,3-3 1 0 0,0 1-144 0 0,-2-1-312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902"/>
    </inkml:context>
    <inkml:brush xml:id="br0">
      <inkml:brushProperty name="width" value="0.05" units="cm"/>
      <inkml:brushProperty name="height" value="0.05" units="cm"/>
      <inkml:brushProperty name="color" value="#FF0066"/>
    </inkml:brush>
  </inkml:definitions>
  <inkml:trace contextRef="#ctx0" brushRef="#br0">22 1 5521 0 0,'0'0'160'0'0,"-1"0"-232"0"0,-1 2-40 0 0,0-1 32 0 0,2 1-264 0 0,-1 1-112 0 0,-1 1-168 0 0,2 1-1433 0 0</inkml:trace>
  <inkml:trace contextRef="#ctx0" brushRef="#br0" timeOffset="1">2 519 4377 0 0,'0'0'344'0'0,"0"2"-440"0"0,0-1-72 0 0,0 3-104 0 0,0 1-192 0 0,-2 15-400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3:15.298"/>
    </inkml:context>
    <inkml:brush xml:id="br0">
      <inkml:brushProperty name="width" value="0.05" units="cm"/>
      <inkml:brushProperty name="height" value="0.05" units="cm"/>
      <inkml:brushProperty name="color" value="#FF0066"/>
    </inkml:brush>
  </inkml:definitions>
  <inkml:trace contextRef="#ctx0" brushRef="#br0">13 53 6289 0 0,'-12'-4'1857'0'0,"19"-36"409"0"0,-1 31-5335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8.666"/>
    </inkml:context>
    <inkml:brush xml:id="br0">
      <inkml:brushProperty name="width" value="0.05" units="cm"/>
      <inkml:brushProperty name="height" value="0.05" units="cm"/>
      <inkml:brushProperty name="color" value="#FF0066"/>
    </inkml:brush>
  </inkml:definitions>
  <inkml:trace contextRef="#ctx0" brushRef="#br0">26 10 1840 0 0,'0'0'232'0'0,"-25"0"2938"0"0,119 3-3080 0 0,-50-1-559 0 0,0-1 1 0 0,0-3 0 0 0,58-9-1 0 0,-85 8-556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49.594"/>
    </inkml:context>
    <inkml:brush xml:id="br0">
      <inkml:brushProperty name="width" value="0.05" units="cm"/>
      <inkml:brushProperty name="height" value="0.05" units="cm"/>
      <inkml:brushProperty name="color" value="#FF0066"/>
    </inkml:brush>
  </inkml:definitions>
  <inkml:trace contextRef="#ctx0" brushRef="#br0">1 19 960 0 0,'0'0'3700'0'0,"10"0"-2999"0"0,32-5-454 0 0,159-9 305 0 0,-177 14-2083 0 0,-22 0 783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241"/>
    </inkml:context>
    <inkml:brush xml:id="br0">
      <inkml:brushProperty name="width" value="0.05" units="cm"/>
      <inkml:brushProperty name="height" value="0.05" units="cm"/>
      <inkml:brushProperty name="color" value="#FF0066"/>
    </inkml:brush>
  </inkml:definitions>
  <inkml:trace contextRef="#ctx0" brushRef="#br0">14 0 2232 0 0,'0'0'718'0'0,"-6"2"1851"0"0,-1 0-5846 0 0,7-1 2629 0 0,2 4-476 0 0,4-5 5140 0 0,-3 0-1767 0 0,-2 0-2251 0 0,19 72-876 0 0,-17-62-768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571"/>
    </inkml:context>
    <inkml:brush xml:id="br0">
      <inkml:brushProperty name="width" value="0.05" units="cm"/>
      <inkml:brushProperty name="height" value="0.05" units="cm"/>
      <inkml:brushProperty name="color" value="#FF0066"/>
    </inkml:brush>
  </inkml:definitions>
  <inkml:trace contextRef="#ctx0" brushRef="#br0">33 0 5473 0 0,'-2'0'3457'0'0,"0"0"-3209"0"0,1 0-184 0 0,-1 0-56 0 0,0 0-16 0 0,1 2-56 0 0,1 0-168 0 0,-2-1-48 0 0,0 3-64 0 0,1 4-312 0 0,-5 8-329 0 0,3-3 1 0 0,0 1-144 0 0,-2-1-312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50.902"/>
    </inkml:context>
    <inkml:brush xml:id="br0">
      <inkml:brushProperty name="width" value="0.05" units="cm"/>
      <inkml:brushProperty name="height" value="0.05" units="cm"/>
      <inkml:brushProperty name="color" value="#FF0066"/>
    </inkml:brush>
  </inkml:definitions>
  <inkml:trace contextRef="#ctx0" brushRef="#br0">22 1 5521 0 0,'0'0'160'0'0,"-1"0"-232"0"0,-1 2-40 0 0,0-1 32 0 0,2 1-264 0 0,-1 1-112 0 0,-1 1-168 0 0,2 1-1433 0 0</inkml:trace>
  <inkml:trace contextRef="#ctx0" brushRef="#br0" timeOffset="1">2 519 4377 0 0,'0'0'344'0'0,"0"2"-440"0"0,0-1-72 0 0,0 3-104 0 0,0 1-192 0 0,-2 15-400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2T14:02:06.973"/>
    </inkml:context>
    <inkml:brush xml:id="br0">
      <inkml:brushProperty name="width" value="0.05" units="cm"/>
      <inkml:brushProperty name="height" value="0.05" units="cm"/>
    </inkml:brush>
  </inkml:definitions>
  <inkml:trace contextRef="#ctx0" brushRef="#br0">0 0 2048 0 0,'0'0'4084'0'0,"8"11"-2696"0"0,-8-1-2535 0 0,0-7-793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49"/>
    </inkml:context>
    <inkml:brush xml:id="br0">
      <inkml:brushProperty name="width" value="0.05" units="cm"/>
      <inkml:brushProperty name="height" value="0.05" units="cm"/>
    </inkml:brush>
  </inkml:definitions>
  <inkml:trace contextRef="#ctx0" brushRef="#br0">222 168 808 0 0,'0'-13'1855'0'0,"10"-120"5984"0"0,-10 131-7714 0 0,0 1 0 0 0,0-1-1 0 0,0 1 1 0 0,0-1-1 0 0,1 1 1 0 0,-1-1 0 0 0,0 1-1 0 0,1-1 1 0 0,0 1 0 0 0,-1-1-1 0 0,2-1 1 0 0,-2 3-106 0 0,0 0 1 0 0,0 0-1 0 0,0 0 0 0 0,0 0 1 0 0,0-1-1 0 0,0 1 0 0 0,0 0 0 0 0,1 0 1 0 0,-1 0-1 0 0,0 0 0 0 0,0 0 1 0 0,0 0-1 0 0,0 0 0 0 0,0 0 1 0 0,0 0-1 0 0,0 0 0 0 0,0 0 1 0 0,0 0-1 0 0,1 0 0 0 0,-1 0 1 0 0,0 0-1 0 0,0 0 0 0 0,0 0 1 0 0,0 0-1 0 0,0 0 0 0 0,0 0 0 0 0,0 0 1 0 0,0 0-1 0 0,1 0 0 0 0,-1 0 1 0 0,0 0-1 0 0,0 0 0 0 0,0 0 1 0 0,0 0-1 0 0,0 0 0 0 0,0 0 1 0 0,0 0-1 0 0,0 0 0 0 0,0 0 1 0 0,1 0-1 0 0,-1 0 0 0 0,0 0 0 0 0,0 0 1 0 0,0 1-1 0 0,0-1 0 0 0,0 0 1 0 0,0 0-1 0 0,0 0 0 0 0,0 0 1 0 0,0 0-1 0 0,3 13 358 0 0,-1 268 730 0 0,-6-133-910 0 0,20 45 503 0 0,-7-112-102 0 0,-7-67-419 0 0,0-2-73 0 0,-1-1 0 0 0,0 1-1 0 0,-1-1 1 0 0,0 0 0 0 0,0 1 0 0 0,-1-1 0 0 0,-4 16 0 0 0,2-21-98 0 0,1 0 1 0 0,-1 0 0 0 0,-1-1 0 0 0,1 0-1 0 0,-1 1 1 0 0,0-1 0 0 0,0-1 0 0 0,0 1 0 0 0,-1 0-1 0 0,0-1 1 0 0,0 0 0 0 0,0 0 0 0 0,0-1-1 0 0,0 1 1 0 0,-1-1 0 0 0,0 0 0 0 0,1 0-1 0 0,-1-1 1 0 0,0 0 0 0 0,-11 3 0 0 0,3-1 5 0 0,1 1 1 0 0,0 1 0 0 0,-18 11 0 0 0,1 0 0 0 0,25-14 8 0 0,0 1 0 0 0,0 0 0 0 0,0 0 0 0 0,1 0 1 0 0,-1 1-1 0 0,1-1 0 0 0,0 1 0 0 0,-6 10 0 0 0,2-5-7 0 0,8-9-15 0 0,-1-1-1 0 0,1 1 1 0 0,0-1-1 0 0,-1 1 1 0 0,1-1-1 0 0,0 1 1 0 0,-1-1-1 0 0,1 1 0 0 0,0-1 1 0 0,0 1-1 0 0,0-1 1 0 0,0 1-1 0 0,-1-1 1 0 0,1 1-1 0 0,0-1 1 0 0,0 1-1 0 0,0 0 1 0 0,0-1-1 0 0,0 1 1 0 0,0-1-1 0 0,0 1 0 0 0,0 0 1 0 0,1-1-1 0 0,-1 1 1 0 0,0-1-1 0 0,0 1 1 0 0,0-1-1 0 0,1 1 1 0 0,-1-1-1 0 0,0 1 1 0 0,1-1-1 0 0,-1 1 0 0 0,2 1 4 0 0,0-1-1 0 0,-1 1 0 0 0,1-1 1 0 0,0 0-1 0 0,0 0 0 0 0,0 0 1 0 0,0 0-1 0 0,0 0 0 0 0,3 0 0 0 0,5 2 13 0 0,1 0 0 0 0,20 1 0 0 0,158 19 47 0 0,-154-17-58 0 0,-1 2 0 0 0,1 1 0 0 0,43 19 0 0 0,-75-27 11 0 0,1 0 0 0 0,-1 1 0 0 0,0-1 0 0 0,0 1 0 0 0,0 0 0 0 0,0 0 0 0 0,0 0 0 0 0,-1 0 0 0 0,1 1 0 0 0,2 2 0 0 0,-4-4-6 0 0,-1 0-1 0 0,1 0 1 0 0,-1 1 0 0 0,1-1-1 0 0,-1 0 1 0 0,0 1 0 0 0,0-1-1 0 0,0 0 1 0 0,1 1 0 0 0,-1-1-1 0 0,0 0 1 0 0,0 1 0 0 0,-1-1-1 0 0,1 0 1 0 0,0 1 0 0 0,0-1-1 0 0,-1 0 1 0 0,1 0 0 0 0,-1 1-1 0 0,1-1 1 0 0,-1 0 0 0 0,1 0-1 0 0,-1 0 1 0 0,0 1 0 0 0,0-1-1 0 0,1 0 1 0 0,-1 0 0 0 0,-2 1-1 0 0,-2 3-6 0 0,-1-1-1 0 0,1 0 1 0 0,-1 0-1 0 0,0 0 1 0 0,0-1-1 0 0,-1 1 1 0 0,1-2-1 0 0,-1 1 1 0 0,-13 3-1 0 0,-5 3 35 0 0,-58 22 19 0 0,-35 15 209 0 0,117-46-262 0 0,-33 16 196 0 0,-38 23 0 0 0,68-36-190 0 0,-1 0-1 0 0,1 0 0 0 0,1 0 0 0 0,-1 0 1 0 0,0 1-1 0 0,-4 7 0 0 0,6-10-8 0 0,1 1 0 0 0,0-1 0 0 0,0 1 0 0 0,0 0-1 0 0,0 0 1 0 0,1 0 0 0 0,-1 0 0 0 0,0-1 0 0 0,1 1 0 0 0,0 0 0 0 0,-1 0-1 0 0,1 0 1 0 0,0 0 0 0 0,0 0 0 0 0,0 0 0 0 0,0 0 0 0 0,0 0-1 0 0,0 0 1 0 0,1 0 0 0 0,0 2 0 0 0,33 13-1 0 0,-26-13 2 0 0,1 1 1 0 0,0-1 0 0 0,0-1-1 0 0,0 0 1 0 0,0 0 0 0 0,0-1-1 0 0,12 2 1 0 0,68 2 21 0 0,-73-6-20 0 0,1 0 1 0 0,-1 1 0 0 0,1 1-1 0 0,-1 0 1 0 0,1 2-1 0 0,30 10 1 0 0,-42-12-2 0 0,-1 0 0 0 0,0 0 0 0 0,1 1 0 0 0,-1 0 0 0 0,0 0 0 0 0,0 0 0 0 0,-1 0 0 0 0,1 1 0 0 0,-1-1 1 0 0,0 1-1 0 0,0 0 0 0 0,0 0 0 0 0,0 0 0 0 0,3 7 0 0 0,-5-8-1 0 0,0 0 1 0 0,0 0-1 0 0,0-1 1 0 0,0 1-1 0 0,-1 0 1 0 0,1 0-1 0 0,-1 0 1 0 0,0 0-1 0 0,0 0 1 0 0,0 0-1 0 0,0 0 1 0 0,-1-1-1 0 0,1 1 1 0 0,-1 0-1 0 0,1 0 1 0 0,-1 0-1 0 0,0 0 0 0 0,0-1 1 0 0,0 1-1 0 0,-1-1 1 0 0,1 1-1 0 0,-1-1 1 0 0,1 1-1 0 0,-1-1 1 0 0,-4 5-1 0 0,-8 5 8 0 0,-1 1-1 0 0,0-2 0 0 0,0 0 1 0 0,-2-1-1 0 0,1-1 0 0 0,-1 0 1 0 0,-19 7-1 0 0,-35 19 24 0 0,42-21 8 0 0,21-10-31 0 0,0 0 0 0 0,-1 0 1 0 0,1 1-1 0 0,1 0 1 0 0,-12 10-1 0 0,18-15-9 0 0,0 1 0 0 0,0 0-1 0 0,0 0 1 0 0,1 0 0 0 0,-1 0-1 0 0,0-1 1 0 0,0 1 0 0 0,1 0-1 0 0,-1 1 1 0 0,0-1 0 0 0,1 0 0 0 0,-1 0-1 0 0,1 0 1 0 0,0 0 0 0 0,-1 0-1 0 0,1 0 1 0 0,0 1 0 0 0,0-1-1 0 0,-1 0 1 0 0,1 0 0 0 0,0 0 0 0 0,0 1-1 0 0,0-1 1 0 0,1 0 0 0 0,-1 0-1 0 0,0 0 1 0 0,1 2 0 0 0,0-1-1 0 0,0-1 1 0 0,0 1 0 0 0,0-1 0 0 0,0 0 0 0 0,1 1-1 0 0,-1-1 1 0 0,0 0 0 0 0,1 0 0 0 0,-1 0 0 0 0,1 0-1 0 0,-1 0 1 0 0,1 0 0 0 0,0 0 0 0 0,-1-1 0 0 0,1 1-1 0 0,3 0 1 0 0,5 1 4 0 0,0 0-1 0 0,0-1 1 0 0,19 0-1 0 0,-21-1-3 0 0,0 0 1 0 0,-1 1-1 0 0,1-1 0 0 0,-1 1 0 0 0,1 1 0 0 0,-1 0 1 0 0,1 0-1 0 0,7 3 0 0 0,-12-3-1 0 0,0 0 0 0 0,0 0 0 0 0,-1 1 0 0 0,1-1 1 0 0,-1 1-1 0 0,1-1 0 0 0,-1 1 0 0 0,0 0 0 0 0,0 0 0 0 0,0 0 0 0 0,-1 0 0 0 0,1 0 0 0 0,-1 0 0 0 0,1 0 1 0 0,-1 1-1 0 0,0-1 0 0 0,1 6 0 0 0,0 6-4 0 0,1-1 0 0 0,0 26 0 0 0,-4 114 3 0 0,4 62 0 0 0,2-183 5 0 0,1-1-1 0 0,16 47 1 0 0,-11-44 30 0 0,9 56 1 0 0,-16-68-19 0 0,10 29 0 0 0,-3-13 12 0 0,-10-37-11 0 0,0 0 0 0 0,0 1 0 0 0,0-1 0 0 0,1 0 0 0 0,-1 0-1 0 0,1 0 1 0 0,-1 0 0 0 0,1 0 0 0 0,0 0 0 0 0,0 0-1 0 0,0-1 1 0 0,0 1 0 0 0,3 1 0 0 0,-5-3 11 0 0,-2 2-14 0 0,1-1 0 0 0,-1 1 1 0 0,1-1-1 0 0,-1 0 0 0 0,0 0 1 0 0,0 1-1 0 0,0-1 0 0 0,0-1 1 0 0,-3 3-1 0 0,-6 2 8 0 0,7 0-20 0 0,1 0 0 0 0,0 0 0 0 0,0 0 0 0 0,0 1 0 0 0,-3 8 0 0 0,-1 1-27 0 0,2-5 45 0 0,-14 31-6 0 0,18-39-7 0 0,0-1 0 0 0,1 0-1 0 0,-1 1 1 0 0,1-1 0 0 0,-1 1-1 0 0,1-1 1 0 0,0 1-1 0 0,0-1 1 0 0,0 1 0 0 0,0 0-1 0 0,0-1 1 0 0,0 1-1 0 0,0-1 1 0 0,0 1 0 0 0,1-1-1 0 0,-1 1 1 0 0,0-1 0 0 0,1 1-1 0 0,-1-1 1 0 0,1 1-1 0 0,0-1 1 0 0,1 3 0 0 0,0-3 12 0 0,0 0 0 0 0,0 0 0 0 0,-1 0 0 0 0,1 0 0 0 0,0 0 0 0 0,0 0 0 0 0,0 0 1 0 0,0-1-1 0 0,1 1 0 0 0,-1-1 0 0 0,0 1 0 0 0,0-1 0 0 0,0 0 0 0 0,0 0 0 0 0,1 0 0 0 0,-1 0 1 0 0,0 0-1 0 0,0-1 0 0 0,0 1 0 0 0,0-1 0 0 0,3 0 0 0 0,2-1 0 0 0,0-1 0 0 0,0 1 0 0 0,-1-1 0 0 0,1 0 0 0 0,7-5 0 0 0,-11 5 7 0 0,1-1-1 0 0,0 1 0 0 0,-1-1 1 0 0,1 1-1 0 0,-1-1 0 0 0,0 0 0 0 0,0 0 1 0 0,3-7-1 0 0,-6 10-24 0 0,-12 20 52 0 0,-3 2 1 0 0,-12 20-18 0 0,26-39-11 0 0,0 0 0 0 0,0 1 0 0 0,0-1 0 0 0,0 0 0 0 0,0 1 0 0 0,1-1 1 0 0,-1 1-1 0 0,1-1 0 0 0,0 0 0 0 0,-1 1 0 0 0,1-1 0 0 0,0 1 0 0 0,1-1 0 0 0,-1 1 0 0 0,1 4 1 0 0,0-6-12 0 0,-1 0 0 0 0,1-1 1 0 0,-1 1-1 0 0,1 0 1 0 0,0-1-1 0 0,-1 1 1 0 0,1 0-1 0 0,0-1 0 0 0,-1 1 1 0 0,1-1-1 0 0,0 1 1 0 0,-1-1-1 0 0,1 1 0 0 0,0-1 1 0 0,0 0-1 0 0,0 1 1 0 0,0-1-1 0 0,-1 0 1 0 0,1 0-1 0 0,0 0 0 0 0,0 1 1 0 0,0-1-1 0 0,2 0 1 0 0,25-1-109 0 0,-17 0-379 0 0,-5-2-4418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0"/>
    </inkml:context>
    <inkml:brush xml:id="br0">
      <inkml:brushProperty name="width" value="0.05" units="cm"/>
      <inkml:brushProperty name="height" value="0.05" units="cm"/>
    </inkml:brush>
  </inkml:definitions>
  <inkml:trace contextRef="#ctx0" brushRef="#br0">251 79 1912 0 0,'1'-18'4476'0'0,"6"-24"380"0"0,-6 29-3682 0 0,0 7-445 0 0,4 20-366 0 0,3 22-221 0 0,-1 0 0 0 0,-1 1 0 0 0,0 63 1 0 0,-14 113-4 0 0,5-164-145 0 0,3 227 629 0 0,1-265-415 0 0,1-1-1 0 0,0 1 0 0 0,1-1 1 0 0,0 1-1 0 0,8 16 1 0 0,1 4 1109 0 0,-12-30-1283 0 0,0 0-1 0 0,0 0 1 0 0,1 1-1 0 0,-1-1 1 0 0,0 0-1 0 0,0 0 1 0 0,0 0-1 0 0,0 0 1 0 0,0 1-1 0 0,0-1 1 0 0,-1 0-1 0 0,1 0 1 0 0,0 0-1 0 0,-1 0 1 0 0,1 1-1 0 0,-1-1 1 0 0,1 0-1 0 0,-1 0 1 0 0,1 0 0 0 0,-1 0-1 0 0,0 0 1 0 0,1 0-1 0 0,-1 0 1 0 0,0-1-1 0 0,0 1 1 0 0,0 0-1 0 0,0 0 1 0 0,0 0-1 0 0,1-1 1 0 0,-2 1-1 0 0,1-1 1 0 0,0 1-1 0 0,-1 0 1 0 0,-6 3-38 0 0,0-1 0 0 0,0 0 0 0 0,-15 3 1 0 0,3 0 130 0 0,-37 13 0 0 0,-29 10 108 0 0,76-24-220 0 0,1-1 0 0 0,0 1 0 0 0,0 0 0 0 0,0 1 0 0 0,1 0 0 0 0,-12 12 0 0 0,18-17-13 0 0,1 0 0 0 0,0 0-1 0 0,0 0 1 0 0,0 1 0 0 0,0-1 0 0 0,0 0-1 0 0,0 1 1 0 0,0-1 0 0 0,0 1 0 0 0,1-1-1 0 0,-1 1 1 0 0,1-1 0 0 0,-1 1 0 0 0,1-1-1 0 0,-1 1 1 0 0,1 0 0 0 0,0 1 0 0 0,0-2-4 0 0,0 0 1 0 0,1 0-1 0 0,-1 0 1 0 0,0 0-1 0 0,1 0 1 0 0,-1 0-1 0 0,1 0 1 0 0,-1 0-1 0 0,1 0 1 0 0,-1 0-1 0 0,1 0 1 0 0,0 0 0 0 0,0 0-1 0 0,-1-1 1 0 0,1 1-1 0 0,0 0 1 0 0,0-1-1 0 0,0 1 1 0 0,0 0-1 0 0,0-1 1 0 0,0 1-1 0 0,0-1 1 0 0,0 1-1 0 0,0-1 1 0 0,1 1-1 0 0,22 6 0 0 0,-1-1 0 0 0,1-1 0 0 0,1-1 0 0 0,33 2 0 0 0,46 7-45 0 0,-91-10 79 0 0,65 16-28 0 0,-68-16 2 0 0,0 0 0 0 0,-1 1 0 0 0,0 0 0 0 0,1 1 0 0 0,13 9 0 0 0,-21-12 4 0 0,0 0-1 0 0,0 0 1 0 0,0 0-1 0 0,0 0 1 0 0,0 1-1 0 0,-1-1 1 0 0,1 0-1 0 0,-1 1 1 0 0,1-1 0 0 0,-1 1-1 0 0,0 0 1 0 0,0-1-1 0 0,0 1 1 0 0,-1 0-1 0 0,1 0 1 0 0,0 0-1 0 0,-1-1 1 0 0,0 1 0 0 0,0 0-1 0 0,0 0 1 0 0,0 0-1 0 0,0 0 1 0 0,-1 0-1 0 0,1-1 1 0 0,-2 5-1 0 0,1-3 5 0 0,0 0-1 0 0,0 0 0 0 0,-1 0 0 0 0,0 0 0 0 0,1 0 0 0 0,-1-1 1 0 0,-1 1-1 0 0,1 0 0 0 0,0-1 0 0 0,-1 0 0 0 0,0 0 0 0 0,0 1 1 0 0,0-2-1 0 0,0 1 0 0 0,0 0 0 0 0,-4 2 0 0 0,-19 10 42 0 0,-41 34 0 0 0,-15 9-19 0 0,63-46-43 0 0,0 1 0 0 0,0 0 0 0 0,-29 29 0 0 0,44-38 13 0 0,0 0 0 0 0,0 1 0 0 0,0 0 0 0 0,1-1 0 0 0,0 1 0 0 0,0 1 0 0 0,-4 7 0 0 0,2-3-14 0 0,-2 9-12 0 0,7-18 21 0 0,0 0 0 0 0,0 0-1 0 0,1 0 1 0 0,-1 0 0 0 0,0 0-1 0 0,1-1 1 0 0,-1 1-1 0 0,0 0 1 0 0,1 0 0 0 0,-1 0-1 0 0,1 0 1 0 0,-1-1 0 0 0,1 1-1 0 0,0 0 1 0 0,-1-1-1 0 0,1 1 1 0 0,0 0 0 0 0,-1-1-1 0 0,1 1 1 0 0,0-1 0 0 0,0 1-1 0 0,-1-1 1 0 0,2 1 0 0 0,7 4-3 0 0,0-1 0 0 0,1 0 0 0 0,-1-1 0 0 0,1 0 0 0 0,-1-1 0 0 0,1 0 0 0 0,0 0 0 0 0,0-1 0 0 0,11 0 0 0 0,18-1-3 0 0,41-6 0 0 0,11 0 56 0 0,-77 6-53 0 0,-9-1 13 0 0,-1 1 1 0 0,1 0-1 0 0,-1 0 0 0 0,1 0 1 0 0,0 1-1 0 0,6 1 1 0 0,-10-2-11 0 0,0 1 0 0 0,-1-1 0 0 0,1 1 0 0 0,0-1 0 0 0,0 1 0 0 0,0-1 0 0 0,-1 1 0 0 0,1 0 0 0 0,0-1 0 0 0,-1 1 0 0 0,1 0 1 0 0,0-1-1 0 0,-1 1 0 0 0,1 0 0 0 0,-1 0 0 0 0,1 0 0 0 0,-1 0 0 0 0,0-1 0 0 0,1 1 0 0 0,-1 0 0 0 0,0 0 0 0 0,0 0 0 0 0,1 0 0 0 0,-1 0 0 0 0,0 0 1 0 0,0 0-1 0 0,0 0 0 0 0,0 0 0 0 0,0 0 0 0 0,0 0 0 0 0,-1 0 0 0 0,1-1 0 0 0,0 1 0 0 0,0 0 0 0 0,-1 0 0 0 0,0 1 0 0 0,-12 44 0 0 0,8-32-11 0 0,0 1 1 0 0,2-1-1 0 0,-4 25 1 0 0,5 3-3 0 0,2-1 0 0 0,1 1 1 0 0,3-1-1 0 0,10 48 0 0 0,42 414 58 0 0,-55-498-45 0 0,9 75 57 0 0,-5-45 159 0 0,1 49 0 0 0,3-64-414 0 0,-4-14-3421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1"/>
    </inkml:context>
    <inkml:brush xml:id="br0">
      <inkml:brushProperty name="width" value="0.05" units="cm"/>
      <inkml:brushProperty name="height" value="0.05" units="cm"/>
    </inkml:brush>
  </inkml:definitions>
  <inkml:trace contextRef="#ctx0" brushRef="#br0">196 14 10378 0 0,'0'0'60'0'0,"-23"-14"2529"0"0,21 14-2551 0 0,1 1 1 0 0,0-1 0 0 0,-1 1-1 0 0,1-1 1 0 0,-1 1 0 0 0,1-1 0 0 0,0 1-1 0 0,-1 0 1 0 0,1 0 0 0 0,0 0-1 0 0,0 0 1 0 0,0 0 0 0 0,0 0-1 0 0,0 0 1 0 0,0 0 0 0 0,0 0-1 0 0,0 0 1 0 0,0 0 0 0 0,0 1-1 0 0,0-1 1 0 0,1 0 0 0 0,-1 1-1 0 0,1-1 1 0 0,-1 3 0 0 0,-10 35 233 0 0,10-24-83 0 0,0 1 0 0 0,2 0 0 0 0,0 0 1 0 0,0 0-1 0 0,1 0 0 0 0,1 0 0 0 0,1-1 0 0 0,10 28 1 0 0,-6-16 669 0 0,9 43-1 0 0,-16-62-559 0 0,0 0 0 0 0,-1 0 0 0 0,-1 12 0 0 0,1-19-264 0 0,0 1 0 0 0,0 0 1 0 0,0-1-1 0 0,0 1 0 0 0,-1-1 0 0 0,1 1 0 0 0,0 0 1 0 0,-1-1-1 0 0,0 1 0 0 0,1-1 0 0 0,-1 1 0 0 0,0-1 0 0 0,0 0 1 0 0,0 1-1 0 0,0-1 0 0 0,0 0 0 0 0,0 0 0 0 0,0 1 0 0 0,0-1 1 0 0,0 0-1 0 0,0 0 0 0 0,-1 0 0 0 0,1-1 0 0 0,-3 2 1 0 0,-30 13 104 0 0,29-12-191 0 0,0-1 0 0 0,0 1 0 0 0,0-1 0 0 0,0 0 0 0 0,0-1-1 0 0,-1 1 1 0 0,1-1 0 0 0,-1 0 0 0 0,1 0 0 0 0,-1-1 0 0 0,1 1 0 0 0,-1-1 0 0 0,-6-1 0 0 0,-13-6-1827 0 0,23 7 1558 0 0,1-1-1 0 0,0 1 0 0 0,-1-1 1 0 0,1 1-1 0 0,0-1 1 0 0,0 0-1 0 0,-1 0 0 0 0,1 0 1 0 0,0 0-1 0 0,0 0 0 0 0,0 0 1 0 0,0 0-1 0 0,0 0 0 0 0,0 0 1 0 0,0 0-1 0 0,0-2 1 0 0,-2-9-2649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2"/>
    </inkml:context>
    <inkml:brush xml:id="br0">
      <inkml:brushProperty name="width" value="0.05" units="cm"/>
      <inkml:brushProperty name="height" value="0.05" units="cm"/>
    </inkml:brush>
  </inkml:definitions>
  <inkml:trace contextRef="#ctx0" brushRef="#br0">0 82 10986 0 0,'0'0'546'0'0,"11"-15"2280"0"0,17 3-2704 0 0,0 1 0 0 0,1 1 0 0 0,0 1-1 0 0,1 2 1 0 0,0 1 0 0 0,53-4 0 0 0,-78 10-110 0 0,-2-1 71 0 0,0 1 0 0 0,0 0 1 0 0,0 0-1 0 0,0 0 0 0 0,0 0 1 0 0,0 1-1 0 0,6 1 1 0 0,-8-2-66 0 0,0 1 1 0 0,0 0 0 0 0,0-1 0 0 0,0 1-1 0 0,0 0 1 0 0,0 0 0 0 0,0 0 0 0 0,0 0-1 0 0,0 0 1 0 0,-1 0 0 0 0,1 0 0 0 0,0 0-1 0 0,-1 0 1 0 0,1 0 0 0 0,-1 0 0 0 0,1 1-1 0 0,-1-1 1 0 0,0 0 0 0 0,1 0 0 0 0,-1 1-1 0 0,0-1 1 0 0,0 2 0 0 0,3 23 21 0 0,-2-1 0 0 0,-1 1 0 0 0,-1 0 0 0 0,-1-1-1 0 0,-6 28 1 0 0,4-29-35 0 0,1 1 0 0 0,0 0 0 0 0,2 0-1 0 0,1 0 1 0 0,5 38 0 0 0,-4-59 51 0 0,0 0 0 0 0,0 0 1 0 0,1 0-1 0 0,-1-1 0 0 0,1 1 1 0 0,0-1-1 0 0,0 1 0 0 0,0-1 1 0 0,0 0-1 0 0,1 1 0 0 0,-1-1 0 0 0,1 0 1 0 0,0-1-1 0 0,0 1 0 0 0,0 0 1 0 0,0-1-1 0 0,0 0 0 0 0,1 0 0 0 0,-1 0 1 0 0,1 0-1 0 0,-1 0 0 0 0,1-1 1 0 0,0 1-1 0 0,-1-1 0 0 0,1 0 0 0 0,0 0 1 0 0,0 0-1 0 0,0-1 0 0 0,0 0 1 0 0,0 1-1 0 0,0-1 0 0 0,0-1 0 0 0,0 1 1 0 0,0-1-1 0 0,0 1 0 0 0,0-1 1 0 0,-1 0-1 0 0,1 0 0 0 0,0-1 1 0 0,0 1-1 0 0,-1-1 0 0 0,5-2 0 0 0,-5 2-16 0 0,0 0 0 0 0,0-1 0 0 0,0 1 0 0 0,0-1 0 0 0,0 0 0 0 0,0 0-1 0 0,0 0 1 0 0,-1 0 0 0 0,0 0 0 0 0,1 0 0 0 0,-1-1 0 0 0,-1 1 0 0 0,3-5 0 0 0,1-7 48 0 0,0 1 1 0 0,3-19-1 0 0,-5 19-27 0 0,1 1 0 0 0,8-22 0 0 0,-10 29-48 0 0,1 0 0 0 0,-1 0 0 0 0,-1-1 0 0 0,1 1 0 0 0,-1-1 0 0 0,0 1 0 0 0,-1-1 0 0 0,1 1 0 0 0,-1-1 0 0 0,0 0 0 0 0,-1 1 0 0 0,0-1 0 0 0,-2-7 0 0 0,0 2-3 0 0,0 1 1 0 0,-1 1-1 0 0,0-1 1 0 0,-1 0-1 0 0,-1 1 1 0 0,-10-16-1 0 0,14 24-14 0 0,0-1 0 0 0,0 1-1 0 0,0 0 1 0 0,0-1 0 0 0,-1 1 0 0 0,0 0 0 0 0,1 0 0 0 0,-1 1-1 0 0,0-1 1 0 0,0 0 0 0 0,0 1 0 0 0,-3-1 0 0 0,-39-10-96 0 0,38 11-71 0 0,0 0 0 0 0,0-1-1 0 0,0 0 1 0 0,0 0 0 0 0,-10-5-1 0 0,-1-2-1864 0 0,11 8-2673 0 0,3 1 2279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3"/>
    </inkml:context>
    <inkml:brush xml:id="br0">
      <inkml:brushProperty name="width" value="0.05" units="cm"/>
      <inkml:brushProperty name="height" value="0.05" units="cm"/>
    </inkml:brush>
  </inkml:definitions>
  <inkml:trace contextRef="#ctx0" brushRef="#br0">93 0 11122 0 0,'0'0'194'0'0,"-22"5"4887"0"0,18 3-5006 0 0,0-1 0 0 0,0 1 1 0 0,1 0-1 0 0,0 0 0 0 0,0 0 0 0 0,1 0 0 0 0,-3 18 1 0 0,-1 63 177 0 0,3-29-116 0 0,-14 78 289 0 0,1-14-3319 0 0,16-110-2575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4"/>
    </inkml:context>
    <inkml:brush xml:id="br0">
      <inkml:brushProperty name="width" value="0.05" units="cm"/>
      <inkml:brushProperty name="height" value="0.05" units="cm"/>
    </inkml:brush>
  </inkml:definitions>
  <inkml:trace contextRef="#ctx0" brushRef="#br0">198 1 9490 0 0,'0'0'265'0'0,"-6"0"3752"0"0,-12 0-3147 0 0,15 0-796 0 0,-1 0 1 0 0,1 1-1 0 0,-1 0 1 0 0,1-1-1 0 0,-1 1 1 0 0,1 1-1 0 0,-1-1 0 0 0,1 0 1 0 0,0 1-1 0 0,0 0 1 0 0,0-1-1 0 0,0 1 1 0 0,0 0-1 0 0,0 1 1 0 0,0-1-1 0 0,0 1 1 0 0,1-1-1 0 0,-1 1 1 0 0,1 0-1 0 0,0-1 1 0 0,0 1-1 0 0,-2 4 0 0 0,-4 8 11 0 0,1 0-1 0 0,0 1 0 0 0,-7 24 0 0 0,7-18 73 0 0,-3 6-8 0 0,3 1 1 0 0,-8 51 0 0 0,14-75-157 0 0,-1-1-1 0 0,1 1 1 0 0,0-1-1 0 0,-1 1 1 0 0,0-1-1 0 0,-3 5 1 0 0,3-5-17 0 0,0 0-1 0 0,0-1 1 0 0,0 1 0 0 0,1 0 0 0 0,0 0-1 0 0,-1 0 1 0 0,1 0 0 0 0,1 0 0 0 0,-1 7-1 0 0,2-10-134 0 0,0 0 0 0 0,0 0 0 0 0,0 1-1 0 0,0-1 1 0 0,1 0 0 0 0,-1 0 0 0 0,0 0 0 0 0,1-1-1 0 0,-1 1 1 0 0,1 0 0 0 0,-1 0 0 0 0,1-1-1 0 0,-1 1 1 0 0,1-1 0 0 0,-1 0 0 0 0,4 1-1 0 0,-3-1 27 0 0,4 2-284 0 0,0-1 0 0 0,0-1 0 0 0,0 1-1 0 0,0-1 1 0 0,1 0 0 0 0,-1-1 0 0 0,0 1 0 0 0,0-1 0 0 0,0-1 0 0 0,10-2 0 0 0,12-5-2476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5"/>
    </inkml:context>
    <inkml:brush xml:id="br0">
      <inkml:brushProperty name="width" value="0.05" units="cm"/>
      <inkml:brushProperty name="height" value="0.05" units="cm"/>
    </inkml:brush>
  </inkml:definitions>
  <inkml:trace contextRef="#ctx0" brushRef="#br0">234 3 4865 0 0,'-30'2'6772'0'0,"6"6"-4345"0"0,21-6-2353 0 0,0-1 0 0 0,1 1-1 0 0,-1 0 1 0 0,1 1 0 0 0,0-1-1 0 0,0 0 1 0 0,0 1 0 0 0,0-1 0 0 0,0 1-1 0 0,0-1 1 0 0,0 1 0 0 0,1 0-1 0 0,0 0 1 0 0,-1 0 0 0 0,0 4-1 0 0,-2 10 210 0 0,0 0 1 0 0,2-1-1 0 0,0 1 0 0 0,0 0 0 0 0,2 1 0 0 0,2 26 0 0 0,-2 37 1133 0 0,0-77-1388 0 0,-1 0-1 0 0,0 0 0 0 0,0 0 1 0 0,0 0-1 0 0,0 0 1 0 0,-1 0-1 0 0,0 0 0 0 0,0 0 1 0 0,0 0-1 0 0,0-1 1 0 0,-1 1-1 0 0,1-1 0 0 0,-1 0 1 0 0,0 1-1 0 0,0-1 1 0 0,0-1-1 0 0,0 1 0 0 0,0 0 1 0 0,-1-1-1 0 0,0 1 0 0 0,1-1 1 0 0,-1 0-1 0 0,0 0 1 0 0,0-1-1 0 0,0 1 0 0 0,0-1 1 0 0,-7 2-1 0 0,-6 5-256 0 0,-4 3-1620 0 0,20-11 1443 0 0,0 0 1 0 0,1 1-1 0 0,-1-1 1 0 0,0 0 0 0 0,1 0-1 0 0,-1 0 1 0 0,0 0 0 0 0,0 0-1 0 0,1-1 1 0 0,-1 1-1 0 0,0 0 1 0 0,1 0 0 0 0,-1 0-1 0 0,1-1 1 0 0,-1 1 0 0 0,0 0-1 0 0,1 0 1 0 0,-2-1-1 0 0,-1-2-2107 0 0</inkml:trace>
  <inkml:trace contextRef="#ctx0" brushRef="#br0" timeOffset="1">88 40 4545 0 0,'14'-18'6356'0'0,"-10"16"-5951"0"0,0-1-1 0 0,0 1 1 0 0,0-1 0 0 0,0 1-1 0 0,0 1 1 0 0,0-1-1 0 0,0 0 1 0 0,1 1 0 0 0,6-1-1 0 0,-10 1-370 0 0,1 1 0 0 0,0 0-1 0 0,-1-1 1 0 0,1 1 0 0 0,-1 0 0 0 0,1 0-1 0 0,0 0 1 0 0,-1 1 0 0 0,1-1 0 0 0,0 0-1 0 0,-1 1 1 0 0,1-1 0 0 0,-1 1-1 0 0,1-1 1 0 0,-1 1 0 0 0,1-1 0 0 0,-1 1-1 0 0,1 0 1 0 0,-1 0 0 0 0,0 0 0 0 0,1 0-1 0 0,-1 0 1 0 0,0 0 0 0 0,0 0-1 0 0,0 1 1 0 0,0-1 0 0 0,0 0 0 0 0,0 1-1 0 0,0-1 1 0 0,1 3 0 0 0,11 39 135 0 0,-11-32-111 0 0,1-1 1 0 0,1 0-1 0 0,8 19 1 0 0,-9-22-18 0 0,1 1 1 0 0,-1 0-1 0 0,-1 0 1 0 0,1 0-1 0 0,-1 0 1 0 0,0 0-1 0 0,0 10 1 0 0,0 59 385 0 0,-2-14 12 0 0,1-60-421 0 0,-1-1 0 0 0,0 1 0 0 0,1-1-1 0 0,-1 1 1 0 0,1-1 0 0 0,0 0 0 0 0,0 1-1 0 0,0-1 1 0 0,0 0 0 0 0,0 1 0 0 0,0-1-1 0 0,1 0 1 0 0,-1 0 0 0 0,1 0 0 0 0,-1 0-1 0 0,1 0 1 0 0,0-1 0 0 0,0 1 0 0 0,0 0-1 0 0,0-1 1 0 0,0 1 0 0 0,0-1 0 0 0,0 0-1 0 0,1 0 1 0 0,-1 0 0 0 0,0 0 0 0 0,1 0 0 0 0,-1 0-1 0 0,1-1 1 0 0,-1 1 0 0 0,1-1 0 0 0,-1 0-1 0 0,5 1 1 0 0,-1-1-343 0 0,1 0 1 0 0,-1 0-1 0 0,0-1 0 0 0,0 0 1 0 0,1 0-1 0 0,-1 0 1 0 0,0-1-1 0 0,0 0 0 0 0,0 0 1 0 0,0-1-1 0 0,-1 1 0 0 0,12-8 1 0 0,2-11-2180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7"/>
    </inkml:context>
    <inkml:brush xml:id="br0">
      <inkml:brushProperty name="width" value="0.05" units="cm"/>
      <inkml:brushProperty name="height" value="0.05" units="cm"/>
    </inkml:brush>
  </inkml:definitions>
  <inkml:trace contextRef="#ctx0" brushRef="#br0">55 198 6361 0 0,'-16'-1'4814'0'0,"12"0"-4364"0"0,1 1 0 0 0,-1 0 0 0 0,0 0 0 0 0,1 0 0 0 0,-1 0 1 0 0,0 0-1 0 0,1 1 0 0 0,-6 0 0 0 0,9-1-435 0 0,0 0 0 0 0,0 0 0 0 0,0 0 0 0 0,0 0 0 0 0,0 1 0 0 0,0-1 1 0 0,0 0-1 0 0,0 0 0 0 0,0 0 0 0 0,1 0 0 0 0,-1 0 0 0 0,0 0 0 0 0,0 0 0 0 0,0 0 0 0 0,0 0 0 0 0,0 0 1 0 0,0 0-1 0 0,0 0 0 0 0,0 0 0 0 0,0 0 0 0 0,0 0 0 0 0,0 0 0 0 0,0 0 0 0 0,0 0 0 0 0,0 0 0 0 0,0 0 0 0 0,0 0 1 0 0,0 1-1 0 0,0-1 0 0 0,0 0 0 0 0,0 0 0 0 0,0 0 0 0 0,0 0 0 0 0,0 0 0 0 0,0 0 0 0 0,0 0 0 0 0,0 0 1 0 0,0 0-1 0 0,0 0 0 0 0,0 0 0 0 0,0 0 0 0 0,0 0 0 0 0,0 1 0 0 0,0-1 0 0 0,0 0 0 0 0,0 0 0 0 0,0 0 0 0 0,0 0 1 0 0,0 0-1 0 0,11 0 337 0 0,-10 0-370 0 0,69-4 581 0 0,-1-4-1 0 0,115-27 0 0 0,-83 14-348 0 0,118-33 186 0 0,-141 31-305 0 0,1 4 0 0 0,100-11 0 0 0,-58 24 316 0 0,-121 6-411 0 0,0 0 0 0 0,1 0 0 0 0,-1 0 0 0 0,0 0 0 0 0,0 0 0 0 0,0 0 0 0 0,1-1 0 0 0,-1 1-1 0 0,0 0 1 0 0,0 0 0 0 0,0 0 0 0 0,1 0 0 0 0,-1 0 0 0 0,0 0 0 0 0,0 0 0 0 0,0 0 0 0 0,1 0 0 0 0,-1 0 0 0 0,0 1 0 0 0,0-1 0 0 0,1 0 0 0 0,-1 0-1 0 0,0 0 1 0 0,0 0 0 0 0,0 0 0 0 0,0 0 0 0 0,1 0 0 0 0,-1 0 0 0 0,0 1 0 0 0,0-1 0 0 0,0 0 0 0 0,0 0 0 0 0,1 0 0 0 0,-1 0 0 0 0,0 0 0 0 0,0 1-1 0 0,0-1 1 0 0,0 0 0 0 0,0 0 0 0 0,0 0 0 0 0,0 1 0 0 0,0-1 0 0 0,1 0 0 0 0,-1 1 0 0 0,-9 6-926 0 0,-18 8-1230 0 0,26-15 2063 0 0,-17 8-2127 0 0,-3 0-436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8"/>
    </inkml:context>
    <inkml:brush xml:id="br0">
      <inkml:brushProperty name="width" value="0.05" units="cm"/>
      <inkml:brushProperty name="height" value="0.05" units="cm"/>
    </inkml:brush>
  </inkml:definitions>
  <inkml:trace contextRef="#ctx0" brushRef="#br0">105 68 328 0 0,'0'0'165'0'0,"-27"-3"9325"0"0,0-4-5028 0 0,23 6-4237 0 0,-1 1 0 0 0,0 0 0 0 0,0-1 0 0 0,0 2 1 0 0,0-1-1 0 0,0 1 0 0 0,-5 0 0 0 0,10-1-214 0 0,0 0 1 0 0,-1 0-1 0 0,1 0 0 0 0,0 0 0 0 0,0 0 1 0 0,-1 0-1 0 0,1 0 0 0 0,0 0 0 0 0,0 1 1 0 0,-1-1-1 0 0,1 0 0 0 0,0 0 1 0 0,0 0-1 0 0,-1 0 0 0 0,1 0 0 0 0,0 0 1 0 0,0 0-1 0 0,0 1 0 0 0,-1-1 0 0 0,1 0 1 0 0,0 0-1 0 0,0 0 0 0 0,0 0 0 0 0,-1 1 1 0 0,1-1-1 0 0,0 0 0 0 0,0 0 0 0 0,0 1 1 0 0,0-1-1 0 0,0 0 0 0 0,0 0 0 0 0,0 0 1 0 0,-1 1-1 0 0,1-1 0 0 0,0 0 0 0 0,0 0 1 0 0,0 1-1 0 0,0-1 0 0 0,0 0 1 0 0,0 0-1 0 0,0 1 0 0 0,0-1 0 0 0,0 0 1 0 0,0 1-1 0 0,1-1 0 0 0,-1 0 0 0 0,0 0 1 0 0,0 0-1 0 0,0 1 0 0 0,13 8 317 0 0,1-3-254 0 0,0-2 0 0 0,0 1-1 0 0,0-2 1 0 0,0 0 0 0 0,1 0 0 0 0,-1-1-1 0 0,1-1 1 0 0,20-1 0 0 0,124-16 379 0 0,-120 11-380 0 0,92-13 85 0 0,46-6-53 0 0,205-2 1 0 0,-261 26-35 0 0,179-2 550 0 0,-228-4-313 0 0,18 0 820 0 0,-90 6-1078 0 0,-6 8-2928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59"/>
    </inkml:context>
    <inkml:brush xml:id="br0">
      <inkml:brushProperty name="width" value="0.05" units="cm"/>
      <inkml:brushProperty name="height" value="0.05" units="cm"/>
    </inkml:brush>
  </inkml:definitions>
  <inkml:trace contextRef="#ctx0" brushRef="#br0">12 308 2048 0 0,'-2'-45'5271'0'0,"-2"0"-3318"0"0,-1-43-179 0 0,5-41 2277 0 0,1 194-4002 0 0,3 1 1 0 0,15 80 0 0 0,69 368 241 0 0,-85-494-153 0 0,10 56 753 0 0,5 133 0 0 0,-19-201-1460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0"/>
    </inkml:context>
    <inkml:brush xml:id="br0">
      <inkml:brushProperty name="width" value="0.05" units="cm"/>
      <inkml:brushProperty name="height" value="0.05" units="cm"/>
    </inkml:brush>
  </inkml:definitions>
  <inkml:trace contextRef="#ctx0" brushRef="#br0">16 85 6969 0 0,'-10'-20'4585'0'0,"5"-45"2545"0"0,13 76-6793 0 0,13 1-299 0 0,1-2-1 0 0,0 0 1 0 0,0-1 0 0 0,24 6-1 0 0,98 17-8 0 0,32 10 86 0 0,-145-31 16 0 0,40 20 0 0 0,-69-30-318 0 0,13 7-691 0 0,-9-6-4441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1"/>
    </inkml:context>
    <inkml:brush xml:id="br0">
      <inkml:brushProperty name="width" value="0.05" units="cm"/>
      <inkml:brushProperty name="height" value="0.05" units="cm"/>
    </inkml:brush>
  </inkml:definitions>
  <inkml:trace contextRef="#ctx0" brushRef="#br0">130 8 11939 0 0,'-70'-7'1605'0'0,"59"6"-1172"0"0,-13 3 174 0 0,23-1-597 0 0,0-1-1 0 0,0 1 0 0 0,0-1 1 0 0,1 1-1 0 0,-1 0 0 0 0,0-1 0 0 0,1 1 1 0 0,-1 0-1 0 0,0-1 0 0 0,1 1 1 0 0,-1 0-1 0 0,1 0 0 0 0,-1 0 0 0 0,1-1 1 0 0,-1 1-1 0 0,1 0 0 0 0,0 0 0 0 0,-1 0 1 0 0,1 0-1 0 0,0 0 0 0 0,0 0 1 0 0,0 0-1 0 0,-1 2 0 0 0,1 1 15 0 0,0 1 1 0 0,0-1-1 0 0,0 1 0 0 0,0 0 0 0 0,1-1 0 0 0,-1 1 1 0 0,1-1-1 0 0,0 1 0 0 0,1-1 0 0 0,-1 1 1 0 0,1-1-1 0 0,0 0 0 0 0,0 0 0 0 0,0 0 0 0 0,0 0 1 0 0,4 5-1 0 0,5 3 59 0 0,0-1-1 0 0,0 1 1 0 0,19 13 0 0 0,-21-18 44 0 0,1 0 1 0 0,-2 1-1 0 0,1 0 0 0 0,-1 1 1 0 0,0 0-1 0 0,-1 0 0 0 0,8 13 1 0 0,-13-19 62 0 0,0 1 1 0 0,-1 0 0 0 0,1 0-1 0 0,-1 0 1 0 0,0 0-1 0 0,2 6 1 0 0,-3-9-170 0 0,0 0 1 0 0,0 0 0 0 0,0 0 0 0 0,0 0-1 0 0,-1 0 1 0 0,1 0 0 0 0,0 1 0 0 0,0-1-1 0 0,0 0 1 0 0,-1 0 0 0 0,1 0 0 0 0,-1-1-1 0 0,1 1 1 0 0,-1 0 0 0 0,1 0-1 0 0,-1 0 1 0 0,1 0 0 0 0,-1 0 0 0 0,0 0-1 0 0,0-1 1 0 0,1 1 0 0 0,-1 0 0 0 0,0-1-1 0 0,0 1 1 0 0,0 0 0 0 0,0-1 0 0 0,1 1-1 0 0,-1-1 1 0 0,0 0 0 0 0,0 1-1 0 0,0-1 1 0 0,-2 1 0 0 0,-148 34 19 0 0,151-35-67 0 0,-12 6-1076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2"/>
    </inkml:context>
    <inkml:brush xml:id="br0">
      <inkml:brushProperty name="width" value="0.05" units="cm"/>
      <inkml:brushProperty name="height" value="0.05" units="cm"/>
    </inkml:brush>
  </inkml:definitions>
  <inkml:trace contextRef="#ctx0" brushRef="#br0">33 86 2697 0 0,'0'0'1168'0'0,"0"-7"4195"0"0,-2-10-3091 0 0,0 5-1245 0 0,2 10-634 0 0,-1-1-1 0 0,0 0 0 0 0,1 0 1 0 0,-1 0-1 0 0,0 0 1 0 0,0 0-1 0 0,0 1 0 0 0,-1-1 1 0 0,1 0-1 0 0,-1 1 0 0 0,1-1 1 0 0,-1 1-1 0 0,0 0 1 0 0,0 0-1 0 0,-2-3 0 0 0,0 2-87 0 0,1 1 259 0 0,4 11-472 0 0,-1-7-147 0 0,17 187 37 0 0,4 69 91 0 0,-20-244-85 0 0,0 39 82 0 0,14 92 1 0 0,-15-144-442 0 0,7 25 1619 0 0,0-17-2181 0 0,-7-8 760 0 0,0-1-1 0 0,1 0 0 0 0,-1 0 0 0 0,0 0 1 0 0,1 0-1 0 0,-1 0 0 0 0,0 0 1 0 0,0 0-1 0 0,1 0 0 0 0,-1 0 0 0 0,0 0 1 0 0,1 0-1 0 0,-1 0 0 0 0,0 0 1 0 0,1 0-1 0 0,-1 0 0 0 0,0 0 0 0 0,0 0 1 0 0,1 0-1 0 0,-1 0 0 0 0,0-1 1 0 0,1 1-1 0 0,-1 0 0 0 0,0 0 0 0 0,0 0 1 0 0,1 0-1 0 0,-1-1 0 0 0,0 1 1 0 0,0 0-1 0 0,0 0 0 0 0,1-1 0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3"/>
    </inkml:context>
    <inkml:brush xml:id="br0">
      <inkml:brushProperty name="width" value="0.05" units="cm"/>
      <inkml:brushProperty name="height" value="0.05" units="cm"/>
    </inkml:brush>
  </inkml:definitions>
  <inkml:trace contextRef="#ctx0" brushRef="#br0">105 59 1296 0 0,'0'0'1074'0'0,"-2"-8"4883"0"0,-4-9-2272 0 0,3 14-3196 0 0,-1 0 1 0 0,1 0 0 0 0,-1 0-1 0 0,0 1 1 0 0,0-1-1 0 0,0 1 1 0 0,0 0 0 0 0,-1 0-1 0 0,-4-1 1 0 0,-5-4 138 0 0,52 23-447 0 0,2-1 1 0 0,0-3-1 0 0,59 12 1 0 0,37 10 521 0 0,-129-32-585 0 0,17 6 37 0 0,-23-8-125 0 0,-1 0-1 0 0,1 0 1 0 0,0 1 0 0 0,-1-1-1 0 0,1 0 1 0 0,0 1-1 0 0,-1-1 1 0 0,1 0-1 0 0,0 1 1 0 0,-1-1-1 0 0,1 1 1 0 0,-1-1-1 0 0,1 1 1 0 0,0-1-1 0 0,-1 1 1 0 0,0 0-1 0 0,1-1 1 0 0,-1 1-1 0 0,1 0 1 0 0,-1-1 0 0 0,0 1-1 0 0,1 1 1 0 0,-2-1-28 0 0,1 0 1 0 0,-1 0-1 0 0,0 0 1 0 0,1-1-1 0 0,-1 1 1 0 0,0 0 0 0 0,0 0-1 0 0,1 0 1 0 0,-1-1-1 0 0,0 1 1 0 0,0 0-1 0 0,0-1 1 0 0,0 1-1 0 0,0-1 1 0 0,0 1 0 0 0,-2 0-1 0 0,-1 0 5 0 0,-27 13 31 0 0,0-1 0 0 0,-65 15 1 0 0,54-16 14 0 0,-49 19 1 0 0,71-22-47 0 0,0 0 1 0 0,0 1 0 0 0,-27 20-1 0 0,46-29-7 0 0,-1 0 0 0 0,1-1 0 0 0,0 1 0 0 0,0 0 0 0 0,0 0 0 0 0,0 0 0 0 0,0 0 0 0 0,0 0 0 0 0,1 0 0 0 0,-1 0 0 0 0,0 0 0 0 0,0 0 0 0 0,1 0 0 0 0,-1 0 0 0 0,0 0 0 0 0,1 0 0 0 0,0 1 0 0 0,-1-1 0 0 0,1 0 0 0 0,-1 0 0 0 0,1 1 0 0 0,0-1 0 0 0,0 0 0 0 0,0 1 0 0 0,0 1 0 0 0,1-1 0 0 0,-1-1-1 0 0,1 1 1 0 0,0-1 0 0 0,0 1 0 0 0,0-1 0 0 0,0 1 0 0 0,0-1 0 0 0,0 0 0 0 0,1 0 0 0 0,-1 1 0 0 0,0-1-1 0 0,1 0 1 0 0,-1 0 0 0 0,1 0 0 0 0,-1 0 0 0 0,3 0 0 0 0,4 3-1 0 0,0 0 1 0 0,0-1-1 0 0,1 0 1 0 0,0-1-1 0 0,-1 0 0 0 0,12 1 1 0 0,87 0-37 0 0,-69-3 49 0 0,-1 1 1 0 0,1 2-1 0 0,56 12 1 0 0,-94-15-9 0 0,1 0 1 0 0,-1 0-1 0 0,1 0 0 0 0,-1 0 1 0 0,1 0-1 0 0,-1 0 1 0 0,1 0-1 0 0,-1 0 0 0 0,1 0 1 0 0,-1 0-1 0 0,1 1 0 0 0,-1-1 1 0 0,1 0-1 0 0,-1 0 1 0 0,0 1-1 0 0,1-1 0 0 0,-1 0 1 0 0,1 0-1 0 0,-1 1 0 0 0,0-1 1 0 0,1 1-1 0 0,-1-1 1 0 0,0 0-1 0 0,1 1 0 0 0,-1-1 1 0 0,0 1-1 0 0,1-1 0 0 0,-1 0 1 0 0,0 1-1 0 0,0-1 1 0 0,0 1-1 0 0,0-1 0 0 0,1 1 1 0 0,-1-1-1 0 0,0 1 0 0 0,0-1 1 0 0,0 1-1 0 0,0-1 1 0 0,0 1-1 0 0,0-1 0 0 0,0 1 1 0 0,0-1-1 0 0,0 1 0 0 0,-1-1 1 0 0,1 1-1 0 0,0-1 1 0 0,0 1-1 0 0,0-1 0 0 0,0 1 1 0 0,-1-1-1 0 0,1 1 0 0 0,0-1 1 0 0,-1 1-1 0 0,-1 1 0 0 0,1 0 1 0 0,-1 0-1 0 0,0 0 0 0 0,0-1 0 0 0,0 1 1 0 0,0 0-1 0 0,0-1 0 0 0,0 0 0 0 0,-3 2 1 0 0,-70 28 81 0 0,30-14-49 0 0,1 2 0 0 0,1 3 0 0 0,-67 43 0 0 0,106-63-40 0 0,1 0 1 0 0,0 1-1 0 0,0-1 0 0 0,0 1 0 0 0,0 0 0 0 0,1 0 0 0 0,-1 0 0 0 0,1 0 0 0 0,0 0 0 0 0,-1 0 0 0 0,2 1 0 0 0,-1-1 0 0 0,0 1 0 0 0,1 0 0 0 0,-1-1 0 0 0,1 1 0 0 0,0 0 0 0 0,0 4 0 0 0,2-7 0 0 0,0 1 0 0 0,0-1 0 0 0,1 1 0 0 0,-1-1 0 0 0,0 0 0 0 0,1 0 0 0 0,-1 0 0 0 0,1 0 0 0 0,-1 0 0 0 0,1 0 0 0 0,0 0 0 0 0,-1 0 0 0 0,1 0 0 0 0,3 0 0 0 0,-3 0 0 0 0,7 3 6 0 0,0-1 0 0 0,0-1 0 0 0,0 1 0 0 0,0-1-1 0 0,0-1 1 0 0,0 0 0 0 0,18 0 0 0 0,68-8 37 0 0,-9-1-21 0 0,-85 8-18 0 0,-1 1 0 0 0,0-1-1 0 0,0 0 1 0 0,0 0 0 0 0,1 0 0 0 0,-1 1 0 0 0,0-1 0 0 0,0 0 0 0 0,0 0-1 0 0,1 1 1 0 0,-1-1 0 0 0,0 0 0 0 0,0 1 0 0 0,0-1 0 0 0,0 0 0 0 0,0 1 0 0 0,0-1-1 0 0,0 0 1 0 0,0 0 0 0 0,0 1 0 0 0,0-1 0 0 0,0 0 0 0 0,0 1 0 0 0,0-1 0 0 0,0 0-1 0 0,0 1 1 0 0,0-1 0 0 0,0 0 0 0 0,0 0 0 0 0,0 1 0 0 0,-1-1 0 0 0,1 0 0 0 0,0 1-1 0 0,0-1 1 0 0,0 0 0 0 0,0 0 0 0 0,-1 1 0 0 0,1-1 0 0 0,-8 17-39 0 0,6-14 44 0 0,-6 14 13 0 0,-29 70-15 0 0,33-75-2 0 0,1 0 1 0 0,0 0-1 0 0,0 0 0 0 0,2 1 0 0 0,-1 20 0 0 0,4 18 10 0 0,19 99-1 0 0,-12-98 207 0 0,5 100-1 0 0,-14-144-395 0 0,1 26 975 0 0,-1-33-964 0 0,1 1-1 0 0,-1-1 1 0 0,0 1-1 0 0,1-1 0 0 0,-1 1 1 0 0,1-1-1 0 0,-1 0 0 0 0,1 1 1 0 0,-1-1-1 0 0,1 0 1 0 0,0 0-1 0 0,0 1 0 0 0,0-1 1 0 0,0 0-1 0 0,0 0 1 0 0,0 0-1 0 0,0 0 0 0 0,0 0 1 0 0,2 1-1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4"/>
    </inkml:context>
    <inkml:brush xml:id="br0">
      <inkml:brushProperty name="width" value="0.05" units="cm"/>
      <inkml:brushProperty name="height" value="0.05" units="cm"/>
    </inkml:brush>
  </inkml:definitions>
  <inkml:trace contextRef="#ctx0" brushRef="#br0">49 123 12187 0 0,'-48'0'4678'0'0,"89"-3"-4141"0"0,1-2 1 0 0,-1-2-1 0 0,79-23 0 0 0,-1 1-128 0 0,-10 10-391 0 0,0 4 1 0 0,183 1 0 0 0,-289 15-793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5"/>
    </inkml:context>
    <inkml:brush xml:id="br0">
      <inkml:brushProperty name="width" value="0.05" units="cm"/>
      <inkml:brushProperty name="height" value="0.05" units="cm"/>
    </inkml:brush>
  </inkml:definitions>
  <inkml:trace contextRef="#ctx0" brushRef="#br0">31 1 13683 0 0,'-29'3'3549'0'0,"29"-3"-3618"0"0,0 0 0 0 0,0 0 0 0 0,-1 0 0 0 0,1 0 0 0 0,0 0 0 0 0,0 0 0 0 0,0 1 0 0 0,0-1 0 0 0,0 0 0 0 0,0 0 0 0 0,0 0 0 0 0,0 0 0 0 0,0 0 0 0 0,0 1 0 0 0,0-1 1 0 0,-1 0-1 0 0,1 0 0 0 0,0 0 0 0 0,0 0 0 0 0,0 0 0 0 0,0 1 0 0 0,0-1 0 0 0,0 0 0 0 0,0 0 0 0 0,0 0 0 0 0,0 0 0 0 0,1 0 0 0 0,-1 1 0 0 0,0-1 0 0 0,0 0 0 0 0,0 0 0 0 0,0 0 0 0 0,0 0 0 0 0,0 0 1 0 0,0 0-1 0 0,0 1 0 0 0,0-1 0 0 0,0 0 0 0 0,0 0 0 0 0,0 0 0 0 0,1 0 0 0 0,-1 0 0 0 0,8 8-4689 0 0,2 0 2186 0 0,-4 1 4377 0 0,-5-7-1528 0 0,0-1-1 0 0,0 1 1 0 0,0-1-1 0 0,0 1 1 0 0,0-1 0 0 0,0 0-1 0 0,1 0 1 0 0,-1 0 0 0 0,0 1-1 0 0,1-1 1 0 0,-1 0 0 0 0,1-1-1 0 0,-1 1 1 0 0,1 0-1 0 0,-1 0 1 0 0,4 0 0 0 0,29 7-3285 0 0,-23-8 205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6"/>
    </inkml:context>
    <inkml:brush xml:id="br0">
      <inkml:brushProperty name="width" value="0.05" units="cm"/>
      <inkml:brushProperty name="height" value="0.05" units="cm"/>
    </inkml:brush>
  </inkml:definitions>
  <inkml:trace contextRef="#ctx0" brushRef="#br0">95 92 6889 0 0,'-1'0'228'0'0,"-1"0"0"0"0,1 0 0 0 0,0-1 0 0 0,0 1 0 0 0,0 0 0 0 0,0 0 0 0 0,0-1-1 0 0,0 1 1 0 0,0-1 0 0 0,0 1 0 0 0,0-1 0 0 0,0 0 0 0 0,0 1 0 0 0,0-1 0 0 0,1 0 0 0 0,-1 1-1 0 0,0-1 1 0 0,0 0 0 0 0,1 0 0 0 0,-1 0 0 0 0,0 0 0 0 0,1 0 0 0 0,-1 0 0 0 0,1 0-1 0 0,-1-1 1 0 0,0 0-155 0 0,1 1-1 0 0,-1 0 1 0 0,1 0 0 0 0,-1-1-1 0 0,1 1 1 0 0,0 0-1 0 0,0 0 1 0 0,0-1-1 0 0,0 1 1 0 0,0 0-1 0 0,0-1 1 0 0,0 1 0 0 0,0 0-1 0 0,0-1 1 0 0,0 1-1 0 0,1 0 1 0 0,-1-1-1 0 0,1 1 1 0 0,-1 0 0 0 0,1 0-1 0 0,-1-1 1 0 0,1 1-1 0 0,0 0 1 0 0,-1 0-1 0 0,1 0 1 0 0,0 0-1 0 0,0 0 1 0 0,0 0 0 0 0,0 0-1 0 0,0 0 1 0 0,0 0-1 0 0,0 1 1 0 0,0-1-1 0 0,2 0 1 0 0,18-6 149 0 0,-15 5-188 0 0,0 1 1 0 0,0-1-1 0 0,-1 0 1 0 0,10-5 0 0 0,-13 5-19 0 0,0 1 0 0 0,0 0 0 0 0,0-1-1 0 0,1 1 1 0 0,-1 0 0 0 0,0 0 0 0 0,1 1 0 0 0,-1-1 0 0 0,0 0 0 0 0,1 1 0 0 0,-1-1 0 0 0,1 1 0 0 0,-1 0 0 0 0,1 0 0 0 0,3 0 0 0 0,-5 1 15 0 0,0-1 1 0 0,0 1-1 0 0,0-1 1 0 0,1 1-1 0 0,-1 0 1 0 0,0-1 0 0 0,0 1-1 0 0,0 0 1 0 0,0 0-1 0 0,-1-1 1 0 0,1 1-1 0 0,0 0 1 0 0,0 0-1 0 0,0 0 1 0 0,-1 0-1 0 0,1 0 1 0 0,-1 0-1 0 0,1 1 1 0 0,-1-1 0 0 0,1 0-1 0 0,-1 0 1 0 0,1 0-1 0 0,-1 0 1 0 0,0 1-1 0 0,0-1 1 0 0,0 0-1 0 0,1 0 1 0 0,-1 1-1 0 0,-1-1 1 0 0,1 0-1 0 0,0 2 1 0 0,0 1 44 0 0,0 1 0 0 0,-1-1 0 0 0,1 0 0 0 0,-1 1 0 0 0,0-1 0 0 0,0 0 1 0 0,-1 0-1 0 0,1 0 0 0 0,-1 1 0 0 0,0-1 0 0 0,0-1 0 0 0,-4 6 0 0 0,-1 1-28 0 0,-1-1-1 0 0,0-1 1 0 0,-10 9 0 0 0,-16 17 34 0 0,27-27-67 0 0,4-3-21 0 0,0-1 0 0 0,-1 0 0 0 0,2 1-1 0 0,-1 0 1 0 0,0-1 0 0 0,1 1 0 0 0,-1 0-1 0 0,1 0 1 0 0,0 1 0 0 0,1-1 0 0 0,-1 0-1 0 0,0 6 1 0 0,3-9 6 0 0,1 0 1 0 0,-1 0-1 0 0,1 0 0 0 0,0 0 0 0 0,-1 0 0 0 0,1 0 0 0 0,0 0 0 0 0,0 0 1 0 0,0-1-1 0 0,0 1 0 0 0,0-1 0 0 0,0 1 0 0 0,3-1 0 0 0,-3 0-2 0 0,53 6-17 0 0,-48-7 22 0 0,0 1 0 0 0,0 1 1 0 0,0-1-1 0 0,0 1 0 0 0,0 0 1 0 0,0 1-1 0 0,0 0 0 0 0,0 0 1 0 0,0 0-1 0 0,-1 1 1 0 0,1 0-1 0 0,6 4 0 0 0,-11-6 13 0 0,-1 1 0 0 0,1-1-1 0 0,-1 1 1 0 0,1 0 0 0 0,-1 0-1 0 0,0 0 1 0 0,1-1 0 0 0,-1 1 0 0 0,0 0-1 0 0,0 1 1 0 0,0-1 0 0 0,-1 0-1 0 0,1 0 1 0 0,-1 0 0 0 0,1 0 0 0 0,-1 1-1 0 0,1-1 1 0 0,-1 0 0 0 0,0 0-1 0 0,0 1 1 0 0,0-1 0 0 0,-1 0 0 0 0,1 0-1 0 0,0 1 1 0 0,-1-1 0 0 0,0 0-1 0 0,1 0 1 0 0,-3 4 0 0 0,2-2 42 0 0,-1 0 1 0 0,0 0-1 0 0,0-1 1 0 0,0 1-1 0 0,-1-1 0 0 0,1 1 1 0 0,-1-1-1 0 0,0 0 1 0 0,0 0-1 0 0,0 0 1 0 0,-1 0-1 0 0,1 0 0 0 0,-7 3 1 0 0,-165 62 652 0 0,164-65-963 0 0,8-2 20 0 0,0 0-1 0 0,-1 0 1 0 0,1 0 0 0 0,0 0-1 0 0,0 1 1 0 0,0-1 0 0 0,1 1-1 0 0,-1 0 1 0 0,0 0 0 0 0,-3 3-1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7"/>
    </inkml:context>
    <inkml:brush xml:id="br0">
      <inkml:brushProperty name="width" value="0.05" units="cm"/>
      <inkml:brushProperty name="height" value="0.05" units="cm"/>
    </inkml:brush>
  </inkml:definitions>
  <inkml:trace contextRef="#ctx0" brushRef="#br0">52 29 12355 0 0,'-3'-1'470'0'0,"0"0"0"0"0,0 0 1 0 0,0 0-1 0 0,0 0 0 0 0,1-1 1 0 0,-1 0-1 0 0,1 1 0 0 0,-1-1 1 0 0,-2-3-1 0 0,-11-6 808 0 0,16 11-1273 0 0,-1 0 1 0 0,1 0-1 0 0,0 0 0 0 0,0 0 1 0 0,0 0-1 0 0,0 0 0 0 0,0 0 1 0 0,-1 0-1 0 0,1 0 1 0 0,0 0-1 0 0,0 0 0 0 0,0 0 1 0 0,0 0-1 0 0,0 0 0 0 0,-1 0 1 0 0,1 0-1 0 0,0 0 1 0 0,0 0-1 0 0,0 0 0 0 0,0 0 1 0 0,0 0-1 0 0,-1 0 0 0 0,1 0 1 0 0,0 0-1 0 0,0 0 0 0 0,0 0 1 0 0,0 0-1 0 0,0 0 1 0 0,0 0-1 0 0,-1 0 0 0 0,1 0 1 0 0,0 1-1 0 0,0-1 0 0 0,0 0 1 0 0,0 0-1 0 0,0 0 0 0 0,0 0 1 0 0,0 0-1 0 0,0 0 1 0 0,0 1-1 0 0,-1-1 0 0 0,1 0 1 0 0,0 0-1 0 0,0 0 0 0 0,0 0 1 0 0,0 0-1 0 0,0 1 1 0 0,0-1-1 0 0,0 13 100 0 0,8 21-90 0 0,-6-27 10 0 0,10 53-205 0 0,-2 0 1 0 0,-4 1-1 0 0,-1 0 1 0 0,-7 91-1 0 0,2-105-5609 0 0,0-40 2478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8"/>
    </inkml:context>
    <inkml:brush xml:id="br0">
      <inkml:brushProperty name="width" value="0.05" units="cm"/>
      <inkml:brushProperty name="height" value="0.05" units="cm"/>
    </inkml:brush>
  </inkml:definitions>
  <inkml:trace contextRef="#ctx0" brushRef="#br0">253 10 10538 0 0,'-27'-7'4540'0'0,"22"6"-4437"0"0,-1 0 1 0 0,1 1-1 0 0,-1 0 1 0 0,0 0-1 0 0,1 0 1 0 0,-1 1-1 0 0,0-1 0 0 0,1 2 1 0 0,-1-1-1 0 0,1 0 1 0 0,-1 1-1 0 0,1 0 1 0 0,0 0-1 0 0,0 1 1 0 0,0 0-1 0 0,0 0 0 0 0,0 0 1 0 0,1 0-1 0 0,-1 1 1 0 0,1-1-1 0 0,0 1 1 0 0,0 0-1 0 0,0 0 1 0 0,1 1-1 0 0,-1-1 0 0 0,1 1 1 0 0,0 0-1 0 0,1 0 1 0 0,-5 10-1 0 0,-2 5-23 0 0,-1 0-4 0 0,2 0-1 0 0,0 0 0 0 0,1 1 0 0 0,1 0 0 0 0,-5 29 0 0 0,11-46-75 0 0,-1-1-1 0 0,0 1 1 0 0,0-1 0 0 0,0 1-1 0 0,0-1 1 0 0,0 0-1 0 0,-4 6 1 0 0,3-6 0 0 0,1 0 1 0 0,-1 0-1 0 0,1 0 1 0 0,0 0-1 0 0,0 0 0 0 0,0 0 1 0 0,0 0-1 0 0,0 1 1 0 0,1-1-1 0 0,-1 4 0 0 0,1-6-95 0 0,0 0 0 0 0,0 1-1 0 0,0-1 1 0 0,0 0 0 0 0,1 1-1 0 0,-1-1 1 0 0,0 0 0 0 0,0 0-1 0 0,1 1 1 0 0,-1-1 0 0 0,1 0-1 0 0,-1 0 1 0 0,1 1 0 0 0,0-1-1 0 0,-1 0 1 0 0,1 0 0 0 0,0 0-1 0 0,0 0 1 0 0,0 0 0 0 0,0 0-1 0 0,1 1 1 0 0,0-1-163 0 0,1 0 0 0 0,-1 1 0 0 0,1-1 0 0 0,0 0-1 0 0,-1-1 1 0 0,1 1 0 0 0,0 0 0 0 0,0-1 0 0 0,4 1 0 0 0,0-1-440 0 0,0 0 0 0 0,1-1 1 0 0,-1 1-1 0 0,1-1 0 0 0,-1-1 0 0 0,0 1 1 0 0,0-1-1 0 0,12-5 0 0 0,9-6-2792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69"/>
    </inkml:context>
    <inkml:brush xml:id="br0">
      <inkml:brushProperty name="width" value="0.05" units="cm"/>
      <inkml:brushProperty name="height" value="0.05" units="cm"/>
    </inkml:brush>
  </inkml:definitions>
  <inkml:trace contextRef="#ctx0" brushRef="#br0">265 19 6225 0 0,'0'0'1426'0'0,"-13"-10"4993"0"0,-25 2-3940 0 0,36 8-2401 0 0,-1-1 0 0 0,0 1 0 0 0,1 0 1 0 0,-1 0-1 0 0,1 0 0 0 0,-1 1 0 0 0,0-1 0 0 0,1 1 1 0 0,-1-1-1 0 0,1 1 0 0 0,-1 0 0 0 0,1 0 1 0 0,-4 1-1 0 0,5 0-67 0 0,-1-1 1 0 0,1 1-1 0 0,-1 0 1 0 0,1 0-1 0 0,0-1 1 0 0,0 1-1 0 0,0 0 0 0 0,0 0 1 0 0,0 0-1 0 0,0 1 1 0 0,0-1-1 0 0,1 0 1 0 0,-1 0-1 0 0,1 0 1 0 0,-1 1-1 0 0,1 1 1 0 0,-2 38 100 0 0,4-26-21 0 0,1-1 1 0 0,1 1-1 0 0,0-1 1 0 0,0 0 0 0 0,11 22-1 0 0,-9-22 199 0 0,0 0 1 0 0,-1 0-1 0 0,0 1 0 0 0,4 31 0 0 0,-9-44-252 0 0,1 0 0 0 0,-1 0-1 0 0,0 1 1 0 0,-1-1 0 0 0,1 0 0 0 0,0 0 0 0 0,-1 0-1 0 0,0 0 1 0 0,1 0 0 0 0,-1 0 0 0 0,0 0 0 0 0,-1-1 0 0 0,1 1-1 0 0,0 0 1 0 0,-1 0 0 0 0,0-1 0 0 0,0 1 0 0 0,-2 2-1 0 0,0-1-26 0 0,-1-1-1 0 0,1 0 1 0 0,-1 0-1 0 0,1 0 0 0 0,-1 0 1 0 0,0-1-1 0 0,0 0 1 0 0,-10 3-1 0 0,-9 2 2 0 0,17-5-4 0 0,-1 0 1 0 0,0 0-1 0 0,1 1 0 0 0,-10 5 0 0 0,11-5-30 0 0,1 0-1 0 0,-1-1 0 0 0,0 1 0 0 0,-11 2 0 0 0,15-4-451 0 0,-1-1 0 0 0,1 0 0 0 0,0 1 0 0 0,-1-1 0 0 0,1 0 0 0 0,-1 0 0 0 0,1-1 0 0 0,0 1 0 0 0,-5-1 0 0 0,2-5-3717 0 0,-1-5 1174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0"/>
    </inkml:context>
    <inkml:brush xml:id="br0">
      <inkml:brushProperty name="width" value="0.05" units="cm"/>
      <inkml:brushProperty name="height" value="0.05" units="cm"/>
    </inkml:brush>
  </inkml:definitions>
  <inkml:trace contextRef="#ctx0" brushRef="#br0">0 21 10362 0 0,'0'0'1126'0'0,"3"-5"3117"0"0,4-5-2338 0 0,-6 9-1881 0 0,-1 1 0 0 0,1-1 0 0 0,0 0 0 0 0,0 1 0 0 0,0-1 1 0 0,0 1-1 0 0,0 0 0 0 0,0-1 0 0 0,0 1 0 0 0,0 0 0 0 0,0-1 1 0 0,0 1-1 0 0,0 0 0 0 0,1 0 0 0 0,-1 0 0 0 0,0 0 0 0 0,0 0 0 0 0,0 0 1 0 0,0 0-1 0 0,0 1 0 0 0,0-1 0 0 0,0 0 0 0 0,1 1 0 0 0,0 0-12 0 0,-1 0 0 0 0,1 0 0 0 0,-1 0 0 0 0,1 1 1 0 0,-1-1-1 0 0,0 0 0 0 0,0 1 0 0 0,1-1 0 0 0,-1 1 0 0 0,0-1 0 0 0,0 1 0 0 0,1 2 0 0 0,1 5 17 0 0,1 0 0 0 0,-2 0 0 0 0,1 0 0 0 0,1 13 0 0 0,-2 4 123 0 0,0 0 1 0 0,-2-1-1 0 0,-5 42 0 0 0,2-33 22 0 0,2 39-1 0 0,1-70-139 0 0,0 0 0 0 0,0 0-1 0 0,1 0 1 0 0,-1-1 0 0 0,1 1-1 0 0,0 0 1 0 0,0 0 0 0 0,0-1-1 0 0,0 1 1 0 0,0 0 0 0 0,0-1-1 0 0,1 1 1 0 0,0-1 0 0 0,-1 0-1 0 0,1 1 1 0 0,0-1 0 0 0,0 0-1 0 0,0 0 1 0 0,0 0 0 0 0,1 0-1 0 0,-1-1 1 0 0,0 1 0 0 0,1-1-1 0 0,-1 1 1 0 0,1-1-1 0 0,-1 0 1 0 0,1 0 0 0 0,0 0-1 0 0,0 0 1 0 0,-1 0 0 0 0,1-1-1 0 0,3 1 1 0 0,1 0 21 0 0,1-1-1 0 0,-1 0 1 0 0,0 0-1 0 0,1 0 1 0 0,-1-1 0 0 0,0 0-1 0 0,1 0 1 0 0,-1-1-1 0 0,0 0 1 0 0,0-1 0 0 0,9-4-1 0 0,-6 3 50 0 0,-1-1-1 0 0,0 0 1 0 0,-1-1-1 0 0,1 0 1 0 0,11-11-1 0 0,-17 14-277 0 0,0 0-1 0 0,0-1 1 0 0,-1 1-1 0 0,1-1 0 0 0,-1 0 1 0 0,0 1-1 0 0,0-1 1 0 0,0 0-1 0 0,-1 0 0 0 0,1 0 1 0 0,-1 0-1 0 0,0 0 0 0 0,0-1 1 0 0,-1 1-1 0 0,1 0 1 0 0,-1-6-1 0 0,0 1-2285 0 0,0 2-2722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1"/>
    </inkml:context>
    <inkml:brush xml:id="br0">
      <inkml:brushProperty name="width" value="0.05" units="cm"/>
      <inkml:brushProperty name="height" value="0.05" units="cm"/>
    </inkml:brush>
  </inkml:definitions>
  <inkml:trace contextRef="#ctx0" brushRef="#br0">67 321 784 0 0,'0'0'2806'0'0,"-31"0"5032"0"0,-4 2-2808 0 0,50-11-4347 0 0,47-22-203 0 0,61-41 0 0 0,-19 10-213 0 0,-81 49-246 0 0,143-74 179 0 0,-158 83-86 0 0,0-1 0 0 0,0 0 0 0 0,0 0-1 0 0,0-1 1 0 0,-1 0 0 0 0,10-10-1 0 0,-15 15-130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2"/>
    </inkml:context>
    <inkml:brush xml:id="br0">
      <inkml:brushProperty name="width" value="0.05" units="cm"/>
      <inkml:brushProperty name="height" value="0.05" units="cm"/>
    </inkml:brush>
  </inkml:definitions>
  <inkml:trace contextRef="#ctx0" brushRef="#br0">30 273 10298 0 0,'-30'-2'5736'0'0,"31"1"-5643"0"0,-1-1 0 0 0,0 1 0 0 0,1-1 0 0 0,-1 1 0 0 0,1-1 0 0 0,0 1 0 0 0,-1-1 0 0 0,1 1 0 0 0,0-1 0 0 0,0 1 0 0 0,1-2 0 0 0,4-6 46 0 0,-3 2-57 0 0,1 0-1 0 0,0 0 1 0 0,1 0 0 0 0,-1 1-1 0 0,1-1 1 0 0,9-8 0 0 0,42-35 172 0 0,-24 22-150 0 0,43-34-23 0 0,-51 44-66 0 0,-20 15 66 0 0,0 0 0 0 0,0 0 1 0 0,0 0-1 0 0,1 1 0 0 0,-1-1 1 0 0,1 1-1 0 0,-1 0 0 0 0,1 1 1 0 0,0-1-1 0 0,0 1 0 0 0,0 0 1 0 0,0 0-1 0 0,10 0 0 0 0,-11 2-50 0 0,0 0 0 0 0,1 1-1 0 0,-1 0 1 0 0,0 0 0 0 0,0 0-1 0 0,0 0 1 0 0,0 1 0 0 0,0-1-1 0 0,-1 1 1 0 0,1 0 0 0 0,-1 0-1 0 0,0 0 1 0 0,0 1-1 0 0,0-1 1 0 0,3 5 0 0 0,-1-2-60 0 0,0 0-1 0 0,1 0 1 0 0,11 9 0 0 0,17 8-2838 0 0,-20-16 222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3"/>
    </inkml:context>
    <inkml:brush xml:id="br0">
      <inkml:brushProperty name="width" value="0.05" units="cm"/>
      <inkml:brushProperty name="height" value="0.05" units="cm"/>
    </inkml:brush>
  </inkml:definitions>
  <inkml:trace contextRef="#ctx0" brushRef="#br0">320 755 1608 0 0,'0'0'-10'0'0,"22"-24"-884"0"0,-21 19 1595 0 0,0 1-1 0 0,-1 0 0 0 0,0 0 1 0 0,1-1-1 0 0,-1 1 1 0 0,-1 0-1 0 0,1 0 0 0 0,-1-1 1 0 0,-1-7-1 0 0,-14-70 1166 0 0,3 0-1 0 0,-2-109 0 0 0,6-61 1724 0 0,9 180-2186 0 0,0 72-1374 0 0,0 21 91 0 0,-5 298-81 0 0,-5-101 89 0 0,7-168-17 0 0,2-36 44 0 0,1-9 31 0 0,0 0 1 0 0,-1 1 0 0 0,1-1 0 0 0,-4 9-1 0 0,4-12-150 0 0,-1 0-1 0 0,0 0 1 0 0,0-1-1 0 0,0 1 1 0 0,0 0-1 0 0,0-1 0 0 0,0 1 1 0 0,-1-1-1 0 0,1 1 1 0 0,0-1-1 0 0,-1 0 1 0 0,1 1-1 0 0,-1-1 0 0 0,1 0 1 0 0,-1 0-1 0 0,-3 1 1 0 0,-15 7 6 0 0,0-2 0 0 0,0 0 0 0 0,-37 6 0 0 0,28-7-45 0 0,-31 11-1 0 0,58-17-2 0 0,0 1 0 0 0,1 0 0 0 0,-1 0 0 0 0,0 0 0 0 0,0 0 0 0 0,0 0-1 0 0,1 0 1 0 0,-1 0 0 0 0,0 0 0 0 0,1 1 0 0 0,0-1 0 0 0,-1 0 0 0 0,1 1 0 0 0,0 0 0 0 0,-1-1 0 0 0,1 1 0 0 0,0 0-1 0 0,0-1 1 0 0,0 1 0 0 0,1 0 0 0 0,-1 0 0 0 0,0 0 0 0 0,1 0 0 0 0,-1 0 0 0 0,1 0 0 0 0,-1 0 0 0 0,1 0 0 0 0,0 0-1 0 0,0 2 1 0 0,2-3 8 0 0,0 0-1 0 0,0 0 1 0 0,0 0-1 0 0,0 0 1 0 0,1-1-1 0 0,-1 1 1 0 0,0-1 0 0 0,0 0-1 0 0,0 1 1 0 0,1-1-1 0 0,2 0 1 0 0,-3 0-1 0 0,4 0 1 0 0,0 0 1 0 0,0 1-1 0 0,0 0 0 0 0,0 0 0 0 0,0 1 0 0 0,0 0 0 0 0,-1 0 0 0 0,11 5 0 0 0,-4-2-4 0 0,-1 0-1 0 0,1 0 0 0 0,0-1 1 0 0,0-1-1 0 0,0 0 1 0 0,1 0-1 0 0,16 0 1 0 0,91-1 46 0 0,-78-2-63 0 0,-41 0 31 0 0,1 0-1 0 0,-1 0 0 0 0,0 0 0 0 0,0 0 1 0 0,0 0-1 0 0,0 0 0 0 0,1 0 0 0 0,-1 0 1 0 0,0 0-1 0 0,0 1 0 0 0,0-1 0 0 0,0 0 1 0 0,0 1-1 0 0,0-1 0 0 0,0 1 0 0 0,0 0 1 0 0,0-1-1 0 0,0 1 0 0 0,0 0 0 0 0,0-1 0 0 0,0 1 1 0 0,0 0-1 0 0,0 0 0 0 0,-1 0 0 0 0,1 0 1 0 0,0 0-1 0 0,-1 0 0 0 0,1 0 0 0 0,-1 0 1 0 0,1 0-1 0 0,-1 0 0 0 0,1 0 0 0 0,-1 0 1 0 0,0 0-1 0 0,1 0 0 0 0,-1 0 0 0 0,0 1 1 0 0,0-1-1 0 0,0 0 0 0 0,0 0 0 0 0,0 0 1 0 0,0 0-1 0 0,0 1 0 0 0,-1 0 0 0 0,0 1 14 0 0,1 1-1 0 0,-1-1 1 0 0,-1 1-1 0 0,1-1 1 0 0,0 0-1 0 0,-1 1 1 0 0,0-1-1 0 0,0 0 1 0 0,0 0-1 0 0,0 0 1 0 0,0-1-1 0 0,0 1 1 0 0,-1 0-1 0 0,-3 2 1 0 0,-11 7 57 0 0,-29 15 1 0 0,31-20-53 0 0,0 2 1 0 0,1 0 0 0 0,-22 17 0 0 0,23-15-34 0 0,-1-1 0 0 0,0 0 1 0 0,-16 7-1 0 0,19-12-1 0 0,1 1 0 0 0,0 0 0 0 0,1 0 0 0 0,-1 1 0 0 0,1 0 0 0 0,0 1 0 0 0,1 0 0 0 0,-11 13 0 0 0,16-17 2 0 0,0 0 1 0 0,1 1-1 0 0,-1-1 0 0 0,1 0 0 0 0,0 1 1 0 0,0 0-1 0 0,1-1 0 0 0,-1 1 0 0 0,1 0 0 0 0,0 0 1 0 0,0 6-1 0 0,19-5-19 0 0,-12-5 14 0 0,15 8 16 0 0,-14-6-8 0 0,1 0 0 0 0,0 0 0 0 0,0 0 0 0 0,0-1 0 0 0,0 0 0 0 0,0 0 0 0 0,10 0 0 0 0,56-3 4 0 0,-41 0 6 0 0,56 6 0 0 0,-87-5-5 0 0,-1 0-1 0 0,1 0 1 0 0,-1 1 0 0 0,1-1-1 0 0,-1 1 1 0 0,1-1 0 0 0,-1 1-1 0 0,0 0 1 0 0,1-1 0 0 0,-1 1-1 0 0,0 0 1 0 0,0 0 0 0 0,0 0-1 0 0,1 0 1 0 0,-1 0-1 0 0,0 0 1 0 0,0 0 0 0 0,0 0-1 0 0,-1 0 1 0 0,1 1 0 0 0,0-1-1 0 0,0 0 1 0 0,0 3 0 0 0,0-3-2 0 0,-1 0-1 0 0,0 0 1 0 0,0 0 0 0 0,0 0-1 0 0,0 1 1 0 0,0-1 0 0 0,0 0 0 0 0,0 0-1 0 0,0 0 1 0 0,0 0 0 0 0,-1 0-1 0 0,1 0 1 0 0,0 0 0 0 0,-1 0 0 0 0,1 0-1 0 0,-1 0 1 0 0,1 0 0 0 0,-1 0 0 0 0,1 0-1 0 0,-1 0 1 0 0,0 0 0 0 0,1 0-1 0 0,-1-1 1 0 0,0 1 0 0 0,0 0 0 0 0,0 0-1 0 0,1-1 1 0 0,-1 1 0 0 0,0-1 0 0 0,0 1-1 0 0,0-1 1 0 0,-1 1 0 0 0,0 1-11 0 0,1-1-1 0 0,-1 0 1 0 0,1 1 0 0 0,0-1 0 0 0,0 1 0 0 0,0-1 0 0 0,0 1 0 0 0,0-1 0 0 0,0 1 0 0 0,0 0 0 0 0,1-1 0 0 0,-1 1 0 0 0,1 0-1 0 0,-1 0 1 0 0,0 3 0 0 0,-3 28-43 0 0,4 16 40 0 0,3 1 0 0 0,2-1 0 0 0,16 68 0 0 0,2 14 27 0 0,6 148 83 0 0,-14-154 768 0 0,-11-103-862 0 0,-2-6 50 0 0,1 0 1 0 0,5 16 0 0 0,-8-32-73 0 0,6 14 303 0 0,-2-9-1879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4"/>
    </inkml:context>
    <inkml:brush xml:id="br0">
      <inkml:brushProperty name="width" value="0.05" units="cm"/>
      <inkml:brushProperty name="height" value="0.05" units="cm"/>
    </inkml:brush>
  </inkml:definitions>
  <inkml:trace contextRef="#ctx0" brushRef="#br0">236 8 9418 0 0,'-18'-4'4771'0'0,"-1"1"-3726"0"0,13 2-944 0 0,1 1 0 0 0,0 0 0 0 0,0 1 0 0 0,-1-1 0 0 0,1 1 0 0 0,0 0 0 0 0,0 0 0 0 0,0 1 0 0 0,0-1 0 0 0,0 1 0 0 0,0 0 0 0 0,0 1 0 0 0,-6 4 0 0 0,7-5-83 0 0,1 1-1 0 0,0 0 1 0 0,0 0-1 0 0,0 0 1 0 0,0 1-1 0 0,1-1 1 0 0,-1 1-1 0 0,1-1 1 0 0,0 1-1 0 0,0 0 1 0 0,0 0 0 0 0,1 0-1 0 0,-1 0 1 0 0,1 0-1 0 0,0 0 1 0 0,-1 8-1 0 0,-9 25 72 0 0,9-34-88 0 0,1 0 0 0 0,0 0 0 0 0,-1-1 0 0 0,1 1 0 0 0,0 0 0 0 0,1 1 0 0 0,-1-1 0 0 0,0 0 0 0 0,1 0 0 0 0,0 0 0 0 0,0 0 0 0 0,0 0 0 0 0,0 0 0 0 0,0 1 0 0 0,0-1 0 0 0,1 0 0 0 0,0 0 0 0 0,-1 0-1 0 0,1 0 1 0 0,1 0 0 0 0,-1 0 0 0 0,0 0 0 0 0,2 3 0 0 0,4 1 51 0 0,0 1-1 0 0,0-1 1 0 0,1 0 0 0 0,-1 0-1 0 0,2-1 1 0 0,-1 0-1 0 0,1-1 1 0 0,-1 0-1 0 0,17 7 1 0 0,-4-1 226 0 0,-17-9-184 0 0,2 1 49 0 0,-1-1 0 0 0,1 1 0 0 0,-1 0 0 0 0,0 0 0 0 0,0 1 0 0 0,0 0 0 0 0,-1 0-1 0 0,0 0 1 0 0,1 0 0 0 0,-1 0 0 0 0,-1 1 0 0 0,1 0 0 0 0,4 8 0 0 0,-4-5 288 0 0,-2-6-351 0 0,-1 0 0 0 0,1 0 0 0 0,-1 0 0 0 0,0 1-1 0 0,0-1 1 0 0,0 0 0 0 0,0 1 0 0 0,-1-1 0 0 0,1 1 0 0 0,-1-1 0 0 0,1 1 0 0 0,-1-1-1 0 0,0 1 1 0 0,0-1 0 0 0,0 1 0 0 0,0 0 0 0 0,-1-1 0 0 0,1 1 0 0 0,-1-1 0 0 0,0 4-1 0 0,-1-5-76 0 0,1 1-1 0 0,-1-1 0 0 0,1 0 0 0 0,-1 0 1 0 0,0 0-1 0 0,0 0 0 0 0,1-1 1 0 0,-1 1-1 0 0,0 0 0 0 0,0-1 0 0 0,0 1 1 0 0,0-1-1 0 0,0 1 0 0 0,0-1 0 0 0,0 0 1 0 0,-3 0-1 0 0,0 1 6 0 0,-2-1-1 0 0,1 1 0 0 0,-1 0 0 0 0,0 1-1 0 0,1 0 1 0 0,-1 0 0 0 0,1 0 0 0 0,-9 5 0 0 0,9-4-83 0 0,-1 0 0 0 0,1 0 0 0 0,-1 0 0 0 0,0-1 0 0 0,0 0 0 0 0,0-1 0 0 0,0 0 1 0 0,-1 0-1 0 0,1 0 0 0 0,0-1 0 0 0,-12-1 0 0 0,13 1-505 0 0,1-1 1 0 0,-1 0-1 0 0,1 0 0 0 0,0-1 1 0 0,-1 1-1 0 0,1-1 0 0 0,0 0 1 0 0,0-1-1 0 0,-7-4 0 0 0,2-3-1460 0 0,2-10-475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5"/>
    </inkml:context>
    <inkml:brush xml:id="br0">
      <inkml:brushProperty name="width" value="0.05" units="cm"/>
      <inkml:brushProperty name="height" value="0.05" units="cm"/>
    </inkml:brush>
  </inkml:definitions>
  <inkml:trace contextRef="#ctx0" brushRef="#br0">1 149 7250 0 0,'15'-9'7001'0'0,"87"-37"-4667"0"0,-50 21-6576 0 0,-29 13 3400 0 0,-20 10 956 0 0,-1 0 0 0 0,1 1 0 0 0,-1-1 1 0 0,0 0-1 0 0,0 0 0 0 0,0 0 0 0 0,0-1 0 0 0,0 1 0 0 0,0-1 0 0 0,0 1 0 0 0,1-5 0 0 0,-1 5 236 0 0,-1-1-1 0 0,1 1 0 0 0,-1 0 0 0 0,1-1 0 0 0,0 1 1 0 0,0 0-1 0 0,0 0 0 0 0,0 0 0 0 0,0 0 1 0 0,0 1-1 0 0,3-3 0 0 0,-4 4-314 0 0,-1 0 0 0 0,1 0 0 0 0,-1 0 0 0 0,1 0-1 0 0,-1 1 1 0 0,0-1 0 0 0,1 0 0 0 0,-1 0 0 0 0,0 0 0 0 0,1 0 0 0 0,-1 1 0 0 0,0-1-1 0 0,1 0 1 0 0,-1 0 0 0 0,0 1 0 0 0,1-1 0 0 0,-1 0 0 0 0,0 1 0 0 0,1-1 0 0 0,-1 0 0 0 0,0 1-1 0 0,0-1 1 0 0,0 0 0 0 0,1 1 0 0 0,-1-1 0 0 0,0 0 0 0 0,0 1 0 0 0,0-1 0 0 0,0 1-1 0 0,0 0 1 0 0,6 15 57 0 0,-5-15-19 0 0,7 36 102 0 0,-1-1 0 0 0,-2 1 0 0 0,-1 0 0 0 0,-2 63 0 0 0,-1-39-106 0 0,-1-3-319 0 0,0-21-1983 0 0,1 0-4413 0 0,0-24 1277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6"/>
    </inkml:context>
    <inkml:brush xml:id="br0">
      <inkml:brushProperty name="width" value="0.05" units="cm"/>
      <inkml:brushProperty name="height" value="0.05" units="cm"/>
    </inkml:brush>
  </inkml:definitions>
  <inkml:trace contextRef="#ctx0" brushRef="#br0">230 10 14123 0 0,'-48'-5'1518'0'0,"33"3"-788"0"0,1 1 0 0 0,-19 0 0 0 0,29 1-671 0 0,0 0 1 0 0,0 1-1 0 0,0-1 1 0 0,0 1-1 0 0,0 0 1 0 0,0 1-1 0 0,0-1 1 0 0,0 0-1 0 0,0 1 1 0 0,0 0-1 0 0,1 0 0 0 0,-6 3 1 0 0,8-3-54 0 0,-1 0-1 0 0,0 1 1 0 0,1-1-1 0 0,-1 0 1 0 0,1 0-1 0 0,0 1 1 0 0,0-1-1 0 0,0 1 1 0 0,0-1-1 0 0,0 1 1 0 0,0-1-1 0 0,0 6 1 0 0,-5 37 72 0 0,5-35-69 0 0,1-10-9 0 0,0 7 11 0 0,-1 0-1 0 0,1 0 1 0 0,-2 0 0 0 0,1-1 0 0 0,-1 1 0 0 0,0 0-1 0 0,0-1 1 0 0,-5 10 0 0 0,3-8 16 0 0,0 0 0 0 0,1 1 0 0 0,0-1 0 0 0,1 0 0 0 0,0 1 0 0 0,0 0 0 0 0,1-1 0 0 0,0 10 0 0 0,0-11-39 0 0,1-1 0 0 0,0 1 1 0 0,0-1-1 0 0,1 1 0 0 0,0-1 0 0 0,0 1 0 0 0,0-1 0 0 0,1 1 0 0 0,0-1 0 0 0,0 0 0 0 0,5 8 0 0 0,-5-12-168 0 0,1 0 0 0 0,0 0 0 0 0,-1 0 0 0 0,1 0 0 0 0,0-1 0 0 0,0 1 0 0 0,0-1 0 0 0,5 2 0 0 0,1 1-199 0 0,-3-1 76 0 0,1 0 0 0 0,0-1 0 0 0,0 0-1 0 0,0 0 1 0 0,1 0 0 0 0,-1-1 0 0 0,0 0 0 0 0,1-1 0 0 0,-1 1 0 0 0,0-1 0 0 0,1-1-1 0 0,-1 1 1 0 0,9-3 0 0 0,2-1-737 0 0,0-1-1 0 0,-1-1 1 0 0,0 0-1 0 0,19-10 1 0 0,4-4-1634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7"/>
    </inkml:context>
    <inkml:brush xml:id="br0">
      <inkml:brushProperty name="width" value="0.05" units="cm"/>
      <inkml:brushProperty name="height" value="0.05" units="cm"/>
    </inkml:brush>
  </inkml:definitions>
  <inkml:trace contextRef="#ctx0" brushRef="#br0">271 38 3385 0 0,'-4'-14'8776'0'0,"-6"2"-4788"0"0,9 11-3914 0 0,0-1-1 0 0,0 1 1 0 0,-1 0-1 0 0,1 0 1 0 0,0 1-1 0 0,-1-1 1 0 0,1 0-1 0 0,-1 0 1 0 0,1 1-1 0 0,-1-1 1 0 0,1 1 0 0 0,-1-1-1 0 0,0 1 1 0 0,1 0-1 0 0,-1-1 1 0 0,0 1-1 0 0,1 0 1 0 0,-1 0-1 0 0,1 0 1 0 0,-1 0-1 0 0,0 0 1 0 0,1 1-1 0 0,-1-1 1 0 0,0 1-1 0 0,1-1 1 0 0,-1 1-1 0 0,-1 0 1 0 0,1 1-37 0 0,-1 0-1 0 0,1 0 1 0 0,0 1 0 0 0,0-1-1 0 0,0 1 1 0 0,1-1 0 0 0,-1 1-1 0 0,1 0 1 0 0,-1-1-1 0 0,1 1 1 0 0,0 0 0 0 0,0 0-1 0 0,0 0 1 0 0,-1 5 0 0 0,0 1 73 0 0,1 0 1 0 0,0-1 0 0 0,1 18-1 0 0,2-5 204 0 0,1 0 0 0 0,9 34 1 0 0,-7-38-53 0 0,-1 0 1 0 0,-1-1-1 0 0,0 2 1 0 0,-2-1-1 0 0,1 19 1 0 0,-3-31-224 0 0,0 0-1 0 0,0 0 1 0 0,0 0-1 0 0,-1 0 1 0 0,0 0-1 0 0,0 0 1 0 0,0 0 0 0 0,0 0-1 0 0,-1-1 1 0 0,0 1-1 0 0,0-1 1 0 0,0 0 0 0 0,0 0-1 0 0,-1 0 1 0 0,-7 7-1 0 0,4-6-41 0 0,0 0 0 0 0,0 0 0 0 0,0 0 0 0 0,0-1 0 0 0,-1 0 0 0 0,0 0 0 0 0,0-1 0 0 0,0 0 0 0 0,-10 3 0 0 0,-12 7 8 0 0,-3 1-1480 0 0,31-14 841 0 0,0 1 0 0 0,0-1 0 0 0,0 0 0 0 0,-1 1 1 0 0,1-1-1 0 0,0-1 0 0 0,0 1 0 0 0,0 0 0 0 0,-3-1 0 0 0,3 0-1575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8"/>
    </inkml:context>
    <inkml:brush xml:id="br0">
      <inkml:brushProperty name="width" value="0.05" units="cm"/>
      <inkml:brushProperty name="height" value="0.05" units="cm"/>
    </inkml:brush>
  </inkml:definitions>
  <inkml:trace contextRef="#ctx0" brushRef="#br0">1 77 10498 0 0,'3'-6'3907'0'0,"6"-9"-2571"0"0,-8 12-1240 0 0,1 1 0 0 0,0 0 1 0 0,0-1-1 0 0,0 1 0 0 0,0 0 1 0 0,0 0-1 0 0,0 0 0 0 0,1 0 1 0 0,-1 1-1 0 0,1-1 0 0 0,-1 1 1 0 0,1-1-1 0 0,-1 1 0 0 0,1 0 1 0 0,3-1-1 0 0,20-11 159 0 0,-7 3-158 0 0,-18 9-86 0 0,0 1-1 0 0,0 0 0 0 0,-1-1 1 0 0,1 1-1 0 0,0 0 0 0 0,0 0 1 0 0,0 0-1 0 0,0-1 1 0 0,0 1-1 0 0,0 0 0 0 0,-1 0 1 0 0,1 0-1 0 0,0 0 1 0 0,0 1-1 0 0,0-1 0 0 0,0 0 1 0 0,0 0-1 0 0,-1 0 1 0 0,1 1-1 0 0,0-1 0 0 0,0 0 1 0 0,0 1-1 0 0,0 5 138 0 0,0 2-77 0 0,1 0-1 0 0,0 0 0 0 0,0-1 1 0 0,5 12-1 0 0,-3-10-8 0 0,-1 0 0 0 0,0 0-1 0 0,-1 0 1 0 0,2 15-1 0 0,-4-3 61 0 0,-1 1 1 0 0,-1 0-1 0 0,-1-1 0 0 0,-1 1 0 0 0,-8 24 0 0 0,6-23 7 0 0,1 1 0 0 0,0 0 0 0 0,-1 40 0 0 0,6-63-104 0 0,0 1 0 0 0,0 0 1 0 0,0 0-1 0 0,1 0 1 0 0,-1 0-1 0 0,0 0 1 0 0,1 0-1 0 0,-1-1 1 0 0,1 1-1 0 0,0 0 0 0 0,0 0 1 0 0,-1-1-1 0 0,1 1 1 0 0,0 0-1 0 0,0-1 1 0 0,1 1-1 0 0,-1-1 1 0 0,0 0-1 0 0,0 1 0 0 0,1-1 1 0 0,1 2-1 0 0,1-1 2 0 0,-1-1 0 0 0,0 1 0 0 0,0-1 0 0 0,1 0 0 0 0,-1 0 0 0 0,0 0 0 0 0,1 0 0 0 0,-1 0 0 0 0,1-1 0 0 0,6 0 0 0 0,1 0 20 0 0,0-1 1 0 0,1 0-1 0 0,-1-1 1 0 0,0 0-1 0 0,0-1 0 0 0,15-5 1 0 0,-16 4-102 0 0,0 0 1 0 0,1-1-1 0 0,-2 0 1 0 0,1-1-1 0 0,-1 0 0 0 0,0-1 1 0 0,0 0-1 0 0,-1 0 1 0 0,1-1-1 0 0,-2 1 1 0 0,1-2-1 0 0,-1 1 0 0 0,-1-1 1 0 0,1-1-1 0 0,-1 1 1 0 0,-1-1-1 0 0,7-15 1 0 0,4-4-2075 0 0,-10 20 72 0 0,1-2-2640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79"/>
    </inkml:context>
    <inkml:brush xml:id="br0">
      <inkml:brushProperty name="width" value="0.05" units="cm"/>
      <inkml:brushProperty name="height" value="0.05" units="cm"/>
    </inkml:brush>
  </inkml:definitions>
  <inkml:trace contextRef="#ctx0" brushRef="#br0">40 239 5201 0 0,'0'0'626'0'0,"-16"6"5020"0"0,15-5-5354 0 0,0-1 1 0 0,0 1-1 0 0,0-1 0 0 0,0 1 1 0 0,0-1-1 0 0,0 0 0 0 0,-1 1 1 0 0,1-1-1 0 0,0 0 0 0 0,0 0 0 0 0,-1 0 1 0 0,1 0-1 0 0,-1 0 0 0 0,-4-3 1681 0 0,12-7-1356 0 0,6-1-506 0 0,1 0 0 0 0,23-14 0 0 0,-26 20-85 0 0,0-1 0 0 0,-1-1 0 0 0,0 0 0 0 0,0 0 0 0 0,-1-1 0 0 0,0 0 0 0 0,0 0 0 0 0,-1-1 0 0 0,8-10 0 0 0,-3 4 18 0 0,2-6 89 0 0,-12 18-95 0 0,-1-1 0 0 0,1 1 0 0 0,-1 0 0 0 0,1-1 0 0 0,0 1 0 0 0,0 0 0 0 0,1 0 0 0 0,-1 1 0 0 0,1-1 0 0 0,-1 0 0 0 0,1 1 0 0 0,0-1 0 0 0,5-2 0 0 0,3-7 343 0 0,-10 11-365 0 0,-1 0-1 0 0,1 0 0 0 0,0-1 0 0 0,0 1 1 0 0,0 0-1 0 0,0 0 0 0 0,0 0 1 0 0,0 0-1 0 0,1 1 0 0 0,-1-1 0 0 0,2-1 1 0 0,-3 2-14 0 0,1 0 0 0 0,0 0 0 0 0,0 0 1 0 0,-1 1-1 0 0,1-1 0 0 0,0 0 1 0 0,0 0-1 0 0,-1 0 0 0 0,1 1 1 0 0,0-1-1 0 0,-1 0 0 0 0,1 1 0 0 0,0-1 1 0 0,-1 1-1 0 0,1-1 0 0 0,-1 1 1 0 0,1-1-1 0 0,0 1 0 0 0,-1-1 1 0 0,1 1-1 0 0,-1-1 0 0 0,0 1 0 0 0,1 0 1 0 0,-1-1-1 0 0,1 1 0 0 0,-1 0 1 0 0,0-1-1 0 0,1 3 0 0 0,5 6 73 0 0,1 0-1 0 0,1 0 0 0 0,0-1 0 0 0,0 1 0 0 0,0-2 1 0 0,1 1-1 0 0,0-1 0 0 0,18 11 0 0 0,10 7 41 0 0,-25-15-350 0 0,12 7-6030 0 0,-18-13 1944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0"/>
    </inkml:context>
    <inkml:brush xml:id="br0">
      <inkml:brushProperty name="width" value="0.05" units="cm"/>
      <inkml:brushProperty name="height" value="0.05" units="cm"/>
    </inkml:brush>
  </inkml:definitions>
  <inkml:trace contextRef="#ctx0" brushRef="#br0">17 190 2176 0 0,'0'-58'6795'0'0,"0"-74"387"0"0,0 132-7125 0 0,0 9 250 0 0,-9 179 291 0 0,4-111-383 0 0,3-18 110 0 0,1-33-5205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1"/>
    </inkml:context>
    <inkml:brush xml:id="br0">
      <inkml:brushProperty name="width" value="0.05" units="cm"/>
      <inkml:brushProperty name="height" value="0.05" units="cm"/>
    </inkml:brush>
  </inkml:definitions>
  <inkml:trace contextRef="#ctx0" brushRef="#br0">83 1 11682 0 0,'-19'0'2237'0'0,"9"0"-1719"0"0,6 0-419 0 0,0 0 0 0 0,1 0 0 0 0,-1 0 0 0 0,1 0 0 0 0,-1 1 0 0 0,1 0 0 0 0,-6 1 0 0 0,7-1-96 0 0,1-1 0 0 0,0 1 1 0 0,0 0-1 0 0,0 0 0 0 0,-1 0 1 0 0,1 0-1 0 0,0 0 0 0 0,0 0 0 0 0,0 1 1 0 0,0-1-1 0 0,1 0 0 0 0,-1 0 1 0 0,0 1-1 0 0,0-1 0 0 0,1 0 1 0 0,-1 1-1 0 0,1-1 0 0 0,-1 1 0 0 0,1-1 1 0 0,0 1-1 0 0,0-1 0 0 0,-1 2 1 0 0,1 4 41 0 0,-1 0 0 0 0,1 0 0 0 0,0 0 0 0 0,1 0 1 0 0,0 0-1 0 0,0-1 0 0 0,0 1 0 0 0,1 0 0 0 0,0-1 1 0 0,0 1-1 0 0,1-1 0 0 0,-1 1 0 0 0,1-1 0 0 0,1 0 1 0 0,-1 0-1 0 0,1 0 0 0 0,5 4 0 0 0,1 6 136 0 0,-9-13-146 0 0,0 0 0 0 0,1-1 1 0 0,-1 0-1 0 0,1 1 0 0 0,0-1 1 0 0,0 0-1 0 0,-1 0 1 0 0,4 2-1 0 0,4 4 321 0 0,0-1 0 0 0,0 1 0 0 0,-1 1 0 0 0,0-1 0 0 0,-1 1 0 0 0,0 1 0 0 0,0-1 0 0 0,-1 1 1 0 0,9 20-1 0 0,-14-29-326 0 0,-1 0 1 0 0,1 0-1 0 0,-1 0 0 0 0,1 0 1 0 0,-1 0-1 0 0,0 0 1 0 0,0 0-1 0 0,1 0 1 0 0,-1 0-1 0 0,0 0 1 0 0,0 0-1 0 0,0 0 1 0 0,0 0-1 0 0,0 0 1 0 0,0 0-1 0 0,-1 0 1 0 0,1 0-1 0 0,0 0 0 0 0,0 0 1 0 0,-1 0-1 0 0,1 0 1 0 0,0-1-1 0 0,-1 1 1 0 0,1 0-1 0 0,-1 0 1 0 0,1 0-1 0 0,-1 0 1 0 0,0-1-1 0 0,1 1 1 0 0,-1 0-1 0 0,0 0 0 0 0,-1 0 1 0 0,-2 1-31 0 0,0 0 0 0 0,0 0 0 0 0,-1 0 0 0 0,1-1 0 0 0,0 0 0 0 0,-7 1 0 0 0,7-1 4 0 0,0 0 0 0 0,-1 0 1 0 0,1 1-1 0 0,0-1 0 0 0,-7 4 1 0 0,7-2-97 0 0,-1 0 0 0 0,1-1 0 0 0,-1 1 1 0 0,0-1-1 0 0,0 0 0 0 0,0-1 1 0 0,-6 2-1 0 0,-9-4-6860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2"/>
    </inkml:context>
    <inkml:brush xml:id="br0">
      <inkml:brushProperty name="width" value="0.05" units="cm"/>
      <inkml:brushProperty name="height" value="0.05" units="cm"/>
    </inkml:brush>
  </inkml:definitions>
  <inkml:trace contextRef="#ctx0" brushRef="#br0">8 65 10970 0 0,'-8'-15'6930'0'0,"9"14"-6906"0"0,-1-1 0 0 0,1 1 1 0 0,-1 0-1 0 0,1 0 0 0 0,0 0 0 0 0,0 0 1 0 0,0 0-1 0 0,0 0 0 0 0,0 0 1 0 0,-1 1-1 0 0,2-1 0 0 0,-1 0 0 0 0,0 0 1 0 0,0 1-1 0 0,0-1 0 0 0,0 1 0 0 0,0-1 1 0 0,0 1-1 0 0,1-1 0 0 0,0 0 1 0 0,33-6-174 0 0,-19 4-23 0 0,-2-1-31 0 0,7-1-2526 0 0,34-6-1 0 0,-31 9 297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3"/>
    </inkml:context>
    <inkml:brush xml:id="br0">
      <inkml:brushProperty name="width" value="0.05" units="cm"/>
      <inkml:brushProperty name="height" value="0.05" units="cm"/>
    </inkml:brush>
  </inkml:definitions>
  <inkml:trace contextRef="#ctx0" brushRef="#br0">28 45 11658 0 0,'-28'-17'4313'0'0,"31"21"-4196"0"0,-1 0 0 0 0,1 0 0 0 0,-1 0 1 0 0,-1 0-1 0 0,1 0 0 0 0,0 1 0 0 0,0 6 0 0 0,13 48-79 0 0,-8-25 98 0 0,48 235 1618 0 0,-54-267-1708 0 0,5 26 1250 0 0,-6-28-1266 0 0,0-1 1 0 0,0 1 0 0 0,0 0-1 0 0,1-1 1 0 0,-1 1-1 0 0,0 0 1 0 0,0-1-1 0 0,0 1 1 0 0,0 0-1 0 0,1 0 1 0 0,-1-1 0 0 0,0 1-1 0 0,0 0 1 0 0,0 0-1 0 0,1-1 1 0 0,-1 1-1 0 0,0 0 1 0 0,0 0-1 0 0,1-1 1 0 0,-1 1 0 0 0,0 0-1 0 0,1 0 1 0 0,-1 0-1 0 0,0 0 1 0 0,1 0-1 0 0,-1 0 1 0 0,0-1-1 0 0,1 1 1 0 0,-1 0 0 0 0,0 0-1 0 0,1 0 1 0 0,-1 0-1 0 0,0 0 1 0 0,1 0-1 0 0,-1 0 1 0 0,0 0-1 0 0,1 1 1 0 0,-1-1 0 0 0,0 0-1 0 0,1 0 1 0 0,-1 0-1 0 0,0 0 1 0 0,1 0-1 0 0,-1 0 1 0 0,0 1-1 0 0,0-1 1 0 0,1 0 0 0 0,-1 0-1 0 0,0 0 1 0 0,0 1-1 0 0,1-1 1 0 0,-1 0-1 0 0,0 0 1 0 0,0 1-1 0 0,1-1 1 0 0,-1 0 0 0 0,0 1-1 0 0,0-1 1 0 0,0 0-1 0 0,0 1 1 0 0,0-1-1 0 0,0 0 1 0 0,1 0-1 0 0,-1 1 1 0 0,0-1 0 0 0,0 0-1 0 0,0 1 1 0 0,0-1-1 0 0,0 1 1 0 0,32-63 207 0 0,27-75 0 0 0,-39 89-197 0 0,29-75 178 0 0,-18 43-5153 0 0,-26 69 1642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4"/>
    </inkml:context>
    <inkml:brush xml:id="br0">
      <inkml:brushProperty name="width" value="0.05" units="cm"/>
      <inkml:brushProperty name="height" value="0.05" units="cm"/>
    </inkml:brush>
  </inkml:definitions>
  <inkml:trace contextRef="#ctx0" brushRef="#br0">1 111 1880 0 0,'0'0'179'0'0,"7"-22"3198"0"0,-5 20-2636 0 0,-1-1 0 0 0,0 0-1 0 0,-1 0 1 0 0,1 0 0 0 0,0 1 0 0 0,-1-1 0 0 0,0 0 0 0 0,1 0 0 0 0,-1 0 0 0 0,-1-4 0 0 0,1 6-483 0 0,21 0 1665 0 0,-3-1-1546 0 0,-1-2-1 0 0,0 0 1 0 0,31-11-1 0 0,-31 8-291 0 0,1 2-1 0 0,-1 0 0 0 0,25-3 0 0 0,-8 7-907 0 0,-2 3-5547 0 0,-25-2 3347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5"/>
    </inkml:context>
    <inkml:brush xml:id="br0">
      <inkml:brushProperty name="width" value="0.05" units="cm"/>
      <inkml:brushProperty name="height" value="0.05" units="cm"/>
    </inkml:brush>
  </inkml:definitions>
  <inkml:trace contextRef="#ctx0" brushRef="#br0">17 25 4905 0 0,'-12'-25'7719'0'0,"11"51"-3742"0"0,-3 80-3830 0 0,4 109-1352 0 0,0-194-1855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6"/>
    </inkml:context>
    <inkml:brush xml:id="br0">
      <inkml:brushProperty name="width" value="0.05" units="cm"/>
      <inkml:brushProperty name="height" value="0.05" units="cm"/>
    </inkml:brush>
  </inkml:definitions>
  <inkml:trace contextRef="#ctx0" brushRef="#br0">34 47 2048 0 0,'-1'-7'7943'0'0,"-1"-18"-5894"0"0,-4 11-1081 0 0,1 13-632 0 0,2 10 94 0 0,-7 79-11 0 0,3 88 0 0 0,7-146-451 0 0,0 20 200 0 0,0-16-3612 0 0,0-32 1706 0 0,2 1-346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7"/>
    </inkml:context>
    <inkml:brush xml:id="br0">
      <inkml:brushProperty name="width" value="0.05" units="cm"/>
      <inkml:brushProperty name="height" value="0.05" units="cm"/>
    </inkml:brush>
  </inkml:definitions>
  <inkml:trace contextRef="#ctx0" brushRef="#br0">107 0 6145 0 0,'0'0'2182'0'0,"-6"0"1517"0"0,-10 2-3122 0 0,14-1-540 0 0,0 0 1 0 0,0 0 0 0 0,0 0-1 0 0,1 0 1 0 0,-1 1 0 0 0,0-1-1 0 0,0 0 1 0 0,1 1 0 0 0,-1 0-1 0 0,0-1 1 0 0,1 1 0 0 0,0 0-1 0 0,-1 0 1 0 0,1-1 0 0 0,0 1-1 0 0,0 0 1 0 0,-1 3 0 0 0,-10 40 434 0 0,1-6-117 0 0,8-32-301 0 0,-2 3-5 0 0,1-1 1 0 0,0 1-1 0 0,0 1 1 0 0,1-1-1 0 0,0 0 1 0 0,1 1-1 0 0,0-1 1 0 0,1 1-1 0 0,0 15 0 0 0,1-19-38 0 0,1 0-1 0 0,0 0 1 0 0,0 0-1 0 0,0-1 0 0 0,1 1 1 0 0,4 10-1 0 0,-5-15 3 0 0,0 0 0 0 0,0 1 0 0 0,1-1 0 0 0,-1 0 0 0 0,0-1 0 0 0,0 1 0 0 0,1 0 0 0 0,-1 0 0 0 0,1-1 0 0 0,0 1 0 0 0,0 0 0 0 0,-1-1 0 0 0,1 0 0 0 0,0 1 0 0 0,0-1 0 0 0,0 0 0 0 0,0 0 0 0 0,1 0 0 0 0,-1 0 1 0 0,0-1-1 0 0,0 1 0 0 0,4 0 0 0 0,-1 0 37 0 0,0 0 1 0 0,-1 0-1 0 0,1 1 1 0 0,0 0 0 0 0,-1-1-1 0 0,6 4 1 0 0,-6-2 6 0 0,0-1-1 0 0,1 0 1 0 0,-1-1 0 0 0,1 1 0 0 0,-1-1-1 0 0,1 0 1 0 0,8 1 0 0 0,-9-1-22 0 0,1-1 1 0 0,0-1-1 0 0,0 1 1 0 0,0-1 0 0 0,0 0-1 0 0,-1 0 1 0 0,1 0-1 0 0,0-1 1 0 0,-1 1 0 0 0,1-1-1 0 0,-1 0 1 0 0,0 0-1 0 0,1-1 1 0 0,-1 0-1 0 0,0 1 1 0 0,5-6 0 0 0,-4 3-4 0 0,-1 0 1 0 0,1 0-1 0 0,-1-1 1 0 0,0 1-1 0 0,0-1 1 0 0,0 0-1 0 0,-1 0 1 0 0,0 0-1 0 0,-1-1 1 0 0,5-11 0 0 0,-4 4-4 0 0,-1 8-8 0 0,-1-1-1 0 0,2 0 1 0 0,-1 1-1 0 0,7-12 1 0 0,-7 13-8 0 0,1-1 0 0 0,0 1 0 0 0,-1 0 0 0 0,0-1 1 0 0,0 1-1 0 0,-1-1 0 0 0,0 0 0 0 0,0 0 0 0 0,0 1 1 0 0,0-1-1 0 0,-1 0 0 0 0,0 0 0 0 0,-1 0 0 0 0,1 0 1 0 0,-1 1-1 0 0,0-1 0 0 0,0 0 0 0 0,-1 0 0 0 0,-2-6 1 0 0,2 9-18 0 0,-1 1 1 0 0,1 0 0 0 0,0 0 0 0 0,-1 0-1 0 0,1 0 1 0 0,-1 1 0 0 0,0-1 0 0 0,1 1-1 0 0,-1-1 1 0 0,0 1 0 0 0,0 0 0 0 0,0 0-1 0 0,0 0 1 0 0,0 1 0 0 0,-4-1-1 0 0,-20-9-39 0 0,23 8-106 0 0,-1-1 1 0 0,1 1 0 0 0,-1 0 0 0 0,0 1 0 0 0,0-1 0 0 0,0 1 0 0 0,0 0-1 0 0,0 0 1 0 0,0 1 0 0 0,0-1 0 0 0,0 1 0 0 0,0 0 0 0 0,0 1-1 0 0,-1-1 1 0 0,1 1 0 0 0,0 0 0 0 0,0 0 0 0 0,1 1 0 0 0,-10 3-1 0 0,5 7-3594 0 0,7-10 3343 0 0,-2 9-1623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8"/>
    </inkml:context>
    <inkml:brush xml:id="br0">
      <inkml:brushProperty name="width" value="0.05" units="cm"/>
      <inkml:brushProperty name="height" value="0.05" units="cm"/>
    </inkml:brush>
  </inkml:definitions>
  <inkml:trace contextRef="#ctx0" brushRef="#br0">85 0 7618 0 0,'0'0'192'0'0,"-17"5"4309"0"0,15-4-4440 0 0,0 1 0 0 0,0-1 1 0 0,0 1-1 0 0,0 0 1 0 0,0-1-1 0 0,0 1 1 0 0,0 0-1 0 0,1 0 0 0 0,-1 0 1 0 0,1 0-1 0 0,-1 1 1 0 0,1-1-1 0 0,0 0 0 0 0,0 0 1 0 0,0 1-1 0 0,0-1 1 0 0,0 4-1 0 0,-10 48 366 0 0,9-39-272 0 0,1-11-129 0 0,0 1 1 0 0,1 0-1 0 0,-1 1 1 0 0,-1-1 0 0 0,1 0 0 0 0,-1 0-1 0 0,0 0 1 0 0,-3 5 0 0 0,3-6 18 0 0,1-1 0 0 0,-1 0 0 0 0,1 1 0 0 0,0-1 0 0 0,-1 0 0 0 0,2 1 0 0 0,-1 0 0 0 0,0-1 1 0 0,1 1-1 0 0,0-1 0 0 0,-1 1 0 0 0,2 0 0 0 0,-1-1 0 0 0,0 1 0 0 0,1-1 0 0 0,-1 1 0 0 0,1 0 0 0 0,0-1 0 0 0,0 0 0 0 0,3 6 1 0 0,-3-7 27 0 0,1 0 0 0 0,-1 0-1 0 0,1-1 1 0 0,0 1 0 0 0,-1 0 0 0 0,1-1 0 0 0,0 0 0 0 0,0 1 0 0 0,0-1 0 0 0,0 0 0 0 0,0 0 0 0 0,0 0 0 0 0,0 0 0 0 0,0-1 0 0 0,0 1 0 0 0,0 0 0 0 0,1-1 0 0 0,-1 0 0 0 0,0 1 0 0 0,0-1 0 0 0,1 0 0 0 0,-1 0 0 0 0,0 0 0 0 0,5-1 0 0 0,-4 1-16 0 0,0-1-1 0 0,0 1 1 0 0,1-1 0 0 0,-1 1 0 0 0,0-1 0 0 0,0 0 0 0 0,0 0-1 0 0,0-1 1 0 0,0 1 0 0 0,0-1 0 0 0,0 1 0 0 0,-1-1 0 0 0,1 0-1 0 0,0 0 1 0 0,-1 0 0 0 0,0 0 0 0 0,3-4 0 0 0,-2 1-1 0 0,0 0 0 0 0,-1-1 0 0 0,0 0 0 0 0,0 1-1 0 0,1-10 1 0 0,-1 9-14 0 0,-1 0 0 0 0,1 0 0 0 0,0 0-1 0 0,5-9 1 0 0,-4 10-14 0 0,-1 0 1 0 0,0-1-1 0 0,0 1 1 0 0,0 0-1 0 0,-1-1 1 0 0,1 0-1 0 0,-1 1 1 0 0,-1-1-1 0 0,1 1 1 0 0,-1-10-1 0 0,0 11-25 0 0,0 1-1 0 0,0-1 0 0 0,-1 1 0 0 0,0-1 0 0 0,1 1 1 0 0,-1 0-1 0 0,0-1 0 0 0,-1 1 0 0 0,1 0 0 0 0,0-1 0 0 0,-1 1 1 0 0,0 0-1 0 0,0 0 0 0 0,0 0 0 0 0,0 1 0 0 0,0-1 0 0 0,-1 0 1 0 0,-2-2-1 0 0,-1 1-44 0 0,1 1 0 0 0,-1 0 1 0 0,0 0-1 0 0,-8-3 1 0 0,-2 3-5175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89"/>
    </inkml:context>
    <inkml:brush xml:id="br0">
      <inkml:brushProperty name="width" value="0.05" units="cm"/>
      <inkml:brushProperty name="height" value="0.05" units="cm"/>
    </inkml:brush>
  </inkml:definitions>
  <inkml:trace contextRef="#ctx0" brushRef="#br0">59 35 9946 0 0,'-23'-34'5304'0'0,"22"41"-5119"0"0,4 30-31 0 0,-1 0 0 0 0,-1 0 0 0 0,-2 0 0 0 0,-12 71 0 0 0,7-66-58 0 0,4-23-129 0 0,-9 35 0 0 0,3-12-1782 0 0,10-14-5261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90"/>
    </inkml:context>
    <inkml:brush xml:id="br0">
      <inkml:brushProperty name="width" value="0.05" units="cm"/>
      <inkml:brushProperty name="height" value="0.05" units="cm"/>
    </inkml:brush>
  </inkml:definitions>
  <inkml:trace contextRef="#ctx0" brushRef="#br0">279 2 5305 0 0,'0'0'424'0'0,"-7"-1"4556"0"0,-4 0-3389 0 0,-1 2-1373 0 0,1 0-1 0 0,-1 0 1 0 0,1 1-1 0 0,0 1 1 0 0,0 0 0 0 0,-1 0-1 0 0,2 1 1 0 0,-1 0-1 0 0,0 1 1 0 0,1 0 0 0 0,-13 10-1 0 0,7-6-62 0 0,13-8-121 0 0,0 0 1 0 0,0 1-1 0 0,0 0 0 0 0,1 0 0 0 0,-1-1 0 0 0,1 1 0 0 0,-1 1 0 0 0,1-1 0 0 0,0 0 0 0 0,-1 1 0 0 0,1-1 0 0 0,0 1 0 0 0,1-1 0 0 0,-1 1 0 0 0,-2 4 0 0 0,-8 16 113 0 0,9-19-121 0 0,0 1-1 0 0,1 1 0 0 0,-1-1 1 0 0,1 0-1 0 0,0 1 0 0 0,-2 8 0 0 0,3-8-13 0 0,0-1 1 0 0,-1 1-1 0 0,0 0 0 0 0,0 0 0 0 0,-4 5 0 0 0,4-7-6 0 0,0 0 0 0 0,0-1-1 0 0,0 1 1 0 0,1 0 0 0 0,0 0 0 0 0,-1 0 0 0 0,1 0 0 0 0,1 0-1 0 0,-1 0 1 0 0,1 0 0 0 0,-1 0 0 0 0,1 0 0 0 0,1 0 0 0 0,-1 6-1 0 0,1-8-94 0 0,0 1-1 0 0,0-1 1 0 0,1 0-1 0 0,-1 1 1 0 0,0-1-1 0 0,1 0 1 0 0,-1 0-1 0 0,1 0 1 0 0,0 0-1 0 0,-1 0 0 0 0,1 0 1 0 0,0-1-1 0 0,0 1 1 0 0,1-1-1 0 0,-1 1 1 0 0,0-1-1 0 0,0 0 1 0 0,1 1-1 0 0,-1-1 1 0 0,0-1-1 0 0,1 1 1 0 0,-1 0-1 0 0,1 0 0 0 0,4 0 1 0 0,0 0-728 0 0,1 0 1 0 0,-1 0 0 0 0,0-1-1 0 0,1 0 1 0 0,-1 0-1 0 0,1 0 1 0 0,12-3 0 0 0,1-4-2813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91"/>
    </inkml:context>
    <inkml:brush xml:id="br0">
      <inkml:brushProperty name="width" value="0.05" units="cm"/>
      <inkml:brushProperty name="height" value="0.05" units="cm"/>
    </inkml:brush>
  </inkml:definitions>
  <inkml:trace contextRef="#ctx0" brushRef="#br0">182 1 7306 0 0,'-23'0'3950'0'0,"21"1"-3918"0"0,-1-1-1 0 0,0 1 1 0 0,1 0 0 0 0,-1 0 0 0 0,1 1-1 0 0,-1-1 1 0 0,1 1 0 0 0,-1-1 0 0 0,1 1-1 0 0,0 0 1 0 0,0 0 0 0 0,0-1 0 0 0,0 2 0 0 0,0-1-1 0 0,0 0 1 0 0,1 0 0 0 0,-1 0 0 0 0,1 1-1 0 0,-1-1 1 0 0,1 1 0 0 0,0-1 0 0 0,0 1-1 0 0,0 0 1 0 0,1-1 0 0 0,-2 4 0 0 0,0 5 109 0 0,-1-1-1 0 0,1 1 1 0 0,1-1 0 0 0,0 1 0 0 0,1 16 0 0 0,2-12 386 0 0,0 0 0 0 0,7 20 0 0 0,4 25 1015 0 0,-13-55-1365 0 0,1 0-1 0 0,-1 1 1 0 0,0-1 0 0 0,0 1-1 0 0,-1-1 1 0 0,1 0-1 0 0,-1 0 1 0 0,-3 10 0 0 0,2-11-133 0 0,1-1 0 0 0,-1 1 0 0 0,0-1 0 0 0,0 1 1 0 0,0-1-1 0 0,0 0 0 0 0,-1 0 0 0 0,0 0 0 0 0,1 0 0 0 0,-1 0 1 0 0,0-1-1 0 0,-4 3 0 0 0,-3 2-34 0 0,-1-1 1 0 0,-18 8-1 0 0,18-9-32 0 0,-5 0-1741 0 0,6-7-3449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2:22.492"/>
    </inkml:context>
    <inkml:brush xml:id="br0">
      <inkml:brushProperty name="width" value="0.05" units="cm"/>
      <inkml:brushProperty name="height" value="0.05" units="cm"/>
    </inkml:brush>
  </inkml:definitions>
  <inkml:trace contextRef="#ctx0" brushRef="#br0">0 37 7690 0 0,'2'-4'5822'0'0,"5"-4"-4239"0"0,2 3-1367 0 0,0 1 0 0 0,1 0 0 0 0,0 1 0 0 0,10-3 0 0 0,-16 5-193 0 0,0 0 0 0 0,0 1 0 0 0,0 0 0 0 0,0-1 0 0 0,0 1 0 0 0,0 1 0 0 0,0-1 0 0 0,0 1 0 0 0,0-1 0 0 0,0 1 0 0 0,0 0 0 0 0,0 1 0 0 0,5 1 0 0 0,-9-2-20 0 0,1-1 1 0 0,0 1 0 0 0,-1-1-1 0 0,1 1 1 0 0,-1-1-1 0 0,1 1 1 0 0,-1-1-1 0 0,1 1 1 0 0,-1 0 0 0 0,1-1-1 0 0,-1 1 1 0 0,0 0-1 0 0,1 0 1 0 0,-1-1-1 0 0,0 1 1 0 0,0 0-1 0 0,1 0 1 0 0,-1-1 0 0 0,0 1-1 0 0,0 0 1 0 0,0 1-1 0 0,2 6 15 0 0,7 14 50 0 0,-5-14-28 0 0,-1-1 0 0 0,0 1-1 0 0,0 0 1 0 0,-1 0 0 0 0,0 0 0 0 0,0 1 0 0 0,0 11 0 0 0,-3 1 96 0 0,-1 0-1 0 0,0 0 1 0 0,-2-1 0 0 0,-8 28 0 0 0,7-26 115 0 0,0-1 0 0 0,1 1 1 0 0,-2 38-1 0 0,6-59-224 0 0,0 0 0 0 0,1-1 0 0 0,-1 1-1 0 0,0 0 1 0 0,1 0 0 0 0,-1 0 0 0 0,1 0 0 0 0,-1-1 0 0 0,1 1-1 0 0,-1 0 1 0 0,1 0 0 0 0,0-1 0 0 0,-1 1 0 0 0,1 0 0 0 0,0-1-1 0 0,0 1 1 0 0,0-1 0 0 0,-1 1 0 0 0,1-1 0 0 0,0 0 0 0 0,0 1-1 0 0,0-1 1 0 0,0 0 0 0 0,0 1 0 0 0,0-1 0 0 0,1 0 0 0 0,26 5 186 0 0,-21-5-180 0 0,-1 0 0 0 0,0-1 1 0 0,1 0-1 0 0,-1 0 0 0 0,0 0 1 0 0,0-1-1 0 0,0 1 0 0 0,0-1 1 0 0,9-5-1 0 0,51-31 81 0 0,-52 29-109 0 0,-3 2-223 0 0,-1-1 0 0 0,19-18-1 0 0,0-7-3507 0 0,-22 23 1064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48"/>
    </inkml:context>
    <inkml:brush xml:id="br0">
      <inkml:brushProperty name="width" value="0.05" units="cm"/>
      <inkml:brushProperty name="height" value="0.05" units="cm"/>
    </inkml:brush>
  </inkml:definitions>
  <inkml:trace contextRef="#ctx0" brushRef="#br0">190 186 2505 0 0,'0'0'108'0'0,"-3"-28"4627"0"0,4-88 697 0 0,-11 84-4478 0 0,3 22-540 0 0,7 10-404 0 0,0 0 0 0 0,0 0 0 0 0,0 0 0 0 0,-1 1-1 0 0,1-1 1 0 0,0 0 0 0 0,0 0 0 0 0,0 0 0 0 0,0 0-1 0 0,-1 0 1 0 0,1 0 0 0 0,0 0 0 0 0,0 0 0 0 0,0 0-1 0 0,0 1 1 0 0,0-1 0 0 0,-1 0 0 0 0,1 0 0 0 0,0 0-1 0 0,0 0 1 0 0,0 0 0 0 0,0 1 0 0 0,0-1 0 0 0,0 0-1 0 0,0 0 1 0 0,0 0 0 0 0,-1 0 0 0 0,1 1 0 0 0,0-1-1 0 0,0 0 1 0 0,0 0 0 0 0,0 0 0 0 0,0 1 0 0 0,0-1-1 0 0,0 0 1 0 0,0 0 0 0 0,0 0 0 0 0,0 1 0 0 0,0-1-1 0 0,0 0 1 0 0,0 0 0 0 0,1 0 0 0 0,-1 0-1 0 0,0 1 1 0 0,0-1 0 0 0,0 0 0 0 0,0 0 0 0 0,0 0-1 0 0,-10 232 552 0 0,-3-72 427 0 0,13-158-971 0 0,0 0 0 0 0,-1 0 0 0 0,1 0 0 0 0,-1 0 0 0 0,1 0 0 0 0,-1 0 0 0 0,0 0 0 0 0,0 0 1 0 0,0 0-1 0 0,0 0 0 0 0,0-1 0 0 0,0 1 0 0 0,0 0 0 0 0,0-1 0 0 0,-1 1 0 0 0,1-1 0 0 0,-1 1 0 0 0,1-1 0 0 0,-1 0 0 0 0,-2 2 0 0 0,-6 3 40 0 0,1-1-1 0 0,-19 8 0 0 0,4-2 14 0 0,10-4-57 0 0,11-6-9 0 0,0 0 0 0 0,0 1 0 0 0,1-1 1 0 0,-1 1-1 0 0,0-1 0 0 0,1 1 1 0 0,-1 0-1 0 0,1 0 0 0 0,-1 0 0 0 0,1 1 1 0 0,0-1-1 0 0,-3 4 0 0 0,5-5-3 0 0,0-1-1 0 0,0 0 0 0 0,0 1 1 0 0,1-1-1 0 0,-1 0 0 0 0,0 1 1 0 0,0-1-1 0 0,0 0 0 0 0,1 0 1 0 0,-1 1-1 0 0,0-1 0 0 0,0 0 1 0 0,1 0-1 0 0,-1 0 0 0 0,0 1 1 0 0,1-1-1 0 0,-1 0 0 0 0,0 0 1 0 0,0 0-1 0 0,1 0 0 0 0,-1 0 1 0 0,0 0-1 0 0,1 0 0 0 0,-1 0 1 0 0,0 0-1 0 0,1 0 0 0 0,-1 0 1 0 0,1 0-1 0 0,-1 0 0 0 0,0 0 1 0 0,1 0-1 0 0,-1 0 0 0 0,0 0 1 0 0,1 0-1 0 0,17 0 13 0 0,-16 0-12 0 0,100-9-21 0 0,-75 5 6 0 0,-1 2 0 0 0,50 0 0 0 0,-72 3 14 0 0,0-1 0 0 0,0 0 0 0 0,0 1 1 0 0,0 0-1 0 0,-1 0 0 0 0,1 0 0 0 0,0 0 0 0 0,-1 1 0 0 0,1-1 0 0 0,-1 1 0 0 0,1 0 0 0 0,-1 0 0 0 0,0 0 0 0 0,1 0 0 0 0,-1 1 0 0 0,-1 0 0 0 0,1-1 1 0 0,3 4-1 0 0,-4-3 28 0 0,0 0 1 0 0,-1 0 0 0 0,1 0 0 0 0,-1 0 0 0 0,1 0 0 0 0,-1 0 0 0 0,0 1-1 0 0,0-1 1 0 0,0 0 0 0 0,-1 1 0 0 0,1-1 0 0 0,-1 1 0 0 0,0-1 0 0 0,0 1-1 0 0,0 3 1 0 0,-1-5 2 0 0,1 1-1 0 0,-1-1 0 0 0,0 0 1 0 0,1 1-1 0 0,-1-1 0 0 0,0 0 1 0 0,0 0-1 0 0,0 0 1 0 0,-1 0-1 0 0,1 0 0 0 0,0 0 1 0 0,-1 0-1 0 0,0 0 0 0 0,1 0 1 0 0,-1-1-1 0 0,0 1 1 0 0,0-1-1 0 0,1 1 0 0 0,-1-1 1 0 0,-1 0-1 0 0,1 0 0 0 0,-4 2 1 0 0,-100 44 261 0 0,96-42-283 0 0,-1-1 0 0 0,-21 6 0 0 0,23-8-4 0 0,0 1 1 0 0,1-1 0 0 0,-1 2 0 0 0,1-1-1 0 0,-15 10 1 0 0,22-12-6 0 0,-1 0-1 0 0,1 1 1 0 0,0-1 0 0 0,0 1-1 0 0,0-1 1 0 0,0 1 0 0 0,0-1-1 0 0,1 1 1 0 0,-1-1-1 0 0,0 1 1 0 0,1 0 0 0 0,-1 1-1 0 0,1-2-1 0 0,-1 0 0 0 0,1 0-1 0 0,0 0 1 0 0,0 0 0 0 0,0-1 0 0 0,0 1-1 0 0,-1 0 1 0 0,1 0 0 0 0,0 0 0 0 0,1 0-1 0 0,-1 0 1 0 0,0-1 0 0 0,0 1 0 0 0,0 0-1 0 0,0 0 1 0 0,1 0 0 0 0,-1-1-1 0 0,0 1 1 0 0,1 0 0 0 0,-1 0 0 0 0,1 0-1 0 0,-1-1 1 0 0,1 1 0 0 0,-1 0 0 0 0,1-1-1 0 0,-1 1 1 0 0,1-1 0 0 0,0 2 0 0 0,9 2 6 0 0,0 0 1 0 0,0 0 0 0 0,0-1 0 0 0,0 0 0 0 0,1-1 0 0 0,-1 0 0 0 0,17 0 0 0 0,82-1-69 0 0,-55-3 54 0 0,-33 2 19 0 0,-13-1-9 0 0,0 1 1 0 0,0 0-1 0 0,0 0 0 0 0,0 1 0 0 0,15 4 1 0 0,-22-5 1 0 0,0 1 0 0 0,0 0 0 0 0,0-1 0 0 0,0 1 0 0 0,0 0-1 0 0,0 0 1 0 0,0 0 0 0 0,0 0 0 0 0,0 0 0 0 0,0 0 0 0 0,0 0 0 0 0,-1 0 0 0 0,1 1 0 0 0,0-1 0 0 0,-1 0 0 0 0,1 0 0 0 0,-1 0 0 0 0,1 1 0 0 0,-1-1 0 0 0,0 0 0 0 0,1 1 0 0 0,-1-1 0 0 0,0 0 0 0 0,0 3 0 0 0,0-2 5 0 0,0 0 1 0 0,0 0-1 0 0,0 0 0 0 0,0 0 0 0 0,0 0 0 0 0,-1 0 0 0 0,1 0 1 0 0,-1-1-1 0 0,1 1 0 0 0,-1 0 0 0 0,0 0 0 0 0,1 0 0 0 0,-1-1 1 0 0,0 1-1 0 0,0 0 0 0 0,0-1 0 0 0,-3 3 0 0 0,-5 3 36 0 0,-1-1 0 0 0,-1-1-1 0 0,1 0 1 0 0,-15 6-1 0 0,-4 1 81 0 0,-8 4 21 0 0,-43 12 0 0 0,-13 6-109 0 0,92-34-38 0 0,0 0 0 0 0,-1 1-1 0 0,1-1 1 0 0,0 1 0 0 0,0-1 0 0 0,0 1-1 0 0,0-1 1 0 0,1 1 0 0 0,-1 0 0 0 0,0-1-1 0 0,0 1 1 0 0,0 0 0 0 0,0 0 0 0 0,1 0-1 0 0,-1-1 1 0 0,0 1 0 0 0,1 0 0 0 0,-1 0-1 0 0,1 0 1 0 0,-1 0 0 0 0,1 0 0 0 0,-1 0-1 0 0,1 0 1 0 0,0 1 0 0 0,0-1 0 0 0,-1 0-1 0 0,1 2 1 0 0,0-2 2 0 0,1 0-1 0 0,-1 1 1 0 0,1-1-1 0 0,-1 0 1 0 0,1 0-1 0 0,-1 0 1 0 0,1 0-1 0 0,0 0 1 0 0,-1 0-1 0 0,1 0 1 0 0,0 0-1 0 0,0 0 1 0 0,0 0-1 0 0,0 0 1 0 0,0 0-1 0 0,0-1 1 0 0,0 1-1 0 0,0 0 1 0 0,0-1-1 0 0,0 1 1 0 0,0-1-1 0 0,0 1 1 0 0,2 0-1 0 0,9 2 14 0 0,-1-1-1 0 0,1 1 0 0 0,0-2 1 0 0,0 0-1 0 0,-1 0 0 0 0,22-2 0 0 0,-17 0-19 0 0,-1 1 0 0 0,1 1 0 0 0,18 2 0 0 0,-32-1 6 0 0,1-1 1 0 0,0 0-1 0 0,-1 1 0 0 0,1-1 1 0 0,-1 1-1 0 0,0 0 0 0 0,0 0 1 0 0,1 0-1 0 0,-1 0 0 0 0,0 0 1 0 0,-1 1-1 0 0,1-1 0 0 0,0 0 1 0 0,-1 1-1 0 0,1-1 0 0 0,-1 1 1 0 0,0 0-1 0 0,2 4 0 0 0,1 5-10 0 0,0-1 0 0 0,0 1-1 0 0,2 16 1 0 0,0 32 7 0 0,-3-1 0 0 0,-3 1 0 0 0,-9 82 0 0 0,0 42 10 0 0,18 63 66 0 0,-8-225-57 0 0,7 32 110 0 0,-7-48-287 0 0,2 4 147 0 0,1-4-4375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49"/>
    </inkml:context>
    <inkml:brush xml:id="br0">
      <inkml:brushProperty name="width" value="0.05" units="cm"/>
      <inkml:brushProperty name="height" value="0.05" units="cm"/>
    </inkml:brush>
  </inkml:definitions>
  <inkml:trace contextRef="#ctx0" brushRef="#br0">98 53 792 0 0,'0'0'783'0'0,"-5"-28"3350"0"0,5 27-3897 0 0,0 0 1 0 0,0 0-1 0 0,0 0 0 0 0,-1-1 1 0 0,1 1-1 0 0,-1 0 0 0 0,1 0 1 0 0,-1 0-1 0 0,0 0 0 0 0,1 0 1 0 0,-1 0-1 0 0,0 0 0 0 0,1 0 1 0 0,-1 0-1 0 0,0 0 0 0 0,0 0 1 0 0,-2-1-1 0 0,3 1-155 0 0,-1 1-1 0 0,1-1 1 0 0,-1 1-1 0 0,0 0 1 0 0,1-1 0 0 0,-1 1-1 0 0,1 0 1 0 0,-1-1-1 0 0,0 1 1 0 0,1 0 0 0 0,-1 0-1 0 0,0 0 1 0 0,1-1-1 0 0,-1 1 1 0 0,0 0-1 0 0,0 0 1 0 0,1 0 0 0 0,-1 0-1 0 0,0 0 1 0 0,1 0-1 0 0,-1 0 1 0 0,0 1 0 0 0,1-1-1 0 0,-1 0 1 0 0,0 0-1 0 0,1 0 1 0 0,-1 1-1 0 0,0-1 1 0 0,1 0 0 0 0,-1 1-1 0 0,1-1 1 0 0,-2 1-1 0 0,-3 5 43 0 0,1 0 0 0 0,-1 0-1 0 0,1 0 1 0 0,0 0 0 0 0,0 1 0 0 0,1 0-1 0 0,0 0 1 0 0,0 0 0 0 0,0 0-1 0 0,1 0 1 0 0,0 0 0 0 0,1 1-1 0 0,-2 10 1 0 0,3-18-100 0 0,0 0 0 0 0,0 0 0 0 0,0 1 0 0 0,0-1 0 0 0,0 0 0 0 0,0 1 0 0 0,0-1 0 0 0,0 0 0 0 0,1 1 0 0 0,-1-1 0 0 0,0 0 0 0 0,0 0-1 0 0,0 1 1 0 0,0-1 0 0 0,0 0 0 0 0,0 0 0 0 0,1 1 0 0 0,-1-1 0 0 0,0 0 0 0 0,0 0 0 0 0,0 1 0 0 0,0-1 0 0 0,1 0 0 0 0,-1 0 0 0 0,0 0 0 0 0,0 0 0 0 0,1 1 0 0 0,-1-1 0 0 0,0 0 0 0 0,0 0 0 0 0,1 0 0 0 0,-1 0 0 0 0,0 0-1 0 0,1 0 1 0 0,-1 1 0 0 0,14-5 342 0 0,9-12-93 0 0,-20 12-211 0 0,-1 0-1 0 0,1-1 1 0 0,-1 1 0 0 0,-1-1-1 0 0,3-6 1 0 0,6-13 242 0 0,-10 23-281 0 0,1 0 0 0 0,0 0 1 0 0,-1-1-1 0 0,1 1 0 0 0,-1 0 0 0 0,1 0 0 0 0,-1 0 1 0 0,1 0-1 0 0,-1 0 0 0 0,0-1 0 0 0,0 1 0 0 0,0 0 1 0 0,1 0-1 0 0,-1 0 0 0 0,0-1 0 0 0,0 1 1 0 0,-1 0-1 0 0,1-3 0 0 0,-1 4-11 0 0,1-1 1 0 0,-1 1-1 0 0,1-1 0 0 0,-1 1 1 0 0,1-1-1 0 0,-1 1 0 0 0,1 0 1 0 0,-1-1-1 0 0,1 1 1 0 0,-1 0-1 0 0,1-1 0 0 0,-1 1 1 0 0,0 0-1 0 0,1 0 0 0 0,-1-1 1 0 0,0 1-1 0 0,1 0 0 0 0,-1 0 1 0 0,0 0-1 0 0,1 0 0 0 0,-1 0 1 0 0,0 0-1 0 0,-1 0 1 0 0,-2 1 3 0 0,0-1 0 0 0,-1 1-1 0 0,1 0 1 0 0,0 0 0 0 0,0 1 0 0 0,0-1 0 0 0,0 1 0 0 0,-7 4 0 0 0,-8 13 52 0 0,18-19-74 0 0,1 1 1 0 0,-1-1-1 0 0,1 1 0 0 0,0-1 0 0 0,-1 0 0 0 0,1 1 1 0 0,-1-1-1 0 0,1 1 0 0 0,0-1 0 0 0,-1 1 1 0 0,1-1-1 0 0,0 1 0 0 0,0-1 0 0 0,-1 1 1 0 0,1 0-1 0 0,0-1 0 0 0,0 1 0 0 0,0-1 1 0 0,0 1-1 0 0,0 0 0 0 0,0-1 0 0 0,0 1 0 0 0,0-1 1 0 0,0 1-1 0 0,0 0 0 0 0,0-1 0 0 0,0 1 1 0 0,0-1-1 0 0,0 1 0 0 0,1-1 0 0 0,-1 1 1 0 0,0 0-1 0 0,0-1 0 0 0,1 1 0 0 0,-1-1 1 0 0,0 1-1 0 0,1-1 0 0 0,-1 1 0 0 0,0-1 0 0 0,2 1 1 0 0,2-1-2688 0 0,-1 0 455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0"/>
    </inkml:context>
    <inkml:brush xml:id="br0">
      <inkml:brushProperty name="width" value="0.05" units="cm"/>
      <inkml:brushProperty name="height" value="0.05" units="cm"/>
    </inkml:brush>
  </inkml:definitions>
  <inkml:trace contextRef="#ctx0" brushRef="#br0">137 22 7130 0 0,'-21'-21'6776'0'0,"20"21"-6755"0"0,1 0 0 0 0,-1 1 0 0 0,1-1 1 0 0,-1 1-1 0 0,1-1 0 0 0,0 0 1 0 0,-1 1-1 0 0,1-1 0 0 0,0 1 0 0 0,-1-1 1 0 0,1 1-1 0 0,0-1 0 0 0,0 1 0 0 0,-1-1 1 0 0,1 1-1 0 0,0-1 0 0 0,0 1 0 0 0,0 0 1 0 0,0-1-1 0 0,0 1 0 0 0,0-1 1 0 0,0 1-1 0 0,0-1 0 0 0,0 1 0 0 0,0 0 1 0 0,0-1-1 0 0,0 1 0 0 0,0-1 0 0 0,0 1 1 0 0,1-1-1 0 0,-1 2 0 0 0,5 19 69 0 0,10 28-90 0 0,-4-13 54 0 0,0 1 0 0 0,4 38 0 0 0,-5-13 73 0 0,-5-41 32 0 0,-1-1-1 0 0,-1 1 1 0 0,-1 0-1 0 0,-1 0 1 0 0,-1 0 0 0 0,-3 29-1 0 0,1-46-118 0 0,1-1-1 0 0,-1 1 0 0 0,1-1 1 0 0,-1 0-1 0 0,0 1 0 0 0,0-1 1 0 0,-1 0-1 0 0,1 0 0 0 0,-1 0 1 0 0,1-1-1 0 0,-1 1 0 0 0,0-1 1 0 0,0 1-1 0 0,0-1 0 0 0,0 0 1 0 0,0 0-1 0 0,-1 0 0 0 0,-4 1 1 0 0,-4 3 25 0 0,0-1 0 0 0,0-1 0 0 0,-1 0 1 0 0,-14 2-1 0 0,-19-4 69 0 0,31-3-273 0 0,14 1 108 0 0,31-1-6 0 0,1-3 36 0 0,1 2 0 0 0,0 1 0 0 0,0 2 0 0 0,47 7 1 0 0,-78-8 16 0 0,0 0 0 0 0,0 0 0 0 0,0 0 1 0 0,0 1-1 0 0,0-1 0 0 0,0 0 0 0 0,0 1 1 0 0,0-1-1 0 0,0 1 0 0 0,0-1 1 0 0,0 1-1 0 0,0 0 0 0 0,0-1 0 0 0,0 1 1 0 0,-1 0-1 0 0,1-1 0 0 0,0 1 0 0 0,0 0 1 0 0,-1 0-1 0 0,1 0 0 0 0,-1 0 0 0 0,1 0 1 0 0,-1 0-1 0 0,1 0 0 0 0,-1 0 0 0 0,1 0 1 0 0,-1 0-1 0 0,0 0 0 0 0,0 0 0 0 0,1 0 1 0 0,-1 0-1 0 0,0 0 0 0 0,0 0 1 0 0,0 0-1 0 0,0 0 0 0 0,0 1 0 0 0,0-1 1 0 0,-1 1-1 0 0,0 1 18 0 0,1 0 1 0 0,-1-1-1 0 0,0 1 0 0 0,0-1 1 0 0,-1 1-1 0 0,1-1 0 0 0,0 0 1 0 0,-1 1-1 0 0,1-1 0 0 0,-1 0 1 0 0,0 0-1 0 0,0 0 0 0 0,0 0 1 0 0,-3 2-1 0 0,-114 91 162 0 0,111-86-207 0 0,0-1 0 0 0,0 1 0 0 0,1 0 0 0 0,1 1 0 0 0,-7 10 0 0 0,13-19 5 0 0,-1-1 1 0 0,1 1-1 0 0,0 0 1 0 0,0-1 0 0 0,-1 1-1 0 0,1-1 1 0 0,0 1-1 0 0,0-1 1 0 0,0 1 0 0 0,-1 0-1 0 0,1-1 1 0 0,0 1-1 0 0,0-1 1 0 0,0 1 0 0 0,0 0-1 0 0,0-1 1 0 0,0 1-1 0 0,0-1 1 0 0,1 1 0 0 0,-1 0-1 0 0,0-1 1 0 0,0 1-1 0 0,0-1 1 0 0,1 1 0 0 0,-1-1-1 0 0,0 1 1 0 0,1 1-1 0 0,0-1 4 0 0,1 0 0 0 0,-1 0 1 0 0,0 0-1 0 0,0 0 0 0 0,1 0 0 0 0,-1 0 0 0 0,1 0 0 0 0,-1-1 0 0 0,1 1 0 0 0,1 0 0 0 0,4 1 12 0 0,0 0 1 0 0,0-1 0 0 0,-1 0-1 0 0,9 1 1 0 0,3-2-23 0 0,0-2 0 0 0,0 0 1 0 0,34-8-1 0 0,15-2 24 0 0,-65 12-12 0 0,-1 0 0 0 0,1 0 1 0 0,-1 0-1 0 0,1 0 0 0 0,-1 0 0 0 0,1 0 0 0 0,-1 1 1 0 0,1-1-1 0 0,-1 1 0 0 0,1-1 0 0 0,-1 1 1 0 0,1-1-1 0 0,-1 1 0 0 0,0 0 0 0 0,1 0 0 0 0,-1-1 1 0 0,0 1-1 0 0,1 0 0 0 0,-1 0 0 0 0,0 0 1 0 0,0 1-1 0 0,0-1 0 0 0,0 0 0 0 0,0 0 1 0 0,0 0-1 0 0,-1 1 0 0 0,1-1 0 0 0,0 1 0 0 0,0-1 1 0 0,-1 0-1 0 0,1 1 0 0 0,-1-1 0 0 0,0 1 1 0 0,1-1-1 0 0,-1 1 0 0 0,0 2 0 0 0,2 7-7 0 0,-2 0-1 0 0,1 1 0 0 0,-1-1 0 0 0,-2 12 1 0 0,1-13 6 0 0,-14 147 15 0 0,-2 20 22 0 0,14 65 189 0 0,3-177-129 0 0,0-63-252 0 0,1 12 175 0 0,1-5-3337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1"/>
    </inkml:context>
    <inkml:brush xml:id="br0">
      <inkml:brushProperty name="width" value="0.05" units="cm"/>
      <inkml:brushProperty name="height" value="0.05" units="cm"/>
    </inkml:brush>
  </inkml:definitions>
  <inkml:trace contextRef="#ctx0" brushRef="#br0">142 134 3937 0 0,'0'0'316'0'0,"-5"0"3543"0"0,-9 0-2272 0 0,0 0-457 0 0,3-1-642 0 0,0 1 1 0 0,1 0-1 0 0,-1 1 0 0 0,0 0 1 0 0,1 1-1 0 0,-1 0 1 0 0,-15 5-1 0 0,25-7-489 0 0,1 0-1 0 0,0 1 1 0 0,-1-1-1 0 0,1 0 0 0 0,0 0 1 0 0,-1 0-1 0 0,1 0 0 0 0,0 0 1 0 0,-1 1-1 0 0,1-1 0 0 0,0 0 1 0 0,0 0-1 0 0,-1 0 0 0 0,1 1 1 0 0,0-1-1 0 0,0 0 0 0 0,-1 0 1 0 0,1 1-1 0 0,0-1 0 0 0,0 0 1 0 0,0 1-1 0 0,0-1 0 0 0,-1 0 1 0 0,1 0-1 0 0,0 1 0 0 0,0-1 1 0 0,0 0-1 0 0,0 1 0 0 0,0-1 1 0 0,0 0-1 0 0,0 1 0 0 0,0-1 1 0 0,0 0-1 0 0,0 1 0 0 0,10 7-15 0 0,18 0 29 0 0,-28-7-11 0 0,16 1 37 0 0,0 1 0 0 0,0-2 0 0 0,0 0 0 0 0,30-3 1 0 0,65-12 129 0 0,-84 9-144 0 0,293-62 511 0 0,-187 35-273 0 0,161-17-1 0 0,-130 40 528 0 0,-93 8-7982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2"/>
    </inkml:context>
    <inkml:brush xml:id="br0">
      <inkml:brushProperty name="width" value="0.05" units="cm"/>
      <inkml:brushProperty name="height" value="0.05" units="cm"/>
    </inkml:brush>
  </inkml:definitions>
  <inkml:trace contextRef="#ctx0" brushRef="#br0">38 351 5985 0 0,'-2'-16'2656'0'0,"-19"-318"4437"0"0,21 334-7093 0 0,0 1 0 0 0,-1-1 0 0 0,1 0 0 0 0,0 0 0 0 0,0 0 0 0 0,0 0 0 0 0,0 0 0 0 0,0 0 0 0 0,0 0 0 0 0,0 0 0 0 0,0 0 0 0 0,0 0 0 0 0,-1 0 0 0 0,1 0 0 0 0,0 0 0 0 0,0 0 0 0 0,0 0 0 0 0,0 0 0 0 0,0 0 0 0 0,0 0 0 0 0,0 0 0 0 0,0-1 0 0 0,-1 1 0 0 0,1 0 0 0 0,0 0 0 0 0,0 0 0 0 0,0 0 0 0 0,0 0 0 0 0,0 0 0 0 0,0 0 0 0 0,0 0 0 0 0,-4 13 1 0 0,-2 85 56 0 0,5 0 0 0 0,11 106 0 0 0,0-37-10 0 0,19 150 578 0 0,-27-301-4288 0 0,-1-13 1718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3"/>
    </inkml:context>
    <inkml:brush xml:id="br0">
      <inkml:brushProperty name="width" value="0.05" units="cm"/>
      <inkml:brushProperty name="height" value="0.05" units="cm"/>
    </inkml:brush>
  </inkml:definitions>
  <inkml:trace contextRef="#ctx0" brushRef="#br0">11 8 9762 0 0,'-10'-8'4281'0'0,"10"13"-4212"0"0,1 0-1 0 0,0 0 1 0 0,0 0-1 0 0,0-1 1 0 0,1 1 0 0 0,0 0-1 0 0,0-1 1 0 0,0 1-1 0 0,4 5 1 0 0,8 20 57 0 0,-12-26-102 0 0,0 0-1 0 0,0 0 1 0 0,0-1-1 0 0,1 1 1 0 0,0 0-1 0 0,0-1 1 0 0,0 0-1 0 0,0 0 1 0 0,0 0-1 0 0,0 0 1 0 0,1 0-1 0 0,0-1 1 0 0,-1 1 0 0 0,1-1-1 0 0,6 3 1 0 0,11 4 205 0 0,37 12 0 0 0,-46-18-152 0 0,61 19 350 0 0,-30-9-209 0 0,0 1 0 0 0,41 20 0 0 0,-70-22-3523 0 0,-11-10 876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4"/>
    </inkml:context>
    <inkml:brush xml:id="br0">
      <inkml:brushProperty name="width" value="0.05" units="cm"/>
      <inkml:brushProperty name="height" value="0.05" units="cm"/>
    </inkml:brush>
  </inkml:definitions>
  <inkml:trace contextRef="#ctx0" brushRef="#br0">117 16 12091 0 0,'-2'0'126'0'0,"0"-1"0"0"0,0 1 0 0 0,0-1 0 0 0,1 1-1 0 0,-1-1 1 0 0,0 0 0 0 0,0 0 0 0 0,0 0 0 0 0,0 0 0 0 0,1 0 0 0 0,-1 0 0 0 0,0 0 0 0 0,1-1 0 0 0,-3-1 0 0 0,26 17-82 0 0,-2 7-52 0 0,17 25 1 0 0,-32-40 93 0 0,0 1 0 0 0,-1 0 0 0 0,0 0 0 0 0,0 0 0 0 0,-1 1 0 0 0,0-1 0 0 0,0 1 0 0 0,3 15 0 0 0,4 9 1043 0 0,-8-29-962 0 0,0 1-1 0 0,-1-1 0 0 0,1 1 0 0 0,-1 0 0 0 0,0 0 0 0 0,1 6 0 0 0,-2-8-139 0 0,0 0 0 0 0,-1 0 0 0 0,1 0 0 0 0,0 0 0 0 0,-1-1 0 0 0,1 1 0 0 0,-1 0-1 0 0,0 0 1 0 0,1 0 0 0 0,-1 0 0 0 0,0-1 0 0 0,0 1 0 0 0,0 0 0 0 0,0-1 0 0 0,0 1 0 0 0,-1-1 0 0 0,1 1 0 0 0,-2 0-1 0 0,-8 7-25 0 0,0 0-1 0 0,-1-1 0 0 0,0-1 0 0 0,0 0 0 0 0,-1 0 0 0 0,-17 5 1 0 0,-16 10-843 0 0,-8 7-4251 0 0,46-23 1714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5"/>
    </inkml:context>
    <inkml:brush xml:id="br0">
      <inkml:brushProperty name="width" value="0.05" units="cm"/>
      <inkml:brushProperty name="height" value="0.05" units="cm"/>
    </inkml:brush>
  </inkml:definitions>
  <inkml:trace contextRef="#ctx0" brushRef="#br0">4 17 5441 0 0,'-1'-6'8301'0'0,"-1"-4"-6261"0"0,3 10-2019 0 0,-1 1-1 0 0,1 0 1 0 0,0 0-1 0 0,-1-1 1 0 0,1 1-1 0 0,-1 0 1 0 0,1 0-1 0 0,-1 0 1 0 0,1 0-1 0 0,-1 0 1 0 0,1 0-1 0 0,-1 0 1 0 0,0 0-1 0 0,0 0 1 0 0,1 0-1 0 0,-1 1 1 0 0,2 5 55 0 0,19 73 315 0 0,-3 0-1 0 0,11 122 0 0 0,-24-163-327 0 0,-2-14-219 0 0,3 27-698 0 0,20 82 0 0 0,-24-129-1520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6"/>
    </inkml:context>
    <inkml:brush xml:id="br0">
      <inkml:brushProperty name="width" value="0.05" units="cm"/>
      <inkml:brushProperty name="height" value="0.05" units="cm"/>
    </inkml:brush>
  </inkml:definitions>
  <inkml:trace contextRef="#ctx0" brushRef="#br0">93 7 1832 0 0,'0'0'866'0'0,"-10"0"3934"0"0,-10 0-2153 0 0,-2 1 1872 0 0,22-1-4471 0 0,13 2 433 0 0,32 0-76 0 0,88-7 1 0 0,-14-1 378 0 0,-119 6-768 0 0,0 0 0 0 0,0 0 0 0 0,0 0 0 0 0,1 0 0 0 0,-1 0 0 0 0,0 0 0 0 0,0-1 0 0 0,0 1 0 0 0,0 0 0 0 0,0 0 0 0 0,0 0 0 0 0,1 0 0 0 0,-1 1 0 0 0,0-1 0 0 0,0 0 0 0 0,0 0 0 0 0,0 0 0 0 0,0 0 0 0 0,0 0 0 0 0,1 0 0 0 0,-1 0 0 0 0,0 0 1 0 0,0 0-1 0 0,0 0 0 0 0,0 0 0 0 0,0 0 0 0 0,0 0 0 0 0,0 0 0 0 0,1 1 0 0 0,-1-1 0 0 0,0 0 0 0 0,0 0 0 0 0,0 0 0 0 0,0 0 0 0 0,0 0 0 0 0,0 0 0 0 0,0 0 0 0 0,0 1 0 0 0,0-1 0 0 0,0 0 0 0 0,0 0 0 0 0,0 0 0 0 0,0 0 0 0 0,0 0 0 0 0,0 0 0 0 0,0 1 0 0 0,0-1 1 0 0,0 0-1 0 0,0 0 0 0 0,0 0 0 0 0,0 0 0 0 0,0 1 0 0 0,-6 7 532 0 0,-9 5-197 0 0,-17 6-49 0 0,0-2-1 0 0,-48 19 0 0 0,42-19-223 0 0,-54 30 1 0 0,83-41-61 0 0,-28 19-54 0 0,36-25 31 0 0,0 1-1 0 0,0 0 1 0 0,0 0-1 0 0,0-1 0 0 0,0 1 1 0 0,0 0-1 0 0,0 0 1 0 0,1 0-1 0 0,-1 0 0 0 0,0 0 1 0 0,1 0-1 0 0,-1 0 0 0 0,1 0 1 0 0,-1 0-1 0 0,1 0 1 0 0,-1 1-1 0 0,1-1 0 0 0,0 0 1 0 0,0 0-1 0 0,-1 0 1 0 0,1 1-1 0 0,0-1 0 0 0,0 0 1 0 0,0 0-1 0 0,0 0 1 0 0,1 1-1 0 0,-1-1 0 0 0,0 0 1 0 0,1 2-1 0 0,0-2 3 0 0,0 0 0 0 0,0 0-1 0 0,0 0 1 0 0,0 0 0 0 0,0 0 0 0 0,0-1-1 0 0,0 1 1 0 0,1 0 0 0 0,-1 0 0 0 0,0-1-1 0 0,0 1 1 0 0,1-1 0 0 0,-1 1-1 0 0,1-1 1 0 0,2 1 0 0 0,21 3 7 0 0,1-3-24 0 0,1-1 1 0 0,29-5-1 0 0,23 0 79 0 0,-78 5-51 0 0,-1 0 0 0 0,1 0 0 0 0,0 1 0 0 0,-1-1 0 0 0,1 0 0 0 0,-1 0 0 0 0,1 0 0 0 0,0 1 0 0 0,-1-1 0 0 0,1 0 0 0 0,-1 1 0 0 0,1-1 0 0 0,-1 0 0 0 0,1 1-1 0 0,-1-1 1 0 0,1 1 0 0 0,-1-1 0 0 0,0 1 0 0 0,1-1 0 0 0,-1 1 0 0 0,0-1 0 0 0,1 1 0 0 0,-1-1 0 0 0,0 1 0 0 0,1-1 0 0 0,-1 1 0 0 0,0 0 0 0 0,0-1 0 0 0,0 1 0 0 0,0-1 0 0 0,0 1 0 0 0,0 0 0 0 0,1-1 0 0 0,-1 1 0 0 0,-1-1 0 0 0,1 1 0 0 0,0 0-1 0 0,0-1 1 0 0,0 1 0 0 0,0 0 0 0 0,0-1 0 0 0,0 1 0 0 0,-1-1 0 0 0,1 1 0 0 0,0-1 0 0 0,-1 1 0 0 0,1-1 0 0 0,0 1 0 0 0,-1-1 0 0 0,1 1 0 0 0,0-1 0 0 0,-1 1 0 0 0,1-1 0 0 0,-1 1 0 0 0,1-1 0 0 0,-1 0 0 0 0,1 1 0 0 0,-1-1 0 0 0,0 1 0 0 0,-10 5 33 0 0,0-1 0 0 0,0 0 1 0 0,-1 0-1 0 0,0-1 1 0 0,-20 4-1 0 0,-5 3 19 0 0,21-6-39 0 0,1 1-1 0 0,-27 14 1 0 0,41-20-23 0 0,0 0-1 0 0,0 1 1 0 0,0-1-1 0 0,0 1 1 0 0,1-1 0 0 0,-1 1-1 0 0,0 0 1 0 0,1-1-1 0 0,-1 1 1 0 0,0 0-1 0 0,1-1 1 0 0,-1 1-1 0 0,1 0 1 0 0,-1 0-1 0 0,0 1 1 0 0,1-2-2 0 0,0 1 1 0 0,0-1 0 0 0,0 0-1 0 0,0 1 1 0 0,0-1-1 0 0,0 0 1 0 0,0 1-1 0 0,1-1 1 0 0,-1 0-1 0 0,0 1 1 0 0,0-1 0 0 0,0 0-1 0 0,0 0 1 0 0,1 1-1 0 0,-1-1 1 0 0,0 0-1 0 0,0 1 1 0 0,0-1-1 0 0,1 0 1 0 0,-1 0 0 0 0,0 1-1 0 0,0-1 1 0 0,1 0-1 0 0,-1 0 1 0 0,0 0-1 0 0,1 0 1 0 0,0 1-1 0 0,34 9-229 0 0,-13-5 152 0 0,-17-2 78 0 0,0 0 1 0 0,0 0-1 0 0,-1 0 1 0 0,1 0 0 0 0,-1 1-1 0 0,0 0 1 0 0,0-1 0 0 0,0 2-1 0 0,0-1 1 0 0,-1 0-1 0 0,0 1 1 0 0,1-1 0 0 0,-2 1-1 0 0,1 0 1 0 0,-1 0 0 0 0,4 10-1 0 0,1 7 9 0 0,-1 0-1 0 0,5 43 0 0 0,-5-25 29 0 0,-2-13-11 0 0,-3-18-8 0 0,0-1 0 0 0,1 1 0 0 0,-1-1 0 0 0,2 0 0 0 0,-1 1 0 0 0,1-1 0 0 0,5 8 0 0 0,-4-8-1833 0 0,-1 0-1 0 0,1 0 1 0 0,3 15 0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7"/>
    </inkml:context>
    <inkml:brush xml:id="br0">
      <inkml:brushProperty name="width" value="0.05" units="cm"/>
      <inkml:brushProperty name="height" value="0.05" units="cm"/>
    </inkml:brush>
  </inkml:definitions>
  <inkml:trace contextRef="#ctx0" brushRef="#br0">97 1 6561 0 0,'-8'0'1148'0'0,"1"-1"-570"0"0,1 1-1 0 0,-1 0 1 0 0,0 0 0 0 0,0 1-1 0 0,1 0 1 0 0,-1 0 0 0 0,0 1-1 0 0,1-1 1 0 0,-1 2-1 0 0,-6 2 1 0 0,13-5-555 0 0,-1 0 0 0 0,1 0 1 0 0,-1 1-1 0 0,0-1 0 0 0,1 0 0 0 0,0 1 0 0 0,-1-1 1 0 0,1 0-1 0 0,-1 1 0 0 0,1-1 0 0 0,-1 1 0 0 0,1-1 1 0 0,0 1-1 0 0,-1-1 0 0 0,1 1 0 0 0,0-1 0 0 0,-1 1 1 0 0,1-1-1 0 0,0 1 0 0 0,0 0 0 0 0,0-1 0 0 0,-1 1 1 0 0,1-1-1 0 0,0 1 0 0 0,0 0 0 0 0,0-1 0 0 0,0 1 1 0 0,0-1-1 0 0,0 1 0 0 0,0 0 0 0 0,0-1 0 0 0,1 1 1 0 0,-1 0-1 0 0,0-1 0 0 0,0 1 0 0 0,0-1 0 0 0,1 1 1 0 0,-1-1-1 0 0,0 1 0 0 0,0-1 0 0 0,1 1 1 0 0,-1-1-1 0 0,1 1 0 0 0,-1-1 0 0 0,0 1 0 0 0,1-1 1 0 0,-1 1-1 0 0,1-1 0 0 0,-1 0 0 0 0,1 1 0 0 0,-1-1 1 0 0,1 0-1 0 0,-1 1 0 0 0,2-1 0 0 0,32 14 356 0 0,-32-14-388 0 0,13 4 151 0 0,0-1 0 0 0,1 0 0 0 0,-1-2 0 0 0,0 0 0 0 0,1 0 0 0 0,18-3 0 0 0,94-16 743 0 0,-8 0-653 0 0,-73 13-205 0 0,10 0 123 0 0,-19 4-6711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8"/>
    </inkml:context>
    <inkml:brush xml:id="br0">
      <inkml:brushProperty name="width" value="0.05" units="cm"/>
      <inkml:brushProperty name="height" value="0.05" units="cm"/>
    </inkml:brush>
  </inkml:definitions>
  <inkml:trace contextRef="#ctx0" brushRef="#br0">0 5 10202 0 0,'0'3'6334'0'0,"49"-7"-5354"0"0,-24 2-1657 0 0,0 1-3823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59"/>
    </inkml:context>
    <inkml:brush xml:id="br0">
      <inkml:brushProperty name="width" value="0.05" units="cm"/>
      <inkml:brushProperty name="height" value="0.05" units="cm"/>
    </inkml:brush>
  </inkml:definitions>
  <inkml:trace contextRef="#ctx0" brushRef="#br0">94 96 712 0 0,'0'0'3844'0'0,"-7"-17"1774"0"0,-6 6-2786 0 0,10 9-2566 0 0,-1-1 0 0 0,1 1 0 0 0,0-1 0 0 0,1 0-1 0 0,-1 0 1 0 0,-3-5 0 0 0,6 7-248 0 0,0 0 0 0 0,0 0 0 0 0,0 0 0 0 0,0 0-1 0 0,0 0 1 0 0,0 0 0 0 0,0 0 0 0 0,0 0 0 0 0,0 0 0 0 0,1 0-1 0 0,-1 0 1 0 0,0 0 0 0 0,1 0 0 0 0,-1 1 0 0 0,1-1 0 0 0,-1 0-1 0 0,1 0 1 0 0,-1 0 0 0 0,1 0 0 0 0,0 1 0 0 0,-1-1 0 0 0,1 0 0 0 0,0 1-1 0 0,-1-1 1 0 0,1 0 0 0 0,0 1 0 0 0,0-1 0 0 0,0 1 0 0 0,0-1-1 0 0,-1 1 1 0 0,3-1 0 0 0,28-13 210 0 0,-30 14-203 0 0,0-1-1 0 0,0 1 1 0 0,1-1 0 0 0,-1 1 0 0 0,0-1-1 0 0,0 1 1 0 0,0 0 0 0 0,0 0-1 0 0,0 0 1 0 0,1 0 0 0 0,-1 0 0 0 0,0 0-1 0 0,0 0 1 0 0,0 0 0 0 0,0 0 0 0 0,1 0-1 0 0,-1 1 1 0 0,0-1 0 0 0,0 1-1 0 0,0-1 1 0 0,0 0 0 0 0,0 1 0 0 0,0 0-1 0 0,2 0 1 0 0,-2 1 11 0 0,-1-1 0 0 0,1 0 1 0 0,0 1-1 0 0,0-1 0 0 0,-1 0 0 0 0,1 1 0 0 0,-1-1 0 0 0,0 1 1 0 0,1-1-1 0 0,-1 1 0 0 0,0-1 0 0 0,0 1 0 0 0,0-1 0 0 0,0 1 1 0 0,0-1-1 0 0,0 3 0 0 0,-1 3 77 0 0,-1 1 0 0 0,1-1 0 0 0,-1 0-1 0 0,-1 1 1 0 0,1-1 0 0 0,-6 9 0 0 0,2-6-49 0 0,-1 0 0 0 0,0 0-1 0 0,-14 12 1 0 0,-8 12-5 0 0,28-32-66 0 0,-1-1 0 0 0,1 1 0 0 0,0-1 0 0 0,0 1 0 0 0,0 0 0 0 0,1-1 0 0 0,-1 1 0 0 0,0 0 0 0 0,1-1 0 0 0,-1 1 0 0 0,0 2 0 0 0,1-3 5 0 0,1-1 0 0 0,-1 1 0 0 0,0 0 1 0 0,0 0-1 0 0,0-1 0 0 0,1 1 0 0 0,-1 0 0 0 0,0-1 1 0 0,1 1-1 0 0,-1 0 0 0 0,0-1 0 0 0,1 1 1 0 0,-1-1-1 0 0,1 1 0 0 0,-1-1 0 0 0,1 1 1 0 0,-1-1-1 0 0,1 1 0 0 0,0-1 0 0 0,-1 1 0 0 0,1-1 1 0 0,-1 0-1 0 0,1 1 0 0 0,0-1 0 0 0,0 0 1 0 0,-1 1-1 0 0,1-1 0 0 0,0 0 0 0 0,-1 0 1 0 0,2 0-1 0 0,16 5 6 0 0,-9-3 16 0 0,-1 0-1 0 0,0 1 0 0 0,-1 0 1 0 0,1 0-1 0 0,0 1 1 0 0,11 7-1 0 0,-18-10 13 0 0,1 0-1 0 0,-1 0 1 0 0,0 0-1 0 0,1 1 1 0 0,-1-1 0 0 0,0 1-1 0 0,0-1 1 0 0,0 1-1 0 0,0-1 1 0 0,0 1 0 0 0,-1 0-1 0 0,1-1 1 0 0,0 1-1 0 0,0 3 1 0 0,-1-2 44 0 0,0 0 1 0 0,0-1 0 0 0,0 1-1 0 0,0 0 1 0 0,0 0-1 0 0,-1-1 1 0 0,1 1 0 0 0,-1 0-1 0 0,0-1 1 0 0,0 1-1 0 0,0 0 1 0 0,-2 3-1 0 0,-3 3-6 0 0,0-1 0 0 0,-1 0 0 0 0,0 0-1 0 0,0-1 1 0 0,0 0 0 0 0,-1 0-1 0 0,0-1 1 0 0,-1 0 0 0 0,-10 6 0 0 0,-17 13-65 0 0,15-10-544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60"/>
    </inkml:context>
    <inkml:brush xml:id="br0">
      <inkml:brushProperty name="width" value="0.05" units="cm"/>
      <inkml:brushProperty name="height" value="0.05" units="cm"/>
    </inkml:brush>
  </inkml:definitions>
  <inkml:trace contextRef="#ctx0" brushRef="#br0">19 50 9962 0 0,'0'-3'597'0'0,"-1"1"-1"0"0,1 0 1 0 0,-1-1-1 0 0,0 1 1 0 0,0-1-1 0 0,0 1 1 0 0,0 0-1 0 0,0 0 1 0 0,-2-3-1 0 0,2 3-369 0 0,0 0-1 0 0,0 0 1 0 0,0 0-1 0 0,0 0 0 0 0,0 0 1 0 0,0 0-1 0 0,1-1 1 0 0,-2-3-1 0 0,3 11-172 0 0,0 0 0 0 0,0 0 0 0 0,1 0 0 0 0,-1 0 0 0 0,1 0 0 0 0,5 9 0 0 0,5 16 48 0 0,-7-14-183 0 0,-1 0-1 0 0,0 1 0 0 0,-1 0 0 0 0,-1-1 0 0 0,-1 1 1 0 0,0 0-1 0 0,-1 0 0 0 0,-1 0 0 0 0,0 0 1 0 0,-2-1-1 0 0,1 1 0 0 0,-7 16 0 0 0,2-7-2705 0 0,5-18-13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61"/>
    </inkml:context>
    <inkml:brush xml:id="br0">
      <inkml:brushProperty name="width" value="0.05" units="cm"/>
      <inkml:brushProperty name="height" value="0.05" units="cm"/>
    </inkml:brush>
  </inkml:definitions>
  <inkml:trace contextRef="#ctx0" brushRef="#br0">188 2 11154 0 0,'-20'-1'3114'0'0,"15"1"-2910"0"0,-1-1-1 0 0,0 1 1 0 0,0 1-1 0 0,1-1 1 0 0,-1 1-1 0 0,0-1 1 0 0,1 2-1 0 0,-1-1 1 0 0,1 1-1 0 0,-1-1 1 0 0,-7 5-1 0 0,10-4-159 0 0,-1 0 0 0 0,1 0-1 0 0,0 1 1 0 0,0-1 0 0 0,0 1-1 0 0,0 0 1 0 0,0 0 0 0 0,0 0-1 0 0,1 0 1 0 0,-1 0 0 0 0,-2 5 0 0 0,1 1-11 0 0,0 0 1 0 0,1 1-1 0 0,-4 13 1 0 0,3-9-29 0 0,0 0-1 0 0,-1 0 1 0 0,-10 19 0 0 0,14-31-67 0 0,0-1 1 0 0,0 1 0 0 0,0-1-1 0 0,0 1 1 0 0,0-1 0 0 0,1 1 0 0 0,-1 0-1 0 0,1-1 1 0 0,-1 1 0 0 0,1 0-1 0 0,0 0 1 0 0,-1-1 0 0 0,1 1-1 0 0,0 0 1 0 0,0 0 0 0 0,1-1 0 0 0,-1 1-1 0 0,0 0 1 0 0,0 0 0 0 0,1-1-1 0 0,-1 1 1 0 0,1 0 0 0 0,0-1-1 0 0,-1 1 1 0 0,1-1 0 0 0,0 1-1 0 0,0 0 1 0 0,0-1 0 0 0,0 0 0 0 0,0 1-1 0 0,0-1 1 0 0,2 2 0 0 0,1 0-321 0 0,0-1 1 0 0,0 0 0 0 0,-1 0 0 0 0,1 0 0 0 0,0-1 0 0 0,1 1 0 0 0,-1-1 0 0 0,0 0 0 0 0,0 0 0 0 0,0 0-1 0 0,1-1 1 0 0,6 0 0 0 0,20 0-2739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62"/>
    </inkml:context>
    <inkml:brush xml:id="br0">
      <inkml:brushProperty name="width" value="0.05" units="cm"/>
      <inkml:brushProperty name="height" value="0.05" units="cm"/>
    </inkml:brush>
  </inkml:definitions>
  <inkml:trace contextRef="#ctx0" brushRef="#br0">122 50 9362 0 0,'-10'0'4493'0'0,"-22"9"-2433"0"0,30-9-2008 0 0,1 1 0 0 0,-1-1 1 0 0,1 1-1 0 0,-1 0 0 0 0,1 0 1 0 0,0 0-1 0 0,-1 0 0 0 0,1 0 1 0 0,0 0-1 0 0,0 0 0 0 0,0 0 1 0 0,0 0-1 0 0,0 0 0 0 0,0 1 1 0 0,0-1-1 0 0,0 0 0 0 0,0 1 1 0 0,-1 2-1 0 0,-12 30 477 0 0,12-30-437 0 0,0 0 0 0 0,0 1 0 0 0,0-1 0 0 0,0 0 0 0 0,1 1 0 0 0,0-1 0 0 0,0 1 0 0 0,0-1 0 0 0,0 9 1 0 0,2 0 175 0 0,0 0-1 0 0,2 0 1 0 0,-1 0 0 0 0,2-1 0 0 0,6 20 0 0 0,-6-23-145 0 0,0 0 0 0 0,-1 1 1 0 0,0-1-1 0 0,-1 1 0 0 0,0 0 0 0 0,-1-1 0 0 0,0 1 0 0 0,0 0 0 0 0,-1 0 0 0 0,-2 17 1 0 0,1-24-285 0 0,0-1 1 0 0,0 1-1 0 0,-1-1 0 0 0,1 0 1 0 0,0 0-1 0 0,-1 0 1 0 0,0 1-1 0 0,1-1 1 0 0,-1-1-1 0 0,0 1 1 0 0,0 0-1 0 0,0 0 1 0 0,0-1-1 0 0,0 1 1 0 0,-1-1-1 0 0,1 0 1 0 0,0 1-1 0 0,-1-1 1 0 0,1 0-1 0 0,-1 0 0 0 0,-4 0 1 0 0,3 1-816 0 0,4-2 535 0 0,-1 1 0 0 0,0-1 0 0 0,1 0 0 0 0,-1 0 0 0 0,1 0 0 0 0,-1 0 0 0 0,0 0 0 0 0,1 1 0 0 0,-1-1 0 0 0,0 0 0 0 0,1 0 0 0 0,-1-1 0 0 0,0 1 0 0 0,1 0 0 0 0,-1 0-1 0 0,1 0 1 0 0,-1 0 0 0 0,0 0 0 0 0,0-1 0 0 0,-2-2-1990 0 0</inkml:trace>
  <inkml:trace contextRef="#ctx0" brushRef="#br0" timeOffset="1">56 90 3873 0 0,'4'-12'5149'0'0,"9"-4"-3285"0"0,-2 1-799 0 0,-9 13-924 0 0,-1 0 1 0 0,1 0-1 0 0,0 0 1 0 0,-1 0-1 0 0,1 0 1 0 0,0 1-1 0 0,0-1 1 0 0,0 0-1 0 0,1 1 1 0 0,-1 0-1 0 0,0 0 1 0 0,0-1-1 0 0,1 1 1 0 0,-1 1-1 0 0,1-1 1 0 0,3-1-1 0 0,22-10 808 0 0,-27 11-916 0 0,0 0 1 0 0,0 0-1 0 0,0 1 0 0 0,0-1 1 0 0,0 0-1 0 0,0 1 1 0 0,0-1-1 0 0,0 1 1 0 0,0-1-1 0 0,0 1 1 0 0,1 0-1 0 0,-1-1 1 0 0,0 1-1 0 0,0 0 0 0 0,0 0 1 0 0,1 0-1 0 0,-1 0 1 0 0,0 0-1 0 0,0 0 1 0 0,1 0-1 0 0,-1 0 1 0 0,0 0-1 0 0,0 1 1 0 0,2 0-1 0 0,-1 0-12 0 0,-1 0 0 0 0,1 0 0 0 0,-1 0 0 0 0,0 1 0 0 0,1-1 0 0 0,-1 1 0 0 0,0-1 0 0 0,0 1 0 0 0,0-1 0 0 0,0 1 0 0 0,0-1 0 0 0,-1 1 0 0 0,1 0 0 0 0,0 2 1 0 0,2 5 60 0 0,-1 0 1 0 0,-1 0-1 0 0,0 1 1 0 0,0-1-1 0 0,-1 15 1 0 0,-2-5 118 0 0,-2-1 0 0 0,0 1 1 0 0,-1-1-1 0 0,-9 24 1 0 0,-12 40 233 0 0,25-74-405 0 0,-1 0 1 0 0,1 1 0 0 0,1-1 0 0 0,-1 0 0 0 0,1 1-1 0 0,1-1 1 0 0,2 16 0 0 0,-2-22 20 0 0,0 0 0 0 0,0 0-1 0 0,0 0 1 0 0,0-1 0 0 0,0 1 0 0 0,0 0 0 0 0,1-1 0 0 0,-1 1-1 0 0,1-1 1 0 0,-1 1 0 0 0,1-1 0 0 0,0 0 0 0 0,-1 1 0 0 0,1-1-1 0 0,0 0 1 0 0,0 0 0 0 0,0 0 0 0 0,0-1 0 0 0,0 1 0 0 0,0 0-1 0 0,0-1 1 0 0,0 1 0 0 0,0-1 0 0 0,0 0 0 0 0,3 0 0 0 0,4 1 5 0 0,0 0 1 0 0,0-1 0 0 0,0 0 0 0 0,14-2 0 0 0,-10-1-19 0 0,0-1 1 0 0,0 0 0 0 0,-1-1 0 0 0,0-1 0 0 0,0 0-1 0 0,18-11 1 0 0,7-4 28 0 0,-30 17-82 0 0,0 0-1 0 0,-1 0 0 0 0,1-1 0 0 0,-1 0 0 0 0,-1 0 0 0 0,1 0 0 0 0,-1-1 0 0 0,1 0 0 0 0,5-10 1 0 0,7-18-3933 0 0,-16 29 1617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64"/>
    </inkml:context>
    <inkml:brush xml:id="br0">
      <inkml:brushProperty name="width" value="0.05" units="cm"/>
      <inkml:brushProperty name="height" value="0.05" units="cm"/>
    </inkml:brush>
  </inkml:definitions>
  <inkml:trace contextRef="#ctx0" brushRef="#br0">127 5 8106 0 0,'0'0'96'0'0,"-19"-5"3187"0"0,15 6-3077 0 0,-1-1-1 0 0,1 1 1 0 0,-1 0-1 0 0,1 0 1 0 0,0 1 0 0 0,-1-1-1 0 0,1 1 1 0 0,0 0-1 0 0,-6 4 1 0 0,7-5-163 0 0,0 1 1 0 0,1 0-1 0 0,-1-1 1 0 0,1 1-1 0 0,0 0 1 0 0,0 0-1 0 0,-1 1 0 0 0,1-1 1 0 0,1 0-1 0 0,-1 1 1 0 0,0-1-1 0 0,0 1 1 0 0,1-1-1 0 0,-2 6 0 0 0,-4 15 88 0 0,6-20-116 0 0,-1-1-1 0 0,1 1 1 0 0,0 0-1 0 0,1 0 1 0 0,-1 0-1 0 0,0-1 1 0 0,1 1-1 0 0,0 0 1 0 0,0 0-1 0 0,0 0 1 0 0,0 0-1 0 0,0 0 1 0 0,0 0-1 0 0,1 0 1 0 0,-1 0-1 0 0,1 0 1 0 0,0-1-1 0 0,0 1 1 0 0,0 0-1 0 0,0 0 1 0 0,0-1-1 0 0,4 5 0 0 0,-2-3 9 0 0,0-1-1 0 0,0 0 0 0 0,0 0 1 0 0,0-1-1 0 0,1 1 0 0 0,-1-1 1 0 0,1 0-1 0 0,0 1 0 0 0,0-2 0 0 0,0 1 1 0 0,0 0-1 0 0,4 0 0 0 0,-3 0 37 0 0,0 0 0 0 0,1 0-1 0 0,-1 1 1 0 0,0-1-1 0 0,-1 1 1 0 0,1 0 0 0 0,6 6-1 0 0,-6-3 356 0 0,1 0-1 0 0,-1 0 0 0 0,0 1 1 0 0,0 0-1 0 0,4 9 1 0 0,-7-14-328 0 0,-1 0 0 0 0,0 0 1 0 0,0 0-1 0 0,0 0 1 0 0,-1 1-1 0 0,1-1 0 0 0,0 0 1 0 0,-1 0-1 0 0,0 1 1 0 0,1-1-1 0 0,-1 0 1 0 0,0 1-1 0 0,0-1 0 0 0,0 0 1 0 0,-1 1-1 0 0,1-1 1 0 0,0 0-1 0 0,-1 0 0 0 0,0 1 1 0 0,1-1-1 0 0,-1 0 1 0 0,0 0-1 0 0,-2 3 1 0 0,1-3-83 0 0,0 0 1 0 0,-1 0 0 0 0,1 0-1 0 0,-1 0 1 0 0,1 0 0 0 0,-1 0 0 0 0,0-1-1 0 0,0 0 1 0 0,-5 3 0 0 0,-32 8-48 0 0,34-10 11 0 0,-24 11-964 0 0,26-10 260 0 0,-1-1-1 0 0,0 0 1 0 0,0 0 0 0 0,0 0 0 0 0,-8 1-1 0 0,9-2-1444 0 0,-3-1-1228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65"/>
    </inkml:context>
    <inkml:brush xml:id="br0">
      <inkml:brushProperty name="width" value="0.05" units="cm"/>
      <inkml:brushProperty name="height" value="0.05" units="cm"/>
    </inkml:brush>
  </inkml:definitions>
  <inkml:trace contextRef="#ctx0" brushRef="#br0">1 157 7890 0 0,'0'-2'4292'0'0,"7"-7"-2964"0"0,36-15-673 0 0,2 2 0 0 0,0 3 0 0 0,56-17 0 0 0,-101 36-647 0 0,1 0-1 0 0,-1 0 0 0 0,0 0 1 0 0,1 0-1 0 0,-1 0 1 0 0,0 0-1 0 0,1 0 1 0 0,-1 0-1 0 0,0 1 1 0 0,1-1-1 0 0,-1 0 0 0 0,0 0 1 0 0,1 0-1 0 0,-1 0 1 0 0,0 1-1 0 0,0-1 1 0 0,1 0-1 0 0,-1 0 1 0 0,0 0-1 0 0,1 1 0 0 0,-1-1 1 0 0,0 0-1 0 0,0 1 1 0 0,0-1-1 0 0,1 0 1 0 0,-1 0-1 0 0,0 1 1 0 0,0-1-1 0 0,0 0 0 0 0,0 1 1 0 0,0-1-1 0 0,0 0 1 0 0,0 1-1 0 0,1-1 1 0 0,-1 0-1 0 0,0 1 1 0 0,0-1-1 0 0,0 0 0 0 0,0 1 1 0 0,-1-1-1 0 0,1 0 1 0 0,0 1-1 0 0,0 21 34 0 0,0-17 13 0 0,-4 61 107 0 0,2-49-128 0 0,1 0-1 0 0,0-1 1 0 0,1 1-1 0 0,1 0 1 0 0,0 0 0 0 0,8 31-1 0 0,-8-46 39 0 0,-1 0-1 0 0,1 1 1 0 0,1-1-1 0 0,-1 0 1 0 0,0 0-1 0 0,0 1 1 0 0,1-1-1 0 0,-1 0 1 0 0,1 0-1 0 0,0-1 1 0 0,0 1 0 0 0,0 0-1 0 0,-1 0 1 0 0,1-1-1 0 0,1 1 1 0 0,-1-1-1 0 0,0 0 1 0 0,0 0-1 0 0,1 0 1 0 0,-1 0-1 0 0,0 0 1 0 0,1 0-1 0 0,-1 0 1 0 0,6 0-1 0 0,-4-1-12 0 0,0 0-1 0 0,1 0 1 0 0,-1 0-1 0 0,1 0 1 0 0,-1-1-1 0 0,0 0 0 0 0,1 0 1 0 0,-1 0-1 0 0,0 0 1 0 0,0-1-1 0 0,0 1 1 0 0,0-1-1 0 0,6-4 1 0 0,-7 4-41 0 0,-1-1 1 0 0,0 1 0 0 0,0-1 0 0 0,0 0 0 0 0,0 0 0 0 0,-1 0 0 0 0,1 0 0 0 0,-1 0-1 0 0,1 0 1 0 0,-1-1 0 0 0,0 1 0 0 0,-1 0 0 0 0,1 0 0 0 0,0-1 0 0 0,-1 1 0 0 0,0-5-1 0 0,1 3 1 0 0,0 0 0 0 0,0-1-1 0 0,0 1 1 0 0,1 0-1 0 0,3-9 1 0 0,-3 10-4 0 0,1-1 1 0 0,-1 0-1 0 0,-1 1 0 0 0,1-1 1 0 0,-1 0-1 0 0,1 0 1 0 0,-2 0-1 0 0,1 0 0 0 0,0-1 1 0 0,-1 1-1 0 0,0 0 0 0 0,0 0 1 0 0,-1 0-1 0 0,-1-9 1 0 0,0 5 16 0 0,-1-1-1 0 0,0 1 1 0 0,0 0 0 0 0,-1 0 0 0 0,-1 0 0 0 0,-8-13 0 0 0,5 7-7 0 0,7 13-23 0 0,0 1 0 0 0,1-1 0 0 0,-1 1 1 0 0,0 0-1 0 0,0-1 0 0 0,1 1 0 0 0,-1 0 1 0 0,0-1-1 0 0,0 1 0 0 0,-1 0 0 0 0,1 0 0 0 0,0 0 1 0 0,0 0-1 0 0,0 0 0 0 0,-1 0 0 0 0,1 0 1 0 0,-1 1-1 0 0,1-1 0 0 0,0 0 0 0 0,-1 1 1 0 0,1-1-1 0 0,-1 1 0 0 0,-2-1 0 0 0,-18-10-25 0 0,-1-1-315 0 0,22 11 229 0 0,0 1-1 0 0,0 0 1 0 0,0-1 0 0 0,0 1-1 0 0,0 0 1 0 0,0 0-1 0 0,0 0 1 0 0,0 0-1 0 0,0 0 1 0 0,0 0 0 0 0,0 0-1 0 0,0 0 1 0 0,0 0-1 0 0,0 0 1 0 0,0 0 0 0 0,0 1-1 0 0,0-1 1 0 0,0 0-1 0 0,0 1 1 0 0,-1 0-1 0 0,0 1-129 0 0,0-1-1 0 0,0 1 0 0 0,1 0 1 0 0,-1 0-1 0 0,1 0 0 0 0,-1 1 1 0 0,1-1-1 0 0,0 0 0 0 0,0 1 1 0 0,0-1-1 0 0,0 0 0 0 0,-1 5 0 0 0,-5 31-4469 0 0,7-24 1076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66"/>
    </inkml:context>
    <inkml:brush xml:id="br0">
      <inkml:brushProperty name="width" value="0.05" units="cm"/>
      <inkml:brushProperty name="height" value="0.05" units="cm"/>
    </inkml:brush>
  </inkml:definitions>
  <inkml:trace contextRef="#ctx0" brushRef="#br0">47 2 12059 0 0,'0'-1'4863'0'0,"3"94"-4154"0"0,-1 31-256 0 0,-3-104-394 0 0,-1 0 1 0 0,-1 0-1 0 0,-1 1 1 0 0,-7 21-1 0 0,0-13-89 0 0,-4 16-799 0 0,10-16-3644 0 0,5-26 2154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67"/>
    </inkml:context>
    <inkml:brush xml:id="br0">
      <inkml:brushProperty name="width" value="0.05" units="cm"/>
      <inkml:brushProperty name="height" value="0.05" units="cm"/>
    </inkml:brush>
  </inkml:definitions>
  <inkml:trace contextRef="#ctx0" brushRef="#br0">203 0 11106 0 0,'-5'0'334'0'0,"0"1"-1"0"0,0 0 0 0 0,0 0 1 0 0,0 0-1 0 0,0 0 1 0 0,0 1-1 0 0,1 0 0 0 0,-1 0 1 0 0,0 0-1 0 0,1 0 0 0 0,0 1 1 0 0,0 0-1 0 0,-1-1 0 0 0,-6 8 1 0 0,4-2-210 0 0,-1 0 0 0 0,1 0 0 0 0,0 1-1 0 0,1-1 1 0 0,-10 18 0 0 0,-50 112 540 0 0,65-136-669 0 0,0 1 0 0 0,0-1 0 0 0,0 0 0 0 0,0 1-1 0 0,0-1 1 0 0,0 1 0 0 0,1-1 0 0 0,-1 1-1 0 0,1-1 1 0 0,-1 1 0 0 0,1-1 0 0 0,0 1 0 0 0,0 0-1 0 0,0-1 1 0 0,1 1 0 0 0,-1-1 0 0 0,1 1-1 0 0,0 2 1 0 0,0-3-99 0 0,0-1-1 0 0,0 1 1 0 0,1 0 0 0 0,-1-1-1 0 0,0 1 1 0 0,1-1-1 0 0,-1 1 1 0 0,1-1 0 0 0,0 0-1 0 0,0 0 1 0 0,-1 0-1 0 0,1 0 1 0 0,0 0 0 0 0,0 0-1 0 0,0 0 1 0 0,0 0-1 0 0,0-1 1 0 0,0 1-1 0 0,0-1 1 0 0,0 0 0 0 0,0 1-1 0 0,3-1 1 0 0,2 0-737 0 0,1 1 1 0 0,-1-1-1 0 0,1-1 1 0 0,0 0-1 0 0,-1 0 1 0 0,12-3-1 0 0,6-3-2176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68"/>
    </inkml:context>
    <inkml:brush xml:id="br0">
      <inkml:brushProperty name="width" value="0.05" units="cm"/>
      <inkml:brushProperty name="height" value="0.05" units="cm"/>
    </inkml:brush>
  </inkml:definitions>
  <inkml:trace contextRef="#ctx0" brushRef="#br0">98 66 7954 0 0,'-1'0'382'0'0,"0"0"-1"0"0,0 0 1 0 0,-1 0 0 0 0,1 0 0 0 0,0 0 0 0 0,0 0 0 0 0,0 0 0 0 0,0 0 0 0 0,-1 0 0 0 0,1 1 0 0 0,0-1-1 0 0,0 0 1 0 0,0 1 0 0 0,0-1 0 0 0,0 1 0 0 0,0 0 0 0 0,0-1 0 0 0,-2 2 0 0 0,2 0-346 0 0,1-1 0 0 0,-1 1 1 0 0,1 0-1 0 0,0-1 0 0 0,-1 1 1 0 0,1 0-1 0 0,0-1 0 0 0,0 1 0 0 0,0 0 1 0 0,0-1-1 0 0,1 1 0 0 0,-1 0 1 0 0,1 2-1 0 0,7 43 305 0 0,-3-18 301 0 0,2 33 0 0 0,-6-52-481 0 0,-1 0 1 0 0,-1 0-1 0 0,0-1 1 0 0,0 1-1 0 0,-1-1 1 0 0,0 1-1 0 0,-5 14 1 0 0,5-20-135 0 0,0 1-1 0 0,-1-1 1 0 0,1 1 0 0 0,-1-1 0 0 0,0 0 0 0 0,0 0 0 0 0,0 0 0 0 0,-1 0 0 0 0,0-1 0 0 0,1 1 0 0 0,-1-1 0 0 0,-6 4 0 0 0,-17 5-2981 0 0,19-11-1317 0 0</inkml:trace>
  <inkml:trace contextRef="#ctx0" brushRef="#br0" timeOffset="1">97 2 8554 0 0,'0'0'1780'0'0,"8"-1"1714"0"0,10 0-3086 0 0,-16 2-390 0 0,0-1-1 0 0,0 1 0 0 0,0-1 1 0 0,-1 1-1 0 0,1 0 0 0 0,0-1 1 0 0,0 1-1 0 0,-1 0 0 0 0,1 0 0 0 0,-1 1 1 0 0,1-1-1 0 0,-1 0 0 0 0,1 0 1 0 0,-1 1-1 0 0,0-1 0 0 0,0 1 1 0 0,0-1-1 0 0,0 1 0 0 0,0-1 1 0 0,0 1-1 0 0,0 0 0 0 0,0-1 0 0 0,0 1 1 0 0,0 2-1 0 0,2 7 91 0 0,0 0 0 0 0,-1-1 0 0 0,2 13 0 0 0,-2-8 5 0 0,1 26 264 0 0,3 17 553 0 0,-5-54-837 0 0,0-1 1 0 0,0 1-1 0 0,0 0 1 0 0,0 0-1 0 0,0-1 0 0 0,1 1 1 0 0,0-1-1 0 0,0 1 1 0 0,0-1-1 0 0,0 0 1 0 0,4 4-1 0 0,-3-4-50 0 0,1 0 0 0 0,-1 0-1 0 0,1-1 1 0 0,0 1-1 0 0,0-1 1 0 0,0 0-1 0 0,0 0 1 0 0,1 0-1 0 0,-1-1 1 0 0,0 1-1 0 0,1-1 1 0 0,-1 0-1 0 0,1-1 1 0 0,-1 1-1 0 0,1-1 1 0 0,-1 0-1 0 0,1 0 1 0 0,-1 0 0 0 0,1 0-1 0 0,-1-1 1 0 0,1 0-1 0 0,-1 0 1 0 0,1 0-1 0 0,-1-1 1 0 0,0 1-1 0 0,0-1 1 0 0,8-4-1 0 0,-4 0-606 0 0,-1 1 0 0 0,1-1 0 0 0,-2-1 0 0 0,1 1 0 0 0,-1-1 0 0 0,10-14 0 0 0,-16 21 554 0 0,16-20-3383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0"/>
    </inkml:context>
    <inkml:brush xml:id="br0">
      <inkml:brushProperty name="width" value="0.05" units="cm"/>
      <inkml:brushProperty name="height" value="0.05" units="cm"/>
    </inkml:brush>
  </inkml:definitions>
  <inkml:trace contextRef="#ctx0" brushRef="#br0">38 16 9546 0 0,'0'0'197'0'0,"-1"-16"5577"0"0,-1 23-5670 0 0,0-1 1 0 0,0 1-1 0 0,1 0 1 0 0,0-1-1 0 0,0 1 1 0 0,1 0-1 0 0,0 8 1 0 0,-2 11 55 0 0,-10 59 150 0 0,7-54-495 0 0,0 1 0 0 0,2-1 0 0 0,3 63 0 0 0,3-80-2446 0 0,-2-10 101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1"/>
    </inkml:context>
    <inkml:brush xml:id="br0">
      <inkml:brushProperty name="width" value="0.05" units="cm"/>
      <inkml:brushProperty name="height" value="0.05" units="cm"/>
    </inkml:brush>
  </inkml:definitions>
  <inkml:trace contextRef="#ctx0" brushRef="#br0">153 48 6969 0 0,'-4'0'460'0'0,"-1"1"0"0"0,1 0 0 0 0,0-1-1 0 0,-1 1 1 0 0,1 1 0 0 0,0-1 0 0 0,0 1-1 0 0,0-1 1 0 0,-7 5 0 0 0,7-3-383 0 0,-1-1 0 0 0,1 1 0 0 0,0 0 0 0 0,0 1 0 0 0,0-1 0 0 0,0 1 0 0 0,1 0 0 0 0,0 0 0 0 0,0 0 0 0 0,0 0 0 0 0,0 0 0 0 0,0 1 0 0 0,-2 4 0 0 0,2 4 23 0 0,-1 1-1 0 0,-2 23 1 0 0,5-27-55 0 0,0-1 1 0 0,-1 0-1 0 0,0 0 0 0 0,0 0 1 0 0,-1 0-1 0 0,0 0 0 0 0,-5 9 1 0 0,5-14-23 0 0,1 0-1 0 0,0 1 1 0 0,0-1 0 0 0,0 1 0 0 0,1-1-1 0 0,0 1 1 0 0,-1 0 0 0 0,0 7 0 0 0,2-10 18 0 0,0 0 0 0 0,0-1 0 0 0,0 1 1 0 0,0 0-1 0 0,1 0 0 0 0,-1-1 1 0 0,0 1-1 0 0,1 0 0 0 0,-1-1 0 0 0,1 1 1 0 0,-1 0-1 0 0,1-1 0 0 0,0 1 0 0 0,0-1 1 0 0,0 1-1 0 0,0-1 0 0 0,0 1 0 0 0,0-1 1 0 0,0 0-1 0 0,0 1 0 0 0,0-1 0 0 0,1 0 1 0 0,-1 0-1 0 0,0 0 0 0 0,1 0 1 0 0,2 1-1 0 0,6 3 247 0 0,-2 0-40 0 0,0-1 0 0 0,1-1 0 0 0,11 4 0 0 0,-16-6-200 0 0,-1 0 1 0 0,0-1-1 0 0,0 1 0 0 0,0-1 0 0 0,1 0 0 0 0,-1 0 1 0 0,0-1-1 0 0,0 1 0 0 0,1 0 0 0 0,-1-1 0 0 0,0 0 0 0 0,0 0 1 0 0,5-2-1 0 0,-5 2-21 0 0,-1-1-1 0 0,1 1 1 0 0,0-1 0 0 0,-1 0 0 0 0,1 0 0 0 0,-1 0-1 0 0,0 0 1 0 0,0 0 0 0 0,1-1 0 0 0,-2 1 0 0 0,1-1-1 0 0,0 1 1 0 0,0-1 0 0 0,-1 0 0 0 0,1 0 0 0 0,0-3-1 0 0,2-6 60 0 0,0 0 0 0 0,2-24 0 0 0,-4 26-55 0 0,-1 1-1 0 0,1 0 1 0 0,1 0-1 0 0,-1-1 1 0 0,6-8-1 0 0,-4 8-15 0 0,-1 0 0 0 0,0 0 0 0 0,0 0-1 0 0,-1 0 1 0 0,-1 0 0 0 0,1-1 0 0 0,-2 1 0 0 0,1-1 0 0 0,-1 1-1 0 0,-2-12 1 0 0,1-11-147 0 0,1 33 125 0 0,0-1 0 0 0,0 1 1 0 0,0-1-1 0 0,0 1 0 0 0,0-1 0 0 0,0 1 1 0 0,0-1-1 0 0,0 1 0 0 0,0-1 1 0 0,0 1-1 0 0,1-1 0 0 0,-1 1 1 0 0,0-1-1 0 0,0 1 0 0 0,0 0 0 0 0,1-1 1 0 0,-1 1-1 0 0,0-1 0 0 0,1 1 1 0 0,-1 0-1 0 0,0-1 0 0 0,1 1 0 0 0,-1 0 1 0 0,0-1-1 0 0,1 1 0 0 0,-1 0 1 0 0,1-1-1 0 0,-1 1 0 0 0,0 0 0 0 0,1 0 1 0 0,-1-1-1 0 0,1 1 0 0 0,-1 0 1 0 0,1 0-1 0 0,-1 0 0 0 0,1 0 1 0 0,-1 0-1 0 0,1 0 0 0 0,-1 0 0 0 0,1 0 1 0 0,-1 0-1 0 0,1 0 0 0 0,-1 0 1 0 0,1 0-1 0 0,-1 0 0 0 0,1 1 0 0 0,1-1 3 0 0,-1 0-1 0 0,0 1 1 0 0,0-1-1 0 0,1 1 0 0 0,-1-1 1 0 0,0 1-1 0 0,0 0 1 0 0,0 0-1 0 0,0-1 0 0 0,0 1 1 0 0,0 0-1 0 0,0 0 1 0 0,0 0-1 0 0,0 0 0 0 0,0 0 1 0 0,0 0-1 0 0,-1 1 1 0 0,2 0-1 0 0,4 16 9 0 0,-1 1-1 0 0,-1-1 1 0 0,4 38-1 0 0,5 28-5 0 0,-10-75 8 0 0,-1-1 0 0 0,1 1 1 0 0,1-1-1 0 0,-1 1 1 0 0,1-1-1 0 0,1 0 0 0 0,6 8 1 0 0,-9-13 34 0 0,0 0 0 0 0,0-1 1 0 0,1 1-1 0 0,-1-1 0 0 0,1 1 1 0 0,0-1-1 0 0,-1 0 0 0 0,1 0 1 0 0,0 0-1 0 0,0-1 0 0 0,1 1 1 0 0,-1-1-1 0 0,0 1 0 0 0,0-1 1 0 0,1 0-1 0 0,-1-1 0 0 0,1 1 1 0 0,-1 0-1 0 0,1-1 1 0 0,-1 0-1 0 0,1 0 0 0 0,-1 0 1 0 0,1 0-1 0 0,-1 0 0 0 0,1-1 1 0 0,-1 0-1 0 0,1 0 0 0 0,5-2 1 0 0,-8 3-19 0 0,0-1 1 0 0,0 0-1 0 0,0 0 1 0 0,0 0-1 0 0,0 0 1 0 0,0 0-1 0 0,0 0 1 0 0,-1 0-1 0 0,1 0 1 0 0,0 0-1 0 0,-1 0 1 0 0,1 0-1 0 0,0-1 1 0 0,-1 1-1 0 0,0 0 1 0 0,1 0-1 0 0,-1-1 1 0 0,1 0-1 0 0,2-29 204 0 0,-2 16-88 0 0,0 7-68 0 0,1 1 1 0 0,0 0-1 0 0,0 0 0 0 0,6-12 1 0 0,-5 14-22 0 0,-1 0 0 0 0,1-1 0 0 0,-1 1 0 0 0,-1-1 1 0 0,1 1-1 0 0,-1-1 0 0 0,0 0 0 0 0,0 0 0 0 0,-1-6 1 0 0,-1 0-5 0 0,-1 0 0 0 0,0 0 0 0 0,-1 0 0 0 0,0 0 0 0 0,-1 0 0 0 0,0 1 0 0 0,-1 0 0 0 0,-1 0 0 0 0,-8-15 0 0 0,11 23-68 0 0,0 0 0 0 0,0 1-1 0 0,0-1 1 0 0,-1 0 0 0 0,1 1 0 0 0,-1 0 0 0 0,1 0 0 0 0,-1 0 0 0 0,0 0 0 0 0,0 0 0 0 0,0 1 0 0 0,-7-2 0 0 0,-21-10-3835 0 0,25 12-2892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2"/>
    </inkml:context>
    <inkml:brush xml:id="br0">
      <inkml:brushProperty name="width" value="0.05" units="cm"/>
      <inkml:brushProperty name="height" value="0.05" units="cm"/>
    </inkml:brush>
  </inkml:definitions>
  <inkml:trace contextRef="#ctx0" brushRef="#br0">0 38 10010 0 0,'4'-30'4064'0'0,"-4"30"-4049"0"0,0-1 1 0 0,1 1-1 0 0,-1-1 1 0 0,0 1-1 0 0,1-1 1 0 0,-1 1-1 0 0,1-1 1 0 0,-1 1-1 0 0,1 0 1 0 0,-1-1-1 0 0,1 1 1 0 0,-1 0-1 0 0,1-1 1 0 0,-1 1-1 0 0,1 0 1 0 0,0 0-1 0 0,-1-1 1 0 0,1 1-1 0 0,-1 0 1 0 0,1 0-1 0 0,0 0 1 0 0,-1 0-1 0 0,1 0 1 0 0,-1 0-1 0 0,1 0 1 0 0,0 0-1 0 0,-1 0 1 0 0,1 0-1 0 0,1 0 1 0 0,-1 1 15 0 0,0 0 0 0 0,1 0 0 0 0,-1 0 0 0 0,0 0 0 0 0,1 0 0 0 0,-1 0 1 0 0,0 0-1 0 0,0 0 0 0 0,0 0 0 0 0,0 0 0 0 0,1 3 0 0 0,2 2 77 0 0,0 1 0 0 0,-1-1 0 0 0,5 14 1 0 0,-3-3-8 0 0,-1 0 1 0 0,-1 1-1 0 0,-1-1 1 0 0,0 1-1 0 0,-2 21 0 0 0,-8 89 101 0 0,7-117-171 0 0,-7 55 45 0 0,-2 27-4645 0 0,10-77 1590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3"/>
    </inkml:context>
    <inkml:brush xml:id="br0">
      <inkml:brushProperty name="width" value="0.05" units="cm"/>
      <inkml:brushProperty name="height" value="0.05" units="cm"/>
    </inkml:brush>
  </inkml:definitions>
  <inkml:trace contextRef="#ctx0" brushRef="#br0">126 0 12555 0 0,'-13'1'665'0'0,"10"-1"-602"0"0,0 1-1 0 0,1 0 1 0 0,-1 0-1 0 0,0 0 0 0 0,1 0 1 0 0,-1 1-1 0 0,0-1 1 0 0,1 1-1 0 0,0-1 1 0 0,-1 1-1 0 0,1 0 1 0 0,0 0-1 0 0,0 0 1 0 0,0 0-1 0 0,0 1 0 0 0,0-1 1 0 0,1 0-1 0 0,-1 1 1 0 0,-1 2-1 0 0,-2 6 41 0 0,1 0-1 0 0,0 1 0 0 0,-4 18 0 0 0,5-19 42 0 0,0 0 0 0 0,0 0-1 0 0,-6 11 1 0 0,4-11-50 0 0,0 0-1 0 0,2 0 1 0 0,-1 0 0 0 0,1 1 0 0 0,1-1 0 0 0,0 1 0 0 0,0 0 0 0 0,1-1 0 0 0,1 22 0 0 0,1-32-98 0 0,0 0 1 0 0,0 0 0 0 0,0 1-1 0 0,1-1 1 0 0,-1 0 0 0 0,0-1-1 0 0,0 1 1 0 0,1 0 0 0 0,-1 0-1 0 0,0-1 1 0 0,1 1 0 0 0,-1 0-1 0 0,1-1 1 0 0,-1 0 0 0 0,4 1-1 0 0,-5-1-1 0 0,5 1-386 0 0,0 0 1 0 0,0 0 0 0 0,-1 0-1 0 0,1-1 1 0 0,0 0 0 0 0,0 0-1 0 0,0-1 1 0 0,0 1 0 0 0,0-1-1 0 0,0 0 1 0 0,-1 0 0 0 0,1-1-1 0 0,0 0 1 0 0,-1 1 0 0 0,6-4-1 0 0,7-6-2326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4"/>
    </inkml:context>
    <inkml:brush xml:id="br0">
      <inkml:brushProperty name="width" value="0.05" units="cm"/>
      <inkml:brushProperty name="height" value="0.05" units="cm"/>
    </inkml:brush>
  </inkml:definitions>
  <inkml:trace contextRef="#ctx0" brushRef="#br0">97 0 8330 0 0,'0'0'815'0'0,"-2"1"-270"0"0,-1-1 0 0 0,1 1 1 0 0,0 0-1 0 0,0 0 0 0 0,0-1 0 0 0,0 1 1 0 0,0 0-1 0 0,-2 2 0 0 0,-2 10-332 0 0,1-4-54 0 0,1 1 1 0 0,0-1-1 0 0,1 1 1 0 0,-1 0-1 0 0,2 0 0 0 0,0 0 1 0 0,0 1-1 0 0,-1 15 0 0 0,5-6 215 0 0,0 1-1 0 0,1-1 0 0 0,7 27 0 0 0,-4-22 396 0 0,3 32 1 0 0,-8-54-752 0 0,-1 1 0 0 0,0-1-1 0 0,0 0 1 0 0,-1 0 0 0 0,1 0 0 0 0,-1 0 0 0 0,0 1 0 0 0,1-1 0 0 0,-1 0 0 0 0,-1 0 0 0 0,1 0 0 0 0,0-1 0 0 0,-1 1 0 0 0,1 0 0 0 0,-1 0-1 0 0,0-1 1 0 0,0 1 0 0 0,0-1 0 0 0,0 1 0 0 0,0-1 0 0 0,-3 2 0 0 0,-16 7-3376 0 0,-4-6-4925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5"/>
    </inkml:context>
    <inkml:brush xml:id="br0">
      <inkml:brushProperty name="width" value="0.05" units="cm"/>
      <inkml:brushProperty name="height" value="0.05" units="cm"/>
    </inkml:brush>
  </inkml:definitions>
  <inkml:trace contextRef="#ctx0" brushRef="#br0">1 11 8602 0 0,'21'-10'3337'0'0,"-20"10"-3303"0"0,0 0 0 0 0,0 0 0 0 0,-1 1 0 0 0,1-1 0 0 0,-1 0 0 0 0,1 1 0 0 0,0-1 1 0 0,-1 0-1 0 0,1 1 0 0 0,-1-1 0 0 0,1 1 0 0 0,-1-1 0 0 0,1 1 0 0 0,-1-1 0 0 0,1 1 1 0 0,-1 0-1 0 0,1-1 0 0 0,-1 1 0 0 0,0-1 0 0 0,1 1 0 0 0,-1 0 0 0 0,0-1 0 0 0,0 1 1 0 0,1 1-1 0 0,1 19 319 0 0,-1-16-258 0 0,0 3 51 0 0,0 0-1 0 0,1-1 1 0 0,0 1-1 0 0,0-1 1 0 0,6 12-1 0 0,-4-11 31 0 0,-1 0 1 0 0,0 1-1 0 0,0 0 0 0 0,1 10 0 0 0,1 24 1384 0 0,-4 73 0 0 0,-2-63-675 0 0,1-52-874 0 0,1 0 0 0 0,-1 1 0 0 0,0-1 0 0 0,0 0 0 0 0,1 1 0 0 0,-1-1 0 0 0,1 0 0 0 0,-1 1 1 0 0,1-1-1 0 0,0 0 0 0 0,-1 0 0 0 0,1 0 0 0 0,0 0 0 0 0,0 0 0 0 0,0 0 0 0 0,0 0 0 0 0,0 0 0 0 0,0 0 1 0 0,0 0-1 0 0,0 0 0 0 0,0 0 0 0 0,0-1 0 0 0,0 1 0 0 0,1 0 0 0 0,-1-1 0 0 0,0 1 0 0 0,0-1 0 0 0,1 1 0 0 0,-1-1 1 0 0,0 0-1 0 0,1 0 0 0 0,-1 0 0 0 0,1 1 0 0 0,1-2 0 0 0,3 2-15 0 0,0-1 0 0 0,0 0-1 0 0,0-1 1 0 0,0 1 0 0 0,0-1 0 0 0,9-2-1 0 0,28-18-986 0 0,-10 5-2701 0 0,-7 10-316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6"/>
    </inkml:context>
    <inkml:brush xml:id="br0">
      <inkml:brushProperty name="width" value="0.05" units="cm"/>
      <inkml:brushProperty name="height" value="0.05" units="cm"/>
    </inkml:brush>
  </inkml:definitions>
  <inkml:trace contextRef="#ctx0" brushRef="#br0">8 99 2240 0 0,'-8'-4'8530'0'0,"8"3"-8347"0"0,1 0 0 0 0,-1 0 0 0 0,0 0 0 0 0,1 0 0 0 0,-1 0 0 0 0,0 0 0 0 0,1 0-1 0 0,-1 1 1 0 0,1-1 0 0 0,-1 0 0 0 0,1 0 0 0 0,-1 1 0 0 0,1-1 0 0 0,0 0 0 0 0,-1 1 0 0 0,1-1 0 0 0,0 0-1 0 0,0 1 1 0 0,-1-1 0 0 0,1 1 0 0 0,0-1 0 0 0,0 1 0 0 0,0 0 0 0 0,0-1 0 0 0,0 1 0 0 0,0 0 0 0 0,0 0-1 0 0,1-1 1 0 0,34-4-596 0 0,-25 4 909 0 0,176-29 878 0 0,9-1-1258 0 0,-63 23-5052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7"/>
    </inkml:context>
    <inkml:brush xml:id="br0">
      <inkml:brushProperty name="width" value="0.05" units="cm"/>
      <inkml:brushProperty name="height" value="0.05" units="cm"/>
    </inkml:brush>
  </inkml:definitions>
  <inkml:trace contextRef="#ctx0" brushRef="#br0">1 0 11322 0 0,'0'0'763'0'0,"0"1"-595"0"0,1 0-1 0 0,0 0 1 0 0,0 0-1 0 0,0 0 0 0 0,0 0 1 0 0,0-1-1 0 0,0 1 1 0 0,0 0-1 0 0,0-1 0 0 0,0 1 1 0 0,0-1-1 0 0,2 1 1 0 0,123 2-298 0 0,-105-3-2099 0 0,-13 0-1744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8"/>
    </inkml:context>
    <inkml:brush xml:id="br0">
      <inkml:brushProperty name="width" value="0.05" units="cm"/>
      <inkml:brushProperty name="height" value="0.05" units="cm"/>
    </inkml:brush>
  </inkml:definitions>
  <inkml:trace contextRef="#ctx0" brushRef="#br0">10 260 6937 0 0,'0'0'686'0'0,"-10"-1"4538"0"0,17-4-5056 0 0,0 0 0 0 0,-1 1 0 0 0,2 0 0 0 0,-1 0 0 0 0,0 0 0 0 0,10-2 0 0 0,-1 0 12 0 0,208-79 1278 0 0,3 0-554 0 0,-192 67-707 0 0,14-5 413 0 0,-26 13-1953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79"/>
    </inkml:context>
    <inkml:brush xml:id="br0">
      <inkml:brushProperty name="width" value="0.05" units="cm"/>
      <inkml:brushProperty name="height" value="0.05" units="cm"/>
    </inkml:brush>
  </inkml:definitions>
  <inkml:trace contextRef="#ctx0" brushRef="#br0">236 308 5433 0 0,'-14'-129'4289'0'0,"16"63"-2374"0"0,-2-47 2389 0 0,-7 128-4051 0 0,-7 37-174 0 0,1 2-1 0 0,3-1 1 0 0,-2 58 0 0 0,13-25-18 0 0,1-61 43 0 0,-3 41-1 0 0,0-56 59 0 0,0 0 0 0 0,-1-1 0 0 0,0 0 0 0 0,-1 1 0 0 0,0-1 0 0 0,0 0 0 0 0,-10 16 0 0 0,12-23-110 0 0,-1 0 0 0 0,0 0 0 0 0,0-1 1 0 0,0 1-1 0 0,0-1 0 0 0,0 1 0 0 0,0-1 0 0 0,-1 1 0 0 0,1-1 0 0 0,0 0 0 0 0,-1 0 0 0 0,-3 1 0 0 0,-12 6 77 0 0,13-6-114 0 0,0 0 0 0 0,0 0 0 0 0,-1-1-1 0 0,1 1 1 0 0,-1-1 0 0 0,1 0 0 0 0,-1 0 0 0 0,0-1 0 0 0,1 0 0 0 0,-1 0 0 0 0,-7-1 0 0 0,-6 1-144 0 0,19 0 95 0 0,10-1-129 0 0,17-3 173 0 0,46-7 6 0 0,98-1-1 0 0,-170 12-1 0 0,-1-1 1 0 0,1 1-1 0 0,-1 0 0 0 0,1 0 0 0 0,-1 0 0 0 0,1 0 0 0 0,-1 0 0 0 0,1 0 0 0 0,-1 0 0 0 0,1 0 0 0 0,-1 0 1 0 0,1 0-1 0 0,-1 0 0 0 0,1 0 0 0 0,-1 0 0 0 0,1 0 0 0 0,-1 1 0 0 0,1-1 0 0 0,-1 0 0 0 0,1 0 0 0 0,-1 0 1 0 0,1 1-1 0 0,-1-1 0 0 0,0 0 0 0 0,1 1 0 0 0,-1-1 0 0 0,1 0 0 0 0,-1 1 0 0 0,0-1 0 0 0,1 0 0 0 0,-1 1 1 0 0,0-1-1 0 0,0 1 0 0 0,1-1 0 0 0,-1 1 0 0 0,0-1 0 0 0,0 1 0 0 0,0-1 0 0 0,1 1 0 0 0,-1-1 0 0 0,0 1 1 0 0,0-1-1 0 0,0 1 0 0 0,0-1 0 0 0,0 1 0 0 0,0-1 0 0 0,0 1 0 0 0,0-1 0 0 0,0 1 0 0 0,0-1 0 0 0,-1 1 1 0 0,1-1-1 0 0,0 1 0 0 0,0-1 0 0 0,0 1 0 0 0,0-1 0 0 0,-1 1 0 0 0,1-1 0 0 0,0 0 0 0 0,-1 1 0 0 0,-1 2 31 0 0,1 0 0 0 0,-1-1 0 0 0,0 1 0 0 0,0-1-1 0 0,0 0 1 0 0,-1 0 0 0 0,1 0 0 0 0,-3 2-1 0 0,-92 46 271 0 0,60-33-250 0 0,-55 35 1 0 0,88-49-73 0 0,0 0 0 0 0,1-1 1 0 0,-1 2-1 0 0,1-1 0 0 0,-1 0 1 0 0,1 1-1 0 0,0-1 0 0 0,1 1 1 0 0,-1 0-1 0 0,1 0 0 0 0,0 0 1 0 0,-1 0-1 0 0,2 0 0 0 0,-1 1 1 0 0,0-1-1 0 0,1 1 0 0 0,-1 6 1 0 0,3-10 5 0 0,0 0-1 0 0,0 0 1 0 0,0 0 0 0 0,0 0 0 0 0,0 0 0 0 0,0 0 0 0 0,0-1-1 0 0,0 1 1 0 0,0 0 0 0 0,1-1 0 0 0,1 2 0 0 0,-1-1-1 0 0,4 2 2 0 0,0 0 0 0 0,0-1 0 0 0,0 1 0 0 0,1-1 0 0 0,-1-1 0 0 0,0 1 0 0 0,1-1 0 0 0,0 0 0 0 0,-1 0 0 0 0,1-1 0 0 0,13-1 0 0 0,0-2 13 0 0,1 0 0 0 0,29-10 0 0 0,-27 7 10 0 0,29-5 0 0 0,-51 11-24 0 0,0-1 0 0 0,0 1 0 0 0,0 0 1 0 0,0 0-1 0 0,0 0 0 0 0,-1 0 0 0 0,1 0 0 0 0,0 0 0 0 0,0 0 0 0 0,0 0 1 0 0,0 0-1 0 0,0 0 0 0 0,0 0 0 0 0,0 1 0 0 0,0-1 0 0 0,-1 0 1 0 0,1 1-1 0 0,0-1 0 0 0,0 0 0 0 0,0 1 0 0 0,-1-1 0 0 0,1 1 0 0 0,0-1 1 0 0,-1 1-1 0 0,1 0 0 0 0,0-1 0 0 0,-1 1 0 0 0,1 0 0 0 0,0 0 0 0 0,0 2-1 0 0,-1 0 0 0 0,1-1-1 0 0,-1 1 1 0 0,0-1 0 0 0,1 1-1 0 0,-1 0 1 0 0,-1-1 0 0 0,1 5-1 0 0,-1-5 9 0 0,-17 119-41 0 0,1-3-40 0 0,13-43 88 0 0,4 0 0 0 0,3-1 0 0 0,14 81 0 0 0,-12-88 326 0 0,-3 91 1 0 0,-3-82 751 0 0,1-73-1169 0 0,0 8-720 0 0,0-3-3694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0"/>
    </inkml:context>
    <inkml:brush xml:id="br0">
      <inkml:brushProperty name="width" value="0.05" units="cm"/>
      <inkml:brushProperty name="height" value="0.05" units="cm"/>
    </inkml:brush>
  </inkml:definitions>
  <inkml:trace contextRef="#ctx0" brushRef="#br0">440 0 13379 0 0,'-1'0'146'0'0,"-1"0"1"0"0,1 1-1 0 0,-1-1 1 0 0,0 0-1 0 0,1 0 1 0 0,-1 1-1 0 0,1-1 1 0 0,-1 1-1 0 0,0 0 1 0 0,1-1-1 0 0,0 1 1 0 0,-1 0-1 0 0,1 0 1 0 0,-1 0-1 0 0,1 0 1 0 0,0 0-1 0 0,0 0 1 0 0,-1 0-1 0 0,1 0 1 0 0,0 1-1 0 0,0-1 1 0 0,0 0-1 0 0,1 1 1 0 0,-1-1-1 0 0,0 0 1 0 0,0 1-1 0 0,1-1 1 0 0,-1 1-1 0 0,1 0 1 0 0,-1 2-1 0 0,-1 6-167 0 0,0 0-1 0 0,1 0 0 0 0,0 0 0 0 0,2 12 1 0 0,-2 1 462 0 0,0-15-405 0 0,0-1-1 0 0,-1 1 1 0 0,0-1 0 0 0,0 1-1 0 0,-1-1 1 0 0,-5 10 0 0 0,4-7 23 0 0,0 0 1 0 0,-5 18-1 0 0,0 23-94 0 0,-2 57-1 0 0,9-89-321 0 0,2-3-1576 0 0,0-10-1988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1"/>
    </inkml:context>
    <inkml:brush xml:id="br0">
      <inkml:brushProperty name="width" value="0.05" units="cm"/>
      <inkml:brushProperty name="height" value="0.05" units="cm"/>
    </inkml:brush>
  </inkml:definitions>
  <inkml:trace contextRef="#ctx0" brushRef="#br0">229 0 6745 0 0,'-53'2'8159'0'0,"41"-1"-7317"0"0,1 0-1 0 0,-20 6 0 0 0,27-6-804 0 0,-1 1-1 0 0,1-1 1 0 0,-1 1-1 0 0,1 0 0 0 0,0 0 1 0 0,0 0-1 0 0,0 1 0 0 0,0-1 1 0 0,0 1-1 0 0,0 0 0 0 0,1 0 1 0 0,-1 1-1 0 0,1-1 0 0 0,0 1 1 0 0,0-1-1 0 0,0 1 0 0 0,1 0 1 0 0,-1 0-1 0 0,1 0 1 0 0,-2 6-1 0 0,-8 39 124 0 0,11-41-153 0 0,0 0-1 0 0,-1-1 1 0 0,0 1 0 0 0,0-1 0 0 0,-1 0 0 0 0,-5 11 0 0 0,6-15-42 0 0,0 1 1 0 0,0 0 0 0 0,1-1-1 0 0,-1 1 1 0 0,1 0-1 0 0,0 0 1 0 0,0 0-1 0 0,0 0 1 0 0,1 0-1 0 0,-1 0 1 0 0,1 0-1 0 0,0 0 1 0 0,0 0 0 0 0,0 0-1 0 0,1 0 1 0 0,-1 0-1 0 0,2 4 1 0 0,0-6-146 0 0,-1-1 1 0 0,0 1 0 0 0,1-1-1 0 0,-1 1 1 0 0,1-1 0 0 0,-1 0-1 0 0,1 1 1 0 0,0-1 0 0 0,-1 0-1 0 0,1 0 1 0 0,0 0-1 0 0,4 1 1 0 0,-4-1-119 0 0,4 1-141 0 0,0 0 0 0 0,-1 0-1 0 0,1 0 1 0 0,0-1 0 0 0,0 1 0 0 0,-1-2 0 0 0,1 1-1 0 0,0-1 1 0 0,0 1 0 0 0,0-2 0 0 0,0 1 0 0 0,0-1 0 0 0,0 0-1 0 0,6-1 1 0 0,7-4-1482 0 0,-1 0 0 0 0,34-17 0 0 0,-19 7 925 0 0,-26 12 1054 0 0,0 0 0 0 0,0 0 0 0 0,0 0 0 0 0,-1-1 0 0 0,0 0 0 0 0,0-1 0 0 0,0 1 0 0 0,0-1 0 0 0,-1 0 0 0 0,5-8 0 0 0,-5 7 459 0 0,-1 1 0 0 0,-1 0 1 0 0,1-1-1 0 0,-1 0 0 0 0,0 0 0 0 0,2-11 0 0 0,3 2 1506 0 0,3-8-17 0 0,-11 23-1843 0 0,0 0 0 0 0,0 1 1 0 0,1-1-1 0 0,-1 0 0 0 0,0 1 1 0 0,0-1-1 0 0,0 0 0 0 0,0 1 1 0 0,0-1-1 0 0,0 0 1 0 0,0 1-1 0 0,0-1 0 0 0,0 0 1 0 0,0 1-1 0 0,0-1 0 0 0,-1 0 1 0 0,1 1-1 0 0,0-1 0 0 0,0 0 1 0 0,-1 1-1 0 0,1-1 1 0 0,0 1-1 0 0,-1-1 0 0 0,1 1 1 0 0,0-1-1 0 0,-1 1 0 0 0,1-1 1 0 0,-2 0-1 0 0,1 0-96 0 0,0 1-1 0 0,-1-1 1 0 0,1 0-1 0 0,0 1 1 0 0,-1 0 0 0 0,1-1-1 0 0,-1 1 1 0 0,1 0-1 0 0,0 0 1 0 0,-1 0-1 0 0,1-1 1 0 0,-1 2-1 0 0,1-1 1 0 0,-1 0 0 0 0,1 0-1 0 0,-1 0 1 0 0,1 1-1 0 0,0-1 1 0 0,-1 0-1 0 0,1 1 1 0 0,0 0-1 0 0,-1-1 1 0 0,1 1 0 0 0,0 0-1 0 0,-1 0 1 0 0,0 0-1 0 0,-1 1 2 0 0,1 1 0 0 0,-1-1-1 0 0,0 0 1 0 0,1 1 0 0 0,0-1-1 0 0,0 1 1 0 0,0-1 0 0 0,0 1-1 0 0,-3 6 1 0 0,-11 25 278 0 0,11-26-226 0 0,1 0 0 0 0,0 0-1 0 0,1 0 1 0 0,0 1 0 0 0,0 0-1 0 0,0 0 1 0 0,2 0 0 0 0,-1 0-1 0 0,0 12 1 0 0,3 79 2458 0 0,-1-99-2584 0 0,0 0-1 0 0,-1 0 1 0 0,1 0 0 0 0,-1 0 0 0 0,1 0-1 0 0,-1-1 1 0 0,1 1 0 0 0,-1 0 0 0 0,0 0-1 0 0,1-1 1 0 0,-1 1 0 0 0,0 0 0 0 0,1-1-1 0 0,-1 1 1 0 0,0-1 0 0 0,0 1 0 0 0,0-1-1 0 0,-1 2 1 0 0,-19 6-813 0 0,-3-5-1627 0 0,8-4-4314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2"/>
    </inkml:context>
    <inkml:brush xml:id="br0">
      <inkml:brushProperty name="width" value="0.05" units="cm"/>
      <inkml:brushProperty name="height" value="0.05" units="cm"/>
    </inkml:brush>
  </inkml:definitions>
  <inkml:trace contextRef="#ctx0" brushRef="#br0">0 4 7026 0 0,'21'-3'4719'0'0,"-19"3"-4626"0"0,-1 0-1 0 0,1-1 0 0 0,-1 1 1 0 0,1 0-1 0 0,0 0 0 0 0,-1 0 1 0 0,1 0-1 0 0,0 1 1 0 0,-1-1-1 0 0,1 0 0 0 0,-1 1 1 0 0,1-1-1 0 0,0 1 0 0 0,-1-1 1 0 0,1 1-1 0 0,-1 0 1 0 0,1-1-1 0 0,-1 1 0 0 0,0 0 1 0 0,1 0-1 0 0,-1 0 0 0 0,0 0 1 0 0,0 1-1 0 0,0-1 1 0 0,0 0-1 0 0,0 0 0 0 0,0 1 1 0 0,0-1-1 0 0,0 1 0 0 0,0-1 1 0 0,0 1-1 0 0,0 2 1 0 0,2 5 115 0 0,0 1 0 0 0,-1 0 0 0 0,-1-1 0 0 0,1 18 1 0 0,3 9 737 0 0,-4-28-769 0 0,1-1 0 0 0,0-1-1 0 0,0 1 1 0 0,1 0 0 0 0,0 0 0 0 0,0-1 0 0 0,8 11 0 0 0,-9-14-145 0 0,1 0 1 0 0,0 0 0 0 0,0 0 0 0 0,0 0-1 0 0,0-1 1 0 0,0 1 0 0 0,1-1 0 0 0,-1 0 0 0 0,1 0-1 0 0,-1 0 1 0 0,1 0 0 0 0,0-1 0 0 0,0 0-1 0 0,0 0 1 0 0,5 2 0 0 0,-2-3-90 0 0,-1 1 1 0 0,0-1-1 0 0,1 0 1 0 0,-1-1-1 0 0,0 1 1 0 0,1-1-1 0 0,-1 0 1 0 0,0-1-1 0 0,0 0 1 0 0,0 0-1 0 0,0 0 1 0 0,10-6-1 0 0,-9 5-635 0 0,-1-1 0 0 0,1 0-1 0 0,-1-1 1 0 0,0 1 0 0 0,0-1-1 0 0,5-7 1 0 0,11-13-3485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3"/>
    </inkml:context>
    <inkml:brush xml:id="br0">
      <inkml:brushProperty name="width" value="0.05" units="cm"/>
      <inkml:brushProperty name="height" value="0.05" units="cm"/>
    </inkml:brush>
  </inkml:definitions>
  <inkml:trace contextRef="#ctx0" brushRef="#br0">25 558 1536 0 0,'-9'-4'10112'0'0,"8"4"-9956"0"0,0 0 1 0 0,0 1 0 0 0,0-1-1 0 0,1 0 1 0 0,-1 1-1 0 0,0-1 1 0 0,0 1-1 0 0,1-1 1 0 0,-1 1 0 0 0,0-1-1 0 0,1 1 1 0 0,-1-1-1 0 0,0 1 1 0 0,1 0-1 0 0,-1-1 1 0 0,1 1 0 0 0,-1 0-1 0 0,1 0 1 0 0,0-1-1 0 0,-1 1 1 0 0,1 0-1 0 0,0 0 1 0 0,-1 1 0 0 0,0 0 384 0 0,1-8 173 0 0,1 4-525 0 0,6-124 377 0 0,16-137-397 0 0,-23 262-174 0 0,0 0 0 0 0,0 0 0 0 0,1-1 0 0 0,-1 1 0 0 0,0 0 0 0 0,1 0 0 0 0,-1 0 0 0 0,1 0 0 0 0,-1 0 0 0 0,1 0 0 0 0,-1 0 0 0 0,1 0 0 0 0,0 0 0 0 0,-1 0 0 0 0,1 0 0 0 0,0 0 0 0 0,0 0 0 0 0,0 0 0 0 0,0 1 0 0 0,0-1 0 0 0,1-1 0 0 0,-1 2 16 0 0,0 0 0 0 0,0 0 1 0 0,0 0-1 0 0,0 0 0 0 0,0 0 0 0 0,0 0 1 0 0,0 0-1 0 0,0 0 0 0 0,0 0 0 0 0,0 0 1 0 0,0 0-1 0 0,0 1 0 0 0,0-1 1 0 0,0 0-1 0 0,0 1 0 0 0,0-1 0 0 0,0 1 1 0 0,0-1-1 0 0,0 1 0 0 0,-1-1 0 0 0,1 1 1 0 0,0 0-1 0 0,0-1 0 0 0,-1 1 1 0 0,2 1-1 0 0,2-1-9 0 0,0 0 0 0 0,1 0-1 0 0,-1 0 1 0 0,1 0 0 0 0,-1-1 0 0 0,1 0 0 0 0,-1 0 0 0 0,1 0 0 0 0,-1 0 0 0 0,6-2 0 0 0,0 2 6 0 0,166-23 21 0 0,-42 3-27 0 0,402 8 0 0 0,-221 13 17 0 0,-82-26 74 0 0,-101 7-78 0 0,-69 12 38 0 0,50-6 137 0 0,-108 10 214 0 0,1 0 1 0 0,0-1-1 0 0,-1 1 0 0 0,0-1 1 0 0,8-5-1 0 0,-12 7-115 0 0,-1 1-278 0 0,-14 0 74 0 0,5 0-110 0 0,5-1 25 0 0,1 1 0 0 0,-1 0 0 0 0,0-1 0 0 0,1 2 1 0 0,-1-1-1 0 0,0 0 0 0 0,1 1 0 0 0,-7 1 0 0 0,5 4-10 0 0,5-5 11 0 0,0-1 1 0 0,0 0 0 0 0,0 1-1 0 0,-1-1 1 0 0,1 0 0 0 0,0 1-1 0 0,0-1 1 0 0,-1 0-1 0 0,1 1 1 0 0,0-1 0 0 0,-1 0-1 0 0,1 1 1 0 0,-1-1-1 0 0,1 0 1 0 0,0 0 0 0 0,-1 0-1 0 0,1 1 1 0 0,0-1-1 0 0,-1 0 1 0 0,1 0 0 0 0,-1 0-1 0 0,1 0 1 0 0,-1 0-1 0 0,1 0 1 0 0,0 0 0 0 0,-1 0-1 0 0,0 0 1 0 0,-18 0 31 0 0,19-1-35 0 0,0 1 0 0 0,1-1 0 0 0,-1 0 0 0 0,0 0 0 0 0,0 0 0 0 0,0 0 0 0 0,1 1 0 0 0,-1-1 0 0 0,0 0 0 0 0,1 0-1 0 0,-1 1 1 0 0,0-1 0 0 0,1 0 0 0 0,-1 1 0 0 0,1-1 0 0 0,-1 0 0 0 0,1 1 0 0 0,0-1 0 0 0,0 0 0 0 0,0 0 3 0 0,-1 1 1 0 0,0-1-1 0 0,1 1 0 0 0,-1-1 1 0 0,0 1-1 0 0,1-1 0 0 0,-1 1 1 0 0,0-1-1 0 0,0 0 0 0 0,0 1 1 0 0,1-1-1 0 0,-1 1 1 0 0,0-1-1 0 0,0 0 0 0 0,0 1 1 0 0,0-1-1 0 0,0 0 0 0 0,0 1 1 0 0,0-2-1 0 0,0 2-2 0 0,0 0 0 0 0,0-1 0 0 0,0 1 0 0 0,0-1 0 0 0,0 1 0 0 0,0-1 0 0 0,0 1 0 0 0,0-1 0 0 0,0 1 0 0 0,0 0 0 0 0,0-1 0 0 0,0 1 0 0 0,0-1 0 0 0,0 1 0 0 0,-1-1 0 0 0,1 1 0 0 0,0 0 0 0 0,0-1 0 0 0,0 1 0 0 0,-1 0 0 0 0,1-1 0 0 0,0 1 0 0 0,-1-1 0 0 0,1 1 0 0 0,0 0 0 0 0,-1 0 0 0 0,1-1 0 0 0,0 1 0 0 0,-1 0 0 0 0,0-1 0 0 0,-8 1-23 0 0,-2-1-563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4"/>
    </inkml:context>
    <inkml:brush xml:id="br0">
      <inkml:brushProperty name="width" value="0.05" units="cm"/>
      <inkml:brushProperty name="height" value="0.05" units="cm"/>
    </inkml:brush>
  </inkml:definitions>
  <inkml:trace contextRef="#ctx0" brushRef="#br0">18 443 3209 0 0,'0'0'880'0'0,"-17"3"7268"0"0,30-31-2509 0 0,31-81-5004 0 0,-24 46-161 0 0,12-71 1 0 0,-25 100-370 0 0,-3 19-32 0 0,-1 0 1 0 0,-1 0-1 0 0,1-17 1 0 0,-3 32-95 0 0,-3 27-5225 0 0,1-2 920 0 0,2-11 709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5"/>
    </inkml:context>
    <inkml:brush xml:id="br0">
      <inkml:brushProperty name="width" value="0.05" units="cm"/>
      <inkml:brushProperty name="height" value="0.05" units="cm"/>
    </inkml:brush>
  </inkml:definitions>
  <inkml:trace contextRef="#ctx0" brushRef="#br0">24 204 9578 0 0,'-12'1'1987'0'0,"1"-2"972"0"0,11 1-2876 0 0,0-1-1 0 0,0 0 1 0 0,0 1-1 0 0,0-1 0 0 0,0 0 1 0 0,0 1-1 0 0,0-1 1 0 0,0 1-1 0 0,0-1 1 0 0,1 0-1 0 0,-1 1 0 0 0,0-1 1 0 0,0 1-1 0 0,0-1 1 0 0,1 0-1 0 0,-1 1 1 0 0,0-1-1 0 0,1 1 0 0 0,0-2 1 0 0,9-14 151 0 0,1 1 1 0 0,1 0-1 0 0,22-23 1 0 0,7-8-57 0 0,-34 38-141 0 0,1 0 0 0 0,-1 0 0 0 0,17-13 0 0 0,-20 18 8 0 0,16-9 376 0 0,-18 12-404 0 0,-1 0-1 0 0,0 0 1 0 0,1 0-1 0 0,-1 0 1 0 0,0 0 0 0 0,0 0-1 0 0,1 0 1 0 0,-1 1-1 0 0,0-1 1 0 0,0 1-1 0 0,0-1 1 0 0,1 0-1 0 0,-1 1 1 0 0,0 0 0 0 0,0-1-1 0 0,0 1 1 0 0,2 1-1 0 0,3 3 41 0 0,-1 0 0 0 0,0 0 0 0 0,0 0 0 0 0,7 10 0 0 0,-7-9-211 0 0,0 0-1 0 0,0 0 0 0 0,10 9 0 0 0,-12-13-228 0 0,-1-1-1 0 0,0 1 0 0 0,1-1 0 0 0,-1 0 1 0 0,1 1-1 0 0,0-1 0 0 0,-1 0 0 0 0,5 0 1 0 0,4 1-2212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6"/>
    </inkml:context>
    <inkml:brush xml:id="br0">
      <inkml:brushProperty name="width" value="0.05" units="cm"/>
      <inkml:brushProperty name="height" value="0.05" units="cm"/>
    </inkml:brush>
  </inkml:definitions>
  <inkml:trace contextRef="#ctx0" brushRef="#br0">61 54 9106 0 0,'1'-20'3998'0'0,"0"17"-3751"0"0,3-16 994 0 0,-4 19-1145 0 0,0-1 1 0 0,0 0 0 0 0,0 1 0 0 0,1-1-1 0 0,-1 1 1 0 0,0-1 0 0 0,0 0 0 0 0,1 1-1 0 0,-1-1 1 0 0,0 1 0 0 0,1-1 0 0 0,-1 1-1 0 0,0-1 1 0 0,1 1 0 0 0,-1-1 0 0 0,1 1-1 0 0,-1-1 1 0 0,1 1 0 0 0,-1-1 0 0 0,1 1-1 0 0,-1 0 1 0 0,2-1 0 0 0,-4 20 1689 0 0,-28 76-1149 0 0,-4 23-642 0 0,30-100-1940 0 0,2-1 0 0 0,-1 31 0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7"/>
    </inkml:context>
    <inkml:brush xml:id="br0">
      <inkml:brushProperty name="width" value="0.05" units="cm"/>
      <inkml:brushProperty name="height" value="0.05" units="cm"/>
    </inkml:brush>
  </inkml:definitions>
  <inkml:trace contextRef="#ctx0" brushRef="#br0">239 6 11346 0 0,'-31'-3'4398'0'0,"26"2"-4277"0"0,-1 1 0 0 0,0-1 0 0 0,0 1 0 0 0,0 0 0 0 0,0 0 0 0 0,0 1 0 0 0,0 0 0 0 0,-6 1 0 0 0,10-1-117 0 0,1 0 1 0 0,-1 0-1 0 0,1 0 0 0 0,0 0 0 0 0,-1 1 1 0 0,1-1-1 0 0,0 0 0 0 0,0 1 1 0 0,0-1-1 0 0,0 0 0 0 0,0 1 1 0 0,0-1-1 0 0,0 1 0 0 0,1-1 1 0 0,-1 1-1 0 0,0 0 0 0 0,1-1 0 0 0,-1 3 1 0 0,-4 32-31 0 0,5-32 26 0 0,0 0 0 0 0,0 0 1 0 0,0 0-1 0 0,1 0 0 0 0,0 0 0 0 0,0 0 1 0 0,0 0-1 0 0,0 0 0 0 0,0 0 0 0 0,1 0 0 0 0,0-1 1 0 0,0 1-1 0 0,0-1 0 0 0,4 6 0 0 0,1-1 19 0 0,1-1-1 0 0,0-1 1 0 0,0 1-1 0 0,14 8 1 0 0,-21-15-19 0 0,3 3 208 0 0,1 1 1 0 0,0-1-1 0 0,-1 1 1 0 0,0 0-1 0 0,8 9 0 0 0,-11-11-55 0 0,0 0 0 0 0,1 0 0 0 0,-1 0 1 0 0,0 0-1 0 0,0 0 0 0 0,0 0 0 0 0,0 0 0 0 0,-1 0 0 0 0,1 0 0 0 0,-1 1 0 0 0,1-1 0 0 0,-1 0 0 0 0,0 0 0 0 0,0 1 0 0 0,0-1 0 0 0,0 0 0 0 0,-1 4 0 0 0,1-5-146 0 0,-1 0-1 0 0,0 0 1 0 0,0 0 0 0 0,0 0 0 0 0,1 0 0 0 0,-1 0 0 0 0,0-1-1 0 0,0 1 1 0 0,0 0 0 0 0,0-1 0 0 0,-1 1 0 0 0,1-1 0 0 0,0 1-1 0 0,0-1 1 0 0,0 1 0 0 0,0-1 0 0 0,-1 0 0 0 0,1 1 0 0 0,0-1-1 0 0,0 0 1 0 0,0 0 0 0 0,-3 0 0 0 0,1 0 3 0 0,-56 11-24 0 0,53-10-21 0 0,-1 0 1 0 0,0 1-1 0 0,1 0 0 0 0,-1 0 0 0 0,-8 4 1 0 0,11-4-212 0 0,0 0 1 0 0,0 0 0 0 0,0-1 0 0 0,-1 1 0 0 0,1-1-1 0 0,0 0 1 0 0,-1 0 0 0 0,1-1 0 0 0,-1 1 0 0 0,1-1-1 0 0,-1 0 1 0 0,1 0 0 0 0,-1-1 0 0 0,1 1 0 0 0,-1-1-1 0 0,-4-1 1 0 0,-10-7-3290 0 0,12 4-54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8"/>
    </inkml:context>
    <inkml:brush xml:id="br0">
      <inkml:brushProperty name="width" value="0.05" units="cm"/>
      <inkml:brushProperty name="height" value="0.05" units="cm"/>
    </inkml:brush>
  </inkml:definitions>
  <inkml:trace contextRef="#ctx0" brushRef="#br0">1 90 7730 0 0,'0'0'45'0'0,"8"-5"1661"0"0,49-22 163 0 0,-37 17-1619 0 0,0 0 0 0 0,1 2 0 0 0,0 0 0 0 0,0 1 1 0 0,36-7-1 0 0,-55 14-101 0 0,-1 0 1 0 0,1-1-1 0 0,0 1 1 0 0,-1 0-1 0 0,1 0 0 0 0,0 0 1 0 0,-1 0-1 0 0,1 1 1 0 0,-1-1-1 0 0,1 0 1 0 0,-1 1-1 0 0,1-1 0 0 0,-1 1 1 0 0,1-1-1 0 0,-1 1 1 0 0,1 0-1 0 0,-1-1 1 0 0,1 1-1 0 0,-1 0 1 0 0,0 0-1 0 0,0 0 0 0 0,1 0 1 0 0,0 2-1 0 0,0 1-17 0 0,0 0 0 0 0,0 0 0 0 0,0 0 0 0 0,-1 0-1 0 0,0 0 1 0 0,0 0 0 0 0,1 7 0 0 0,9 71 287 0 0,-8-57-242 0 0,0 0 1 0 0,2 0-1 0 0,7 26 0 0 0,-11-50-151 0 0,-1-1-1 0 0,0 1 1 0 0,1 0-1 0 0,-1-1 1 0 0,0 1 0 0 0,1 0-1 0 0,-1-1 1 0 0,1 1 0 0 0,-1-1-1 0 0,1 1 1 0 0,0-1-1 0 0,-1 1 1 0 0,1-1 0 0 0,0 1-1 0 0,-1-1 1 0 0,1 0-1 0 0,0 1 1 0 0,-1-1 0 0 0,1 0-1 0 0,0 1 1 0 0,0-1 0 0 0,-1 0-1 0 0,1 0 1 0 0,0 0-1 0 0,0 0 1 0 0,-1 0 0 0 0,1 0-1 0 0,0 0 1 0 0,0 0-1 0 0,-1 0 1 0 0,1 0 0 0 0,0 0-1 0 0,0 0 1 0 0,-1-1 0 0 0,1 1-1 0 0,0 0 1 0 0,0-1-1 0 0,-1 1 1 0 0,1 0 0 0 0,0-1-1 0 0,-1 1 1 0 0,1-1-1 0 0,1 0 1 0 0,2-1 43 0 0,-1-1-1 0 0,1 0 0 0 0,0 0 1 0 0,-1 0-1 0 0,1 0 0 0 0,3-5 1 0 0,105-139 991 0 0,-87 109-759 0 0,-19 28-806 0 0,0 0-1 0 0,1 1 0 0 0,12-14 0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89"/>
    </inkml:context>
    <inkml:brush xml:id="br0">
      <inkml:brushProperty name="width" value="0.05" units="cm"/>
      <inkml:brushProperty name="height" value="0.05" units="cm"/>
    </inkml:brush>
  </inkml:definitions>
  <inkml:trace contextRef="#ctx0" brushRef="#br0">122 282 4425 0 0,'0'0'1403'0'0,"-18"-12"4345"0"0,-67 0-311 0 0,71 8-5039 0 0,9 2-447 0 0,12 2-137 0 0,71 5 175 0 0,0-3 0 0 0,126-14 0 0 0,155-40 328 0 0,-62 7-7 0 0,100-3-89 0 0,-141 30 15 0 0,-50-14 233 0 0,-171 27-369 0 0,7-1 571 0 0,81-1 1 0 0,21 7 32 0 0,-138 0-709 0 0,-1-1-1 0 0,1-1 1 0 0,-1 1 0 0 0,9-4-1 0 0,4-1-6 0 0,-3 2 12 0 0,-6 1 0 0 0,0 1 0 0 0,0 0-1 0 0,0 1 1 0 0,9-1 0 0 0,15-3 27 0 0,-9 6-26 0 0,29-2-2085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0"/>
    </inkml:context>
    <inkml:brush xml:id="br0">
      <inkml:brushProperty name="width" value="0.05" units="cm"/>
      <inkml:brushProperty name="height" value="0.05" units="cm"/>
    </inkml:brush>
  </inkml:definitions>
  <inkml:trace contextRef="#ctx0" brushRef="#br0">59 283 1432 0 0,'0'0'162'0'0,"-8"-15"2786"0"0,7-76 1390 0 0,0 4-773 0 0,1 80-3248 0 0,-1 1 0 0 0,0-1 0 0 0,0 0 0 0 0,0 1 0 0 0,-1-1 0 0 0,0 1 0 0 0,0 0-1 0 0,-1 0 1 0 0,0-1 0 0 0,0 2 0 0 0,0-1 0 0 0,-7-8 0 0 0,7 16 147 0 0,0 10-222 0 0,-1 17-114 0 0,3-24-110 0 0,-4 56 43 0 0,4 101-1 0 0,19 62 4 0 0,-10-130-54 0 0,2 448 202 0 0,-11-523-170 0 0,0-7 11 0 0,0 1 0 0 0,1 0 0 0 0,3 18 1 0 0,2-15 108 0 0,1 8-561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1"/>
    </inkml:context>
    <inkml:brush xml:id="br0">
      <inkml:brushProperty name="width" value="0.05" units="cm"/>
      <inkml:brushProperty name="height" value="0.05" units="cm"/>
    </inkml:brush>
  </inkml:definitions>
  <inkml:trace contextRef="#ctx0" brushRef="#br0">209 0 8962 0 0,'-25'5'7251'0'0,"-138"325"-4608"0"0,160-324-2585 0 0,1-3-19 0 0,0 1 0 0 0,-1 0 0 0 0,2 0 0 0 0,-1 0 0 0 0,0 0 0 0 0,1 0 0 0 0,0 0 0 0 0,0 0 0 0 0,0 1 0 0 0,1-1 0 0 0,-1 0 0 0 0,1 9 0 0 0,0-13-34 0 0,1 1-1 0 0,0 0 1 0 0,-1-1-1 0 0,1 1 0 0 0,0-1 1 0 0,-1 1-1 0 0,1-1 0 0 0,0 1 1 0 0,0-1-1 0 0,-1 1 0 0 0,1-1 1 0 0,0 0-1 0 0,0 1 0 0 0,0-1 1 0 0,-1 0-1 0 0,1 0 1 0 0,0 1-1 0 0,0-1 0 0 0,0 0 1 0 0,0 0-1 0 0,0 0 0 0 0,0 0 1 0 0,0 0-1 0 0,-1 0 0 0 0,1-1 1 0 0,0 1-1 0 0,0 0 0 0 0,1-1 1 0 0,24-5-11 0 0,32-18 46 0 0,-36 15 78 0 0,43-14 1 0 0,-55 20 41 0 0,-1-1-513 0 0,-2 4-4088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2"/>
    </inkml:context>
    <inkml:brush xml:id="br0">
      <inkml:brushProperty name="width" value="0.05" units="cm"/>
      <inkml:brushProperty name="height" value="0.05" units="cm"/>
    </inkml:brush>
  </inkml:definitions>
  <inkml:trace contextRef="#ctx0" brushRef="#br0">142 141 6241 0 0,'-2'0'340'0'0,"1"0"0"0"0,0 0 0 0 0,0 0 0 0 0,0 0 0 0 0,1-1 0 0 0,-1 1 0 0 0,0 0-1 0 0,0-1 1 0 0,0 1 0 0 0,0-1 0 0 0,0 1 0 0 0,0-1 0 0 0,0 0 0 0 0,-1 0 0 0 0,-10-15 1103 0 0,-5-19-1529 0 0,16 32 349 0 0,0 2-231 0 0,1-1 1 0 0,-1 1-1 0 0,1 0 0 0 0,-1 0 1 0 0,1-1-1 0 0,0 1 1 0 0,-1 0-1 0 0,1 0 0 0 0,0-1 1 0 0,0 1-1 0 0,0 0 0 0 0,0-1 1 0 0,0 1-1 0 0,0 0 0 0 0,0-1 1 0 0,1 1-1 0 0,-1 0 0 0 0,0 0 1 0 0,1-1-1 0 0,-1 1 0 0 0,1 0 1 0 0,-1 0-1 0 0,1-1 0 0 0,0 1 1 0 0,-1 0-1 0 0,1 0 0 0 0,0 0 1 0 0,1-1-1 0 0,2-1 70 0 0,0 1-1 0 0,0-1 1 0 0,0 1-1 0 0,0 0 1 0 0,0 0-1 0 0,7-2 1 0 0,11-4 96 0 0,-17 5-147 0 0,1 0 0 0 0,-1 1 0 0 0,1 0 0 0 0,0 0 1 0 0,-1 1-1 0 0,1 0 0 0 0,0 0 0 0 0,8-1 0 0 0,-10 2-20 0 0,0 0 1 0 0,-1 0 0 0 0,1 0-1 0 0,-1 0 1 0 0,1 1 0 0 0,-1-1-1 0 0,1 1 1 0 0,-1 0-1 0 0,1 0 1 0 0,-1 0 0 0 0,0 1-1 0 0,0-1 1 0 0,1 1-1 0 0,-1 0 1 0 0,3 2 0 0 0,-4-1 12 0 0,0-1 0 0 0,0 1 0 0 0,0 0 0 0 0,-1 0 0 0 0,1 0 0 0 0,-1 0 0 0 0,0 0 0 0 0,2 5 0 0 0,4 10 184 0 0,-5-13-153 0 0,0 0 0 0 0,0 0 0 0 0,0 0 1 0 0,-1 0-1 0 0,1 1 0 0 0,-1-1 0 0 0,-1 1 0 0 0,1-1 0 0 0,-1 1 1 0 0,0-1-1 0 0,0 1 0 0 0,-1-1 0 0 0,1 1 0 0 0,-1-1 0 0 0,-2 9 1 0 0,1-8-21 0 0,0 0 0 0 0,-1 0 0 0 0,1 0 0 0 0,-1 0 0 0 0,0 0 0 0 0,0-1 0 0 0,-1 1 0 0 0,0-1 0 0 0,0 0 1 0 0,0 0-1 0 0,0 0 0 0 0,-9 7 0 0 0,-8 2 221 0 0,-2 0 0 0 0,0-1 1 0 0,0-1-1 0 0,-1-1 0 0 0,0-1 0 0 0,-1-2 0 0 0,-46 11 1 0 0,59-14-172 0 0,3-1-98 0 0,18-9-145 0 0,-7 4 140 0 0,11-6-6 0 0,1-1 0 0 0,1 2-1 0 0,-1 0 1 0 0,1 0 0 0 0,0 2 0 0 0,0 0 0 0 0,1 0 0 0 0,-1 2 0 0 0,21-2-1 0 0,-23 4-27 0 0,-1 1-1 0 0,1 1 0 0 0,0 0 1 0 0,14 4-1 0 0,24 11-6329 0 0,-40-13 3845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3"/>
    </inkml:context>
    <inkml:brush xml:id="br0">
      <inkml:brushProperty name="width" value="0.05" units="cm"/>
      <inkml:brushProperty name="height" value="0.05" units="cm"/>
    </inkml:brush>
  </inkml:definitions>
  <inkml:trace contextRef="#ctx0" brushRef="#br0">78 64 8898 0 0,'-1'-5'728'0'0,"-1"0"0"0"0,1 0 0 0 0,-1 1 0 0 0,1-1 1 0 0,-1 0-1 0 0,0 1 0 0 0,-1 0 0 0 0,-3-7 0 0 0,-3-5 367 0 0,14 32-763 0 0,-1 1 0 0 0,0-1-1 0 0,-1 1 1 0 0,0-1 0 0 0,-1 27 0 0 0,-1-31-186 0 0,1 16-24 0 0,-2 0 0 0 0,-1 0 0 0 0,-1 0-1 0 0,-1-1 1 0 0,-1 1 0 0 0,-15 48 0 0 0,9-48-2520 0 0,-20 43-1 0 0,28-68 453 0 0,1 0-261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4"/>
    </inkml:context>
    <inkml:brush xml:id="br0">
      <inkml:brushProperty name="width" value="0.05" units="cm"/>
      <inkml:brushProperty name="height" value="0.05" units="cm"/>
    </inkml:brush>
  </inkml:definitions>
  <inkml:trace contextRef="#ctx0" brushRef="#br0">159 9 10234 0 0,'0'0'648'0'0,"-13"-9"4708"0"0,10 9-5271 0 0,-1 0 1 0 0,1 1-1 0 0,-1-1 0 0 0,1 1 1 0 0,0 0-1 0 0,-1 0 0 0 0,1 0 1 0 0,0 0-1 0 0,0 0 0 0 0,0 1 0 0 0,0-1 1 0 0,0 1-1 0 0,0 0 0 0 0,0 0 1 0 0,0 0-1 0 0,-3 4 0 0 0,1-1-29 0 0,1 1 0 0 0,0-1 0 0 0,0 1 0 0 0,0 0 0 0 0,1 0 0 0 0,-1 0 0 0 0,-3 12-1 0 0,0 6-58 0 0,0 0-1 0 0,2 0 1 0 0,-3 37-1 0 0,7-56-20 0 0,0 0 0 0 0,-1 0 0 0 0,1-1-1 0 0,-1 1 1 0 0,0 0 0 0 0,-2 4 0 0 0,1-5-47 0 0,2 0 1 0 0,-1 0-1 0 0,0 0 0 0 0,1 0 0 0 0,0 0 1 0 0,0 0-1 0 0,0 0 0 0 0,0 1 1 0 0,0 4-1 0 0,2-8 42 0 0,0 0 1 0 0,0 0-1 0 0,0 0 1 0 0,-1 0-1 0 0,1 0 0 0 0,0 0 1 0 0,1-1-1 0 0,-1 1 1 0 0,0 0-1 0 0,0-1 0 0 0,0 1 1 0 0,0 0-1 0 0,0-1 1 0 0,2 1-1 0 0,-1 0-39 0 0,2 1-12 0 0,0-1 1 0 0,0 1-1 0 0,1-1 1 0 0,-1 0-1 0 0,0 0 1 0 0,0 0-1 0 0,1 0 1 0 0,-1-1-1 0 0,1 0 1 0 0,-1 0-1 0 0,0 0 0 0 0,6-1 1 0 0,3-2-202 0 0,1 0 0 0 0,19-8-1 0 0,0 0 24 0 0,-20 6 242 0 0,-1 0 0 0 0,0 0 0 0 0,0-1 0 0 0,0-1 0 0 0,0 0 0 0 0,-1-1 0 0 0,-1 0 0 0 0,11-10 0 0 0,-4 3 4 0 0,-2-2-1 0 0,1 1 1 0 0,-2-2-1 0 0,13-20 1 0 0,-18 22 84 0 0,13-32 0 0 0,-22 46 21 0 0,1 0 0 0 0,0 0 0 0 0,-1 0 0 0 0,1 0 0 0 0,-1 0 0 0 0,0 0 0 0 0,1 0 0 0 0,-1 0 0 0 0,0 0 0 0 0,-1-1 0 0 0,1-1 0 0 0,0 3-53 0 0,0 0-1 0 0,-1 1 1 0 0,1-1-1 0 0,0 1 1 0 0,0-1-1 0 0,0 1 1 0 0,-1-1-1 0 0,1 1 1 0 0,0-1-1 0 0,-1 1 1 0 0,1-1 0 0 0,-1 1-1 0 0,1-1 1 0 0,0 1-1 0 0,-1-1 1 0 0,1 1-1 0 0,-1 0 1 0 0,1-1-1 0 0,-1 1 1 0 0,1 0-1 0 0,-1 0 1 0 0,1-1-1 0 0,-1 1 1 0 0,0 0 0 0 0,1 0-1 0 0,-1 0 1 0 0,1-1-1 0 0,-1 1 1 0 0,1 0-1 0 0,-1 0 1 0 0,0 0-1 0 0,1 0 1 0 0,-1 0-1 0 0,1 0 1 0 0,-1 0 0 0 0,0 1-1 0 0,1-1 1 0 0,-1 0-1 0 0,0 0 1 0 0,-14 28 217 0 0,12-22-216 0 0,1-1 1 0 0,0 0-1 0 0,1 0 0 0 0,-1 1 0 0 0,1-1 0 0 0,0 1 1 0 0,0 0-1 0 0,1-1 0 0 0,0 1 0 0 0,0-1 1 0 0,0 1-1 0 0,2 8 0 0 0,2 4 347 0 0,0-1 1 0 0,11 28-1 0 0,6 17 1604 0 0,-21-60-1944 0 0,1-1 0 0 0,-1 1-1 0 0,0-1 1 0 0,1 1 0 0 0,-1-1 0 0 0,0 1 0 0 0,0 0 0 0 0,0-1-1 0 0,0 1 1 0 0,0-1 0 0 0,0 1 0 0 0,0-1 0 0 0,-1 1 0 0 0,1-1-1 0 0,-1 1 1 0 0,1-1 0 0 0,-1 1 0 0 0,1-1 0 0 0,-1 1 0 0 0,0-1 0 0 0,0 0-1 0 0,0 1 1 0 0,1-1 0 0 0,-1 0 0 0 0,0 0 0 0 0,-1 0 0 0 0,1 0-1 0 0,0 1 1 0 0,0-2 0 0 0,0 1 0 0 0,-1 0 0 0 0,-1 1 0 0 0,-4 1-46 0 0,0-1 0 0 0,0 0 0 0 0,0-1 0 0 0,0 0 0 0 0,-1 0 0 0 0,-7 0 0 0 0,7-1-36 0 0,1 1 0 0 0,-1 0 0 0 0,0 0 0 0 0,-8 3 0 0 0,-2 7-573 0 0,-8 4 438 0 0,12-12-3333 0 0,2-5-4351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5"/>
    </inkml:context>
    <inkml:brush xml:id="br0">
      <inkml:brushProperty name="width" value="0.05" units="cm"/>
      <inkml:brushProperty name="height" value="0.05" units="cm"/>
    </inkml:brush>
  </inkml:definitions>
  <inkml:trace contextRef="#ctx0" brushRef="#br0">1 0 7154 0 0,'0'0'3498'0'0,"1"0"-3190"0"0,0 1 0 0 0,0-1 0 0 0,0 1 0 0 0,0-1 0 0 0,0 1 0 0 0,0 0 0 0 0,-1-1 0 0 0,1 1 0 0 0,0 0 0 0 0,0-1 0 0 0,-1 1 0 0 0,1 0 0 0 0,1 1 1 0 0,44 140 2333 0 0,-42-128-2433 0 0,4 7 222 0 0,0 0 0 0 0,19 32 0 0 0,-27-51-409 0 0,2 0 23 0 0,0 1 1 0 0,0-1 0 0 0,0 1 0 0 0,0-1-1 0 0,1 0 1 0 0,-1 0 0 0 0,0 0 0 0 0,1 0-1 0 0,0 0 1 0 0,-1 0 0 0 0,4 1 0 0 0,35 14 216 0 0,-34-15-220 0 0,-2 0-32 0 0,0 0 0 0 0,0-1 1 0 0,0 0-1 0 0,1-1 0 0 0,-1 1 0 0 0,0-1 0 0 0,0 0 0 0 0,1 0 0 0 0,-1 0 0 0 0,0-1 0 0 0,0 0 0 0 0,6-1 0 0 0,-5 0-544 0 0,-1 0-1 0 0,1 0 1 0 0,-1 0 0 0 0,0-1-1 0 0,0 0 1 0 0,8-5-1 0 0,-4-2-3060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6"/>
    </inkml:context>
    <inkml:brush xml:id="br0">
      <inkml:brushProperty name="width" value="0.05" units="cm"/>
      <inkml:brushProperty name="height" value="0.05" units="cm"/>
    </inkml:brush>
  </inkml:definitions>
  <inkml:trace contextRef="#ctx0" brushRef="#br0">35 23 1064 0 0,'-1'-3'14921'0'0,"-1"2"-15079"0"0,1-1 343 0 0,0 1-1 0 0,-1-1 0 0 0,1 1 0 0 0,0-1 0 0 0,-1 1 1 0 0,0 0-1 0 0,1 0 0 0 0,-1 0 0 0 0,0 0 0 0 0,1 0 1 0 0,-1 0-1 0 0,0 0 0 0 0,0 0 0 0 0,0 1 0 0 0,0-1 1 0 0,-4 0-1 0 0,6 1-216 0 0,12 1-91 0 0,125 29 193 0 0,-24-4 59 0 0,19 3 912 0 0,170 59 0 0 0,-276-81-497 0 0,-21-7-490 0 0,-1 1 1 0 0,0 0 0 0 0,0 0 0 0 0,0 0 0 0 0,0 0-1 0 0,0 1 1 0 0,0-1 0 0 0,-1 1 0 0 0,1 0 0 0 0,0 1-1 0 0,4 3 1 0 0,-2-4 29 0 0,-6-2-83 0 0,1 0-1 0 0,-1 0 0 0 0,0 1 0 0 0,0-1 0 0 0,0 0 1 0 0,1 0-1 0 0,-1 0 0 0 0,0 0 0 0 0,0 0 0 0 0,0 0 1 0 0,0 0-1 0 0,1 0 0 0 0,-1 0 0 0 0,0 0 0 0 0,0 1 0 0 0,0-1 1 0 0,0 0-1 0 0,0 0 0 0 0,1 0 0 0 0,-1 0 0 0 0,0 0 1 0 0,0 1-1 0 0,0-1 0 0 0,0 0 0 0 0,0 0 0 0 0,0 0 1 0 0,0 0-1 0 0,0 1 0 0 0,0-1 0 0 0,0 0 0 0 0,0 0 0 0 0,0 0 1 0 0,0 0-1 0 0,0 1 0 0 0,0-1 0 0 0,0 0 0 0 0,0 0 1 0 0,0 0-1 0 0,0 1 0 0 0,0-1 0 0 0,0 0 0 0 0,0 0 1 0 0,0 0-1 0 0,0 0 0 0 0,0 1 0 0 0,0-1 0 0 0,0 0 0 0 0,3 4 3 0 0,1 0-1 0 0,0-1 1 0 0,0 1-1 0 0,0-1 1 0 0,9 5-1 0 0,0-8 48 0 0,-12 0-19 0 0,-7 0-25 0 0,5 4-45 0 0,2-4 40 0 0,-1 1 0 0 0,0-1 0 0 0,0 0 1 0 0,0 1-1 0 0,0-1 0 0 0,0 1 0 0 0,1-1 1 0 0,-1 0-1 0 0,0 1 0 0 0,0-1 0 0 0,0 1 0 0 0,0-1 1 0 0,0 0-1 0 0,0 1 0 0 0,-1-1 0 0 0,1 1 0 0 0,0-1 1 0 0,0 0-1 0 0,0 1 0 0 0,0-1 0 0 0,0 0 1 0 0,0 1-1 0 0,-1-1 0 0 0,1 0 0 0 0,0 1 0 0 0,0-1 1 0 0,-1 0-1 0 0,1 1 0 0 0,0-1 0 0 0,0 0 0 0 0,-1 0 1 0 0,1 1-1 0 0,0-1 0 0 0,-1 0 0 0 0,1 0 1 0 0,0 1-1 0 0,-1-1 0 0 0,1 0 0 0 0,0 0 0 0 0,-1 0 1 0 0,0 0-1 0 0,-2 1 34 0 0,2-1-35 0 0,1 0-1 0 0,0 0 1 0 0,-1 0 0 0 0,1 0 0 0 0,0 0-1 0 0,-1 0 1 0 0,1 0 0 0 0,0 1 0 0 0,-1-1-1 0 0,1 0 1 0 0,0 0 0 0 0,-1 0 0 0 0,1 0-1 0 0,0 0 1 0 0,-1-1 0 0 0,1 1 0 0 0,0 0-1 0 0,-1 0 1 0 0,1 0 0 0 0,0 0 0 0 0,-1 0-1 0 0,1 0 1 0 0,0-1 0 0 0,-1 1 0 0 0,1 0-1 0 0,0 0 1 0 0,-1 0 0 0 0,1-1 0 0 0,0 1-1 0 0,0 0 1 0 0,-1 0 0 0 0,1-1 0 0 0,0 1-1 0 0,0 0 1 0 0,0-1 0 0 0,0 1 0 0 0,-1 0-1 0 0,1-1 1 0 0,0 1 7 0 0,0-31-43 0 0,12 243-308 0 0,-1-16 306 0 0,-15 48 141 0 0,-1-54-4 0 0,6-182-95 0 0,0 1 1 0 0,0-1-1 0 0,1 0 1 0 0,0 0-1 0 0,0 0 1 0 0,6 12-1 0 0,5 18 222 0 0,-12-36-216 0 0,-1-1 1 0 0,0 1-1 0 0,0-1 0 0 0,0 0 0 0 0,-1 1 1 0 0,1-1-1 0 0,0 1 0 0 0,-1-1 0 0 0,1 1 1 0 0,0-1-1 0 0,-1 0 0 0 0,0 1 0 0 0,1-1 1 0 0,-1 0-1 0 0,0 0 0 0 0,0 1 0 0 0,0-1 1 0 0,1 0-1 0 0,-1 0 0 0 0,0 0 0 0 0,-1 0 1 0 0,1 0-1 0 0,0 0 0 0 0,0 0 0 0 0,0 0 1 0 0,0-1-1 0 0,-1 1 0 0 0,-1 0 0 0 0,-6 4 6 0 0,0 0 0 0 0,-19 5 0 0 0,20-8 2 0 0,-144 48 90 0 0,152-50-112 0 0,-1 0-1 0 0,1 0 1 0 0,-1 0 0 0 0,0 0-1 0 0,1 0 1 0 0,-1 0 0 0 0,1 0 0 0 0,-1 1-1 0 0,1-1 1 0 0,-1 0 0 0 0,1 0-1 0 0,0 1 1 0 0,-1-1 0 0 0,1 0-1 0 0,-1 0 1 0 0,1 1 0 0 0,-1-1 0 0 0,1 1-1 0 0,0-1 1 0 0,-1 0 0 0 0,1 1-1 0 0,0-1 1 0 0,0 1 0 0 0,-1-1-1 0 0,1 1 1 0 0,0-1 0 0 0,0 1 0 0 0,-1-1-1 0 0,1 1 1 0 0,0-1 0 0 0,0 1-1 0 0,0-1 1 0 0,0 1 0 0 0,0-1-1 0 0,0 1 1 0 0,0 0 0 0 0,0 0 3 0 0,1 0 0 0 0,-1-1 0 0 0,1 1 0 0 0,0 0 0 0 0,-1-1 0 0 0,1 1 0 0 0,0 0 0 0 0,-1-1 0 0 0,1 1 0 0 0,0-1 0 0 0,0 1 0 0 0,-1-1 0 0 0,1 0 0 0 0,0 1 1 0 0,0-1-1 0 0,0 0 0 0 0,-1 0 0 0 0,1 1 0 0 0,0-1 0 0 0,0 0 0 0 0,1 0 0 0 0,37 2-13 0 0,0-2 1 0 0,0-2-1 0 0,56-10 0 0 0,-43 5 49 0 0,56 0 0 0 0,-102 7-39 0 0,-3 0 13 0 0,1-1 1 0 0,-1 1-1 0 0,0 1 1 0 0,1-1-1 0 0,-1 1 1 0 0,7 1-1 0 0,-10-2-6 0 0,1 1-1 0 0,-1-1 0 0 0,1 0 0 0 0,0 1 0 0 0,-1-1 0 0 0,1 1 0 0 0,-1-1 1 0 0,1 1-1 0 0,-1-1 0 0 0,0 1 0 0 0,1 0 0 0 0,-1-1 0 0 0,1 1 0 0 0,-1-1 1 0 0,0 1-1 0 0,0 0 0 0 0,1-1 0 0 0,-1 1 0 0 0,0 0 0 0 0,0-1 1 0 0,0 1-1 0 0,0 0 0 0 0,0 0 0 0 0,0-1 0 0 0,0 1 0 0 0,0 0 0 0 0,0-1 1 0 0,0 1-1 0 0,0 0 0 0 0,0 0 0 0 0,0-1 0 0 0,0 1 0 0 0,-1 0 1 0 0,1-1-1 0 0,0 1 0 0 0,-1-1 0 0 0,1 1 0 0 0,-1 1 0 0 0,-2 3 3 0 0,1 0-1 0 0,-1 0 0 0 0,0-1 1 0 0,0 1-1 0 0,0-1 0 0 0,-1 1 0 0 0,0-1 1 0 0,0 0-1 0 0,0-1 0 0 0,-7 6 1 0 0,-4 1 1 0 0,-31 16 0 0 0,0 0-3 0 0,29-15 4 0 0,-84 59-23 0 0,92-62 18 0 0,-1 1 1 0 0,1 0-1 0 0,0 0 0 0 0,1 0 0 0 0,0 1 1 0 0,1 0-1 0 0,-10 17 0 0 0,15-23-36 0 0,-7 16-3 0 0,9-20 35 0 0,0 0 1 0 0,0 0 0 0 0,0 1 0 0 0,0-1-1 0 0,-1 0 1 0 0,1 1 0 0 0,0-1-1 0 0,0 1 1 0 0,0-1 0 0 0,0 0-1 0 0,0 1 1 0 0,1-1 0 0 0,-1 0 0 0 0,0 1-1 0 0,0-1 1 0 0,0 0 0 0 0,0 1-1 0 0,0-1 1 0 0,0 0 0 0 0,0 0 0 0 0,1 1-1 0 0,-1-1 1 0 0,0 0 0 0 0,0 1-1 0 0,0-1 1 0 0,1 0 0 0 0,-1 0 0 0 0,0 1-1 0 0,0-1 1 0 0,1 0 0 0 0,-1 0-1 0 0,0 0 1 0 0,1 1 0 0 0,-1-1-1 0 0,0 0 1 0 0,1 0 0 0 0,-1 0 0 0 0,0 0-1 0 0,1 0 1 0 0,-1 0 0 0 0,0 0-1 0 0,1 0 1 0 0,-1 0 0 0 0,0 0 0 0 0,1 0-1 0 0,-1 0 1 0 0,0 0 0 0 0,1 0-1 0 0,-1 0 1 0 0,0 0 0 0 0,1 0 0 0 0,14-2 3 0 0,0-1 1 0 0,0 0 0 0 0,-1-2 0 0 0,1 1 0 0 0,23-12-1 0 0,-20 8-4 0 0,0 1-1 0 0,0 0 0 0 0,25-4 0 0 0,-42 11 4 0 0,-1 0-1 0 0,1 0 1 0 0,0 0 0 0 0,0 0 0 0 0,-1 0-1 0 0,1 0 1 0 0,0 0 0 0 0,0 0 0 0 0,-1 0-1 0 0,1 0 1 0 0,0 0 0 0 0,0 1 0 0 0,-1-1-1 0 0,1 0 1 0 0,0 0 0 0 0,-1 1 0 0 0,1-1-1 0 0,0 0 1 0 0,-1 1 0 0 0,1-1 0 0 0,-1 1 0 0 0,1-1-1 0 0,-1 1 1 0 0,1-1 0 0 0,-1 1 0 0 0,1-1-1 0 0,-1 1 1 0 0,1 0 0 0 0,0 2 0 0 0,0-1 0 0 0,0 0 0 0 0,0 0-1 0 0,-1 0 1 0 0,1 1 0 0 0,-1-1 0 0 0,0 0 0 0 0,0 0 0 0 0,0 4 0 0 0,0 6-12 0 0,-1-1 0 0 0,-5 21 1 0 0,-49 140-35 0 0,36-121 57 0 0,-22 101-1 0 0,28-57 113 0 0,5 1-1 0 0,5 125 1 0 0,3-148 12 0 0,-2-34-74 0 0,-2 1-1 0 0,-1 0 1 0 0,-13 42 0 0 0,17-68-291 0 0,-1 1-5550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7"/>
    </inkml:context>
    <inkml:brush xml:id="br0">
      <inkml:brushProperty name="width" value="0.05" units="cm"/>
      <inkml:brushProperty name="height" value="0.05" units="cm"/>
    </inkml:brush>
  </inkml:definitions>
  <inkml:trace contextRef="#ctx0" brushRef="#br0">13 48 9922 0 0,'-13'-1'6349'0'0,"38"-1"-4907"0"0,-13 1-1298 0 0,114-13 1286 0 0,253-16-310 0 0,-372 30-1370 0 0,8 0-383 0 0,-5 0-8085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8"/>
    </inkml:context>
    <inkml:brush xml:id="br0">
      <inkml:brushProperty name="width" value="0.05" units="cm"/>
      <inkml:brushProperty name="height" value="0.05" units="cm"/>
    </inkml:brush>
  </inkml:definitions>
  <inkml:trace contextRef="#ctx0" brushRef="#br0">12 0 6481 0 0,'-7'12'9436'0'0,"2"-3"-7026"0"0,5-9-2362 0 0,1 1 0 0 0,-1-1 1 0 0,1 1-1 0 0,-1 0 0 0 0,1-1 1 0 0,-1 1-1 0 0,1-1 0 0 0,-1 1 1 0 0,1-1-1 0 0,-1 1 0 0 0,1-1 1 0 0,0 0-1 0 0,-1 1 0 0 0,1-1 1 0 0,0 0-1 0 0,-1 1 0 0 0,1-1 1 0 0,0 0-1 0 0,-1 0 0 0 0,2 1 0 0 0,10 1-215 0 0,0 0 0 0 0,0 0 0 0 0,0-1-1 0 0,1 0 1 0 0,-1-1 0 0 0,0-1-1 0 0,0 0 1 0 0,0 0 0 0 0,0-1-1 0 0,17-5 1 0 0,-11 1-2003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899"/>
    </inkml:context>
    <inkml:brush xml:id="br0">
      <inkml:brushProperty name="width" value="0.05" units="cm"/>
      <inkml:brushProperty name="height" value="0.05" units="cm"/>
    </inkml:brush>
  </inkml:definitions>
  <inkml:trace contextRef="#ctx0" brushRef="#br0">140 33 10834 0 0,'-20'-14'6050'0'0,"13"35"-5735"0"0,1 1 0 0 0,1 0 1 0 0,-3 28-1 0 0,-1 3 111 0 0,-19 60 166 0 0,16-71-447 0 0,-13 85 0 0 0,24-109-1195 0 0,1-12-542 0 0,1-14 176 0 0,-1-31 1463 0 0,-1 1 0 0 0,-7-39 0 0 0,2 31 405 0 0,1-50-1 0 0,6 82-305 0 0,0-1-1 0 0,0 1 1 0 0,1-1 0 0 0,1 1 0 0 0,0 0 0 0 0,1 0-1 0 0,10-21 1 0 0,-12 31-83 0 0,0 0 0 0 0,0 1 0 0 0,1-1 0 0 0,-1 1 0 0 0,1 0 0 0 0,0 0 0 0 0,0 0 0 0 0,0 0 0 0 0,1 0 1 0 0,-1 1-1 0 0,1-1 0 0 0,-1 1 0 0 0,1 0 0 0 0,0 0 0 0 0,0 0 0 0 0,0 1 0 0 0,0-1 0 0 0,0 1 0 0 0,0 0 0 0 0,0 0 0 0 0,0 1 0 0 0,1-1 0 0 0,-1 1 0 0 0,0 0 0 0 0,0 0 0 0 0,1 0 0 0 0,-1 1 0 0 0,0-1 0 0 0,0 1 0 0 0,0 0 0 0 0,0 0 0 0 0,0 1 0 0 0,0-1 0 0 0,0 1 1 0 0,0 0-1 0 0,6 4 0 0 0,-7-3-23 0 0,-1 0 1 0 0,1 0-1 0 0,-1 0 1 0 0,0 0-1 0 0,0 0 1 0 0,0 1-1 0 0,-1-1 1 0 0,1 1 0 0 0,-1-1-1 0 0,1 5 1 0 0,6 11 111 0 0,-5-15-124 0 0,-1 1 1 0 0,0-1-1 0 0,0 1 0 0 0,0 0 0 0 0,-1 0 0 0 0,0-1 0 0 0,0 1 0 0 0,0 0 0 0 0,0 0 0 0 0,-1 0 0 0 0,1 0 0 0 0,-1 0 0 0 0,-1 0 1 0 0,1 0-1 0 0,-1 0 0 0 0,0 0 0 0 0,0 0 0 0 0,0 0 0 0 0,0-1 0 0 0,-1 1 0 0 0,0 0 0 0 0,0-1 0 0 0,0 1 0 0 0,-1-1 0 0 0,0 0 1 0 0,0 0-1 0 0,0 0 0 0 0,0 0 0 0 0,0 0 0 0 0,-1-1 0 0 0,1 1 0 0 0,-1-1 0 0 0,0 0 0 0 0,-5 3 0 0 0,4-3-29 0 0,-1 0 0 0 0,1 1-1 0 0,0 0 1 0 0,1 0 0 0 0,-1 0 0 0 0,1 0-1 0 0,0 1 1 0 0,0 0 0 0 0,0 0 0 0 0,0 0-1 0 0,1 0 1 0 0,0 1 0 0 0,0-1-1 0 0,-2 7 1 0 0,3-7 0 0 0,1 0 0 0 0,0 0-1 0 0,0 0 1 0 0,0 0 0 0 0,0 0-1 0 0,1 0 1 0 0,0 0 0 0 0,0 0-1 0 0,0 0 1 0 0,1 0 0 0 0,0 0-1 0 0,0 0 1 0 0,0 0 0 0 0,0 0 0 0 0,1 0-1 0 0,0-1 1 0 0,0 1 0 0 0,3 4-1 0 0,-3-4 6 0 0,1-1 0 0 0,0 0 0 0 0,0 0 0 0 0,0-1 0 0 0,0 1 0 0 0,1-1 0 0 0,-1 1 0 0 0,1-1 0 0 0,0 0 0 0 0,0-1 0 0 0,0 1 0 0 0,1 0 0 0 0,-1-1 0 0 0,0 0 0 0 0,1 0 0 0 0,0-1 0 0 0,-1 1 0 0 0,1-1 0 0 0,5 1 0 0 0,-6-1 19 0 0,1 0 0 0 0,-1 1 0 0 0,0-1 0 0 0,0 1 0 0 0,6 4 0 0 0,-7-4-227 0 0,1 0-1 0 0,0 0 1 0 0,0-1-1 0 0,-1 1 1 0 0,1-1-1 0 0,0 0 1 0 0,5 1 0 0 0,20 0-3022 0 0,-11-2 493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0"/>
    </inkml:context>
    <inkml:brush xml:id="br0">
      <inkml:brushProperty name="width" value="0.05" units="cm"/>
      <inkml:brushProperty name="height" value="0.05" units="cm"/>
    </inkml:brush>
  </inkml:definitions>
  <inkml:trace contextRef="#ctx0" brushRef="#br0">180 71 13779 0 0,'-8'-13'908'0'0,"3"6"-465"0"0,0 0-1 0 0,0 0 0 0 0,0 1 1 0 0,0 0-1 0 0,-11-9 1 0 0,15 14-406 0 0,0 0 0 0 0,0 0 1 0 0,0 0-1 0 0,0 0 1 0 0,0 1-1 0 0,-1-1 0 0 0,1 0 1 0 0,0 1-1 0 0,0-1 1 0 0,0 1-1 0 0,-1 0 1 0 0,1-1-1 0 0,0 1 0 0 0,-1 0 1 0 0,1 0-1 0 0,0 0 1 0 0,-1 0-1 0 0,1 0 0 0 0,0 0 1 0 0,-1 0-1 0 0,1 0 1 0 0,0 0-1 0 0,0 1 1 0 0,-1-1-1 0 0,1 0 0 0 0,0 1 1 0 0,0-1-1 0 0,-1 1 1 0 0,1-1-1 0 0,0 1 0 0 0,0 0 1 0 0,0 0-1 0 0,0-1 1 0 0,0 1-1 0 0,0 0 0 0 0,0 0 1 0 0,0 0-1 0 0,0 0 1 0 0,0 0-1 0 0,1 0 1 0 0,-1 1-1 0 0,0-1 0 0 0,1 0 1 0 0,-1 0-1 0 0,1 0 1 0 0,-1 2-1 0 0,-8 17 193 0 0,2 1-1 0 0,0 0 1 0 0,2 0 0 0 0,-6 34-1 0 0,8-37-73 0 0,1-11-91 0 0,0 1 0 0 0,0-1 0 0 0,-1 0 0 0 0,-6 11-1 0 0,6-12-42 0 0,0 0-1 0 0,0 0 0 0 0,1 0 0 0 0,0 0 0 0 0,0 1 0 0 0,0-1 1 0 0,-1 11-1 0 0,3-15-13 0 0,0 29 7 0 0,0-29-12 0 0,1-1 1 0 0,-1 0-1 0 0,0 0 1 0 0,0 0-1 0 0,0 0 0 0 0,0 0 1 0 0,1 0-1 0 0,-1 0 1 0 0,1 0-1 0 0,-1 0 0 0 0,1 0 1 0 0,-1 0-1 0 0,1 0 0 0 0,-1 0 1 0 0,1 0-1 0 0,0 0 1 0 0,0 0-1 0 0,-1 0 0 0 0,1-1 1 0 0,0 1-1 0 0,0 0 1 0 0,0-1-1 0 0,0 1 0 0 0,1 0 1 0 0,29 12-742 0 0,-25-10-103 0 0,-1-1-1 0 0,1 1 0 0 0,-1-1 1 0 0,1 0-1 0 0,0-1 0 0 0,-1 0 1 0 0,10 2-1 0 0,2-3-3451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1"/>
    </inkml:context>
    <inkml:brush xml:id="br0">
      <inkml:brushProperty name="width" value="0.05" units="cm"/>
      <inkml:brushProperty name="height" value="0.05" units="cm"/>
    </inkml:brush>
  </inkml:definitions>
  <inkml:trace contextRef="#ctx0" brushRef="#br0">6 34 14067 0 0,'-6'-10'2681'0'0,"7"8"-2630"0"0,0 0 0 0 0,1 1 0 0 0,-1 0 0 0 0,0-1 0 0 0,1 1 0 0 0,-1 0 0 0 0,1-1 0 0 0,0 1 0 0 0,-1 0 1 0 0,1 0-1 0 0,0 0 0 0 0,-1 1 0 0 0,1-1 0 0 0,0 0 0 0 0,0 1 0 0 0,3-2 0 0 0,0 1-10 0 0,0 0 0 0 0,0 1 0 0 0,0-1 0 0 0,0 1 0 0 0,5 0 0 0 0,-8 0-9 0 0,1 1-1 0 0,-1 0 1 0 0,0-1-1 0 0,0 1 1 0 0,0 0 0 0 0,0 0-1 0 0,0 1 1 0 0,0-1-1 0 0,-1 0 1 0 0,1 1-1 0 0,0-1 1 0 0,0 1-1 0 0,-1-1 1 0 0,1 1-1 0 0,-1 0 1 0 0,0-1-1 0 0,1 1 1 0 0,-1 0-1 0 0,0 0 1 0 0,0 0-1 0 0,1 4 1 0 0,2 2 42 0 0,-1 0 1 0 0,0 1-1 0 0,-1-1 1 0 0,2 12-1 0 0,-3-8 13 0 0,0-1 0 0 0,-1 0 0 0 0,0 1 0 0 0,-1-1 0 0 0,0 0 0 0 0,-1 1 0 0 0,0-1 0 0 0,-1 0 0 0 0,0 0 0 0 0,-6 11 0 0 0,-2 4 264 0 0,-2 0-1 0 0,-29 44 0 0 0,41-70-347 0 0,1 0-1 0 0,0 0 0 0 0,0 1 1 0 0,0-1-1 0 0,0 0 0 0 0,0 0 0 0 0,-1 0 1 0 0,1 1-1 0 0,0-1 0 0 0,0 0 0 0 0,0 0 1 0 0,0 0-1 0 0,0 1 0 0 0,0-1 1 0 0,0 0-1 0 0,0 0 0 0 0,0 0 0 0 0,0 1 1 0 0,0-1-1 0 0,0 0 0 0 0,0 0 0 0 0,0 1 1 0 0,0-1-1 0 0,0 0 0 0 0,0 0 0 0 0,0 0 1 0 0,0 1-1 0 0,0-1 0 0 0,0 0 1 0 0,0 0-1 0 0,0 0 0 0 0,0 1 0 0 0,0-1 1 0 0,0 0-1 0 0,1 0 0 0 0,-1 0 0 0 0,0 1 1 0 0,0-1-1 0 0,11 1 43 0 0,15-6-18 0 0,-24 4-25 0 0,161-48 569 0 0,-145 49-980 0 0,-8 0-2110 0 0,-1-1-3704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2"/>
    </inkml:context>
    <inkml:brush xml:id="br0">
      <inkml:brushProperty name="width" value="0.05" units="cm"/>
      <inkml:brushProperty name="height" value="0.05" units="cm"/>
    </inkml:brush>
  </inkml:definitions>
  <inkml:trace contextRef="#ctx0" brushRef="#br0">17 15 8346 0 0,'-4'0'6721'0'0,"-9"0"-2897"0"0,151-13-2175 0 0,-106 13-901 0 0,-16-1-1643 0 0,-1 1-5226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3"/>
    </inkml:context>
    <inkml:brush xml:id="br0">
      <inkml:brushProperty name="width" value="0.05" units="cm"/>
      <inkml:brushProperty name="height" value="0.05" units="cm"/>
    </inkml:brush>
  </inkml:definitions>
  <inkml:trace contextRef="#ctx0" brushRef="#br0">1 1 11250 0 0,'0'0'1714'0'0,"5"15"4497"0"0,-3-14-6165 0 0,1 1 0 0 0,-1-1-1 0 0,1-1 1 0 0,-1 1 0 0 0,1 0 0 0 0,0-1 0 0 0,0 1 0 0 0,-1-1 0 0 0,1 0 0 0 0,5 0-1 0 0,32-4-1486 0 0,-30 3 109 0 0,2-1-693 0 0,1-1-1366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4"/>
    </inkml:context>
    <inkml:brush xml:id="br0">
      <inkml:brushProperty name="width" value="0.05" units="cm"/>
      <inkml:brushProperty name="height" value="0.05" units="cm"/>
    </inkml:brush>
  </inkml:definitions>
  <inkml:trace contextRef="#ctx0" brushRef="#br0">5 35 8706 0 0,'0'0'1275'0'0,"11"-15"3729"0"0,-6 12-4896 0 0,-1 1 1 0 0,0 0-1 0 0,0 0 1 0 0,1 0 0 0 0,-1 0-1 0 0,1 0 1 0 0,0 1 0 0 0,-1 0-1 0 0,1 0 1 0 0,0 0 0 0 0,0 1-1 0 0,0 0 1 0 0,0 0-1 0 0,-1 0 1 0 0,1 0 0 0 0,0 1-1 0 0,0 0 1 0 0,0 0 0 0 0,-1 0-1 0 0,1 0 1 0 0,0 1 0 0 0,-1 0-1 0 0,1 0 1 0 0,-1 0 0 0 0,6 4-1 0 0,-8-4-52 0 0,0-1 0 0 0,0 1 0 0 0,0 0 0 0 0,0 0 0 0 0,0 0 0 0 0,-1 0-1 0 0,1 0 1 0 0,-1 0 0 0 0,0 0 0 0 0,1 1 0 0 0,-1-1 0 0 0,0 0 0 0 0,1 4 0 0 0,7 35 713 0 0,0 0-91 0 0,-3-25-516 0 0,-3-10-112 0 0,-1 0 0 0 0,1 0 1 0 0,-1 0-1 0 0,-1 0 0 0 0,1 0 1 0 0,-1 0-1 0 0,0 1 0 0 0,0 9 1 0 0,-1-10-25 0 0,0-1 0 0 0,-1 1 1 0 0,0-1-1 0 0,0 1 0 0 0,0-1 0 0 0,-1 1 1 0 0,0-1-1 0 0,0 0 0 0 0,0 0 1 0 0,-1 0-1 0 0,1 0 0 0 0,-1 0 0 0 0,0-1 1 0 0,-1 1-1 0 0,1-1 0 0 0,-7 7 0 0 0,3-6-7 0 0,1 0 0 0 0,-1 0 0 0 0,0-1 0 0 0,-1 0-1 0 0,1 0 1 0 0,-1-1 0 0 0,1 0 0 0 0,-1 0 0 0 0,0 0-1 0 0,-12 1 1 0 0,-39 16 173 0 0,59-20-190 0 0,-1 0 0 0 0,1 0 0 0 0,0 1 0 0 0,-1-1 0 0 0,1 0 0 0 0,-1 0 0 0 0,1 0 0 0 0,0 0 0 0 0,-1 0 0 0 0,1 0 0 0 0,-1 0 0 0 0,1 0 0 0 0,0 0 0 0 0,-1 0 0 0 0,1 0 0 0 0,-1 0 0 0 0,1 0 0 0 0,0 0 0 0 0,-1 0 0 0 0,1 0-1 0 0,-1 0 1 0 0,1-1 0 0 0,0 1 0 0 0,-1 0 0 0 0,1 0 0 0 0,0 0 0 0 0,-1-1 0 0 0,1 1 0 0 0,0 0 0 0 0,-1-1 0 0 0,1 1 0 0 0,0-14-26 0 0,0 12 24 0 0,1 0-1 0 0,0 0 0 0 0,-1 0 0 0 0,1 0 1 0 0,0 0-1 0 0,0 0 0 0 0,1 0 0 0 0,-1 0 1 0 0,0 0-1 0 0,1 1 0 0 0,-1-1 0 0 0,4-2 1 0 0,2 0 10 0 0,1 0 1 0 0,0 1-1 0 0,0 0 1 0 0,0 1-1 0 0,16-4 1 0 0,-19 6-1 0 0,0-1 1 0 0,0 1 0 0 0,0 1 0 0 0,0-1 0 0 0,0 1 0 0 0,0-1 0 0 0,0 1 0 0 0,0 1-1 0 0,0-1 1 0 0,-1 1 0 0 0,10 4 0 0 0,43 26 674 0 0,-29-15-5496 0 0,-23-14 2378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5"/>
    </inkml:context>
    <inkml:brush xml:id="br0">
      <inkml:brushProperty name="width" value="0.05" units="cm"/>
      <inkml:brushProperty name="height" value="0.05" units="cm"/>
    </inkml:brush>
  </inkml:definitions>
  <inkml:trace contextRef="#ctx0" brushRef="#br0">0 436 16147 0 0,'0'0'3713'0'0,"2"0"-3633"0"0,-1 0-32 0 0,1 0 16 0 0,-1 0-72 0 0,2 0-520 0 0,-1 0-224 0 0,7-3-192 0 0,3-1-1489 0 0</inkml:trace>
  <inkml:trace contextRef="#ctx0" brushRef="#br0" timeOffset="1">200 29 14843 0 0,'0'0'16'0'0,"2"-14"2642"0"0,2 12-2518 0 0,1 0 1 0 0,-1 0-1 0 0,1 0 1 0 0,0 1-1 0 0,0-1 0 0 0,-1 1 1 0 0,1 0-1 0 0,0 1 1 0 0,0-1-1 0 0,0 1 0 0 0,0 0 1 0 0,0 0-1 0 0,0 0 0 0 0,9 3 1 0 0,-10-3-67 0 0,0 1 0 0 0,1 0 0 0 0,-1 0 0 0 0,1 1 0 0 0,-1-1 0 0 0,0 1 0 0 0,0 0 0 0 0,0 0 0 0 0,0 1 0 0 0,0-1 0 0 0,0 1 0 0 0,-1 0 0 0 0,1 0 0 0 0,-1 0 0 0 0,5 6 0 0 0,2 9 172 0 0,-1 0 1 0 0,0 0-1 0 0,-1 1 0 0 0,-2 0 0 0 0,9 35 1 0 0,-12-42-114 0 0,1-1 0 0 0,9 17 0 0 0,-9-19-71 0 0,0 0 0 0 0,0 0 0 0 0,-1 1 0 0 0,0-1 0 0 0,2 13 0 0 0,-5-11-219 0 0,1 0 0 0 0,-1 0 1 0 0,-1 0-1 0 0,0 1 1 0 0,-1-1-1 0 0,0 0 1 0 0,0 0-1 0 0,-1 0 1 0 0,-1-1-1 0 0,0 1 0 0 0,0-1 1 0 0,-1 0-1 0 0,0 0 1 0 0,-10 14-1 0 0,8-16-752 0 0,0 0-1 0 0,0-1 1 0 0,-15 12-1 0 0,5-3-1053 0 0,-2 1-1092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7"/>
    </inkml:context>
    <inkml:brush xml:id="br0">
      <inkml:brushProperty name="width" value="0.05" units="cm"/>
      <inkml:brushProperty name="height" value="0.05" units="cm"/>
    </inkml:brush>
  </inkml:definitions>
  <inkml:trace contextRef="#ctx0" brushRef="#br0">0 333 13931 0 0,'0'0'368'0'0,"17"-19"2493"0"0,66-30-3015 0 0,-37 24-2356 0 0,68-51 1 0 0,-110 72 2474 0 0,1 0 1 0 0,-1-1 0 0 0,0 1 0 0 0,-1 0 0 0 0,1-1-1 0 0,-1 0 1 0 0,0 0 0 0 0,0 0 0 0 0,0 0 0 0 0,-1-1-1 0 0,0 1 1 0 0,0-1 0 0 0,0 1 0 0 0,-1-1 0 0 0,0 0-1 0 0,1-9 1 0 0,0 8 512 0 0,0 1 1 0 0,0 0-1 0 0,0 0 0 0 0,1 0 0 0 0,6-9 0 0 0,-1 0 2121 0 0,-8 15-2527 0 0,0-1-1 0 0,0 1 1 0 0,0 0 0 0 0,0-1-1 0 0,1 1 1 0 0,-1 0 0 0 0,0-1-1 0 0,0 1 1 0 0,0 0 0 0 0,0-1-1 0 0,1 1 1 0 0,-1 0 0 0 0,0-1-1 0 0,0 1 1 0 0,1 0 0 0 0,-1 0-1 0 0,0-1 1 0 0,1 1 0 0 0,-1 0-1 0 0,0 0 1 0 0,1 0 0 0 0,-1-1-1 0 0,0 1 1 0 0,1 0 0 0 0,-1 0-1 0 0,0 0 1 0 0,1 0 0 0 0,-1 0-1 0 0,1 0 1 0 0,0 0 0 0 0,6 9 983 0 0,1 23-495 0 0,-7-29-450 0 0,14 74 931 0 0,11 126-1 0 0,-26-188-1242 0 0,0 0-1 0 0,-2 17 1 0 0,-7 8-5340 0 0,6-31 2505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8"/>
    </inkml:context>
    <inkml:brush xml:id="br0">
      <inkml:brushProperty name="width" value="0.05" units="cm"/>
      <inkml:brushProperty name="height" value="0.05" units="cm"/>
    </inkml:brush>
  </inkml:definitions>
  <inkml:trace contextRef="#ctx0" brushRef="#br0">191 1 14403 0 0,'-11'0'389'0'0,"1"0"-1"0"0,0 0 1 0 0,0 1 0 0 0,0 0-1 0 0,0 1 1 0 0,0 0 0 0 0,0 1-1 0 0,0 0 1 0 0,1 0-1 0 0,-1 1 1 0 0,-17 10 0 0 0,25-11-363 0 0,-1-1 1 0 0,0 1-1 0 0,1 0 0 0 0,-1 0 1 0 0,1 0-1 0 0,0 0 1 0 0,0 0-1 0 0,0 1 1 0 0,1-1-1 0 0,-1 1 0 0 0,1-1 1 0 0,-1 1-1 0 0,1 0 1 0 0,0 4-1 0 0,-10 20 47 0 0,9-21-65 0 0,-1-1-1 0 0,1 1 1 0 0,0 0 0 0 0,1 0-1 0 0,-1 0 1 0 0,1-1-1 0 0,1 1 1 0 0,-1 0 0 0 0,1 0-1 0 0,0 0 1 0 0,1 0-1 0 0,0 0 1 0 0,0 0 0 0 0,0 0-1 0 0,1 0 1 0 0,0-1-1 0 0,0 1 1 0 0,1 0 0 0 0,4 7-1 0 0,-5-12-264 0 0,1 0 0 0 0,-1 0 0 0 0,1 0 0 0 0,0-1 0 0 0,-1 1-1 0 0,1 0 1 0 0,0-1 0 0 0,0 0 0 0 0,0 0 0 0 0,6 2 0 0 0,10 4-1422 0 0,3 3-875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09"/>
    </inkml:context>
    <inkml:brush xml:id="br0">
      <inkml:brushProperty name="width" value="0.05" units="cm"/>
      <inkml:brushProperty name="height" value="0.05" units="cm"/>
    </inkml:brush>
  </inkml:definitions>
  <inkml:trace contextRef="#ctx0" brushRef="#br0">150 0 14467 0 0,'0'0'233'0'0,"-1"0"59"0"0,0 1 0 0 0,0-1-1 0 0,0 0 1 0 0,0 1 0 0 0,0-1-1 0 0,0 1 1 0 0,0-1-1 0 0,0 1 1 0 0,0-1 0 0 0,0 1-1 0 0,0 0 1 0 0,0-1 0 0 0,1 1-1 0 0,-2 1 1 0 0,-1 7-153 0 0,1 1-1 0 0,-1 0 1 0 0,2 0 0 0 0,-1 0 0 0 0,2 0 0 0 0,-1 0 0 0 0,1 0 0 0 0,1 0-1 0 0,0 0 1 0 0,2 10 0 0 0,5 14 529 0 0,18 52-1 0 0,-3-13 248 0 0,-22-69-857 0 0,0 0 1 0 0,0 1 0 0 0,-1-1-1 0 0,1 0 1 0 0,-1 0 0 0 0,0 0-1 0 0,0 1 1 0 0,0-1 0 0 0,-1 0-1 0 0,0 0 1 0 0,-1 5 0 0 0,0-7-73 0 0,0-1 1 0 0,0 1 0 0 0,0-1-1 0 0,0 0 1 0 0,-1 1 0 0 0,1-1-1 0 0,-1 0 1 0 0,1 0 0 0 0,-1-1-1 0 0,1 1 1 0 0,-1 0 0 0 0,-3 0-1 0 0,-1 0-46 0 0,-27 7-364 0 0,26-6 91 0 0,0-1 1 0 0,0 1 0 0 0,0 0 0 0 0,1 1 0 0 0,-15 7-1 0 0,19-9-161 0 0,0 1 0 0 0,0-1 0 0 0,-1 1 0 0 0,1-1 0 0 0,0 0 0 0 0,0 0 1 0 0,-1 0-1 0 0,1-1 0 0 0,0 1 0 0 0,-1-1 0 0 0,-5 0 0 0 0,6 0-2544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0"/>
    </inkml:context>
    <inkml:brush xml:id="br0">
      <inkml:brushProperty name="width" value="0.05" units="cm"/>
      <inkml:brushProperty name="height" value="0.05" units="cm"/>
    </inkml:brush>
  </inkml:definitions>
  <inkml:trace contextRef="#ctx0" brushRef="#br0">1 0 12779 0 0,'0'0'767'0'0,"16"0"3291"0"0,-5 0-3861 0 0,0 1-1 0 0,-1 0 1 0 0,1 0 0 0 0,0 1 0 0 0,-1 0-1 0 0,1 1 1 0 0,-1 0 0 0 0,0 1 0 0 0,0 0-1 0 0,13 7 1 0 0,-20-8-171 0 0,0 0 1 0 0,-1 0-1 0 0,1 0 0 0 0,-1 0 0 0 0,1 1 0 0 0,-1-1 0 0 0,0 1 0 0 0,0-1 1 0 0,0 1-1 0 0,-1 0 0 0 0,1-1 0 0 0,-1 1 0 0 0,2 8 0 0 0,7 16 64 0 0,-7-22-63 0 0,0 0-1 0 0,-1 0 1 0 0,0 0 0 0 0,0 0-1 0 0,0 0 1 0 0,-1 0-1 0 0,0 1 1 0 0,0-1 0 0 0,0 1-1 0 0,-1-1 1 0 0,0 8-1 0 0,-2 2 235 0 0,-1 0 0 0 0,-9 30 0 0 0,-2 8 198 0 0,14-53-451 0 0,-1 0 1 0 0,1 0 0 0 0,0 1-1 0 0,0-1 1 0 0,0 0 0 0 0,0 0-1 0 0,0 0 1 0 0,0 1 0 0 0,0-1-1 0 0,0 0 1 0 0,1 0 0 0 0,-1 1-1 0 0,0-1 1 0 0,1 0 0 0 0,-1 0-1 0 0,1 0 1 0 0,-1 0 0 0 0,1 0-1 0 0,-1 0 1 0 0,1 0 0 0 0,0 0-1 0 0,0 0 1 0 0,1 1 0 0 0,-1 0-4 0 0,1-1 1 0 0,0 0 0 0 0,0 0-1 0 0,0 0 1 0 0,0 0 0 0 0,0 0-1 0 0,0 0 1 0 0,1-1-1 0 0,-1 1 1 0 0,0-1 0 0 0,0 0-1 0 0,3 1 1 0 0,2-1-2 0 0,0 0 1 0 0,0 0-1 0 0,1-1 0 0 0,-1 1 1 0 0,0-2-1 0 0,0 1 0 0 0,9-4 1 0 0,-6 1-29 0 0,0 0 0 0 0,0-1 1 0 0,0 0-1 0 0,-1 0 1 0 0,10-9-1 0 0,-14 10-379 0 0,0 0-1 0 0,-1-1 1 0 0,0 1 0 0 0,1-1 0 0 0,-1 0-1 0 0,-1-1 1 0 0,1 1 0 0 0,-1-1 0 0 0,5-10-1 0 0,-1 0-2343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1"/>
    </inkml:context>
    <inkml:brush xml:id="br0">
      <inkml:brushProperty name="width" value="0.05" units="cm"/>
      <inkml:brushProperty name="height" value="0.05" units="cm"/>
    </inkml:brush>
  </inkml:definitions>
  <inkml:trace contextRef="#ctx0" brushRef="#br0">123 47 200 0 0,'8'-8'8245'0'0,"6"-9"-4218"0"0,-10 12-3482 0 0,5-8 2593 0 0,-10 10-1891 0 0,-10 5-1107 0 0,8-1-117 0 0,-1 0-1 0 0,1 1 0 0 0,0-1 1 0 0,0 1-1 0 0,-1 0 1 0 0,2 0-1 0 0,-1 0 0 0 0,0 0 1 0 0,0 0-1 0 0,0 1 0 0 0,1-1 1 0 0,0 1-1 0 0,-1 0 0 0 0,1 0 1 0 0,0 0-1 0 0,0 0 1 0 0,1 0-1 0 0,-1 0 0 0 0,-2 6 1 0 0,4-8-20 0 0,-3 5 1 0 0,-2 2-4 0 0,1 0 0 0 0,0 0 0 0 0,1 0 0 0 0,-4 13 0 0 0,7-18-2 0 0,-1 1-1 0 0,1-1 1 0 0,0 0 0 0 0,0 0-1 0 0,0 1 1 0 0,0-1 0 0 0,0 0-1 0 0,1 0 1 0 0,0 0 0 0 0,0 1-1 0 0,0-1 1 0 0,0 0 0 0 0,0 0-1 0 0,0 0 1 0 0,4 5 0 0 0,0-2 8 0 0,0 0 1 0 0,0 0-1 0 0,0 0 1 0 0,1 0-1 0 0,0-1 1 0 0,0 0-1 0 0,9 5 1 0 0,15 14 25 0 0,-12-9 30 0 0,-15-13 113 0 0,0-1-1 0 0,0 1 1 0 0,-1 1 0 0 0,1-1 0 0 0,0 0-1 0 0,-1 1 1 0 0,0-1 0 0 0,1 1 0 0 0,-1 0-1 0 0,0-1 1 0 0,0 1 0 0 0,-1 0 0 0 0,1 1-1 0 0,0-1 1 0 0,-1 0 0 0 0,0 0-1 0 0,0 1 1 0 0,0-1 0 0 0,1 7 0 0 0,-4-8-138 0 0,0 0 1 0 0,0 0-1 0 0,0 0 1 0 0,0-1 0 0 0,0 1-1 0 0,0-1 1 0 0,0 1-1 0 0,0-1 1 0 0,-1 0 0 0 0,1 0-1 0 0,-4 2 1 0 0,3-2-4 0 0,-5 2 27 0 0,0 0 0 0 0,0 0 0 0 0,0 0 0 0 0,0-1 0 0 0,0-1 0 0 0,-16 2-1 0 0,-53-3-1018 0 0,39-1-3352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2"/>
    </inkml:context>
    <inkml:brush xml:id="br0">
      <inkml:brushProperty name="width" value="0.05" units="cm"/>
      <inkml:brushProperty name="height" value="0.05" units="cm"/>
    </inkml:brush>
  </inkml:definitions>
  <inkml:trace contextRef="#ctx0" brushRef="#br0">11 71 13067 0 0,'-11'-4'3320'0'0,"11"4"-3291"0"0,0-1 0 0 0,0 1 0 0 0,0 0 1 0 0,0 0-1 0 0,0-1 0 0 0,0 1 0 0 0,0 0 0 0 0,1-1 0 0 0,-1 1 0 0 0,0 0 0 0 0,0-1 0 0 0,0 1 1 0 0,0 0-1 0 0,0 0 0 0 0,0-1 0 0 0,1 1 0 0 0,-1 0 0 0 0,0 0 0 0 0,0-1 0 0 0,0 1 0 0 0,1 0 0 0 0,-1 0 1 0 0,0-1-1 0 0,0 1 0 0 0,1 0 0 0 0,-1 0 0 0 0,0 0 0 0 0,0 0 0 0 0,1-1 0 0 0,-1 1 0 0 0,0 0 1 0 0,1 0-1 0 0,-1 0 0 0 0,0 0 0 0 0,1 0 0 0 0,-1 0 0 0 0,0 0 0 0 0,1 0 0 0 0,-1 0 0 0 0,0 0 0 0 0,0 0 1 0 0,1 0-1 0 0,-1 0 0 0 0,180-44 724 0 0,-101 31-5854 0 0,-73 11 871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3"/>
    </inkml:context>
    <inkml:brush xml:id="br0">
      <inkml:brushProperty name="width" value="0.05" units="cm"/>
      <inkml:brushProperty name="height" value="0.05" units="cm"/>
    </inkml:brush>
  </inkml:definitions>
  <inkml:trace contextRef="#ctx0" brushRef="#br0">38 256 2873 0 0,'0'-10'2544'0'0,"3"-235"8843"0"0,-31 618-9503 0 0,24-308-1391 0 0,5-27-148 0 0,0-29-253 0 0,0 0-1 0 0,-1-1 1 0 0,0 1 0 0 0,-3 16-1 0 0,-5-14-1083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4"/>
    </inkml:context>
    <inkml:brush xml:id="br0">
      <inkml:brushProperty name="width" value="0.05" units="cm"/>
      <inkml:brushProperty name="height" value="0.05" units="cm"/>
    </inkml:brush>
  </inkml:definitions>
  <inkml:trace contextRef="#ctx0" brushRef="#br0">72 62 9010 0 0,'-6'-1'543'0'0,"0"0"1"0"0,0 0-1 0 0,0 0 0 0 0,1-1 0 0 0,-7-3 1 0 0,-1 1 1642 0 0,12 3-2052 0 0,-1 0-1 0 0,1 0 1 0 0,0 0-1 0 0,0 0 1 0 0,0-1-1 0 0,0 1 0 0 0,0 0 1 0 0,0 0-1 0 0,0-1 1 0 0,0 1-1 0 0,1 0 1 0 0,-1-1-1 0 0,0 1 0 0 0,1-1 1 0 0,-1-1-1 0 0,1 2-74 0 0,-1 0-1 0 0,1 0 1 0 0,-1 1 0 0 0,1-1-1 0 0,0 0 1 0 0,0 0-1 0 0,0 0 1 0 0,-1 0 0 0 0,1 1-1 0 0,0-1 1 0 0,0 0-1 0 0,0 0 1 0 0,0 0 0 0 0,0 0-1 0 0,1 0 1 0 0,-1 1-1 0 0,0-1 1 0 0,0 0 0 0 0,0 0-1 0 0,1 0 1 0 0,-1 0-1 0 0,1 1 1 0 0,-1-1 0 0 0,0 0-1 0 0,1 0 1 0 0,-1 1-1 0 0,2-2 1 0 0,-1 2-37 0 0,-1 0-1 0 0,1 0 1 0 0,-1 0 0 0 0,1 0-1 0 0,-1 0 1 0 0,1 0 0 0 0,0 0-1 0 0,-1 0 1 0 0,1 0 0 0 0,-1 0-1 0 0,1 0 1 0 0,0 0 0 0 0,-1 1-1 0 0,1-1 1 0 0,-1 0 0 0 0,1 0-1 0 0,-1 1 1 0 0,1-1 0 0 0,-1 0-1 0 0,1 1 1 0 0,-1-1 0 0 0,0 1-1 0 0,1-1 1 0 0,-1 0 0 0 0,1 1-1 0 0,-1-1 1 0 0,0 1 0 0 0,1-1-1 0 0,-1 1 1 0 0,0 0 0 0 0,1 0-1 0 0,9 18 91 0 0,-9-17-89 0 0,12 26 17 0 0,-7-17 5 0 0,-1-1 0 0 0,7 23 0 0 0,-9-26-12 0 0,0 0 0 0 0,0 1-1 0 0,1-2 1 0 0,-1 1 0 0 0,10 12 0 0 0,-8-12 170 0 0,0 0 0 0 0,-1 0-1 0 0,0 0 1 0 0,6 14 0 0 0,-10-20-160 0 0,1 0 0 0 0,0 0 1 0 0,-1 1-1 0 0,1-1 0 0 0,0 0 0 0 0,0 0 1 0 0,-1 0-1 0 0,1 0 0 0 0,0 0 0 0 0,0 0 1 0 0,0-1-1 0 0,0 1 0 0 0,1 0 0 0 0,-1 0 1 0 0,0-1-1 0 0,0 1 0 0 0,0-1 1 0 0,0 1-1 0 0,1-1 0 0 0,-1 1 0 0 0,0-1 1 0 0,1 0-1 0 0,-1 0 0 0 0,0 1 0 0 0,1-1 1 0 0,-1 0-1 0 0,0 0 0 0 0,1 0 0 0 0,-1-1 1 0 0,0 1-1 0 0,0 0 0 0 0,1 0 1 0 0,-1-1-1 0 0,2 0 0 0 0,3-1 3 0 0,0 1-1 0 0,-1-2 1 0 0,1 1 0 0 0,-1 0-1 0 0,0-1 1 0 0,6-4-1 0 0,-7 3-22 0 0,0 1-1 0 0,0-1 0 0 0,-1-1 0 0 0,0 1 0 0 0,1 0 0 0 0,-2-1 0 0 0,1 0 0 0 0,2-4 0 0 0,16-43-146 0 0,-10 17-3841 0 0,-5 24 459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5"/>
    </inkml:context>
    <inkml:brush xml:id="br0">
      <inkml:brushProperty name="width" value="0.05" units="cm"/>
      <inkml:brushProperty name="height" value="0.05" units="cm"/>
    </inkml:brush>
  </inkml:definitions>
  <inkml:trace contextRef="#ctx0" brushRef="#br0">163 115 768 0 0,'0'0'800'0'0,"0"-12"5725"0"0,0-10-2207 0 0,0 20-4141 0 0,0 1 1 0 0,0-1-1 0 0,-1 1 1 0 0,1-1-1 0 0,0 1 0 0 0,-1-1 1 0 0,1 1-1 0 0,-1-1 1 0 0,0 1-1 0 0,1-1 1 0 0,-1 1-1 0 0,0 0 1 0 0,0-1-1 0 0,0 1 1 0 0,0 0-1 0 0,0 0 1 0 0,0 0-1 0 0,0 0 1 0 0,0 0-1 0 0,0 0 1 0 0,-3-2-1 0 0,3 3-139 0 0,0-1 0 0 0,0 1 0 0 0,0-1 0 0 0,0 1 1 0 0,0 0-1 0 0,0 0 0 0 0,0-1 0 0 0,0 1 0 0 0,0 0 0 0 0,0 0 0 0 0,0 0 0 0 0,0 0 0 0 0,0 0 0 0 0,0 0 1 0 0,0 0-1 0 0,0 0 0 0 0,0 1 0 0 0,0-1 0 0 0,0 0 0 0 0,0 1 0 0 0,0-1 0 0 0,1 0 0 0 0,-1 1 0 0 0,0-1 1 0 0,0 1-1 0 0,0 0 0 0 0,0-1 0 0 0,0 1 0 0 0,1 0 0 0 0,-1-1 0 0 0,0 1 0 0 0,1 0 0 0 0,-2 1 0 0 0,2-2-28 0 0,-22 34 350 0 0,21-33-330 0 0,1 1-1 0 0,-1-1 0 0 0,0 0 0 0 0,1 0 1 0 0,-1 1-1 0 0,1-1 0 0 0,-1 0 0 0 0,1 1 1 0 0,0-1-1 0 0,0 0 0 0 0,-1 1 1 0 0,1-1-1 0 0,0 0 0 0 0,0 1 0 0 0,0-1 1 0 0,0 1-1 0 0,1-1 0 0 0,-1 0 0 0 0,0 1 1 0 0,0-1-1 0 0,1 0 0 0 0,-1 1 1 0 0,1-1-1 0 0,0 0 0 0 0,1 3 0 0 0,0-4-19 0 0,0 1 0 0 0,1-1 0 0 0,-1 0 0 0 0,1 0 0 0 0,-1 1 0 0 0,1-2 0 0 0,-1 1 0 0 0,1 0 0 0 0,-1 0 0 0 0,0-1 0 0 0,1 1 0 0 0,-1-1 0 0 0,3-1 0 0 0,-2 1-6 0 0,2 1 6 0 0,0-1-1 0 0,-1-1 1 0 0,1 1 0 0 0,-1-1-1 0 0,1 1 1 0 0,-1-1-1 0 0,1 0 1 0 0,-1-1-1 0 0,0 1 1 0 0,0-1 0 0 0,0 0-1 0 0,0 0 1 0 0,-1 0-1 0 0,1-1 1 0 0,-1 1-1 0 0,0-1 1 0 0,3-4-1 0 0,0-3 16 0 0,-4 8-2 0 0,0-1-1 0 0,0 1 1 0 0,-1 0 0 0 0,1-1 0 0 0,-1 1-1 0 0,0 0 1 0 0,1-7 0 0 0,-2 9-18 0 0,0 0 0 0 0,0 0 0 0 0,0 0 1 0 0,0 0-1 0 0,-1 0 0 0 0,1-1 0 0 0,0 1 0 0 0,-1 0 0 0 0,1 0 1 0 0,-1 0-1 0 0,1 0 0 0 0,-1 0 0 0 0,0 0 0 0 0,1 0 0 0 0,-1 1 1 0 0,0-1-1 0 0,1 0 0 0 0,-1 0 0 0 0,0 0 0 0 0,0 1 0 0 0,0-1 1 0 0,0 0-1 0 0,0 1 0 0 0,0-1 0 0 0,0 1 0 0 0,0-1 0 0 0,0 1 0 0 0,0-1 1 0 0,-2 1-1 0 0,-3-2 22 0 0,0 0 0 0 0,0 1 1 0 0,0-1-1 0 0,-1 2 0 0 0,1-1 0 0 0,0 1 0 0 0,0 0 1 0 0,-1 0-1 0 0,1 0 0 0 0,-11 3 0 0 0,-5 2 242 0 0,-35 14 0 0 0,29-10-210 0 0,27-8-61 0 0,0 0 1 0 0,0 0-1 0 0,-1 0 1 0 0,1 0-1 0 0,0 0 1 0 0,0 0-1 0 0,0 0 1 0 0,0 1-1 0 0,0-1 1 0 0,1 0-1 0 0,-1 0 1 0 0,0 1-1 0 0,0-1 1 0 0,0 3-1 0 0,0-3 3 0 0,1 0 0 0 0,0 0 0 0 0,-1-1 0 0 0,1 1 0 0 0,0 0 0 0 0,0 0-1 0 0,-1 0 1 0 0,1 0 0 0 0,0 0 0 0 0,0-1 0 0 0,0 1 0 0 0,0 0 0 0 0,0 0 0 0 0,0 0 0 0 0,0 0 0 0 0,1 0 0 0 0,-1 0 0 0 0,0-1-1 0 0,0 1 1 0 0,1 0 0 0 0,-1 0 0 0 0,0 0 0 0 0,1-1 0 0 0,-1 1 0 0 0,1 0 0 0 0,-1 0 0 0 0,2 1 0 0 0,4 1 6 0 0,1 1 1 0 0,0-1-1 0 0,0 0 0 0 0,1 0 1 0 0,-1-1-1 0 0,0 0 1 0 0,1-1-1 0 0,-1 1 1 0 0,1-1-1 0 0,0-1 1 0 0,-1 0-1 0 0,1 0 0 0 0,-1 0 1 0 0,1-1-1 0 0,0 0 1 0 0,-1 0-1 0 0,1-1 1 0 0,-1 0-1 0 0,0 0 1 0 0,1-1-1 0 0,-1 0 0 0 0,0 0 1 0 0,10-7-1 0 0,-15 9 29 0 0,0-1-1 0 0,-1 0 1 0 0,1 1-1 0 0,0-1 1 0 0,-1 0-1 0 0,1 0 1 0 0,-1 0-1 0 0,0 0 1 0 0,1 0-1 0 0,0-4 1 0 0,-1 6 1 0 0,-1-1 0 0 0,0 0 0 0 0,1 0 0 0 0,-1 1 0 0 0,0-1-1 0 0,0 0 1 0 0,1 0 0 0 0,-1 0 0 0 0,0 0 0 0 0,0 1 0 0 0,0-1 0 0 0,0 0 0 0 0,0 0 0 0 0,0 0 0 0 0,0 0 0 0 0,0 1 0 0 0,0-1 0 0 0,-1 0 0 0 0,1 0 0 0 0,0 0 0 0 0,0 0 0 0 0,-1 1 0 0 0,1-1 0 0 0,0 0 0 0 0,-1 0 0 0 0,1 1 0 0 0,-1-1 0 0 0,1 0 0 0 0,-1 1 0 0 0,0-1 0 0 0,1 1 0 0 0,-1-1 0 0 0,0 0 0 0 0,0 0 0 0 0,-4-1-29 0 0,1 0 0 0 0,-1 0 1 0 0,0 1-1 0 0,0-1 0 0 0,1 1 1 0 0,-1 0-1 0 0,0 1 0 0 0,0-1 0 0 0,0 1 1 0 0,0 0-1 0 0,0 0 0 0 0,0 0 1 0 0,0 1-1 0 0,0 0 0 0 0,0 0 1 0 0,0 0-1 0 0,0 1 0 0 0,1-1 1 0 0,-1 1-1 0 0,1 0 0 0 0,-8 5 0 0 0,10-6-389 0 0,0 1-1 0 0,1-1 0 0 0,-1 1 0 0 0,1 0 0 0 0,-1 0 0 0 0,1 0 0 0 0,0 0 0 0 0,0 0 1 0 0,-1 0-1 0 0,1 0 0 0 0,0 3 0 0 0,1-5 355 0 0,-4 7-4020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6"/>
    </inkml:context>
    <inkml:brush xml:id="br0">
      <inkml:brushProperty name="width" value="0.05" units="cm"/>
      <inkml:brushProperty name="height" value="0.05" units="cm"/>
    </inkml:brush>
  </inkml:definitions>
  <inkml:trace contextRef="#ctx0" brushRef="#br0">233 66 4225 0 0,'0'0'1076'0'0,"-6"-10"3965"0"0,-2-3-3430 0 0,7 10-1466 0 0,-1 0 0 0 0,0 0 1 0 0,1 1-1 0 0,-1-1 0 0 0,0 1 0 0 0,-1-1 0 0 0,1 1 0 0 0,0 0 0 0 0,-1-1 0 0 0,1 1 1 0 0,-1 1-1 0 0,0-1 0 0 0,0 0 0 0 0,0 1 0 0 0,1-1 0 0 0,-2 1 0 0 0,1 0 0 0 0,0 0 1 0 0,0 0-1 0 0,0 0 0 0 0,0 0 0 0 0,-1 1 0 0 0,1 0 0 0 0,0-1 0 0 0,0 1 1 0 0,-1 1-1 0 0,-4-1 0 0 0,3 1-75 0 0,0 0 0 0 0,1 0 1 0 0,-1 0-1 0 0,0 1 1 0 0,0 0-1 0 0,1 0 0 0 0,-1 0 1 0 0,1 0-1 0 0,0 1 0 0 0,0-1 1 0 0,-1 1-1 0 0,2 0 1 0 0,-1 0-1 0 0,0 1 0 0 0,1-1 1 0 0,-4 5-1 0 0,2-2 7 0 0,1 0 0 0 0,0 0 1 0 0,0 0-1 0 0,0 0 0 0 0,1 1 0 0 0,0 0 1 0 0,0-1-1 0 0,1 1 0 0 0,0 0 0 0 0,-2 9 1 0 0,-7 15 275 0 0,9-28-311 0 0,0 0 1 0 0,1 0-1 0 0,-1-1 0 0 0,1 1 0 0 0,0 0 1 0 0,0 0-1 0 0,0 1 0 0 0,0-1 0 0 0,1 0 1 0 0,-1 0-1 0 0,1 0 0 0 0,0 0 0 0 0,0 0 1 0 0,0 1-1 0 0,0-1 0 0 0,0 0 0 0 0,1 0 1 0 0,0 4-1 0 0,1-5-31 0 0,-1-1 1 0 0,1 1-1 0 0,0 0 1 0 0,-1 0 0 0 0,1-1-1 0 0,0 1 1 0 0,0-1-1 0 0,0 0 1 0 0,0 1-1 0 0,0-1 1 0 0,0 0-1 0 0,1 0 1 0 0,3 1 0 0 0,31 7 62 0 0,-26-7-132 0 0,0-1 1 0 0,0-1-1 0 0,-1 0 1 0 0,1-1-1 0 0,0 0 1 0 0,0 0-1 0 0,0-1 1 0 0,-1 0-1 0 0,14-5 1 0 0,-16 3-1748 0 0,0 1 0 0 0,0-1 0 0 0,15-10 0 0 0,-18 10-1293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7"/>
    </inkml:context>
    <inkml:brush xml:id="br0">
      <inkml:brushProperty name="width" value="0.05" units="cm"/>
      <inkml:brushProperty name="height" value="0.05" units="cm"/>
    </inkml:brush>
  </inkml:definitions>
  <inkml:trace contextRef="#ctx0" brushRef="#br0">20 171 4377 0 0,'0'0'48'0'0,"0"-16"3687"0"0,0-61-1354 0 0,0-1 3879 0 0,0 87-5515 0 0,-20 287 92 0 0,20-295-1012 0 0,0-1-285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8"/>
    </inkml:context>
    <inkml:brush xml:id="br0">
      <inkml:brushProperty name="width" value="0.05" units="cm"/>
      <inkml:brushProperty name="height" value="0.05" units="cm"/>
    </inkml:brush>
  </inkml:definitions>
  <inkml:trace contextRef="#ctx0" brushRef="#br0">377 247 2048 0 0,'1'-12'3667'0'0,"16"-76"-1288"0"0,1 4 793 0 0,-13 60-1892 0 0,0-14 1023 0 0,-5 38-2090 0 0,0 17 95 0 0,-2 13-230 0 0,-1-1 0 0 0,-2 0 1 0 0,-1-1-1 0 0,-1 1 0 0 0,-21 50 0 0 0,10-28 170 0 0,11-10 226 0 0,7-36-407 0 0,-1 0-1 0 0,1 0 1 0 0,-1 0 0 0 0,0 0-1 0 0,0 0 1 0 0,-1 0 0 0 0,0 0-1 0 0,0 0 1 0 0,-4 8 0 0 0,4-11-45 0 0,0 0 0 0 0,1 1 0 0 0,-1-1 0 0 0,-1 0 0 0 0,1 0 0 0 0,0 0 1 0 0,0 0-1 0 0,-1-1 0 0 0,1 1 0 0 0,-1-1 0 0 0,0 1 0 0 0,-2 0 0 0 0,-10 6 99 0 0,-21 14 671 0 0,27-22-771 0 0,-10 1-3 0 0,16 2-13 0 0,10 4-4 0 0,-1-5-2 0 0,0 0 0 0 0,0 0 0 0 0,0 0 0 0 0,1-1 0 0 0,-1 0 0 0 0,1 0-1 0 0,-1-1 1 0 0,8 0 0 0 0,1 1-5 0 0,9 1-7 0 0,3 0 1 0 0,53 10 0 0 0,-79-12 17 0 0,0 0 1 0 0,0 0-1 0 0,0 0 1 0 0,0 1-1 0 0,0-1 1 0 0,-1 0-1 0 0,1 1 0 0 0,0-1 1 0 0,0 1-1 0 0,0-1 1 0 0,-1 1-1 0 0,1-1 1 0 0,0 1-1 0 0,0 0 0 0 0,-1-1 1 0 0,1 1-1 0 0,0 0 1 0 0,-1-1-1 0 0,1 1 1 0 0,-1 0-1 0 0,1 0 0 0 0,0 1 1 0 0,-1-1-6 0 0,0-1 0 0 0,0 1-1 0 0,-1 0 1 0 0,1 0 0 0 0,0-1 0 0 0,0 1 0 0 0,0 0 0 0 0,0 0 0 0 0,-1-1 0 0 0,1 1-1 0 0,0 0 1 0 0,-1-1 0 0 0,1 1 0 0 0,-1 0 0 0 0,1-1 0 0 0,-1 1 0 0 0,1-1 0 0 0,-1 1-1 0 0,1-1 1 0 0,-1 1 0 0 0,1-1 0 0 0,-1 1 0 0 0,0-1 0 0 0,1 1 0 0 0,-1-1 0 0 0,0 0 0 0 0,1 1-1 0 0,-2-1 1 0 0,-20 11 16 0 0,-1-2 0 0 0,-24 6 0 0 0,0 1 10 0 0,26-10-9 0 0,16-5-16 0 0,0 1 0 0 0,0-1 0 0 0,1 1 0 0 0,-1 0 1 0 0,-7 4-1 0 0,11-5-1 0 0,0-1 0 0 0,1 1 0 0 0,-1 0 0 0 0,0 0 0 0 0,1 0 0 0 0,-1 0 0 0 0,1 0 0 0 0,-1 0 0 0 0,1 0 0 0 0,-1 0 0 0 0,1 0 0 0 0,0 0 0 0 0,-1 0 0 0 0,1 0 0 0 0,0 0 0 0 0,0 0 0 0 0,0 0 0 0 0,0 0 0 0 0,0 0 0 0 0,0 0 0 0 0,0 0 1 0 0,0 0-1 0 0,1 0 0 0 0,-1 1 0 0 0,0-1 0 0 0,0 0 0 0 0,1 0 0 0 0,-1 0 0 0 0,1 0 0 0 0,-1-1 0 0 0,1 1 0 0 0,0 0 0 0 0,0 1 0 0 0,13 3 1 0 0,0-1-1 0 0,0-1 1 0 0,1 0 0 0 0,-1-1-1 0 0,0-1 1 0 0,18 0-1 0 0,-13-1 6 0 0,-1 2 0 0 0,1 0 0 0 0,23 6 0 0 0,-33-6 6 0 0,-7-2-3 0 0,0 1 0 0 0,0-1-1 0 0,0 1 1 0 0,0 0-1 0 0,0-1 1 0 0,0 1-1 0 0,0 0 1 0 0,0 0 0 0 0,-1 0-1 0 0,4 2 1 0 0,-4-2-8 0 0,-1 0 0 0 0,0 0 0 0 0,1 0 0 0 0,-1 0 1 0 0,0 0-1 0 0,0 0 0 0 0,0 1 0 0 0,1-1 0 0 0,-1 0 1 0 0,0 0-1 0 0,-1 0 0 0 0,1 0 0 0 0,0 0 0 0 0,0 0 0 0 0,0 0 1 0 0,0 0-1 0 0,-1 0 0 0 0,1 0 0 0 0,-1 0 0 0 0,1 0 1 0 0,-1 0-1 0 0,1 0 0 0 0,-1-1 0 0 0,1 1 0 0 0,-1 0 1 0 0,-1 1-1 0 0,-2 4 6 0 0,-1-1 1 0 0,1 0-1 0 0,-2 0 1 0 0,1 0-1 0 0,0-1 1 0 0,-1 0-1 0 0,0 0 1 0 0,0 0-1 0 0,0-1 1 0 0,-1 0-1 0 0,1 0 1 0 0,-13 4-1 0 0,10-4 3 0 0,1 0 0 0 0,-1 1 0 0 0,1 0 0 0 0,-1 1 0 0 0,2 0 0 0 0,-15 11-1 0 0,21-15-6 0 0,1-1-1 0 0,-1 1 1 0 0,0 0-1 0 0,1-1 1 0 0,-1 1-1 0 0,0 0 1 0 0,1-1-1 0 0,-1 1 1 0 0,1 0-1 0 0,-1 0 1 0 0,1 0-1 0 0,0 0 0 0 0,-1-1 1 0 0,1 1-1 0 0,0 0 1 0 0,0 0-1 0 0,-1 0 1 0 0,1 0-1 0 0,0 0 1 0 0,0 1-1 0 0,0-1 0 0 0,1-1-1 0 0,-1 1 1 0 0,0-1 0 0 0,1 1-1 0 0,-1 0 1 0 0,1-1-1 0 0,-1 1 1 0 0,0-1 0 0 0,1 1-1 0 0,-1-1 1 0 0,1 1-1 0 0,0-1 1 0 0,-1 0 0 0 0,1 1-1 0 0,-1-1 1 0 0,1 0-1 0 0,0 1 1 0 0,-1-1 0 0 0,1 0-1 0 0,1 1 1 0 0,6 1 8 0 0,0-1 0 0 0,0 1 0 0 0,15-1 0 0 0,-5 1 14 0 0,-15-1-27 0 0,-1 0 1 0 0,0 1-1 0 0,1-1 1 0 0,-1 1-1 0 0,0-1 1 0 0,0 1-1 0 0,0 0 1 0 0,0 0-1 0 0,0 0 1 0 0,0 0-1 0 0,-1 0 1 0 0,1 0-1 0 0,-1 1 1 0 0,1-1-1 0 0,-1 1 1 0 0,0-1-1 0 0,0 1 1 0 0,0-1-1 0 0,0 1 1 0 0,0 3-1 0 0,2 5 19 0 0,0 1 0 0 0,-1-1 0 0 0,1 18-1 0 0,-3 112 1427 0 0,0-140-1319 0 0,-12-1-124 0 0,0 1 0 0 0,0 0 0 0 0,0 1 0 0 0,0 0 0 0 0,1 1 0 0 0,-1 1 0 0 0,-20 8 0 0 0,2 4 0 0 0,-42 27 0 0 0,47-30 11 0 0,19-11-10 0 0,1 1 0 0 0,0-1-1 0 0,0 1 1 0 0,-7 5-1 0 0,-3 5-30 0 0,-8 5 31 0 0,2 1 0 0 0,-29 33-1 0 0,28-33 63 0 0,12-12-62 0 0,-12 15 60 0 0,18-10-3706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19"/>
    </inkml:context>
    <inkml:brush xml:id="br0">
      <inkml:brushProperty name="width" value="0.05" units="cm"/>
      <inkml:brushProperty name="height" value="0.05" units="cm"/>
    </inkml:brush>
  </inkml:definitions>
  <inkml:trace contextRef="#ctx0" brushRef="#br0">16 256 3729 0 0,'0'0'2431'0'0,"-16"-6"5328"0"0,16 5-7729 0 0,1 0-1 0 0,-1 0 1 0 0,0 1 0 0 0,1-1-1 0 0,-1 0 1 0 0,0 0 0 0 0,1 1-1 0 0,-1-1 1 0 0,1 0 0 0 0,-1 1-1 0 0,1-1 1 0 0,-1 1-1 0 0,1-1 1 0 0,0 0 0 0 0,-1 1-1 0 0,1-1 1 0 0,0 1 0 0 0,-1 0-1 0 0,1-1 1 0 0,0 1 0 0 0,0 0-1 0 0,-1-1 1 0 0,1 1 0 0 0,0 0-1 0 0,0 0 1 0 0,-1-1 0 0 0,1 1-1 0 0,0 0 1 0 0,0 0 0 0 0,0 0-1 0 0,0 0 1 0 0,-1 0 0 0 0,2 1-1 0 0,8-3 33 0 0,10-5-1 0 0,0 0 1 0 0,-1-2 0 0 0,25-14 0 0 0,55-39 97 0 0,-92 58-145 0 0,43-36 59 0 0,-13 9 46 0 0,-20 10 275 0 0,-16 19-327 0 0,0 0-1 0 0,0 0 1 0 0,1 0 0 0 0,-1 0-1 0 0,1 0 1 0 0,-1 0 0 0 0,1 0 0 0 0,0 1-1 0 0,-1-1 1 0 0,1 1 0 0 0,0-1-1 0 0,0 1 1 0 0,0 0 0 0 0,0-1 0 0 0,0 1-1 0 0,0 0 1 0 0,4-1 0 0 0,-4 3-34 0 0,0 0 1 0 0,0 0-1 0 0,0 0 1 0 0,-1 0-1 0 0,1 0 0 0 0,0 0 1 0 0,0 0-1 0 0,-1 1 1 0 0,1-1-1 0 0,-1 1 1 0 0,1-1-1 0 0,-1 1 1 0 0,2 2-1 0 0,15 13 123 0 0,-7-11-637 0 0,1-2-1 0 0,-1 1 1 0 0,1-2 0 0 0,14 4 0 0 0,-15-6-1698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0"/>
    </inkml:context>
    <inkml:brush xml:id="br0">
      <inkml:brushProperty name="width" value="0.05" units="cm"/>
      <inkml:brushProperty name="height" value="0.05" units="cm"/>
    </inkml:brush>
  </inkml:definitions>
  <inkml:trace contextRef="#ctx0" brushRef="#br0">78 81 1352 0 0,'0'-7'3490'0'0,"0"-19"-820"0"0,0 23-2076 0 0,0 1-1 0 0,-1-1 0 0 0,1 0 0 0 0,0 0 1 0 0,-1 0-1 0 0,0 1 0 0 0,0-1 0 0 0,0 0 1 0 0,-2-4-1 0 0,3 6-553 0 0,0 1 0 0 0,-1 0 0 0 0,1-1 0 0 0,0 1 0 0 0,0 0 1 0 0,-1-1-1 0 0,1 1 0 0 0,0 0 0 0 0,-1 0 0 0 0,1-1 0 0 0,0 1 0 0 0,-1 0 0 0 0,1 0 1 0 0,0-1-1 0 0,-1 1 0 0 0,1 0 0 0 0,-1 0 0 0 0,1 0 0 0 0,0 0 0 0 0,-1 0 0 0 0,1 0 0 0 0,-1 0 1 0 0,1 0-1 0 0,0 0 0 0 0,-1 0 0 0 0,1 0 0 0 0,-1 0 0 0 0,0 0-14 0 0,-1 1-1 0 0,1 0 1 0 0,0-1-1 0 0,0 1 1 0 0,0 0-1 0 0,0 0 1 0 0,0-1 0 0 0,0 1-1 0 0,0 0 1 0 0,0 0-1 0 0,1 0 1 0 0,-1 0-1 0 0,-1 3 1 0 0,1-4-14 0 0,-16 31 369 0 0,16-29-293 0 0,0 0 0 0 0,0 0 0 0 0,0 0 0 0 0,1 0 0 0 0,-1 0 0 0 0,1 0 0 0 0,0 1 0 0 0,-1-1 0 0 0,1 0 0 0 0,0 0-1 0 0,0 0 1 0 0,0 1 0 0 0,1-1 0 0 0,0 3 0 0 0,-1-5-70 0 0,0 1-1 0 0,0-1 0 0 0,0 0 0 0 0,0 1 1 0 0,0-1-1 0 0,0 0 0 0 0,0 1 0 0 0,0-1 1 0 0,0 0-1 0 0,0 1 0 0 0,0-1 1 0 0,1 0-1 0 0,-1 1 0 0 0,0-1 0 0 0,0 0 1 0 0,0 0-1 0 0,1 1 0 0 0,-1-1 1 0 0,0 0-1 0 0,0 0 0 0 0,1 1 0 0 0,-1-1 1 0 0,0 0-1 0 0,0 0 0 0 0,1 0 0 0 0,-1 0 1 0 0,0 1-1 0 0,1-1 0 0 0,-1 0 1 0 0,0 0-1 0 0,1 0 0 0 0,-1 0 0 0 0,0 0 1 0 0,1 0-1 0 0,-1 0 0 0 0,0 0 1 0 0,1 0-1 0 0,-1 0 0 0 0,0 0 0 0 0,1 0 1 0 0,-1 0-1 0 0,0 0 0 0 0,1 0 0 0 0,-1 0 1 0 0,0 0-1 0 0,1-1 0 0 0,-1 1 1 0 0,0 0-1 0 0,0 0 0 0 0,1 0 0 0 0,-1 0 1 0 0,0-1-1 0 0,0 1 0 0 0,1 0 1 0 0,-1 0-1 0 0,0-1 0 0 0,0 1 0 0 0,1 0 1 0 0,-1 0-1 0 0,0-1 0 0 0,0 0 0 0 0,11-15 159 0 0,-4 0-190 0 0,-5 13 86 0 0,0 0 0 0 0,0 0 0 0 0,-1-1 0 0 0,1 1 0 0 0,-1-1 0 0 0,1-6 0 0 0,-2 9-59 0 0,0 0-1 0 0,0 0 1 0 0,0 0 0 0 0,0 0 0 0 0,0 0-1 0 0,0 0 1 0 0,-1 0 0 0 0,1 0-1 0 0,0 0 1 0 0,-1 0 0 0 0,1 0 0 0 0,-1 0-1 0 0,1 0 1 0 0,-1 0 0 0 0,1 0 0 0 0,-1 0-1 0 0,0 1 1 0 0,1-1 0 0 0,-1 0-1 0 0,0 0 1 0 0,0 1 0 0 0,0-1 0 0 0,1 0-1 0 0,-1 1 1 0 0,0-1 0 0 0,0 1 0 0 0,0-1-1 0 0,-1 0 1 0 0,-2 0 23 0 0,0 0 1 0 0,1 0-1 0 0,-1 0 1 0 0,0 0-1 0 0,0 0 0 0 0,1 1 1 0 0,-1-1-1 0 0,0 1 1 0 0,-6 0-1 0 0,4 0-3 0 0,6 0-33 0 0,12 5-3519 0 0,10 0 106 0 0,-10-2 590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1"/>
    </inkml:context>
    <inkml:brush xml:id="br0">
      <inkml:brushProperty name="width" value="0.05" units="cm"/>
      <inkml:brushProperty name="height" value="0.05" units="cm"/>
    </inkml:brush>
  </inkml:definitions>
  <inkml:trace contextRef="#ctx0" brushRef="#br0">31 137 5833 0 0,'-3'-136'10576'0'0,"-10"238"-10359"0"0,6-63 57 0 0,3 1 1 0 0,1 0-1 0 0,2 51 1 0 0,1-90-263 0 0,0 0 1 0 0,0 0-1 0 0,0 0 1 0 0,0 1-1 0 0,1-1 1 0 0,-1 0-1 0 0,0 0 1 0 0,0 0-1 0 0,1 0 1 0 0,-1 0-1 0 0,0 0 1 0 0,1 0-1 0 0,-1 0 1 0 0,1 0-1 0 0,0 0 0 0 0,-1-1 1 0 0,1 1-1 0 0,-1 0 1 0 0,1 0-1 0 0,0 0 1 0 0,0-1-1 0 0,0 1 1 0 0,-1 0-1 0 0,1-1 1 0 0,0 1-1 0 0,0 0 1 0 0,0-1-1 0 0,0 1 1 0 0,0-1-1 0 0,0 0 1 0 0,0 1-1 0 0,0-1 1 0 0,0 0-1 0 0,0 0 1 0 0,0 0-1 0 0,0 1 1 0 0,1-1-1 0 0,0 0 1 0 0,23 6 60 0 0,-18-3-38 0 0,0 1-11 0 0,1 0 1 0 0,0-1-1 0 0,0 0 0 0 0,0 0 0 0 0,1-1 1 0 0,-1 0-1 0 0,0-1 0 0 0,17 1 0 0 0,5-1-14 0 0,-16 0 11 0 0,-1-1 1 0 0,1 0 0 0 0,18-3-1 0 0,-20-4-1225 0 0,-7 0-4696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2"/>
    </inkml:context>
    <inkml:brush xml:id="br0">
      <inkml:brushProperty name="width" value="0.05" units="cm"/>
      <inkml:brushProperty name="height" value="0.05" units="cm"/>
    </inkml:brush>
  </inkml:definitions>
  <inkml:trace contextRef="#ctx0" brushRef="#br0">0 28 8090 0 0,'5'-2'7586'0'0,"25"-7"-7493"0"0,29 1-886 0 0,83 1 0 0 0,-136 5-2212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3"/>
    </inkml:context>
    <inkml:brush xml:id="br0">
      <inkml:brushProperty name="width" value="0.05" units="cm"/>
      <inkml:brushProperty name="height" value="0.05" units="cm"/>
    </inkml:brush>
  </inkml:definitions>
  <inkml:trace contextRef="#ctx0" brushRef="#br0">7 99 9138 0 0,'0'0'671'0'0,"-6"-14"3658"0"0,7 12-4213 0 0,0 1 1 0 0,1-1 0 0 0,-1 1-1 0 0,1 0 1 0 0,-1-1-1 0 0,1 1 1 0 0,-1 0 0 0 0,1 0-1 0 0,0 0 1 0 0,0 0 0 0 0,-1 0-1 0 0,3 0 1 0 0,3-3 64 0 0,18-7 9 0 0,0 1-1 0 0,1 1 0 0 0,0 1 0 0 0,0 1 0 0 0,0 2 0 0 0,30-3 1 0 0,13 1-265 0 0,-24 9-3448 0 0,-35-1-37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4"/>
    </inkml:context>
    <inkml:brush xml:id="br0">
      <inkml:brushProperty name="width" value="0.05" units="cm"/>
      <inkml:brushProperty name="height" value="0.05" units="cm"/>
    </inkml:brush>
  </inkml:definitions>
  <inkml:trace contextRef="#ctx0" brushRef="#br0">0 54 13155 0 0,'0'0'120'0'0,"6"-22"1121"0"0,-4 21-1203 0 0,0-1 0 0 0,1 0 0 0 0,-1 0-1 0 0,1 1 1 0 0,-1-1 0 0 0,1 1 0 0 0,-1 0-1 0 0,1 0 1 0 0,0 0 0 0 0,0 0 0 0 0,4 0-1 0 0,13-6 75 0 0,-19 6-98 0 0,1 0 1 0 0,-1 0-1 0 0,1 0 1 0 0,-1 0-1 0 0,1 1 1 0 0,0-1-1 0 0,-1 0 1 0 0,1 1-1 0 0,0 0 1 0 0,0-1 0 0 0,-1 1-1 0 0,1 0 1 0 0,0 0-1 0 0,0 0 1 0 0,-1 0-1 0 0,1 0 1 0 0,0 0-1 0 0,0 0 1 0 0,0 1 0 0 0,-1-1-1 0 0,1 1 1 0 0,0-1-1 0 0,-1 1 1 0 0,1 0-1 0 0,-1-1 1 0 0,1 1-1 0 0,0 0 1 0 0,-1 0-1 0 0,0 0 1 0 0,1 0 0 0 0,-1 1-1 0 0,0-1 1 0 0,1 0-1 0 0,-1 1 1 0 0,0-1-1 0 0,0 0 1 0 0,0 1-1 0 0,0-1 1 0 0,0 1-1 0 0,-1 0 1 0 0,1-1 0 0 0,0 3-1 0 0,3 4 52 0 0,-1 1 1 0 0,0 0-1 0 0,-1-1 0 0 0,0 1 1 0 0,-1 0-1 0 0,1 16 0 0 0,-2-13 86 0 0,-1-1 1 0 0,0 0-1 0 0,-1 0 1 0 0,0 0-1 0 0,-1 0 0 0 0,0-1 1 0 0,-1 1-1 0 0,-7 13 0 0 0,-6 22 776 0 0,17-46-910 0 0,-1 1 0 0 0,1 0 0 0 0,-1 0 0 0 0,1 0 0 0 0,0-1-1 0 0,0 1 1 0 0,0 0 0 0 0,-1 0 0 0 0,1 0 0 0 0,0 0 0 0 0,0 0 0 0 0,0 0-1 0 0,0-1 1 0 0,0 1 0 0 0,0 0 0 0 0,1 0 0 0 0,-1 0 0 0 0,0 0 0 0 0,0 0-1 0 0,1-1 1 0 0,-1 1 0 0 0,0 0 0 0 0,1 0 0 0 0,0 1 0 0 0,0-1-18 0 0,1-1 1 0 0,-1 1 0 0 0,1 0-1 0 0,0 0 1 0 0,-1-1-1 0 0,1 1 1 0 0,0-1-1 0 0,-1 0 1 0 0,1 1 0 0 0,0-1-1 0 0,2 0 1 0 0,12 1-80 0 0,-1-2 1 0 0,1 1 0 0 0,0-2 0 0 0,-1 0-1 0 0,0-1 1 0 0,18-6 0 0 0,26-3-3697 0 0,-41 9-1007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5"/>
    </inkml:context>
    <inkml:brush xml:id="br0">
      <inkml:brushProperty name="width" value="0.05" units="cm"/>
      <inkml:brushProperty name="height" value="0.05" units="cm"/>
    </inkml:brush>
  </inkml:definitions>
  <inkml:trace contextRef="#ctx0" brushRef="#br0">118 0 2048 0 0,'0'0'317'0'0,"-22"2"2383"0"0,5 2-1949 0 0,-30 10 0 0 0,30-8-321 0 0,16-6-424 0 0,0 0 0 0 0,1 0-1 0 0,-1 1 1 0 0,0-1 0 0 0,1 0-1 0 0,-1 0 1 0 0,1 0-1 0 0,-1 1 1 0 0,0-1 0 0 0,1 0-1 0 0,-1 1 1 0 0,1-1 0 0 0,-1 1-1 0 0,0-1 1 0 0,1 1-1 0 0,0-1 1 0 0,-1 1 0 0 0,1-1-1 0 0,-1 1 1 0 0,1-1 0 0 0,-1 1-1 0 0,1-1 1 0 0,0 1-1 0 0,0 0 1 0 0,-1-1 0 0 0,1 1-1 0 0,0 0 1 0 0,0-1-1 0 0,0 1 1 0 0,-1 0 0 0 0,1-1-1 0 0,0 1 1 0 0,0 0 0 0 0,0-1-1 0 0,0 1 1 0 0,0 0-1 0 0,0 0 1 0 0,1-1 0 0 0,-1 1-1 0 0,0 0 1 0 0,0-1 0 0 0,1 2-1 0 0,0-1 16 0 0,0 1 0 0 0,0 0 1 0 0,0-1-1 0 0,0 1 0 0 0,0-1 0 0 0,1 1 0 0 0,-1-1 0 0 0,0 0 0 0 0,1 0 1 0 0,0 1-1 0 0,-1-1 0 0 0,1 0 0 0 0,-1 0 0 0 0,3 0 0 0 0,1 1 14 0 0,1 0 0 0 0,-1 0 0 0 0,0-1 0 0 0,1 0-1 0 0,-1 0 1 0 0,1-1 0 0 0,-1 1 0 0 0,1-1 0 0 0,-1 0 0 0 0,8-2 0 0 0,1-1 78 0 0,1 0 1 0 0,20-8 0 0 0,-18 5-73 0 0,-17 6-38 0 0,1 0 1 0 0,0-1-1 0 0,-1 1 1 0 0,1 0-1 0 0,-1 0 1 0 0,1 0-1 0 0,-1-1 1 0 0,1 1-1 0 0,-1 0 1 0 0,1-1-1 0 0,-1 1 1 0 0,1 0 0 0 0,-1-1-1 0 0,1 1 1 0 0,-1-1-1 0 0,1 1 1 0 0,-1-1-1 0 0,0 1 1 0 0,1-1-1 0 0,-1 1 1 0 0,0-1-1 0 0,1 1 1 0 0,-1-1-1 0 0,0 1 1 0 0,0-1-1 0 0,0 1 1 0 0,1-1-1 0 0,-1 0 1 0 0,0 1-1 0 0,0-1 1 0 0,0 1-1 0 0,0-1 1 0 0,0 0-1 0 0,0 1 1 0 0,0-1-1 0 0,0 1 1 0 0,0-1 0 0 0,-1 0-1 0 0,1 0-4 0 0,-1 0 0 0 0,1 0 0 0 0,-1 0 0 0 0,1 0 1 0 0,-1 1-1 0 0,1-1 0 0 0,-1 0 0 0 0,0 0 0 0 0,1 1 0 0 0,-1-1 0 0 0,0 0 0 0 0,0 1 1 0 0,1-1-1 0 0,-1 1 0 0 0,0-1 0 0 0,0 1 0 0 0,0 0 0 0 0,0-1 0 0 0,0 1 0 0 0,0 0 0 0 0,0-1 1 0 0,0 1-1 0 0,-1 0 0 0 0,-44-1 114 0 0,43 1-92 0 0,1 1-1 0 0,-1-1 1 0 0,0 1-1 0 0,0-1 1 0 0,0 1-1 0 0,1 0 1 0 0,-1 0-1 0 0,0 0 1 0 0,1 0-1 0 0,-1 1 0 0 0,1-1 1 0 0,-1 1-1 0 0,-2 2 1 0 0,4-4-17 0 0,1 0 1 0 0,0 1-1 0 0,0-1 1 0 0,-1 0 0 0 0,1 0-1 0 0,0 1 1 0 0,0-1-1 0 0,-1 0 1 0 0,1 0-1 0 0,0 1 1 0 0,0-1-1 0 0,0 0 1 0 0,-1 1-1 0 0,1-1 1 0 0,0 0-1 0 0,0 1 1 0 0,0-1-1 0 0,0 0 1 0 0,0 1-1 0 0,0-1 1 0 0,0 0 0 0 0,0 1-1 0 0,0-1 1 0 0,0 0-1 0 0,0 1 1 0 0,0-1-1 0 0,0 0 1 0 0,0 1-1 0 0,0-1 1 0 0,0 1-1 0 0,0-1 1 0 0,0 0-1 0 0,0 0 1 0 0,1 1-1 0 0,11 5 204 0 0,17-3 145 0 0,-28-3-336 0 0,1 0 0 0 0,-1 0-1 0 0,0-1 1 0 0,0 1 0 0 0,0 0 0 0 0,0-1 0 0 0,1 1 0 0 0,-1-1 0 0 0,0 0 0 0 0,0 1 0 0 0,0-1 0 0 0,0 0 0 0 0,0 1 0 0 0,0-1 0 0 0,1-1 0 0 0,-1-5-34 0 0,-12 2 23 0 0,5 4 5 0 0,-1 0 1 0 0,0 1 0 0 0,0 0-1 0 0,0 0 1 0 0,0 1 0 0 0,1 0-1 0 0,-1 0 1 0 0,0 1 0 0 0,1 0-1 0 0,-1 0 1 0 0,-10 5 0 0 0,15-6 20 0 0,1 0 0 0 0,0-1 0 0 0,0 1 0 0 0,0 0 1 0 0,0 0-1 0 0,0 0 0 0 0,0 0 0 0 0,0 0 0 0 0,1 0 0 0 0,-1 0 1 0 0,0 0-1 0 0,0 1 0 0 0,0-1-16 0 0,1-1 1 0 0,0 0-1 0 0,0 1 1 0 0,0-1-1 0 0,0 0 1 0 0,0 1-1 0 0,0-1 1 0 0,0 0-1 0 0,0 1 1 0 0,0-1-1 0 0,0 0 1 0 0,0 1-1 0 0,0-1 1 0 0,1 0-1 0 0,-1 1 1 0 0,0-1-1 0 0,0 0 1 0 0,0 1-1 0 0,0-1 1 0 0,0 0-1 0 0,1 0 1 0 0,-1 1-1 0 0,0-1 1 0 0,0 0-1 0 0,1 0 1 0 0,-1 1-1 0 0,0-1 1 0 0,0 0-1 0 0,1 0 0 0 0,-1 0 1 0 0,0 1-1 0 0,1-1 1 0 0,-1 0-1 0 0,0 0 1 0 0,0 0-1 0 0,1 0 1 0 0,-1 0-1 0 0,0 0 1 0 0,1 0-1 0 0,-1 1 1 0 0,0-1-1 0 0,1 0 1 0 0,-1 0-1 0 0,0 0 1 0 0,1-1-1 0 0,-1 1 1 0 0,0 0-1 0 0,1 0 1 0 0,-1 0-1 0 0,0 0 1 0 0,1 0-1 0 0,-1 0 1 0 0,1-1-1 0 0,75 1 442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6"/>
    </inkml:context>
    <inkml:brush xml:id="br0">
      <inkml:brushProperty name="width" value="0.05" units="cm"/>
      <inkml:brushProperty name="height" value="0.05" units="cm"/>
    </inkml:brush>
  </inkml:definitions>
  <inkml:trace contextRef="#ctx0" brushRef="#br0">365 38 3369 0 0,'-11'-17'960'0'0,"8"15"-764"0"0,1 0-1 0 0,-1 0 1 0 0,1 0 0 0 0,-1 0-1 0 0,0 1 1 0 0,0-1-1 0 0,0 1 1 0 0,0 0 0 0 0,0-1-1 0 0,0 1 1 0 0,0 1 0 0 0,0-1-1 0 0,0 0 1 0 0,-1 1 0 0 0,1 0-1 0 0,0 0 1 0 0,0 0 0 0 0,-1 0-1 0 0,-4 1 1 0 0,-5 1-100 0 0,0 1 1 0 0,1 1-1 0 0,-19 7 0 0 0,6-2 172 0 0,18-6-253 0 0,1 0-1 0 0,-1 0 0 0 0,1 1 1 0 0,0 0-1 0 0,0 1 1 0 0,0 0-1 0 0,0 0 1 0 0,1 0-1 0 0,-1 0 0 0 0,-5 9 1 0 0,-6 8 64 0 0,-20 34 1 0 0,21-27 384 0 0,-23 56 1 0 0,34-73-324 0 0,4-10-85 0 0,0-1 0 0 0,0 1 1 0 0,0 0-1 0 0,0 0 0 0 0,0 0 0 0 0,0 0 1 0 0,1 0-1 0 0,-1 0 0 0 0,1 0 0 0 0,0 0 1 0 0,0 0-1 0 0,-1 0 0 0 0,1 0 0 0 0,0 0 1 0 0,1 0-1 0 0,-1 0 0 0 0,0 0 1 0 0,1 3-1 0 0,0-4-49 0 0,0-1 1 0 0,0 1 0 0 0,0-1-1 0 0,0 1 1 0 0,-1-1-1 0 0,1 0 1 0 0,0 1 0 0 0,0-1-1 0 0,0 0 1 0 0,0 0-1 0 0,0 0 1 0 0,0 0 0 0 0,0 1-1 0 0,0-1 1 0 0,0-1-1 0 0,0 1 1 0 0,1 0 0 0 0,2 0 15 0 0,3 1 2 0 0,0 0 0 0 0,0 1 0 0 0,0 0 1 0 0,0 0-1 0 0,11 6 0 0 0,-10-5-7 0 0,-1 0 0 0 0,1 0-1 0 0,0-1 1 0 0,13 3 0 0 0,7-3 151 0 0,38-2 0 0 0,-38-1-1432 0 0,41 4 1 0 0,-63-2-1117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7"/>
    </inkml:context>
    <inkml:brush xml:id="br0">
      <inkml:brushProperty name="width" value="0.05" units="cm"/>
      <inkml:brushProperty name="height" value="0.05" units="cm"/>
    </inkml:brush>
  </inkml:definitions>
  <inkml:trace contextRef="#ctx0" brushRef="#br0">16 85 2361 0 0,'-15'-20'3618'0'0,"15"19"-3570"0"0,0-1 1 0 0,0 1 0 0 0,0-1 0 0 0,0 1 0 0 0,1-1 0 0 0,-1 1-1 0 0,1-1 1 0 0,-1 1 0 0 0,1-1 0 0 0,-1 1 0 0 0,1-1-1 0 0,0 1 1 0 0,0 0 0 0 0,0-1 0 0 0,0 1 0 0 0,0 0 0 0 0,0 0-1 0 0,0-1 1 0 0,2 0 0 0 0,27-14 543 0 0,-9 5-365 0 0,-20 10-227 0 0,1 0 1 0 0,-1 1-1 0 0,0-1 0 0 0,0 0 1 0 0,1 0-1 0 0,-1 1 1 0 0,0-1-1 0 0,1 1 1 0 0,-1-1-1 0 0,1 1 1 0 0,-1 0-1 0 0,0-1 1 0 0,1 1-1 0 0,-1 0 0 0 0,1 0 1 0 0,-1 0-1 0 0,1 0 1 0 0,-1 0-1 0 0,1 0 1 0 0,-1 1-1 0 0,1-1 1 0 0,-1 0-1 0 0,2 1 1 0 0,-1 0 27 0 0,-1 1 0 0 0,0-1 0 0 0,1 0 0 0 0,-1 0 0 0 0,0 1 0 0 0,0-1 0 0 0,1 1 0 0 0,-1-1 0 0 0,0 1 0 0 0,0-1 0 0 0,-1 1 0 0 0,1 0 0 0 0,0-1 0 0 0,-1 1 0 0 0,2 3 0 0 0,-1 2 124 0 0,1 0-1 0 0,-1 0 0 0 0,-1 1 0 0 0,1-1 0 0 0,-1 0 0 0 0,0 0 1 0 0,-1 1-1 0 0,-2 8 0 0 0,2-11 6 0 0,0 0 1 0 0,-1 0-1 0 0,0 0 1 0 0,0 0-1 0 0,0-1 0 0 0,-1 1 1 0 0,1-1-1 0 0,-1 1 0 0 0,0-1 1 0 0,-1 0-1 0 0,-4 5 0 0 0,0 3 339 0 0,8-12-491 0 0,0 1 1 0 0,0-1 0 0 0,0 0-1 0 0,0 0 1 0 0,0 1-1 0 0,0-1 1 0 0,0 0 0 0 0,1 0-1 0 0,-1 0 1 0 0,0 1-1 0 0,0-1 1 0 0,0 0 0 0 0,0 0-1 0 0,0 1 1 0 0,0-1-1 0 0,1 0 1 0 0,-1 0 0 0 0,0 0-1 0 0,0 0 1 0 0,0 1-1 0 0,1-1 1 0 0,-1 0 0 0 0,0 0-1 0 0,0 0 1 0 0,0 0-1 0 0,1 0 1 0 0,-1 0-1 0 0,0 1 1 0 0,0-1 0 0 0,1 0-1 0 0,-1 0 1 0 0,28 0-11 0 0,-22 0 32 0 0,50-6-42 0 0,75-17 0 0 0,-33 4-355 0 0,-57 13-959 0 0,-6 0-1903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8"/>
    </inkml:context>
    <inkml:brush xml:id="br0">
      <inkml:brushProperty name="width" value="0.05" units="cm"/>
      <inkml:brushProperty name="height" value="0.05" units="cm"/>
      <inkml:brushProperty name="color" value="#E71224"/>
    </inkml:brush>
  </inkml:definitions>
  <inkml:trace contextRef="#ctx0" brushRef="#br0">72 293 640 0 0,'-2'-10'4927'0'0,"-1"-4"-3865"0"0,-3-12-268 0 0,1 0-1 0 0,2-1 0 0 0,-1-30 0 0 0,2 13 123 0 0,-1-32 1241 0 0,3 75-2132 0 0,0 1-1 0 0,0-1 1 0 0,0 1 0 0 0,0-1 0 0 0,0 1-1 0 0,0 0 1 0 0,0-1 0 0 0,0 1 0 0 0,0-1-1 0 0,-1 1 1 0 0,1-1 0 0 0,0 1 0 0 0,0-1 0 0 0,0 1-1 0 0,-1-1 1 0 0,1 1 0 0 0,0 0 0 0 0,-1-1-1 0 0,1 1 1 0 0,0 0 0 0 0,-1-1 0 0 0,1 1 0 0 0,0 0-1 0 0,-1-1 1 0 0,1 1 0 0 0,-1 0 0 0 0,1 0-1 0 0,0-1 1 0 0,-1 1 0 0 0,1 0 0 0 0,-1 0 0 0 0,1 0-1 0 0,-1 0 1 0 0,0 0-17 0 0,1 0 1 0 0,-1 0-1 0 0,1 0 0 0 0,-1 0 0 0 0,1 1 1 0 0,-1-1-1 0 0,1 0 0 0 0,-1 0 0 0 0,1 1 1 0 0,0-1-1 0 0,-1 0 0 0 0,1 1 1 0 0,-1-1-1 0 0,1 0 0 0 0,0 1 0 0 0,-1-1 1 0 0,1 0-1 0 0,0 1 0 0 0,0-1 0 0 0,-1 1 1 0 0,1-1-1 0 0,0 1 0 0 0,0-1 1 0 0,0 1-1 0 0,-1-1 0 0 0,1 1 0 0 0,0-1 1 0 0,0 1-1 0 0,0-1 0 0 0,0 1 0 0 0,0-1 1 0 0,0 1-1 0 0,0-1 0 0 0,0 1 0 0 0,0-1 1 0 0,1 1-1 0 0,3 97 19 0 0,-1 40 103 0 0,-9-73 547 0 0,-2 27-163 0 0,7-76-465 0 0,0-1 1 0 0,-2 0-1 0 0,-6 26 0 0 0,5-28-68 0 0,4-5-2297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29"/>
    </inkml:context>
    <inkml:brush xml:id="br0">
      <inkml:brushProperty name="width" value="0.05" units="cm"/>
      <inkml:brushProperty name="height" value="0.05" units="cm"/>
      <inkml:brushProperty name="color" value="#E71224"/>
    </inkml:brush>
  </inkml:definitions>
  <inkml:trace contextRef="#ctx0" brushRef="#br0">40 65 4329 0 0,'-27'-2'6519'0'0,"26"2"-6409"0"0,0-1 1 0 0,0 1 0 0 0,0-1-1 0 0,0 1 1 0 0,1-1 0 0 0,-1 1-1 0 0,0-1 1 0 0,0 0 0 0 0,1 0-1 0 0,-1 1 1 0 0,1-1 0 0 0,-1 0-1 0 0,0 0 1 0 0,1 1 0 0 0,-1-1 0 0 0,1 0-1 0 0,-1-1 1 0 0,3 0 481 0 0,3 8-444 0 0,4 8-117 0 0,-1 1 0 0 0,-1 1 0 0 0,9 27 0 0 0,-10-24 94 0 0,16 32 1 0 0,-14-35-58 0 0,-5-10 61 0 0,0-1 1 0 0,0 0-1 0 0,0 0 1 0 0,0 0-1 0 0,7 8 1 0 0,-8-11-80 0 0,0-1 0 0 0,0 1 0 0 0,0-1 0 0 0,0 0 0 0 0,0 1 1 0 0,1-1-1 0 0,-1 0 0 0 0,0 0 0 0 0,0-1 0 0 0,1 1 0 0 0,-1 0 1 0 0,1-1-1 0 0,-1 0 0 0 0,0 1 0 0 0,1-1 0 0 0,-1 0 0 0 0,1 0 1 0 0,2 0-1 0 0,-2-1-14 0 0,0 1 1 0 0,0-1-1 0 0,0 1 1 0 0,0-1 0 0 0,0 0-1 0 0,0 0 1 0 0,-1 0-1 0 0,1-1 1 0 0,0 1 0 0 0,0 0-1 0 0,-1-1 1 0 0,1 0-1 0 0,-1 0 1 0 0,0 0 0 0 0,1 0-1 0 0,-1 0 1 0 0,2-3-1 0 0,3-4 24 0 0,-1 0-1 0 0,-1 0 1 0 0,8-16-1 0 0,4-9 105 0 0,12-9 55 0 0,30-55 146 0 0,-57 96-422 0 0,-1-1 1 0 0,1 0-1 0 0,-1 1 0 0 0,1 0 1 0 0,0-1-1 0 0,0 1 0 0 0,3-3 0 0 0,4-1-5614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0"/>
    </inkml:context>
    <inkml:brush xml:id="br0">
      <inkml:brushProperty name="width" value="0.05" units="cm"/>
      <inkml:brushProperty name="height" value="0.05" units="cm"/>
      <inkml:brushProperty name="color" value="#E71224"/>
    </inkml:brush>
  </inkml:definitions>
  <inkml:trace contextRef="#ctx0" brushRef="#br0">142 186 1712 0 0,'-4'-186'11339'0'0,"-1"216"-9676"0"0,-1 7-1469 0 0,-3 48 0 0 0,9 198-38 0 0,-4-250 411 0 0,4-31-510 0 0,0-1 1 0 0,-1 1-1 0 0,1 0 0 0 0,-1-1 1 0 0,0 1-1 0 0,1-1 0 0 0,-1 0 1 0 0,0 1-1 0 0,0-1 0 0 0,0 1 1 0 0,0-1-1 0 0,0 0 0 0 0,0 0 1 0 0,0 0-1 0 0,-1 0 0 0 0,1 0 1 0 0,-3 2-1 0 0,3-3-44 0 0,1 0 26 0 0,-1 1-34 0 0,1 1 3 0 0,0-1 0 0 0,0 0-1 0 0,-1 0 1 0 0,1 0 0 0 0,-1 0 0 0 0,1 0-1 0 0,-1 0 1 0 0,0 0 0 0 0,1 0 0 0 0,-1 0-1 0 0,0 0 1 0 0,0 0 0 0 0,1 0 0 0 0,-1 0-1 0 0,0-1 1 0 0,0 1 0 0 0,0 0 0 0 0,0-1-1 0 0,-1 2 1 0 0,-28 13 12 0 0,14-7-45 0 0,10-5 56 0 0,5-3-29 0 0,-1 1 0 0 0,0 0 0 0 0,0 0-1 0 0,0 0 1 0 0,0 0 0 0 0,1 0 0 0 0,-1 0 0 0 0,1 1 0 0 0,-1-1-1 0 0,1 0 1 0 0,-1 1 0 0 0,1-1 0 0 0,0 1 0 0 0,-1 0 0 0 0,1-1-1 0 0,-1 4 1 0 0,28-5 81 0 0,24-4 5 0 0,-1-1 1 0 0,67-17-1 0 0,-114 21-144 0 0,0 1 0 0 0,0-1 0 0 0,0 0 0 0 0,0 0-1 0 0,0 0 1 0 0,-1 0 0 0 0,1 0 0 0 0,-1-1-1 0 0,1 1 1 0 0,-1 0 0 0 0,1-1 0 0 0,-1 1 0 0 0,0-1-1 0 0,3-2 1 0 0,-3 1-570 0 0,1 0 1 0 0,-1 0-1 0 0,1 0 0 0 0,-1 0 1 0 0,0 0-1 0 0,0 0 0 0 0,0 0 0 0 0,1-5 1 0 0,-2 2-2437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1"/>
    </inkml:context>
    <inkml:brush xml:id="br0">
      <inkml:brushProperty name="width" value="0.05" units="cm"/>
      <inkml:brushProperty name="height" value="0.05" units="cm"/>
      <inkml:brushProperty name="color" value="#E71224"/>
    </inkml:brush>
  </inkml:definitions>
  <inkml:trace contextRef="#ctx0" brushRef="#br0">26 196 7442 0 0,'-10'-13'3958'0'0,"8"8"-3644"0"0,0 1 0 0 0,0-1 0 0 0,0 0 0 0 0,0 1 0 0 0,1-1 0 0 0,-1 0-1 0 0,1 0 1 0 0,1 0 0 0 0,-1 0 0 0 0,1 0 0 0 0,0-10 0 0 0,1 5-127 0 0,1 1 0 0 0,0 0 0 0 0,1 0 0 0 0,0 0 0 0 0,6-12 0 0 0,-8 19-183 0 0,0 0 0 0 0,1 1 0 0 0,0-1 0 0 0,-1 0 0 0 0,1 0 0 0 0,0 1 1 0 0,0-1-1 0 0,0 1 0 0 0,0 0 0 0 0,0-1 0 0 0,0 1 0 0 0,0 0 0 0 0,1 0 0 0 0,3-1 0 0 0,10-5 17 0 0,-10 4-39 0 0,0 0 0 0 0,0 1-1 0 0,0 0 1 0 0,0 0-1 0 0,1 0 1 0 0,-1 1-1 0 0,1 0 1 0 0,-1 0-1 0 0,0 1 1 0 0,1 0-1 0 0,-1 0 1 0 0,1 0-1 0 0,-1 1 1 0 0,1 0-1 0 0,8 2 1 0 0,8 3-2285 0 0,0 2 0 0 0,39 17 0 0 0,-46-18-55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2"/>
    </inkml:context>
    <inkml:brush xml:id="br0">
      <inkml:brushProperty name="width" value="0.05" units="cm"/>
      <inkml:brushProperty name="height" value="0.05" units="cm"/>
      <inkml:brushProperty name="color" value="#E71224"/>
    </inkml:brush>
  </inkml:definitions>
  <inkml:trace contextRef="#ctx0" brushRef="#br0">217 44 8050 0 0,'0'0'428'0'0,"-6"-7"4323"0"0,-6-7-3197 0 0,10 12-1529 0 0,0 0 0 0 0,-1 0 1 0 0,1 0-1 0 0,0 0 0 0 0,-1 0 0 0 0,1 1 0 0 0,-1-1 0 0 0,1 1 0 0 0,-1 0 1 0 0,1 0-1 0 0,-1 0 0 0 0,0 0 0 0 0,0 0 0 0 0,0 1 0 0 0,1-1 0 0 0,-1 1 1 0 0,0-1-1 0 0,0 1 0 0 0,0 0 0 0 0,0 0 0 0 0,0 1 0 0 0,0-1 0 0 0,0 1 1 0 0,1-1-1 0 0,-1 1 0 0 0,0 0 0 0 0,0 0 0 0 0,1 0 0 0 0,-1 0 0 0 0,1 1 0 0 0,-1-1 1 0 0,1 1-1 0 0,-1-1 0 0 0,1 1 0 0 0,0 0 0 0 0,0 0 0 0 0,0 0 0 0 0,0 0 1 0 0,0 0-1 0 0,0 1 0 0 0,0-1 0 0 0,1 1 0 0 0,-1-1 0 0 0,1 1 0 0 0,0-1 1 0 0,-2 6-1 0 0,-14 36 40 0 0,9-26-21 0 0,-10 36-1 0 0,0-7 99 0 0,13-37-72 0 0,0 1 0 0 0,-6 21-1 0 0,10-29-57 0 0,1 1 1 0 0,-1-1-1 0 0,1 0 0 0 0,0 0 1 0 0,0 0-1 0 0,0 1 0 0 0,0-1 1 0 0,0 0-1 0 0,1 0 0 0 0,-1 0 0 0 0,1 0 1 0 0,0 0-1 0 0,0 0 0 0 0,0 0 1 0 0,2 4-1 0 0,-1-5-3 0 0,0 1 1 0 0,0-1 0 0 0,0 0-1 0 0,0 0 1 0 0,0 0-1 0 0,0-1 1 0 0,1 1-1 0 0,-1 0 1 0 0,1-1-1 0 0,-1 1 1 0 0,1-1-1 0 0,-1 0 1 0 0,1 0-1 0 0,0 0 1 0 0,-1 0 0 0 0,1-1-1 0 0,5 2 1 0 0,2-1 29 0 0,1 0 0 0 0,0 0 1 0 0,14-1-1 0 0,-15-2-192 0 0,1 1-1 0 0,-1-2 0 0 0,1 1 0 0 0,-1-2 0 0 0,0 1 1 0 0,0-1-1 0 0,0-1 0 0 0,-1 0 0 0 0,15-10 1 0 0,-19 12-521 0 0,-1-2 1 0 0,0 1 0 0 0,0 0 0 0 0,7-10 0 0 0,1-4-2008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3"/>
    </inkml:context>
    <inkml:brush xml:id="br0">
      <inkml:brushProperty name="width" value="0.05" units="cm"/>
      <inkml:brushProperty name="height" value="0.05" units="cm"/>
      <inkml:brushProperty name="color" value="#E71224"/>
    </inkml:brush>
  </inkml:definitions>
  <inkml:trace contextRef="#ctx0" brushRef="#br0">35 2 7882 0 0,'-30'-1'5812'0'0,"25"0"-4562"0"0,20 1-413 0 0,-13 0-825 0 0,-1 1 0 0 0,0-1 0 0 0,0 0 0 0 0,0 1 1 0 0,0-1-1 0 0,1 1 0 0 0,-1-1 0 0 0,0 1 0 0 0,0 0 0 0 0,0-1 0 0 0,0 1 1 0 0,0 0-1 0 0,0 0 0 0 0,0-1 0 0 0,-1 1 0 0 0,1 0 0 0 0,0 0 1 0 0,0 0-1 0 0,-1 0 0 0 0,1 0 0 0 0,0 1 0 0 0,-1-1 0 0 0,1 0 1 0 0,-1 1-1 0 0,11 31 43 0 0,-11-32-48 0 0,3 14 20 0 0,-1 0-1 0 0,-1-1 0 0 0,0 1 0 0 0,-1 0 1 0 0,0 0-1 0 0,-1 0 0 0 0,-4 18 0 0 0,-31 101 576 0 0,25-98-223 0 0,11-35-374 0 0,-1 0 0 0 0,1 0-1 0 0,0 0 1 0 0,0 0 0 0 0,-1 0-1 0 0,1 0 1 0 0,0 1-1 0 0,0-1 1 0 0,0 0 0 0 0,0 0-1 0 0,0 0 1 0 0,0 0 0 0 0,0 0-1 0 0,1 2 1 0 0,-1-3-1 0 0,0 0 1 0 0,1 1-1 0 0,-1-1 1 0 0,0 0-1 0 0,0 0 1 0 0,1 0-1 0 0,-1 1 1 0 0,0-1-1 0 0,1 0 1 0 0,-1 0-1 0 0,0 0 1 0 0,0 1-1 0 0,1-1 1 0 0,-1 0-1 0 0,0 0 1 0 0,1 0-1 0 0,-1 0 1 0 0,0 0-1 0 0,1 0 1 0 0,-1 0-1 0 0,0 0 1 0 0,1 0-1 0 0,-1 0 1 0 0,1 0-1 0 0,-1 0 1 0 0,0 0-1 0 0,1 0 1 0 0,-1 0-1 0 0,5-2 32 0 0,0 1 0 0 0,0-1-1 0 0,-1-1 1 0 0,9-4-1 0 0,-7 3-57 0 0,17-9 96 0 0,5-3-105 0 0,34-14 1 0 0,-52 26 168 0 0,1 0 1 0 0,0 1 0 0 0,0 0-1 0 0,0 1 1 0 0,1 0 0 0 0,22-1-1 0 0,-34 4-140 0 0,0-1 0 0 0,1 0 0 0 0,-1 0 0 0 0,0 1 0 0 0,0-1-1 0 0,1 0 1 0 0,-1 1 0 0 0,0-1 0 0 0,0 0 0 0 0,1 1 0 0 0,-1-1-1 0 0,0 0 1 0 0,0 1 0 0 0,0-1 0 0 0,0 1 0 0 0,0-1 0 0 0,1 0-1 0 0,-1 1 1 0 0,0-1 0 0 0,0 1 0 0 0,0-1 0 0 0,0 1 0 0 0,0-1-1 0 0,0 0 1 0 0,0 1 0 0 0,-1-1 0 0 0,1 1 0 0 0,0-1 0 0 0,0 1-1 0 0,0 3-2077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4"/>
    </inkml:context>
    <inkml:brush xml:id="br0">
      <inkml:brushProperty name="width" value="0.05" units="cm"/>
      <inkml:brushProperty name="height" value="0.05" units="cm"/>
      <inkml:brushProperty name="color" value="#E71224"/>
    </inkml:brush>
  </inkml:definitions>
  <inkml:trace contextRef="#ctx0" brushRef="#br0">0 304 912 0 0,'0'0'306'0'0,"0"-11"2968"0"0,0-246 5017 0 0,14 254-8138 0 0,-14-30 1230 0 0,0 34-1335 0 0,-1 29 303 0 0,0-23-350 0 0,0-1 1 0 0,0 0-1 0 0,0 0 1 0 0,1 1 0 0 0,0-1-1 0 0,0 0 1 0 0,1 1-1 0 0,0-1 1 0 0,2 9-1 0 0,-1-2-7 0 0,10 66 86 0 0,-2-15 689 0 0,3 99 1 0 0,-16-134-563 0 0,0-19-3324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5"/>
    </inkml:context>
    <inkml:brush xml:id="br0">
      <inkml:brushProperty name="width" value="0.05" units="cm"/>
      <inkml:brushProperty name="height" value="0.05" units="cm"/>
      <inkml:brushProperty name="color" value="#E71224"/>
    </inkml:brush>
  </inkml:definitions>
  <inkml:trace contextRef="#ctx0" brushRef="#br0">46 87 2489 0 0,'-2'-9'5188'0'0,"-5"-9"-2269"0"0,-25-41 1045 0 0,32 59-3957 0 0,0 0-1 0 0,0 0 1 0 0,0 0-1 0 0,0 0 1 0 0,0 0-1 0 0,0 0 1 0 0,0 0-1 0 0,0 0 1 0 0,0 0-1 0 0,0 0 1 0 0,0 0-1 0 0,0 1 1 0 0,0-1-1 0 0,0 0 1 0 0,0 0-1 0 0,0 0 1 0 0,0 0-1 0 0,0 0 1 0 0,0 0-1 0 0,0 0 1 0 0,0 0-1 0 0,0 0 1 0 0,0 0-1 0 0,0 0 1 0 0,0 0-1 0 0,0 1 1 0 0,0-1-1 0 0,0 0 1 0 0,0 0-1 0 0,0 0 1 0 0,0 0-1 0 0,-1 0 1 0 0,1 0-1 0 0,0 0 1 0 0,0 0-1 0 0,0 0 1 0 0,0 0-1 0 0,0 0 1 0 0,0 0-1 0 0,0 0 1 0 0,0 0-1 0 0,0 0 1 0 0,0 0-1 0 0,0 0 1 0 0,0 0-1 0 0,-1 0 1 0 0,1 0-1 0 0,0 0 1 0 0,0 0-1 0 0,0 0 1 0 0,0 0-1 0 0,0 0 1 0 0,0 0-1 0 0,0 0 1 0 0,0 0-1 0 0,0 0 1 0 0,0 0-1 0 0,0 0 1 0 0,0 0-1 0 0,-1 0 1 0 0,1 0-1 0 0,0 0 1 0 0,0 0-1 0 0,0 0 1 0 0,0 0-1 0 0,0 0 1 0 0,0 0-1 0 0,-1 13 76 0 0,2 16-49 0 0,5 16 127 0 0,-1-7 474 0 0,1 42 1 0 0,-6-79-610 0 0,0-1-1 0 0,0 1 0 0 0,0 0 1 0 0,0-1-1 0 0,0 1 1 0 0,0 0-1 0 0,0-1 1 0 0,0 1-1 0 0,1 0 0 0 0,-1-1 1 0 0,0 1-1 0 0,0-1 1 0 0,1 1-1 0 0,-1-1 0 0 0,0 1 1 0 0,1 0-1 0 0,-1-1 1 0 0,1 1-1 0 0,-1-1 1 0 0,0 1-1 0 0,1-1 0 0 0,-1 0 1 0 0,1 1-1 0 0,0-1 1 0 0,-1 0-1 0 0,1 1 0 0 0,-1-1 1 0 0,1 0-1 0 0,-1 1 1 0 0,1-1-1 0 0,0 0 1 0 0,-1 0-1 0 0,1 0 0 0 0,0 0 1 0 0,-1 0-1 0 0,1 0 1 0 0,0 0-1 0 0,-1 0 0 0 0,1 0 1 0 0,-1 0-1 0 0,1 0 1 0 0,0 0-1 0 0,-1 0 1 0 0,1 0-1 0 0,0 0 0 0 0,-1-1 1 0 0,1 1-1 0 0,-1 0 1 0 0,1 0-1 0 0,0-1 0 0 0,3-1 33 0 0,0 1-1 0 0,0-1 1 0 0,0 0-1 0 0,0 0 1 0 0,0-1-1 0 0,4-3 1 0 0,0-3-29 0 0,-1 0 1 0 0,0-1 0 0 0,-1 1 0 0 0,0-1 0 0 0,6-13 0 0 0,-1 2 16 0 0,-4 6-240 0 0,-7 13-196 0 0,1 0 0 0 0,0 0 1 0 0,0 0-1 0 0,0-1 1 0 0,0 1-1 0 0,0 1 1 0 0,1-1-1 0 0,-1 0 0 0 0,0 0 1 0 0,1 0-1 0 0,0 1 1 0 0,1-3-1 0 0,2 1-2587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6"/>
    </inkml:context>
    <inkml:brush xml:id="br0">
      <inkml:brushProperty name="width" value="0.05" units="cm"/>
      <inkml:brushProperty name="height" value="0.05" units="cm"/>
      <inkml:brushProperty name="color" value="#E71224"/>
    </inkml:brush>
  </inkml:definitions>
  <inkml:trace contextRef="#ctx0" brushRef="#br0">70 156 2513 0 0,'-1'-11'3454'0'0,"0"0"-2788"0"0,-8-123 6999 0 0,2 184-7341 0 0,0-14-251 0 0,-2 99 93 0 0,-13 103 84 0 0,21-233-102 0 0,0 1 1 0 0,0-1-1 0 0,-1 0 0 0 0,0 0 1 0 0,-4 9-1 0 0,8-16-121 0 0,0 0 1 0 0,0 0-1 0 0,0 0 1 0 0,1 0 0 0 0,-1 1-1 0 0,1-1 1 0 0,-1 1-1 0 0,1-1 1 0 0,0 1-1 0 0,0 0 1 0 0,-1 0 0 0 0,1 0-1 0 0,0 0 1 0 0,4 0-1 0 0,4-1 2 0 0,-1 0 0 0 0,22-1 0 0 0,-20 3-228 0 0,19 0 409 0 0,-30 0-562 0 0,1 0 1 0 0,-1-1 0 0 0,0 1 0 0 0,0 0-1 0 0,1 0 1 0 0,-1-1 0 0 0,0 1 0 0 0,0-1-1 0 0,0 1 1 0 0,0-1 0 0 0,0 0 0 0 0,0 1-1 0 0,0-1 1 0 0,0 0 0 0 0,0 0 0 0 0,0 0-1 0 0,0 0 1 0 0,0 0 0 0 0,0 0 0 0 0,0-1-1 0 0,1-1-2302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7"/>
    </inkml:context>
    <inkml:brush xml:id="br0">
      <inkml:brushProperty name="width" value="0.05" units="cm"/>
      <inkml:brushProperty name="height" value="0.05" units="cm"/>
      <inkml:brushProperty name="color" value="#E71224"/>
    </inkml:brush>
  </inkml:definitions>
  <inkml:trace contextRef="#ctx0" brushRef="#br0">24 100 7290 0 0,'-1'0'260'0'0,"0"0"1"0"0,1 0-1 0 0,-1 0 1 0 0,0 0-1 0 0,1 0 1 0 0,-1-1-1 0 0,0 1 1 0 0,1 0-1 0 0,-1 0 1 0 0,0-1-1 0 0,1 1 1 0 0,-1 0-1 0 0,0-1 1 0 0,1 1-1 0 0,-1-1 1 0 0,1 1-1 0 0,-1-1 1 0 0,1 1-1 0 0,-1-1 1 0 0,0 0-1 0 0,-6-17 1356 0 0,6 14-1542 0 0,0-1 0 0 0,1 1 0 0 0,-1 0 0 0 0,1 0 1 0 0,0 0-1 0 0,1-9 0 0 0,0 11-60 0 0,0 0 0 0 0,-1 0 0 0 0,1 0 0 0 0,0 0 0 0 0,0 0 1 0 0,0 1-1 0 0,1-1 0 0 0,-1 0 0 0 0,0 1 0 0 0,1-1 0 0 0,-1 1 0 0 0,1-1 0 0 0,-1 1 0 0 0,1-1 0 0 0,0 1 0 0 0,0 0 0 0 0,-1 0 0 0 0,1 0 0 0 0,0 0 0 0 0,0 0 1 0 0,0 1-1 0 0,0-1 0 0 0,0 0 0 0 0,0 1 0 0 0,3-1 0 0 0,-1 1-535 0 0,1-1-1 0 0,0 0 1 0 0,-1 1 0 0 0,1 0 0 0 0,0 0-1 0 0,-1 1 1 0 0,1-1 0 0 0,-1 1 0 0 0,1 0 0 0 0,6 3-1 0 0,-4-1-2540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8"/>
    </inkml:context>
    <inkml:brush xml:id="br0">
      <inkml:brushProperty name="width" value="0.05" units="cm"/>
      <inkml:brushProperty name="height" value="0.05" units="cm"/>
      <inkml:brushProperty name="color" value="#E71224"/>
    </inkml:brush>
  </inkml:definitions>
  <inkml:trace contextRef="#ctx0" brushRef="#br0">91 27 7402 0 0,'0'0'509'0'0,"-7"-15"2924"0"0,7 14-3390 0 0,0 1 0 0 0,0 0 0 0 0,0-1 0 0 0,0 1 1 0 0,0-1-1 0 0,0 1 0 0 0,0 0 0 0 0,0-1 0 0 0,0 1 0 0 0,0-1 0 0 0,0 1 1 0 0,0 0-1 0 0,0-1 0 0 0,0 1 0 0 0,0 0 0 0 0,0-1 0 0 0,0 1 0 0 0,-1-1 1 0 0,1 1-1 0 0,0 0 0 0 0,0-1 0 0 0,0 1 0 0 0,-1 0 0 0 0,1 0 0 0 0,0-1 1 0 0,-1 1-1 0 0,1 0 0 0 0,0-1 0 0 0,-1 1 0 0 0,-8 7 564 0 0,-4 15-406 0 0,0 7-56 0 0,1 1 1 0 0,-11 43-1 0 0,20-61-66 0 0,1 1 1 0 0,0 0-1 0 0,0-1 1 0 0,2 1-1 0 0,-1 0 0 0 0,1 0 1 0 0,1-1-1 0 0,5 24 0 0 0,-6-34-51 0 0,1-1-1 0 0,0 1 1 0 0,0-1-1 0 0,0 1 1 0 0,0-1-1 0 0,0 0 0 0 0,1 1 1 0 0,-1-1-1 0 0,0 0 1 0 0,1 0-1 0 0,-1 0 1 0 0,1 0-1 0 0,-1 0 0 0 0,1 0 1 0 0,-1 0-1 0 0,1 0 1 0 0,2 0-1 0 0,29 8 597 0 0,-27-9-499 0 0,1 0-1 0 0,-1 0 0 0 0,0 0 1 0 0,1-1-1 0 0,-1 0 1 0 0,0-1-1 0 0,8-2 1 0 0,14-8-928 0 0,-26 10 144 0 0,0 1 1 0 0,0-1 0 0 0,1 0 0 0 0,-1 0 0 0 0,0 0-1 0 0,-1 0 1 0 0,4-3 0 0 0,-2 0-1485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39"/>
    </inkml:context>
    <inkml:brush xml:id="br0">
      <inkml:brushProperty name="width" value="0.05" units="cm"/>
      <inkml:brushProperty name="height" value="0.05" units="cm"/>
      <inkml:brushProperty name="color" value="#E71224"/>
    </inkml:brush>
  </inkml:definitions>
  <inkml:trace contextRef="#ctx0" brushRef="#br0">7 30 8986 0 0,'0'0'271'0'0,"-7"-2"4851"0"0,9 1-5061 0 0,0-1-1 0 0,0 1 1 0 0,0 0-1 0 0,1 0 1 0 0,-1 0 0 0 0,0 0-1 0 0,0 0 1 0 0,3-1-1 0 0,9-3-1207 0 0,-3-4-4483 0 0,-10 6 3452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40"/>
    </inkml:context>
    <inkml:brush xml:id="br0">
      <inkml:brushProperty name="width" value="0.05" units="cm"/>
      <inkml:brushProperty name="height" value="0.05" units="cm"/>
      <inkml:brushProperty name="color" value="#E71224"/>
    </inkml:brush>
  </inkml:definitions>
  <inkml:trace contextRef="#ctx0" brushRef="#br0">15 48 8538 0 0,'-15'-4'5869'0'0,"15"2"-5863"0"0,0 0-1 0 0,1 0 1 0 0,-1 0 0 0 0,1 0-1 0 0,-1 1 1 0 0,1-1-1 0 0,0 0 1 0 0,-1 0 0 0 0,1 1-1 0 0,0-1 1 0 0,0 0-1 0 0,0 1 1 0 0,1-1 0 0 0,-1 1-1 0 0,0 0 1 0 0,0-1 0 0 0,1 1-1 0 0,-1 0 1 0 0,1 0-1 0 0,-1-1 1 0 0,1 1 0 0 0,-1 1-1 0 0,1-1 1 0 0,0 0-1 0 0,0 0 1 0 0,2 0 0 0 0,19-3-6815 0 0,-19 4 4380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41"/>
    </inkml:context>
    <inkml:brush xml:id="br0">
      <inkml:brushProperty name="width" value="0.05" units="cm"/>
      <inkml:brushProperty name="height" value="0.05" units="cm"/>
      <inkml:brushProperty name="color" value="#E71224"/>
    </inkml:brush>
  </inkml:definitions>
  <inkml:trace contextRef="#ctx0" brushRef="#br0">12 27 3897 0 0,'0'0'3063'0'0,"-11"-6"2588"0"0,11 5-5603 0 0,0 0 0 0 0,1 0 0 0 0,-1 0 1 0 0,0 0-1 0 0,0 0 0 0 0,1 0 0 0 0,-1 0 0 0 0,1 0 1 0 0,-1 0-1 0 0,1 1 0 0 0,-1-1 0 0 0,1 0 1 0 0,0 0-1 0 0,-1 0 0 0 0,1 1 0 0 0,0-1 0 0 0,0 0 1 0 0,0 1-1 0 0,-1-1 0 0 0,1 1 0 0 0,0-1 1 0 0,0 1-1 0 0,0-1 0 0 0,0 1 0 0 0,0 0 0 0 0,0-1 1 0 0,0 1-1 0 0,0 0 0 0 0,0 0 0 0 0,0 0 1 0 0,2 0-1 0 0,-2-1-23 0 0,0 1 1 0 0,0 0-1 0 0,1 0 1 0 0,-1 0-1 0 0,0 0 0 0 0,0 0 1 0 0,0 0-1 0 0,1 1 1 0 0,-1-1-1 0 0,0 0 1 0 0,0 1-1 0 0,0-1 0 0 0,0 1 1 0 0,1-1-1 0 0,-1 1 1 0 0,0-1-1 0 0,0 1 0 0 0,0 0 1 0 0,0-1-1 0 0,0 1 1 0 0,0 0-1 0 0,-1 0 1 0 0,1 0-1 0 0,0 0 0 0 0,0 0 1 0 0,-1 0-1 0 0,1 0 1 0 0,0 1-1 0 0,2 5 4 0 0,-1 0-1 0 0,-1-1 1 0 0,1 1 0 0 0,-1 0-1 0 0,-1 0 1 0 0,1 0-1 0 0,-1 0 1 0 0,-1 11 0 0 0,-2 2 65 0 0,-8 31 0 0 0,-2 14 511 0 0,12-64-570 0 0,1 0 1 0 0,0 0-1 0 0,0 0 0 0 0,0 0 0 0 0,-1 0 1 0 0,1 0-1 0 0,0 0 0 0 0,0 0 0 0 0,1 0 1 0 0,-1 0-1 0 0,0 0 0 0 0,0 0 0 0 0,0 0 1 0 0,1-1-1 0 0,-1 1 0 0 0,0 0 0 0 0,1 0 1 0 0,-1 0-1 0 0,1 0 0 0 0,-1 0 0 0 0,1-1 1 0 0,-1 1-1 0 0,1 0 0 0 0,-1 0 0 0 0,1-1 1 0 0,0 1-1 0 0,0 0 0 0 0,-1-1 0 0 0,1 1 1 0 0,0-1-1 0 0,2 2 0 0 0,-1-2-8 0 0,1 1-1 0 0,0-1 0 0 0,0 0 0 0 0,0 1 1 0 0,0-2-1 0 0,-1 1 0 0 0,1 0 1 0 0,0 0-1 0 0,0-1 0 0 0,3 0 1 0 0,18-7-619 0 0,0 0 1 0 0,38-19-1 0 0,-59 25 277 0 0,10-4-2240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42"/>
    </inkml:context>
    <inkml:brush xml:id="br0">
      <inkml:brushProperty name="width" value="0.05" units="cm"/>
      <inkml:brushProperty name="height" value="0.05" units="cm"/>
      <inkml:brushProperty name="color" value="#E71224"/>
    </inkml:brush>
  </inkml:definitions>
  <inkml:trace contextRef="#ctx0" brushRef="#br0">90 127 160 0 0,'5'-19'4821'0'0,"2"-3"-756"0"0,-7 20-3996 0 0,0-2 201 0 0,-1 0-1 0 0,1 0 1 0 0,0 0-1 0 0,0 1 1 0 0,1-1-1 0 0,-1 0 1 0 0,1 0-1 0 0,0 1 0 0 0,0-1 1 0 0,0 0-1 0 0,0 1 1 0 0,1-1-1 0 0,-1 1 1 0 0,1 0-1 0 0,0-1 1 0 0,5-5-1 0 0,-7 9-223 0 0,0 0 1 0 0,0 0-1 0 0,1-1 0 0 0,-1 1 0 0 0,0 0 0 0 0,0-1 0 0 0,1 1 1 0 0,-1 0-1 0 0,0-1 0 0 0,0 1 0 0 0,0 0 0 0 0,0-1 0 0 0,0 1 1 0 0,1 0-1 0 0,-1-1 0 0 0,0 1 0 0 0,0-1 0 0 0,0 1 0 0 0,0 0 1 0 0,0-1-1 0 0,0 1 0 0 0,0 0 0 0 0,0-1 0 0 0,0 1 0 0 0,0-1 1 0 0,-1 1-1 0 0,1 0 0 0 0,0-1 0 0 0,0 1 0 0 0,0 0 0 0 0,0-1 1 0 0,0 1-1 0 0,-1 0 0 0 0,1-1 0 0 0,0 1 0 0 0,0 0 0 0 0,-1 0 1 0 0,1-1-1 0 0,0 1 0 0 0,0 0 0 0 0,-1 0 0 0 0,1-1 0 0 0,-1 1 1 0 0,1 0-36 0 0,-1-1-1 0 0,1 1 1 0 0,-1 0 0 0 0,0 0 0 0 0,1 0 0 0 0,-1 0 0 0 0,1 0 0 0 0,-1 0 0 0 0,1 0 0 0 0,-1 0 0 0 0,1 0 0 0 0,-1 0 0 0 0,1 0 0 0 0,-1 0 0 0 0,0 0 0 0 0,1 1 0 0 0,-1-1 0 0 0,1 0 0 0 0,-1 0-1 0 0,1 0 1 0 0,0 1 0 0 0,-1-1 0 0 0,1 0 0 0 0,-1 1 0 0 0,1-1 0 0 0,-1 0 0 0 0,1 1 0 0 0,0-1 0 0 0,-1 1 0 0 0,1-1 0 0 0,0 1 0 0 0,-1-1 0 0 0,1 0 0 0 0,0 1 0 0 0,0-1 0 0 0,-1 1-1 0 0,1 0 1 0 0,-3 7 62 0 0,0 0 0 0 0,1 0-1 0 0,0 1 1 0 0,1-1-1 0 0,-1 10 1 0 0,-4 14 268 0 0,-67 233 55 0 0,69-246-268 0 0,1 1 0 0 0,1 0 1 0 0,1 33-1 0 0,2-52-128 0 0,-1 0 0 0 0,0 0 0 0 0,0 0 0 0 0,1 0 0 0 0,-1-1 0 0 0,0 1 0 0 0,1 0 0 0 0,-1 0 0 0 0,1 0 0 0 0,-1-1 0 0 0,1 1 0 0 0,-1 0 0 0 0,1-1 0 0 0,0 1 0 0 0,-1 0 0 0 0,1-1 0 0 0,0 1 0 0 0,-1-1 0 0 0,1 1 0 0 0,0-1 0 0 0,0 1 0 0 0,0-1 0 0 0,-1 1 0 0 0,1-1 0 0 0,0 0 0 0 0,0 0 0 0 0,0 1 0 0 0,0-1 0 0 0,0 0 0 0 0,1 0 0 0 0,32 2 47 0 0,-30-2-53 0 0,230-1 140 0 0,-199-1 1030 0 0,-35 2-1228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43"/>
    </inkml:context>
    <inkml:brush xml:id="br0">
      <inkml:brushProperty name="width" value="0.05" units="cm"/>
      <inkml:brushProperty name="height" value="0.05" units="cm"/>
      <inkml:brushProperty name="color" value="#E71224"/>
    </inkml:brush>
  </inkml:definitions>
  <inkml:trace contextRef="#ctx0" brushRef="#br0">141 15 2553 0 0,'0'0'744'0'0,"-6"-3"3733"0"0,-5-4-2063 0 0,10 7-2357 0 0,1-1 0 0 0,-1 1 0 0 0,1 0 0 0 0,0-1 0 0 0,-1 1 0 0 0,1 0 1 0 0,-1 0-1 0 0,1-1 0 0 0,-1 1 0 0 0,1 0 0 0 0,-1 0 0 0 0,0-1 1 0 0,1 1-1 0 0,-1 0 0 0 0,1 0 0 0 0,-1 0 0 0 0,1 0 0 0 0,-1 0 0 0 0,1 0 1 0 0,-1 0-1 0 0,0 0 0 0 0,1 0 0 0 0,-1 0 0 0 0,1 0 0 0 0,-1 1 1 0 0,1-1-1 0 0,-1 0 0 0 0,1 0 0 0 0,-1 0 0 0 0,1 1 0 0 0,-1-1 0 0 0,1 0 1 0 0,-1 1-1 0 0,1-1 0 0 0,-1 0 0 0 0,1 1 0 0 0,0-1 0 0 0,-1 0 1 0 0,1 1-1 0 0,0-1 0 0 0,-1 1 0 0 0,1-1 0 0 0,0 1 0 0 0,-1-1 1 0 0,1 1-1 0 0,0 0 0 0 0,-15 32-38 0 0,12-24 173 0 0,-1-1-174 0 0,-69 190 2122 0 0,71-193-2083 0 0,1 0-1 0 0,0 0 1 0 0,0 0-1 0 0,0 0 1 0 0,1 0-1 0 0,0 0 0 0 0,0 0 1 0 0,0 0-1 0 0,0 0 1 0 0,1 1-1 0 0,2 7 1 0 0,0-11-32 0 0,-1 1 1 0 0,1-1 0 0 0,0 0 0 0 0,0 0-1 0 0,1 0 1 0 0,5 2 0 0 0,-7-3-4 0 0,3 1 17 0 0,-1 0 0 0 0,1-1 0 0 0,0 1-1 0 0,-1-1 1 0 0,1 0 0 0 0,0 0 0 0 0,0-1 0 0 0,0 1-1 0 0,-1-1 1 0 0,1 0 0 0 0,0-1 0 0 0,0 1-1 0 0,0-1 1 0 0,0 0 0 0 0,8-3 0 0 0,4-2-410 0 0,-1-1 0 0 0,31-17 0 0 0,-24 11-1336 0 0,-9 6-2303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44"/>
    </inkml:context>
    <inkml:brush xml:id="br0">
      <inkml:brushProperty name="width" value="0.05" units="cm"/>
      <inkml:brushProperty name="height" value="0.05" units="cm"/>
      <inkml:brushProperty name="color" value="#E71224"/>
    </inkml:brush>
  </inkml:definitions>
  <inkml:trace contextRef="#ctx0" brushRef="#br0">67 97 1432 0 0,'-10'-31'6251'0'0,"8"19"-3645"0"0,1 7-2186 0 0,0 0 0 0 0,0 0 0 0 0,0 1 0 0 0,-1-1 0 0 0,0 1 0 0 0,1-1 0 0 0,-2 1 0 0 0,1-1-1 0 0,-6-7 1 0 0,8 12-356 0 0,-4 30 215 0 0,4 103-170 0 0,2-77-33 0 0,-9 90-1 0 0,-5-44-45 0 0,4 0 0 0 0,5 0 0 0 0,18 193 0 0 0,-10-223 82 0 0,-5-42-2780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45"/>
    </inkml:context>
    <inkml:brush xml:id="br0">
      <inkml:brushProperty name="width" value="0.05" units="cm"/>
      <inkml:brushProperty name="height" value="0.05" units="cm"/>
      <inkml:brushProperty name="color" value="#E71224"/>
    </inkml:brush>
  </inkml:definitions>
  <inkml:trace contextRef="#ctx0" brushRef="#br0">21 20 2425 0 0,'-16'-19'6918'0'0,"17"184"-6405"0"0,-6 377 72 0 0,5-478-1619 0 0,0-54-1219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8:34:04.946"/>
    </inkml:context>
    <inkml:brush xml:id="br0">
      <inkml:brushProperty name="width" value="0.05" units="cm"/>
      <inkml:brushProperty name="height" value="0.05" units="cm"/>
      <inkml:brushProperty name="color" value="#E71224"/>
    </inkml:brush>
  </inkml:definitions>
  <inkml:trace contextRef="#ctx0" brushRef="#br0">65 547 2497 0 0,'0'0'501'0'0,"-9"4"5254"0"0,-10 4-4244 0 0,4 6 1373 0 0,14-13-2733 0 0,0 0 1 0 0,0 1 0 0 0,0-1 0 0 0,0 0 0 0 0,0 0 0 0 0,-1 0 0 0 0,1 0 0 0 0,-1 0 0 0 0,1 0-1 0 0,-1 0 1 0 0,1 0 0 0 0,-1 0 0 0 0,-2 0 0 0 0,4-1-88 0 0,13-23 163 0 0,35-41-118 0 0,69-70 0 0 0,-102 117-93 0 0,2 1 25 0 0,1 0-1 0 0,1 1 0 0 0,34-22 1 0 0,-28 21 11 0 0,37-32 0 0 0,-7 11 21 0 0,-44 27-26 0 0,-7 7 122 0 0,0-1-1 0 0,-1 0 0 0 0,1 0 0 0 0,0 0 0 0 0,4-7 0 0 0,-8 11-166 0 0,0 0-1 0 0,0 0 0 0 0,0 0 1 0 0,0 0-1 0 0,0-1 0 0 0,0 1 1 0 0,0 0-1 0 0,0 0 1 0 0,0 0-1 0 0,0 0 0 0 0,0 0 1 0 0,1 0-1 0 0,-1-1 0 0 0,0 1 1 0 0,0 0-1 0 0,0 0 0 0 0,0 0 1 0 0,0 0-1 0 0,0 0 1 0 0,0-1-1 0 0,0 1 0 0 0,0 0 1 0 0,0 0-1 0 0,0 0 0 0 0,-1 0 1 0 0,1 0-1 0 0,0-1 0 0 0,0 1 1 0 0,0 0-1 0 0,0 0 0 0 0,0 0 1 0 0,0 0-1 0 0,0 0 1 0 0,0 0-1 0 0,0 0 0 0 0,0-1 1 0 0,0 1-1 0 0,0 0 0 0 0,-1 0 1 0 0,1 0-1 0 0,0 0 0 0 0,0 0 1 0 0,0 0-1 0 0,-8 0 20 0 0,-8 6-22 0 0,-6 4-3 0 0,0 2 0 0 0,1 0 0 0 0,0 1-1 0 0,-23 21 1 0 0,-69 69 16 0 0,2-1 36 0 0,102-94-49 0 0,1-1 36 0 0,0 0 0 0 0,-1-1 0 0 0,0 0 0 0 0,0 0 0 0 0,-16 7 0 0 0,18-9-4 0 0,8-2-13 0 0,0-2-18 0 0,0 0 0 0 0,0 0 0 0 0,0 0-1 0 0,0-1 1 0 0,0 1 0 0 0,0 0 0 0 0,0 0-1 0 0,0-1 1 0 0,-1 1 0 0 0,1-1 0 0 0,0 1 0 0 0,0 0-1 0 0,0-1 1 0 0,0 0 0 0 0,0 0 0 0 0,60-54 11 0 0,-39 34-3 0 0,27-21 1 0 0,19-7-15 0 0,144-116 162 0 0,-187 143-142 0 0,-13 13 24 0 0,0-2 0 0 0,0 0 0 0 0,-1 0 0 0 0,-1-1 0 0 0,13-18 0 0 0,-11 9 558 0 0,-11 16-202 0 0,-7 14-216 0 0,4-6-858 0 0,0 0 0 0 0,1 1 0 0 0,-1-1 0 0 0,1 1 0 0 0,0-1 0 0 0,-1 6 0 0 0,0-1-1641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76"/>
    </inkml:context>
    <inkml:brush xml:id="br0">
      <inkml:brushProperty name="width" value="0.05" units="cm"/>
      <inkml:brushProperty name="height" value="0.05" units="cm"/>
    </inkml:brush>
  </inkml:definitions>
  <inkml:trace contextRef="#ctx0" brushRef="#br0">291 344 2048 0 0,'3'-9'4321'0'0,"61"-270"1429"0"0,-60 224-1461 0 0,-15 71-3508 0 0,-1 12-757 0 0,1 0-1 0 0,2 1 1 0 0,1-1 0 0 0,1 2-1 0 0,1-1 1 0 0,2 1 0 0 0,-1 33-1 0 0,4-49 28 0 0,0-1-1 0 0,-1 1 0 0 0,-1 0 0 0 0,0-1 0 0 0,0 0 0 0 0,-2 0 1 0 0,-10 24-1 0 0,13-34-39 0 0,0 0 1 0 0,-1-1-1 0 0,1 1 1 0 0,0-1-1 0 0,-1 0 1 0 0,1 0-1 0 0,-1 0 1 0 0,0 0-1 0 0,1 0 1 0 0,-1 0 0 0 0,0-1-1 0 0,0 0 1 0 0,-5 2-1 0 0,-46 14 147 0 0,45-15-116 0 0,-5 2-3 0 0,9-4-29 0 0,1 1 1 0 0,-1 1-1 0 0,1-1 1 0 0,-1 1-1 0 0,1 0 1 0 0,-5 3-1 0 0,-2-1 157 0 0,0 1 0 0 0,-1-1 0 0 0,1-1 0 0 0,-1 0 0 0 0,1-1 0 0 0,-23 2-1 0 0,98-11-48 0 0,111-24 0 0 0,-45 5-21 0 0,-122 25-279 0 0,-7 1-186 0 0,0 0-1 0 0,1 0 0 0 0,-1 0 0 0 0,0-1 1 0 0,0 1-1 0 0,0 0 0 0 0,1 0 0 0 0,-1-1 1 0 0,0 1-1 0 0,0-1 0 0 0,0 1 0 0 0,0-1 1 0 0,0 1-1 0 0,0-1 0 0 0,2-1 0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77"/>
    </inkml:context>
    <inkml:brush xml:id="br0">
      <inkml:brushProperty name="width" value="0.05" units="cm"/>
      <inkml:brushProperty name="height" value="0.05" units="cm"/>
    </inkml:brush>
  </inkml:definitions>
  <inkml:trace contextRef="#ctx0" brushRef="#br0">1 165 12403 0 0,'0'-18'1499'0'0,"2"15"-1420"0"0,0 1 1 0 0,0 0 0 0 0,1-1 0 0 0,-1 1-1 0 0,0 0 1 0 0,1 1 0 0 0,-1-1 0 0 0,1 0-1 0 0,0 1 1 0 0,-1 0 0 0 0,1-1 0 0 0,0 1-1 0 0,0 0 1 0 0,0 0 0 0 0,0 1 0 0 0,4-2-1 0 0,0 0 17 0 0,82-24 325 0 0,2 4 0 0 0,152-17 1 0 0,-237 38-414 0 0,0 0 0 0 0,-1 0 1 0 0,1-1-1 0 0,-1 0 0 0 0,1 0 0 0 0,6-4 0 0 0,24-7-2186 0 0,-22 11 37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78"/>
    </inkml:context>
    <inkml:brush xml:id="br0">
      <inkml:brushProperty name="width" value="0.05" units="cm"/>
      <inkml:brushProperty name="height" value="0.05" units="cm"/>
    </inkml:brush>
  </inkml:definitions>
  <inkml:trace contextRef="#ctx0" brushRef="#br0">294 1 12091 0 0,'-8'1'161'0'0,"-1"0"1"0"0,0 1-1 0 0,1 1 1 0 0,-1-1-1 0 0,1 1 1 0 0,0 1 0 0 0,0-1-1 0 0,0 1 1 0 0,0 1-1 0 0,-11 8 1 0 0,-25 12 414 0 0,42-24-573 0 0,0 1 0 0 0,0-1 0 0 0,0 0 0 0 0,0 1 0 0 0,0 0 0 0 0,0 0 0 0 0,1-1 0 0 0,-1 1 0 0 0,1 0 0 0 0,-1 0 0 0 0,1 0 0 0 0,0 0 0 0 0,-2 4 0 0 0,-10 32-162 0 0,13-36 160 0 0,-1 0-1 0 0,1 0 1 0 0,-1 1-1 0 0,1-1 1 0 0,0 0-1 0 0,0 0 1 0 0,0 0-1 0 0,0 1 1 0 0,0-1-1 0 0,1 0 1 0 0,-1 0-1 0 0,1 0 1 0 0,-1 0-1 0 0,1 0 1 0 0,0 0-1 0 0,0 0 1 0 0,0 0-1 0 0,0 0 1 0 0,0 0-1 0 0,0 0 1 0 0,0 0-1 0 0,1 0 1 0 0,-1-1-1 0 0,1 1 1 0 0,-1-1-1 0 0,1 1 1 0 0,0-1-1 0 0,-1 0 1 0 0,3 2-1 0 0,6 2 30 0 0,-1 0 1 0 0,1-1-1 0 0,0 0 1 0 0,20 4-1 0 0,-5-1 19 0 0,-17-4-43 0 0,12 3 102 0 0,0 1-1 0 0,0 1 1 0 0,35 21-1 0 0,-53-28 112 0 0,0 0 0 0 0,-1 0 0 0 0,1 1-1 0 0,-1-1 1 0 0,1 0 0 0 0,-1 1 0 0 0,0 0-1 0 0,0-1 1 0 0,0 1 0 0 0,0 0 0 0 0,0-1-1 0 0,0 1 1 0 0,0 0 0 0 0,0 0 0 0 0,-1 0-1 0 0,1 0 1 0 0,0-1 0 0 0,-1 1 0 0 0,0 0 0 0 0,0 0-1 0 0,1 0 1 0 0,-1 0 0 0 0,-1 3 0 0 0,1-4-194 0 0,-1-1 0 0 0,0 1 0 0 0,0-1 0 0 0,0 1 0 0 0,1-1 1 0 0,-1 1-1 0 0,0-1 0 0 0,0 1 0 0 0,0-1 0 0 0,0 0 0 0 0,0 0 1 0 0,0 1-1 0 0,0-1 0 0 0,0 0 0 0 0,0 0 0 0 0,0 0 0 0 0,0 0 0 0 0,-2 0 1 0 0,-2 0 60 0 0,-75 9 541 0 0,-127 21-103 0 0,174-22-429 0 0,31-7-188 0 0,0-1 1 0 0,0 1 0 0 0,0 0 0 0 0,1 0 0 0 0,-1 0 0 0 0,0 0 0 0 0,0 0 0 0 0,1 0-1 0 0,-1 0 1 0 0,0 1 0 0 0,1-1 0 0 0,-1 0 0 0 0,-1 4 0 0 0,4-2-2503 0 0,7-5 1016 0 0,14-4-373 0 0,5-5-349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79"/>
    </inkml:context>
    <inkml:brush xml:id="br0">
      <inkml:brushProperty name="width" value="0.05" units="cm"/>
      <inkml:brushProperty name="height" value="0.05" units="cm"/>
    </inkml:brush>
  </inkml:definitions>
  <inkml:trace contextRef="#ctx0" brushRef="#br0">16 30 15419 0 0,'-5'-4'342'0'0,"-6"-5"745"0"0,12 5-636 0 0,8 1-266 0 0,14-1-963 0 0,42-1-1 0 0,-51 5-1081 0 0</inkml:trace>
  <inkml:trace contextRef="#ctx0" brushRef="#br0" timeOffset="1">43 230 11763 0 0,'0'0'1832'0'0,"1"-2"-1672"0"0,1 1 40 0 0,1 1-56 0 0,11-5-80 0 0,10 1-16 0 0,-4-1-8 0 0,-4 2 48 0 0,8-2-136 0 0,-5 2-208 0 0,-2 0-144 0 0,6 0-1961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81"/>
    </inkml:context>
    <inkml:brush xml:id="br0">
      <inkml:brushProperty name="width" value="0.05" units="cm"/>
      <inkml:brushProperty name="height" value="0.05" units="cm"/>
    </inkml:brush>
  </inkml:definitions>
  <inkml:trace contextRef="#ctx0" brushRef="#br0">121 160 6017 0 0,'3'-7'711'0'0,"37"-66"2500"0"0,-8 15 930 0 0,-29 41-1122 0 0,-3 12-2453 0 0,-5 11-128 0 0,-21 55-297 0 0,3 0 0 0 0,-29 126 1 0 0,20-66 11 0 0,26-105-92 0 0,0 0 0 0 0,-1 0-1 0 0,-9 15 1 0 0,-7 16-2591 0 0,21-42 420 0 0,2-1-1523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82"/>
    </inkml:context>
    <inkml:brush xml:id="br0">
      <inkml:brushProperty name="width" value="0.05" units="cm"/>
      <inkml:brushProperty name="height" value="0.05" units="cm"/>
    </inkml:brush>
  </inkml:definitions>
  <inkml:trace contextRef="#ctx0" brushRef="#br0">100 23 8954 0 0,'-20'-17'7172'0'0,"18"20"-7060"0"0,0-1 0 0 0,1 1 0 0 0,-1 0 0 0 0,1 0 0 0 0,0 0 0 0 0,0 0 0 0 0,0-1 0 0 0,1 2 0 0 0,-1-1 0 0 0,0 4 0 0 0,-2 8 102 0 0,-10 35 165 0 0,-30 134 247 0 0,42-183-623 0 0,-5 50 63 0 0,5-46-24 0 0,1 0 1 0 0,0-1 0 0 0,0 1-1 0 0,1-1 1 0 0,-1 1 0 0 0,1-1-1 0 0,0 1 1 0 0,0-1-1 0 0,2 6 1 0 0,-1-8-27 0 0,-1-1 1 0 0,1 1-1 0 0,-1 0 1 0 0,1 0-1 0 0,0-1 0 0 0,0 1 1 0 0,0-1-1 0 0,-1 0 0 0 0,1 1 1 0 0,0-1-1 0 0,1 0 0 0 0,-1 0 1 0 0,0 0-1 0 0,0-1 0 0 0,0 1 1 0 0,1 0-1 0 0,-1-1 1 0 0,0 1-1 0 0,1-1 0 0 0,-1 0 1 0 0,0 0-1 0 0,1 0 0 0 0,1 0 1 0 0,3 0 10 0 0,0-1 1 0 0,0 0-1 0 0,0 0 1 0 0,-1 0-1 0 0,1-1 1 0 0,11-4 0 0 0,66-35 153 0 0,-78 36-163 0 0,0 0 0 0 0,0 0 0 0 0,-1 0 0 0 0,0-1 0 0 0,0 0 1 0 0,0 0-1 0 0,-1 0 0 0 0,1-1 0 0 0,-2 0 0 0 0,1 1 0 0 0,4-14 0 0 0,-4 6 32 0 0,-2 7-32 0 0,0 0 1 0 0,0 0 0 0 0,1 0-1 0 0,3-7 1 0 0,-2 6-11 0 0,0 0 1 0 0,-1 0-1 0 0,0 0 1 0 0,-1-1-1 0 0,0 1 1 0 0,0-1-1 0 0,-1 0 1 0 0,0 0-1 0 0,0 1 0 0 0,-1-1 1 0 0,0 0-1 0 0,-1 0 1 0 0,0 0-1 0 0,0 0 1 0 0,-1 1-1 0 0,0-1 1 0 0,0 1-1 0 0,-1-1 0 0 0,-1 1 1 0 0,-5-11-1 0 0,8 18-10 0 0,0-1 0 0 0,0 1 0 0 0,-1 0 0 0 0,1 0 0 0 0,-1 0 0 0 0,1 0 0 0 0,-1 0 0 0 0,0 0 0 0 0,1 0 0 0 0,-1 0 0 0 0,0 0-1 0 0,-3 0 1 0 0,-9-5 11 0 0,10 4-13 0 0,0 0 1 0 0,-1 0 0 0 0,1 0-1 0 0,-1 1 1 0 0,1-1-1 0 0,-1 1 1 0 0,1 1 0 0 0,-1-1-1 0 0,0 0 1 0 0,1 1-1 0 0,-1 0 1 0 0,0 0 0 0 0,1 1-1 0 0,-1-1 1 0 0,0 1-1 0 0,1 0 1 0 0,-1 0 0 0 0,1 0-1 0 0,-1 1 1 0 0,1 0-1 0 0,0 0 1 0 0,0 0 0 0 0,-1 0-1 0 0,1 1 1 0 0,1-1 0 0 0,-1 1-1 0 0,0 0 1 0 0,1 0-1 0 0,-1 0 1 0 0,1 1 0 0 0,0-1-1 0 0,0 1 1 0 0,0 0-1 0 0,-2 5 1 0 0,-12 39 77 0 0,14-38-518 0 0,0 0 1 0 0,0-1-1 0 0,-10 19 1 0 0,7-14-8487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83"/>
    </inkml:context>
    <inkml:brush xml:id="br0">
      <inkml:brushProperty name="width" value="0.05" units="cm"/>
      <inkml:brushProperty name="height" value="0.05" units="cm"/>
    </inkml:brush>
  </inkml:definitions>
  <inkml:trace contextRef="#ctx0" brushRef="#br0">15 70 8402 0 0,'-15'-3'6512'0'0,"16"2"-6400"0"0,0 0-1 0 0,0 0 1 0 0,0 0-1 0 0,0 0 1 0 0,0 0 0 0 0,0 1-1 0 0,0-1 1 0 0,0 0 0 0 0,0 1-1 0 0,0-1 1 0 0,0 1 0 0 0,1-1-1 0 0,-1 1 1 0 0,0-1 0 0 0,3 1-1 0 0,-1-2 66 0 0,27-8 164 0 0,1 1 0 0 0,0 1 1 0 0,50-7-1 0 0,-47 10-339 0 0,-9 0-4804 0 0,-17 4 1802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84"/>
    </inkml:context>
    <inkml:brush xml:id="br0">
      <inkml:brushProperty name="width" value="0.05" units="cm"/>
      <inkml:brushProperty name="height" value="0.05" units="cm"/>
    </inkml:brush>
  </inkml:definitions>
  <inkml:trace contextRef="#ctx0" brushRef="#br0">116 53 6745 0 0,'-6'-25'6681'0'0,"4"22"-6423"0"0,1 0 1 0 0,0 0-1 0 0,0-1 1 0 0,0 1-1 0 0,0 0 1 0 0,0-6-1 0 0,-1 34 466 0 0,-1 0-1 0 0,-1 0 1 0 0,-2 0-1 0 0,-8 25 1 0 0,-44 119-694 0 0,56-164-238 0 0,-8 24 399 0 0,10-28-441 0 0,-1 0 1 0 0,1 0 0 0 0,0 0-1 0 0,-1 1 1 0 0,1-1-1 0 0,0 0 1 0 0,0 0-1 0 0,0 0 1 0 0,0 1-1 0 0,0-1 1 0 0,0 0-1 0 0,0 0 1 0 0,0 1-1 0 0,1-1 1 0 0,-1 0-1 0 0,0 0 1 0 0,1 0-1 0 0,0 2 1 0 0,3-1-1740 0 0,6 1-306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85"/>
    </inkml:context>
    <inkml:brush xml:id="br0">
      <inkml:brushProperty name="width" value="0.05" units="cm"/>
      <inkml:brushProperty name="height" value="0.05" units="cm"/>
    </inkml:brush>
  </inkml:definitions>
  <inkml:trace contextRef="#ctx0" brushRef="#br0">97 140 5513 0 0,'-3'-12'7592'0'0,"-5"11"-4973"0"0,7 2-2594 0 0,-1 0 1 0 0,1 0-1 0 0,-1 0 1 0 0,1 0-1 0 0,0 0 1 0 0,0 0-1 0 0,0 0 1 0 0,-1 1-1 0 0,1-1 1 0 0,0 0-1 0 0,1 1 1 0 0,-3 2-1 0 0,1 1-2 0 0,0 0 0 0 0,0 0 0 0 0,1 0 0 0 0,-1 1 0 0 0,1-1 0 0 0,0 1 0 0 0,0-1 0 0 0,1 1 0 0 0,0-1 0 0 0,0 1 0 0 0,0-1 0 0 0,1 1 0 0 0,1 6 0 0 0,0-2 52 0 0,2 1 0 0 0,-1-1 0 0 0,1-1 0 0 0,1 1 0 0 0,-1 0 0 0 0,9 10 0 0 0,-5-6 91 0 0,-4-7 36 0 0,0-1 1 0 0,1 1-1 0 0,-1-1 1 0 0,1 0-1 0 0,7 7 1 0 0,-1-4 93 0 0,-5-4-95 0 0,0 1-1 0 0,0-1 1 0 0,0 1-1 0 0,0 1 1 0 0,-1-1 0 0 0,0 1-1 0 0,0 0 1 0 0,5 10-1 0 0,-10-17-194 0 0,0 1 0 0 0,0-1 0 0 0,0 1 0 0 0,1-1 0 0 0,-1 0 0 0 0,0 1 0 0 0,0-1-1 0 0,0 1 1 0 0,0-1 0 0 0,0 1 0 0 0,0-1 0 0 0,0 0 0 0 0,0 1 0 0 0,0-1 0 0 0,-1 1 0 0 0,1-1-1 0 0,0 0 1 0 0,0 1 0 0 0,0-1 0 0 0,0 1 0 0 0,-1-1 0 0 0,1 0 0 0 0,0 1 0 0 0,0-1 0 0 0,0 0-1 0 0,-1 1 1 0 0,1-1 0 0 0,0 0 0 0 0,-1 0 0 0 0,1 1 0 0 0,0-1 0 0 0,-1 0 0 0 0,1 0 0 0 0,0 1-1 0 0,-1-1 1 0 0,1 0 0 0 0,-1 0 0 0 0,1 0 0 0 0,-1 0 0 0 0,-18 4-91 0 0,16-3 73 0 0,-14 0-334 0 0,-1 2 0 0 0,1 1-1 0 0,-1 0 1 0 0,-16 7 0 0 0,-3 0-1602 0 0,4-4-2077 0 0</inkml:trace>
  <inkml:trace contextRef="#ctx0" brushRef="#br0" timeOffset="1">297 56 13979 0 0,'30'-22'3841'0'0,"-1"1"-3085"0"0,-10 9-1335 0 0,-10 11-6390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87"/>
    </inkml:context>
    <inkml:brush xml:id="br0">
      <inkml:brushProperty name="width" value="0.05" units="cm"/>
      <inkml:brushProperty name="height" value="0.05" units="cm"/>
    </inkml:brush>
  </inkml:definitions>
  <inkml:trace contextRef="#ctx0" brushRef="#br0">252 126 8530 0 0,'5'-27'6192'0'0,"0"16"-4444"0"0,-5 18-481 0 0,-6 20-707 0 0,-2-6-394 0 0,-2 0 0 0 0,0 0 0 0 0,-1-1 0 0 0,-1 0 0 0 0,-19 24 0 0 0,1 1 61 0 0,-104 164 901 0 0,125-195-717 0 0,10-16 66 0 0,16-24-251 0 0,-13 17-212 0 0,0 0 0 0 0,0 0 0 0 0,3-13-1 0 0,10-22 16 0 0,41-71-6 0 0,51-94-54 0 0,-102 199 24 0 0,0 0 0 0 0,0 0 0 0 0,1 1 0 0 0,1 0-1 0 0,16-15 1 0 0,0 9-185 0 0,-24 14 176 0 0,1 1-1 0 0,-1-1 0 0 0,0 1 1 0 0,1-1-1 0 0,-1 1 1 0 0,1-1-1 0 0,-1 1 0 0 0,1 0 1 0 0,-1 0-1 0 0,0 0 0 0 0,1 0 1 0 0,-1 0-1 0 0,1 0 0 0 0,-1 0 1 0 0,1 0-1 0 0,2 1 1 0 0,-3 2 10 0 0,1-1 1 0 0,-1 0 0 0 0,0 0 0 0 0,0 1 0 0 0,0-1 0 0 0,0 1 0 0 0,0-1 0 0 0,-1 1-1 0 0,1-1 1 0 0,-1 1 0 0 0,0-1 0 0 0,0 5 0 0 0,3 8 5 0 0,20 77 111 0 0,15 126-1 0 0,-37-215-92 0 0,0 1 0 0 0,0 0-1 0 0,0 0 1 0 0,1-1 0 0 0,0 1-1 0 0,3 6 1 0 0,8 18-515 0 0,-11-25-244 0 0,-1 0-1434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88"/>
    </inkml:context>
    <inkml:brush xml:id="br0">
      <inkml:brushProperty name="width" value="0.05" units="cm"/>
      <inkml:brushProperty name="height" value="0.05" units="cm"/>
    </inkml:brush>
  </inkml:definitions>
  <inkml:trace contextRef="#ctx0" brushRef="#br0">31 113 9442 0 0,'-6'0'1806'0'0,"-18"-1"3487"0"0,24 1-5274 0 0,0 0-1 0 0,0 0 0 0 0,0 0 0 0 0,0 0 1 0 0,0 0-1 0 0,0 0 0 0 0,0 0 0 0 0,0 0 1 0 0,0 0-1 0 0,0 0 0 0 0,0 0 0 0 0,0 0 1 0 0,0 0-1 0 0,0 0 0 0 0,0 0 0 0 0,0-1 1 0 0,0 1-1 0 0,0 0 0 0 0,0 0 0 0 0,0 0 0 0 0,0 0 1 0 0,1 0-1 0 0,-1 0 0 0 0,0 0 0 0 0,0 0 1 0 0,0 0-1 0 0,0 0 0 0 0,0 0 0 0 0,0 0 1 0 0,0 0-1 0 0,0 0 0 0 0,0 0 0 0 0,0 0 1 0 0,0 0-1 0 0,0-1 0 0 0,0 1 0 0 0,0 0 1 0 0,0 0-1 0 0,0 0 0 0 0,0 0 0 0 0,0 0 1 0 0,0 0-1 0 0,-1 0 0 0 0,1 0 0 0 0,0 0 0 0 0,0 0 1 0 0,0 0-1 0 0,0 0 0 0 0,0 0 0 0 0,0 0 1 0 0,0 0-1 0 0,0 0 0 0 0,0 0 0 0 0,0 0 1 0 0,0 0-1 0 0,0-1 0 0 0,16-3 269 0 0,367-86 813 0 0,-361 86-1029 0 0,5 0-108 0 0,-12-1-2858 0 0,-12 3 423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89"/>
    </inkml:context>
    <inkml:brush xml:id="br0">
      <inkml:brushProperty name="width" value="0.05" units="cm"/>
      <inkml:brushProperty name="height" value="0.05" units="cm"/>
    </inkml:brush>
  </inkml:definitions>
  <inkml:trace contextRef="#ctx0" brushRef="#br0">223 81 8634 0 0,'0'-9'1199'0'0,"0"0"-385"0"0,0 1 1 0 0,2 0 0 0 0,-1 0-1 0 0,1-1 1 0 0,3-9-1 0 0,-5 18-778 0 0,0-1 0 0 0,0 0 0 0 0,1 1 0 0 0,-1-1 0 0 0,0 1 0 0 0,0-1-1 0 0,0 1 1 0 0,1-1 0 0 0,-1 1 0 0 0,0-1 0 0 0,1 1 0 0 0,-1-1 0 0 0,0 1-1 0 0,1-1 1 0 0,-1 1 0 0 0,1 0 0 0 0,-1-1 0 0 0,1 1 0 0 0,-1 0-1 0 0,1-1 1 0 0,-1 1 0 0 0,1 0 0 0 0,-1-1 0 0 0,1 1 0 0 0,-1 0 0 0 0,2 0-1 0 0,-1 0-16 0 0,-1 0-1 0 0,1 0 0 0 0,0 1 0 0 0,-1-1 0 0 0,1 1 0 0 0,-1-1 0 0 0,1 0 0 0 0,0 1 0 0 0,-1-1 1 0 0,1 1-1 0 0,-1-1 0 0 0,1 1 0 0 0,-1 0 0 0 0,1-1 0 0 0,-1 1 0 0 0,0-1 0 0 0,1 1 1 0 0,-1 0-1 0 0,0-1 0 0 0,0 1 0 0 0,1 0 0 0 0,-1 0 0 0 0,0-1 0 0 0,0 1 0 0 0,0 1 0 0 0,3 10 101 0 0,-1 1-1 0 0,0-1 1 0 0,-1 1-1 0 0,-1 0 1 0 0,0-1-1 0 0,-3 20 0 0 0,-17 82 493 0 0,13-80-448 0 0,-17 57 453 0 0,-4 0-1 0 0,-54 117 0 0 0,8-23-241 0 0,68-162-345 0 0,-4 8-902 0 0,2-14-3931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0"/>
    </inkml:context>
    <inkml:brush xml:id="br0">
      <inkml:brushProperty name="width" value="0.05" units="cm"/>
      <inkml:brushProperty name="height" value="0.05" units="cm"/>
    </inkml:brush>
  </inkml:definitions>
  <inkml:trace contextRef="#ctx0" brushRef="#br0">4 112 6185 0 0,'0'0'1158'0'0,"-3"-11"2443"0"0,5 9-3419 0 0,0 0 0 0 0,0 0 1 0 0,0 0-1 0 0,0 1 0 0 0,0-1 1 0 0,0 1-1 0 0,1-1 0 0 0,-1 1 1 0 0,1 0-1 0 0,-1 0 0 0 0,5-1 1 0 0,6-4 308 0 0,4-4-34 0 0,2 2 0 0 0,-1 0 0 0 0,1 1 0 0 0,36-9-1 0 0,-19 3-234 0 0,-33 11-199 0 0,0 0-1 0 0,0 1 0 0 0,0-1 0 0 0,1 1 1 0 0,-1-1-1 0 0,1 1 0 0 0,-1 0 0 0 0,1 1 1 0 0,-1-1-1 0 0,1 1 0 0 0,-1-1 0 0 0,1 1 1 0 0,-1 0-1 0 0,1 0 0 0 0,0 1 0 0 0,4 0 1 0 0,-6 1 22 0 0,0 0 1 0 0,0 1 0 0 0,0-1-1 0 0,0 0 1 0 0,0 1 0 0 0,-1-1 0 0 0,1 1-1 0 0,-1 0 1 0 0,1 0 0 0 0,-1-1-1 0 0,0 1 1 0 0,0 0 0 0 0,0 4 0 0 0,1-2 24 0 0,-1 0 0 0 0,0 1 1 0 0,-1-1-1 0 0,1 0 0 0 0,-1 1 1 0 0,0-1-1 0 0,-1 1 0 0 0,1-1 0 0 0,-1 0 1 0 0,-2 8-1 0 0,-2 3 23 0 0,0 0 0 0 0,-9 15 1 0 0,-1 5 13 0 0,12-31-103 0 0,0 1 1 0 0,0-1-1 0 0,0-1 1 0 0,-1 1-1 0 0,0 0 1 0 0,0-1-1 0 0,-6 6 1 0 0,6-6-4 0 0,0 0 1 0 0,0 0 0 0 0,0 0 0 0 0,1 0 0 0 0,0 0 0 0 0,-1 1 0 0 0,2-1-1 0 0,-1 1 1 0 0,0 0 0 0 0,-1 6 0 0 0,4-10-3 0 0,0 0 0 0 0,0 0 0 0 0,0 0 0 0 0,0 0 0 0 0,1 0 1 0 0,-1 0-1 0 0,0 0 0 0 0,1 0 0 0 0,-1 0 0 0 0,0 0 0 0 0,1 0 0 0 0,0-1 0 0 0,-1 1 0 0 0,1 0 1 0 0,-1 0-1 0 0,1 0 0 0 0,0-1 0 0 0,-1 1 0 0 0,1 0 0 0 0,0-1 0 0 0,0 1 0 0 0,0-1 0 0 0,-1 1 1 0 0,1 0-1 0 0,0-1 0 0 0,0 0 0 0 0,0 1 0 0 0,0-1 0 0 0,1 1 0 0 0,32 9-26 0 0,-32-9 28 0 0,34 3 39 0 0,-31-4-30 0 0,0 0 0 0 0,0 0 1 0 0,0 0-1 0 0,0 1 0 0 0,0 0 0 0 0,0 0 0 0 0,0 1 0 0 0,0-1 0 0 0,0 1 0 0 0,7 4 1 0 0,-11-6-1 0 0,-1 0 1 0 0,1 1 0 0 0,0-1 0 0 0,-1 1 0 0 0,1-1 0 0 0,-1 1-1 0 0,1-1 1 0 0,-1 1 0 0 0,1-1 0 0 0,-1 1 0 0 0,1 0 0 0 0,-1-1-1 0 0,0 1 1 0 0,1 0 0 0 0,-1-1 0 0 0,0 1 0 0 0,0 0 0 0 0,1-1-1 0 0,-1 1 1 0 0,0 0 0 0 0,0 0 0 0 0,0-1 0 0 0,0 1 0 0 0,0 0-1 0 0,0-1 1 0 0,0 1 0 0 0,0 0 0 0 0,0 0 0 0 0,0-1 0 0 0,0 1-1 0 0,-1 0 1 0 0,1 0 0 0 0,0-1 0 0 0,0 1 0 0 0,-1 0 0 0 0,1-1-1 0 0,0 1 1 0 0,-1 0 0 0 0,1-1 0 0 0,-1 1 0 0 0,1-1 0 0 0,-1 1-1 0 0,0 0 1 0 0,-1 1 51 0 0,-1 0-1 0 0,1 0 1 0 0,0 0 0 0 0,-1-1-1 0 0,1 1 1 0 0,-1-1-1 0 0,1 0 1 0 0,-6 2-1 0 0,-53 12 274 0 0,-81 7-1 0 0,138-22-363 0 0,0 1 0 0 0,-1 0 1 0 0,1 1-1 0 0,0-1 1 0 0,0 1-1 0 0,0-1 0 0 0,-6 5 1 0 0,-17 6-424 0 0,25-11-196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1"/>
    </inkml:context>
    <inkml:brush xml:id="br0">
      <inkml:brushProperty name="width" value="0.05" units="cm"/>
      <inkml:brushProperty name="height" value="0.05" units="cm"/>
    </inkml:brush>
  </inkml:definitions>
  <inkml:trace contextRef="#ctx0" brushRef="#br0">1 10 15403 0 0,'31'-4'4627'0'0,"70"-2"-6634"0"0,-89 6-3552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2"/>
    </inkml:context>
    <inkml:brush xml:id="br0">
      <inkml:brushProperty name="width" value="0.05" units="cm"/>
      <inkml:brushProperty name="height" value="0.05" units="cm"/>
    </inkml:brush>
  </inkml:definitions>
  <inkml:trace contextRef="#ctx0" brushRef="#br0">14 501 8426 0 0,'-14'15'7576'0'0,"17"-14"-7542"0"0,-1 0 0 0 0,1 0 0 0 0,0-1 0 0 0,-1 1 0 0 0,1-1 0 0 0,0 0 0 0 0,-1 0 0 0 0,1 0 0 0 0,0 0 0 0 0,4-1 0 0 0,-3 1-14 0 0,23-2-965 0 0,29-5 1 0 0,-35 3-2441 0 0</inkml:trace>
  <inkml:trace contextRef="#ctx0" brushRef="#br0" timeOffset="1">962 13 12371 0 0,'-17'-12'5045'0'0,"16"35"-4706"0"0,0-1 1 0 0,-2 1 0 0 0,-1 0-1 0 0,-1-1 1 0 0,-7 22 0 0 0,-46 105-183 0 0,10-30-113 0 0,32-67-1244 0 0,12-16-4035 0 0,4-29 2249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4"/>
    </inkml:context>
    <inkml:brush xml:id="br0">
      <inkml:brushProperty name="width" value="0.05" units="cm"/>
      <inkml:brushProperty name="height" value="0.05" units="cm"/>
    </inkml:brush>
  </inkml:definitions>
  <inkml:trace contextRef="#ctx0" brushRef="#br0">228 25 8706 0 0,'-6'-6'4523'0'0,"-9"-7"-1866"0"0,12 12-2561 0 0,0 0 0 0 0,0 0 0 0 0,0 0 0 0 0,0 0 0 0 0,0 1 0 0 0,0 0 0 0 0,0 0 0 0 0,0-1 0 0 0,0 2 0 0 0,0-1 0 0 0,0 0 0 0 0,0 1 0 0 0,0-1 0 0 0,0 1 0 0 0,0 0 0 0 0,-5 2 0 0 0,3-1-25 0 0,1 1 0 0 0,0 0 0 0 0,0 0 0 0 0,0 0 0 0 0,0 0 0 0 0,1 1 0 0 0,-1-1 0 0 0,1 1 0 0 0,-4 6 0 0 0,-4 8 23 0 0,1-1-1 0 0,2 2 1 0 0,-1-1 0 0 0,-5 21-1 0 0,13-35-64 0 0,-43 105 150 0 0,42-104-152 0 0,0-1 0 0 0,0 1 0 0 0,1 0 0 0 0,0 0 0 0 0,0 0 0 0 0,0 0 0 0 0,0 0-1 0 0,1 0 1 0 0,0 0 0 0 0,0 0 0 0 0,0 0 0 0 0,1 0 0 0 0,0 0 0 0 0,0 0 0 0 0,2 6 0 0 0,-2-9-10 0 0,0 0 0 0 0,1 0-1 0 0,0 0 1 0 0,0-1 0 0 0,-1 1 0 0 0,1 0 0 0 0,0-1 0 0 0,0 1 0 0 0,1-1 0 0 0,-1 0-1 0 0,0 0 1 0 0,0 0 0 0 0,0 0 0 0 0,1 0 0 0 0,-1 0 0 0 0,1-1 0 0 0,-1 1 0 0 0,1-1-1 0 0,3 1 1 0 0,2 0 31 0 0,1-1 0 0 0,-1 0-1 0 0,0 0 1 0 0,13-2 0 0 0,-14 1-27 0 0,-1-1-1 0 0,1 0 1 0 0,0 0-1 0 0,-1-1 1 0 0,1 0-1 0 0,-1 0 1 0 0,0 0 0 0 0,0-1-1 0 0,0 1 1 0 0,0-2-1 0 0,-1 1 1 0 0,0-1 0 0 0,6-5-1 0 0,-5 3 4 0 0,0-1 0 0 0,0 0 0 0 0,0 0 0 0 0,-1-1-1 0 0,-1 0 1 0 0,1 1 0 0 0,-2-1 0 0 0,7-19 0 0 0,-3-5 65 0 0,-6 24-72 0 0,1 0 0 0 0,0 0 1 0 0,1 1-1 0 0,6-15 1 0 0,-7 20-15 0 0,-1-1 0 0 0,1 0 1 0 0,0 0-1 0 0,-1 0 0 0 0,0 0 1 0 0,0-1-1 0 0,0 1 0 0 0,0 0 1 0 0,-1 0-1 0 0,0 0 0 0 0,0-1 1 0 0,0 1-1 0 0,0 0 0 0 0,-1-1 1 0 0,1 1-1 0 0,-1 0 0 0 0,0 0 1 0 0,-2-5-1 0 0,1 6-24 0 0,1 0-1 0 0,-1 0 1 0 0,0 0 0 0 0,0 0-1 0 0,0 0 1 0 0,0 0 0 0 0,-1 1-1 0 0,1-1 1 0 0,-1 1-1 0 0,0 0 1 0 0,1 0 0 0 0,-1 0-1 0 0,0 0 1 0 0,0 0 0 0 0,0 1-1 0 0,0-1 1 0 0,-1 1-1 0 0,1 0 1 0 0,0 0 0 0 0,-1 0-1 0 0,1 0 1 0 0,-4 0 0 0 0,0 0-89 0 0,1 0 1 0 0,-1 1-1 0 0,0 0 1 0 0,1 0 0 0 0,-1 1-1 0 0,-10 2 1 0 0,12-2-663 0 0,0 1 0 0 0,0-1 1 0 0,0 1-1 0 0,0 1 0 0 0,-5 2 1 0 0,5-2-2008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5"/>
    </inkml:context>
    <inkml:brush xml:id="br0">
      <inkml:brushProperty name="width" value="0.05" units="cm"/>
      <inkml:brushProperty name="height" value="0.05" units="cm"/>
    </inkml:brush>
  </inkml:definitions>
  <inkml:trace contextRef="#ctx0" brushRef="#br0">172 22 7722 0 0,'-5'-5'7194'0'0,"-8"-5"-4662"0"0,11 9-2471 0 0,0 0 1 0 0,0 0-1 0 0,0 0 1 0 0,0 0-1 0 0,0 1 1 0 0,0-1-1 0 0,0 1 1 0 0,0-1-1 0 0,-1 1 1 0 0,1 0-1 0 0,0 0 1 0 0,0 0-1 0 0,0 0 1 0 0,0 0-1 0 0,-1 1 1 0 0,1-1-1 0 0,0 1 0 0 0,0-1 1 0 0,0 1-1 0 0,0 0 1 0 0,0 0-1 0 0,-2 1 1 0 0,1 0-27 0 0,0 1 0 0 0,1-1 0 0 0,0 1 1 0 0,-1 0-1 0 0,1 0 0 0 0,0 0 0 0 0,0 0 0 0 0,1 0 0 0 0,-1 0 0 0 0,1 0 1 0 0,-1 1-1 0 0,-1 6 0 0 0,-14 36 190 0 0,11-33-185 0 0,1 0 0 0 0,0 0 1 0 0,1 1-1 0 0,-3 19 1 0 0,6-27-38 0 0,-1 1 1 0 0,0-1 0 0 0,0 0 0 0 0,0 0-1 0 0,-4 7 1 0 0,-9 26 74 0 0,15-36-57 0 0,-1-1 0 0 0,1 1 1 0 0,0 0-1 0 0,0 0 0 0 0,0-1 0 0 0,0 1 0 0 0,0 0 1 0 0,0-1-1 0 0,1 1 0 0 0,0 0 0 0 0,-1-1 1 0 0,1 1-1 0 0,2 4 0 0 0,-1-5 4 0 0,-1 0 1 0 0,1-1-1 0 0,-1 1 1 0 0,1 0-1 0 0,0-1 1 0 0,-1 1-1 0 0,1-1 1 0 0,0 0-1 0 0,0 1 0 0 0,0-1 1 0 0,0 0-1 0 0,1 0 1 0 0,-1 0-1 0 0,0 0 1 0 0,0-1-1 0 0,1 1 1 0 0,-1-1-1 0 0,5 1 1 0 0,0 0 13 0 0,1 0 1 0 0,0-1-1 0 0,0 0 1 0 0,10-1-1 0 0,-3-2 29 0 0,0-1 0 0 0,-1 0-1 0 0,1-1 1 0 0,17-9-1 0 0,-8 4 21 0 0,-19 7-58 0 0,0 0 0 0 0,0-1 0 0 0,-1 1 0 0 0,1-1 0 0 0,-1 0 0 0 0,0 0 0 0 0,0 0 0 0 0,0-1 0 0 0,-1 1 0 0 0,1-1 0 0 0,-1 0 0 0 0,0 0 0 0 0,-1 0 0 0 0,1 0 1 0 0,-1-1-1 0 0,0 1 0 0 0,0-1 0 0 0,1-8 0 0 0,11-20 279 0 0,-11 30-281 0 0,-1 0 0 0 0,0-1-1 0 0,0 1 1 0 0,-1-1 0 0 0,1 1 0 0 0,-1-1 0 0 0,0 1 0 0 0,0-1 0 0 0,0 0 0 0 0,-1-8 0 0 0,0 11-37 0 0,0-1-1 0 0,0 0 1 0 0,0 1 0 0 0,-1-1 0 0 0,1 0 0 0 0,-1 1 0 0 0,0-1-1 0 0,0 1 1 0 0,0-1 0 0 0,0 1 0 0 0,0-1 0 0 0,0 1 0 0 0,-1 0-1 0 0,1 0 1 0 0,-1-1 0 0 0,0 1 0 0 0,1 0 0 0 0,-1 0 0 0 0,0 1-1 0 0,0-1 1 0 0,0 0 0 0 0,-3-1 0 0 0,-3-1-193 0 0,1 1-1 0 0,-1 0 1 0 0,0 0 0 0 0,0 1-1 0 0,-14-2 1 0 0,-21-7-1477 0 0,15-3-498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6"/>
    </inkml:context>
    <inkml:brush xml:id="br0">
      <inkml:brushProperty name="width" value="0.05" units="cm"/>
      <inkml:brushProperty name="height" value="0.05" units="cm"/>
    </inkml:brush>
  </inkml:definitions>
  <inkml:trace contextRef="#ctx0" brushRef="#br0">202 212 8538 0 0,'-7'-16'391'0'0,"1"-1"0"0"0,0 1 0 0 0,2-1 0 0 0,-3-19 0 0 0,4 19 549 0 0,-1-1 0 0 0,-1 2-1 0 0,0-1 1 0 0,-8-18-1 0 0,12 35-923 0 0,0-1-1 0 0,1 1 0 0 0,-1-1 1 0 0,1 1-1 0 0,-1-1 1 0 0,0 1-1 0 0,1-1 0 0 0,-1 1 1 0 0,0 0-1 0 0,0-1 1 0 0,1 1-1 0 0,-1 0 0 0 0,0-1 1 0 0,0 1-1 0 0,0 0 0 0 0,1 0 1 0 0,-1 0-1 0 0,0 0 1 0 0,0 0-1 0 0,0 0 0 0 0,1 0 1 0 0,-1 0-1 0 0,0 0 1 0 0,0 0-1 0 0,0 1 0 0 0,1-1 1 0 0,-1 0-1 0 0,0 0 1 0 0,0 1-1 0 0,1-1 0 0 0,-1 0 1 0 0,0 1-1 0 0,0-1 1 0 0,1 1-1 0 0,-1-1 0 0 0,1 1 1 0 0,-1-1-1 0 0,0 1 0 0 0,1 0 1 0 0,-1-1-1 0 0,1 1 1 0 0,-1 0-1 0 0,1-1 0 0 0,0 1 1 0 0,-1 0-1 0 0,1 0 1 0 0,0-1-1 0 0,-1 1 0 0 0,1 1 1 0 0,-41 159 415 0 0,31-117-359 0 0,3-9-1 0 0,3-12-14 0 0,-2 0 0 0 0,-12 35 0 0 0,13-45-32 0 0,1-1 0 0 0,0 1 0 0 0,1 0 0 0 0,1 1 0 0 0,0-1 0 0 0,0 0 0 0 0,1 22 1 0 0,2-25 21 0 0,-1 0 1 0 0,1 0 0 0 0,1 0 0 0 0,0 0 0 0 0,0 0 0 0 0,1 0 0 0 0,1-1-1 0 0,-1 1 1 0 0,1-1 0 0 0,9 14 0 0 0,-12-21-10 0 0,1 0-1 0 0,-1 0 0 0 0,1 0 1 0 0,0 0-1 0 0,0 0 1 0 0,0-1-1 0 0,0 1 1 0 0,0-1-1 0 0,0 1 1 0 0,0-1-1 0 0,0 0 1 0 0,0 0-1 0 0,1 0 1 0 0,-1 0-1 0 0,0 0 1 0 0,1 0-1 0 0,-1-1 1 0 0,1 1-1 0 0,-1-1 1 0 0,1 1-1 0 0,-1-1 0 0 0,1 0 1 0 0,-1 0-1 0 0,1 0 1 0 0,-1-1-1 0 0,1 1 1 0 0,-1-1-1 0 0,1 1 1 0 0,2-2-1 0 0,1 0 5 0 0,0 0 0 0 0,-1 0 0 0 0,0-1 1 0 0,1 0-1 0 0,-1 0 0 0 0,0 0 0 0 0,0-1 0 0 0,-1 0 0 0 0,1 0 0 0 0,7-8 0 0 0,15-24 107 0 0,34-61 0 0 0,1-3-18 0 0,-7 14-59 0 0,58-127-1 0 0,-104 195-100 0 0,-8 17-46 0 0,-1 0 1 0 0,0 1-1 0 0,0-1 0 0 0,0 1 1 0 0,0-1-1 0 0,1 1 0 0 0,-1-1 1 0 0,0 1-1 0 0,1-1 0 0 0,-1 1 1 0 0,0-1-1 0 0,1 1 0 0 0,-1-1 1 0 0,1 1-1 0 0,-1 0 0 0 0,1-1 1 0 0,-1 1-1 0 0,1-1 0 0 0,-1 1 1 0 0,2-1-1 0 0,0 11-2761 0 0,-4 18 74 0 0,-3 5-97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7"/>
    </inkml:context>
    <inkml:brush xml:id="br0">
      <inkml:brushProperty name="width" value="0.05" units="cm"/>
      <inkml:brushProperty name="height" value="0.05" units="cm"/>
    </inkml:brush>
  </inkml:definitions>
  <inkml:trace contextRef="#ctx0" brushRef="#br0">227 9 7466 0 0,'0'0'1397'0'0,"-5"9"-154"0"0,0 7-211 0 0,0 0 0 0 0,-2 0 0 0 0,-14 26 0 0 0,3-5-73 0 0,-98 167 1887 0 0,91-163-2544 0 0,22-35-250 0 0,-1-1 111 0 0,1 0 0 0 0,0 0 0 0 0,1 0 0 0 0,-1 0 0 0 0,-3 12 0 0 0,14-27 80 0 0,124-245-162 0 0,-114 215-109 0 0,-10 20 49 0 0,1 1 0 0 0,1 0 0 0 0,23-34 0 0 0,-13 34-244 0 0,-20 19 216 0 0,1 0 0 0 0,-1-1 0 0 0,1 1 1 0 0,-1 0-1 0 0,1-1 0 0 0,-1 1 0 0 0,1 0 0 0 0,0 0 0 0 0,-1 0 0 0 0,1-1 1 0 0,-1 1-1 0 0,1 0 0 0 0,0 0 0 0 0,-1 0 0 0 0,1 0 0 0 0,-1 0 1 0 0,1 0-1 0 0,0 0 0 0 0,-1 0 0 0 0,1 1 0 0 0,-1-1 0 0 0,1 0 0 0 0,0 0 1 0 0,-1 0-1 0 0,1 1 0 0 0,-1-1 0 0 0,1 0 0 0 0,-1 1 0 0 0,1-1 0 0 0,-1 0 1 0 0,1 1-1 0 0,-1-1 0 0 0,1 1 0 0 0,-1-1 0 0 0,0 1 0 0 0,1-1 1 0 0,-1 0-1 0 0,0 1 0 0 0,1 0 0 0 0,-1-1 0 0 0,0 1 0 0 0,1 0 0 0 0,6 16 27 0 0,-1 1 0 0 0,0 0-1 0 0,-1 0 1 0 0,-1 0-1 0 0,4 36 1 0 0,-2 98 33 0 0,-6-136-26 0 0,-1 0 0 0 0,-3 19 0 0 0,-3-8-2540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8"/>
    </inkml:context>
    <inkml:brush xml:id="br0">
      <inkml:brushProperty name="width" value="0.05" units="cm"/>
      <inkml:brushProperty name="height" value="0.05" units="cm"/>
    </inkml:brush>
  </inkml:definitions>
  <inkml:trace contextRef="#ctx0" brushRef="#br0">5 49 11306 0 0,'-5'-2'5005'0'0,"28"1"-4860"0"0,0-2-1 0 0,35-8 0 0 0,-6 2-180 0 0,45-9-3136 0 0,-71 14 126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299"/>
    </inkml:context>
    <inkml:brush xml:id="br0">
      <inkml:brushProperty name="width" value="0.05" units="cm"/>
      <inkml:brushProperty name="height" value="0.05" units="cm"/>
    </inkml:brush>
  </inkml:definitions>
  <inkml:trace contextRef="#ctx0" brushRef="#br0">7 53 15787 0 0,'0'0'961'0'0,"0"-1"-825"0"0,0-1-184 0 0,0 0-48 0 0,0 1 32 0 0,1-1 48 0 0,1-1-16 0 0,-1 0 8 0 0,2 0 48 0 0,0 2-64 0 0,10-9 48 0 0,-3 4-128 0 0,4-1-1009 0 0,-1 0-15 0 0,-3 4-480 0 0,-2 2-1449 0 0</inkml:trace>
  <inkml:trace contextRef="#ctx0" brushRef="#br0" timeOffset="1">0 167 11290 0 0,'0'0'272'0'0,"2"0"-31"0"0,-1 0-9 0 0,1 0-40 0 0,1 0-104 0 0,12-3-48 0 0,5-2 32 0 0,4-2-56 0 0,0-3-40 0 0,1 1-2097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1"/>
    </inkml:context>
    <inkml:brush xml:id="br0">
      <inkml:brushProperty name="width" value="0.05" units="cm"/>
      <inkml:brushProperty name="height" value="0.05" units="cm"/>
    </inkml:brush>
  </inkml:definitions>
  <inkml:trace contextRef="#ctx0" brushRef="#br0">216 1 10258 0 0,'-10'0'3076'0'0,"3"0"-2590"0"0,-1-1 1 0 0,1 1 0 0 0,-1 1-1 0 0,1-1 1 0 0,0 1 0 0 0,-12 3 0 0 0,16-3-450 0 0,0 0 1 0 0,0 0 0 0 0,0 0-1 0 0,0 0 1 0 0,0 0 0 0 0,0 1 0 0 0,1-1-1 0 0,-1 1 1 0 0,0 0 0 0 0,1 0 0 0 0,-1 0-1 0 0,1 0 1 0 0,0 0 0 0 0,0 0 0 0 0,0 1-1 0 0,0-1 1 0 0,-4 6 0 0 0,-3 22 1 0 0,-6 10 10 0 0,13-36-36 0 0,0 1 0 0 0,0-1 0 0 0,0 1 0 0 0,0 0 0 0 0,1-1 0 0 0,0 1 0 0 0,0 0 1 0 0,0 0-1 0 0,0 0 0 0 0,1 0 0 0 0,0 0 0 0 0,0 0 0 0 0,1 0 0 0 0,-1 0 0 0 0,1 0 0 0 0,0 0 1 0 0,0 0-1 0 0,0-1 0 0 0,1 1 0 0 0,0 0 0 0 0,0-1 0 0 0,4 8 0 0 0,-1-6 7 0 0,-1 0-1 0 0,1 0 1 0 0,0 0-1 0 0,0-1 1 0 0,0 1-1 0 0,1-1 1 0 0,0-1 0 0 0,6 5-1 0 0,-6-5-16 0 0,2 2 77 0 0,0 0 0 0 0,0 1 0 0 0,-1-1 0 0 0,0 1 0 0 0,0 1 0 0 0,0-1 0 0 0,-1 1 0 0 0,-1 0 0 0 0,7 11 0 0 0,-11-17-14 0 0,2 4 262 0 0,1 1 0 0 0,-1 0-1 0 0,0 0 1 0 0,-1 0-1 0 0,2 8 1 0 0,-3-14-292 0 0,-1 0 1 0 0,0 1-1 0 0,0-1 1 0 0,1 1-1 0 0,-1-1 0 0 0,0 0 1 0 0,0 1-1 0 0,-1-1 1 0 0,1 1-1 0 0,0-1 0 0 0,0 1 1 0 0,-1-1-1 0 0,1 0 1 0 0,-1 1-1 0 0,1-1 0 0 0,-1 0 1 0 0,1 1-1 0 0,-1-1 1 0 0,0 0-1 0 0,0 0 0 0 0,0 0 1 0 0,0 0-1 0 0,0 1 1 0 0,0-1-1 0 0,0-1 0 0 0,0 1 1 0 0,0 0-1 0 0,0 0 1 0 0,0 0-1 0 0,-1 0 0 0 0,1-1 1 0 0,0 1-1 0 0,0-1 1 0 0,-3 2-1 0 0,-21 4 58 0 0,19-5-77 0 0,1 1 0 0 0,-1-1 0 0 0,0 1 0 0 0,1 0 0 0 0,-10 5 0 0 0,10-4-56 0 0,0 0 0 0 0,0-1 0 0 0,0 0 0 0 0,-1 0 0 0 0,1 0 0 0 0,-1-1 0 0 0,0 0 0 0 0,1 0 0 0 0,-1 0 0 0 0,0-1 1 0 0,1 0-1 0 0,-1 0 0 0 0,0 0 0 0 0,-7-2 0 0 0,8 1-1170 0 0,-1 0 0 0 0,0-1 0 0 0,1 1 0 0 0,-10-6 0 0 0,9 5-2353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2"/>
    </inkml:context>
    <inkml:brush xml:id="br0">
      <inkml:brushProperty name="width" value="0.05" units="cm"/>
      <inkml:brushProperty name="height" value="0.05" units="cm"/>
    </inkml:brush>
  </inkml:definitions>
  <inkml:trace contextRef="#ctx0" brushRef="#br0">0 229 12523 0 0,'6'-10'1815'0'0,"-1"8"-1785"0"0,-1 0-1 0 0,1 0 1 0 0,0 0 0 0 0,0 1 0 0 0,7-2 0 0 0,13-4 27 0 0,47-16-11 0 0,85-15-1 0 0,-11 3-31 0 0,-113 26-20 0 0,-5 2 56 0 0,34-14 1 0 0,-25-3 1845 0 0,-39 55-103 0 0,-8 6-1539 0 0,-1-2 1 0 0,-19 39-1 0 0,15-39-168 0 0,5-9-73 0 0,-20 51 73 0 0,28-69-54 0 0,0 0-1 0 0,0 1 1 0 0,1-1-1 0 0,0 1 1 0 0,1-1-1 0 0,0 1 0 0 0,1 13 1 0 0,0-21-17 0 0,-1 0 0 0 0,1 1 0 0 0,0-1 0 0 0,0 0 0 0 0,-1 0 1 0 0,1 0-1 0 0,0 0 0 0 0,0 0 0 0 0,0 0 0 0 0,1 0 0 0 0,-1 0 0 0 0,0 0 0 0 0,0 0 0 0 0,0 0 1 0 0,1-1-1 0 0,-1 1 0 0 0,2 0 0 0 0,1 2-6 0 0,0-1 8 0 0,-1 0 0 0 0,1-1 0 0 0,-1 1 0 0 0,1-1 0 0 0,0 1-1 0 0,0-1 1 0 0,-1 0 0 0 0,1-1 0 0 0,0 1 0 0 0,0-1 0 0 0,0 1 0 0 0,0-1-1 0 0,0 0 1 0 0,0-1 0 0 0,6 0 0 0 0,2-2 26 0 0,-1 0 0 0 0,0-1 0 0 0,19-9 1 0 0,12-4 75 0 0,-34 13-95 0 0,0 0 0 0 0,1 0 1 0 0,-2-1-1 0 0,1 0 0 0 0,0-1 1 0 0,-1 1-1 0 0,0-1 1 0 0,0-1-1 0 0,-1 1 0 0 0,0-1 1 0 0,0 0-1 0 0,0-1 0 0 0,-1 0 1 0 0,0 1-1 0 0,-1-1 0 0 0,1-1 1 0 0,-2 1-1 0 0,1-1 0 0 0,-1 1 1 0 0,0-1-1 0 0,-1 0 0 0 0,1-11 1 0 0,-2 13 1 0 0,1-1-1 0 0,0 0 1 0 0,0 1 0 0 0,0-1-1 0 0,4-7 1 0 0,-3 8 6 0 0,0 0-1 0 0,0 0 0 0 0,-1-1 1 0 0,0 1-1 0 0,1-14 1 0 0,-3 12-25 0 0,0 1 0 0 0,-1 0 0 0 0,0 0 1 0 0,-1 0-1 0 0,1 0 0 0 0,-1 0 1 0 0,-1 0-1 0 0,0 1 0 0 0,0-1 0 0 0,0 1 1 0 0,-1-1-1 0 0,-5-7 0 0 0,6 13-30 0 0,1-1 0 0 0,-1 0 0 0 0,0 1 1 0 0,0 0-1 0 0,0 0 0 0 0,0 0 0 0 0,0 0 0 0 0,-1 0 0 0 0,1 1 0 0 0,-1-1 0 0 0,1 1 0 0 0,-1 0 0 0 0,-6-1 0 0 0,-13-6-148 0 0,19 6 88 0 0,-1 1 0 0 0,1-1 1 0 0,-1 1-1 0 0,0 0 0 0 0,1 1 0 0 0,-1-1 0 0 0,0 1 0 0 0,0 0 1 0 0,0 0-1 0 0,0 1 0 0 0,1-1 0 0 0,-1 1 0 0 0,0 0 0 0 0,1 0 0 0 0,-1 1 1 0 0,-5 2-1 0 0,6-3-266 0 0,0 1 1 0 0,1 0 0 0 0,-1 0-1 0 0,1 0 1 0 0,-1 0 0 0 0,1 1-1 0 0,0-1 1 0 0,0 1-1 0 0,0 0 1 0 0,0 0 0 0 0,0 0-1 0 0,-2 4 1 0 0,-5 14-2107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3"/>
    </inkml:context>
    <inkml:brush xml:id="br0">
      <inkml:brushProperty name="width" value="0.05" units="cm"/>
      <inkml:brushProperty name="height" value="0.05" units="cm"/>
    </inkml:brush>
  </inkml:definitions>
  <inkml:trace contextRef="#ctx0" brushRef="#br0">334 171 536 0 0,'0'0'11639'0'0,"6"-26"-10902"0"0,-4 21-728 0 0,0-1-1 0 0,-1 1 1 0 0,1 0-1 0 0,-1 0 1 0 0,-1-1-1 0 0,1 1 1 0 0,0-7-1 0 0,4-27 967 0 0,-3 36-948 0 0,-1 0 0 0 0,0 0 0 0 0,1 0 0 0 0,0 1 0 0 0,0-1 0 0 0,0 0 0 0 0,3-2 0 0 0,7-13 337 0 0,-11 17-326 0 0,-1 1 0 0 0,0 0 1 0 0,0-1-1 0 0,1 1 0 0 0,-1-1 0 0 0,0 1 0 0 0,0-1 1 0 0,0 1-1 0 0,1 0 0 0 0,-1-1 0 0 0,0 1 0 0 0,0-1 0 0 0,0 1 1 0 0,0-1-1 0 0,0 1 0 0 0,0-1 0 0 0,0 1 0 0 0,0-1 0 0 0,0 1 1 0 0,0-1-1 0 0,0 1 0 0 0,0-1 0 0 0,-1 1 0 0 0,1-1 1 0 0,0 1-1 0 0,0 0 0 0 0,0-1 0 0 0,-1 0 0 0 0,0 1-19 0 0,1 1 1 0 0,-1-1-1 0 0,1 0 0 0 0,-1 0 1 0 0,1 1-1 0 0,-1-1 0 0 0,1 1 0 0 0,-1-1 1 0 0,1 0-1 0 0,0 1 0 0 0,-1-1 0 0 0,1 1 1 0 0,0-1-1 0 0,-1 1 0 0 0,1-1 0 0 0,0 1 1 0 0,-1-1-1 0 0,1 1 0 0 0,0-1 0 0 0,0 1 1 0 0,0-1-1 0 0,-1 1 0 0 0,1 0 0 0 0,0-1 1 0 0,0 1-1 0 0,0-1 0 0 0,0 1 1 0 0,0 0-1 0 0,-23 102 265 0 0,15-57 74 0 0,-3-1 0 0 0,-1-1 0 0 0,-36 86 0 0 0,-11-7 285 0 0,56-120-624 0 0,0 0 1 0 0,-1 0-1 0 0,0 0 1 0 0,1 0-1 0 0,-1-1 0 0 0,0 1 1 0 0,0-1-1 0 0,-1 0 1 0 0,1 0-1 0 0,-6 1 0 0 0,-5 0-10 0 0,-1 0 0 0 0,1-2 0 0 0,0 1 0 0 0,-1-2-1 0 0,-22-2 1 0 0,-2 1-63 0 0,29 5 197 0 0,10-1 217 0 0,10-2-43 0 0,16-2-205 0 0,0-1-1 0 0,0-1 1 0 0,40-11 0 0 0,75-29 77 0 0,-15 4 15 0 0,-118 38-223 0 0,14-7-233 0 0,-20 8-5 0 0,-1-1 0 0 0,1 1 1 0 0,0-1-1 0 0,-1 1 0 0 0,1-1 1 0 0,-1 1-1 0 0,1-1 0 0 0,-1 1 1 0 0,1-1-1 0 0,-1 0 0 0 0,1 1 1 0 0,-1-1-1 0 0,0 0 0 0 0,1 1 1 0 0,-1-1-1 0 0,0 0 0 0 0,0 1 1 0 0,0-1-1 0 0,1 0 0 0 0,-1 0 1 0 0,0 0-1 0 0,0 1 0 0 0,0-1 1 0 0,0 0-1 0 0,0 0 1 0 0,0 0-1 0 0,-2-6-3196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4"/>
    </inkml:context>
    <inkml:brush xml:id="br0">
      <inkml:brushProperty name="width" value="0.05" units="cm"/>
      <inkml:brushProperty name="height" value="0.05" units="cm"/>
    </inkml:brush>
  </inkml:definitions>
  <inkml:trace contextRef="#ctx0" brushRef="#br0">0 84 10138 0 0,'0'0'296'0'0,"7"-10"3412"0"0,18-4-2969 0 0,1 1 0 0 0,0 1 0 0 0,28-9 0 0 0,-43 18-896 0 0,0 0-1 0 0,0 0 1 0 0,0 1 0 0 0,0 1-1 0 0,0 0 1 0 0,0 0 0 0 0,0 1-1 0 0,0 1 1 0 0,1 0 0 0 0,-1 0-1 0 0,11 4 1 0 0,-2 2-3716 0 0,-11-2 122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5"/>
    </inkml:context>
    <inkml:brush xml:id="br0">
      <inkml:brushProperty name="width" value="0.05" units="cm"/>
      <inkml:brushProperty name="height" value="0.05" units="cm"/>
    </inkml:brush>
  </inkml:definitions>
  <inkml:trace contextRef="#ctx0" brushRef="#br0">89 1 10610 0 0,'-7'10'1785'0'0,"-54"111"1983"0"0,55-109-3688 0 0,3-8-15 0 0,1 0 0 0 0,0 1 0 0 0,0-1 1 0 0,0 1-1 0 0,1-1 0 0 0,-2 8 0 0 0,3-10-10 0 0,0-1-1 0 0,0 1 1 0 0,0-1 0 0 0,0 1-1 0 0,1-1 1 0 0,-1 1 0 0 0,0-1-1 0 0,1 0 1 0 0,-1 1-1 0 0,1-1 1 0 0,0 1 0 0 0,-1-1-1 0 0,1 0 1 0 0,0 1 0 0 0,0-1-1 0 0,0 0 1 0 0,0 0 0 0 0,0 0-1 0 0,0 0 1 0 0,0 0 0 0 0,0 0-1 0 0,0 0 1 0 0,0 0 0 0 0,0 0-1 0 0,1 0 1 0 0,1 0 0 0 0,2 2 38 0 0,1 0 1 0 0,1 0-1 0 0,-1-1 1 0 0,0 0-1 0 0,0 0 1 0 0,1-1-1 0 0,-1 0 1 0 0,1 0-1 0 0,0 0 1 0 0,-1-1-1 0 0,1 0 1 0 0,-1 0-1 0 0,1-1 1 0 0,0 0-1 0 0,-1 0 1 0 0,8-2-1 0 0,1-1 120 0 0,-1-1 0 0 0,1-1 0 0 0,-1 0 0 0 0,0-1 0 0 0,23-16 0 0 0,-35 21-161 0 0,1-1 0 0 0,0 1 0 0 0,-1-1 0 0 0,1 0 0 0 0,-1 0 0 0 0,0 0 1 0 0,0 0-1 0 0,0 0 0 0 0,0 0 0 0 0,-1-1 0 0 0,0 1 0 0 0,1-1 0 0 0,-1 1 0 0 0,0-1 0 0 0,0 1 1 0 0,-1-1-1 0 0,1 0 0 0 0,-1 0 0 0 0,0 1 0 0 0,0-1 0 0 0,0 0 0 0 0,0 1 0 0 0,-1-1 0 0 0,0 0 0 0 0,1 1 1 0 0,-1-1-1 0 0,-3-5 0 0 0,4 8-48 0 0,-1 0 0 0 0,0 1 0 0 0,1-1 0 0 0,-1 0 0 0 0,0 1 0 0 0,0-1 0 0 0,0 0 0 0 0,0 1 0 0 0,0-1 0 0 0,1 1 0 0 0,-1-1 0 0 0,0 1 0 0 0,0 0 0 0 0,0-1 0 0 0,0 1 0 0 0,0 0 0 0 0,0 0 0 0 0,-1 0 0 0 0,0-1 0 0 0,-11-2 0 0 0,-5-4-33 0 0,12 3 7 0 0,-1 1-1 0 0,0 0 0 0 0,0 1 0 0 0,0 0 0 0 0,0 0 0 0 0,0 0 0 0 0,0 1 1 0 0,0 0-1 0 0,-1 0 0 0 0,1 1 0 0 0,-8 0 0 0 0,-21 9-1588 0 0,13 0-4521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6"/>
    </inkml:context>
    <inkml:brush xml:id="br0">
      <inkml:brushProperty name="width" value="0.05" units="cm"/>
      <inkml:brushProperty name="height" value="0.05" units="cm"/>
    </inkml:brush>
  </inkml:definitions>
  <inkml:trace contextRef="#ctx0" brushRef="#br0">191 254 7882 0 0,'-1'0'67'0'0,"0"0"1"0"0,-1-1-1 0 0,1 1 1 0 0,0-1 0 0 0,0 1-1 0 0,0-1 1 0 0,0 1-1 0 0,0-1 1 0 0,0 0-1 0 0,0 1 1 0 0,1-1-1 0 0,-1 0 1 0 0,0 0 0 0 0,0 1-1 0 0,0-1 1 0 0,1 0-1 0 0,-1 0 1 0 0,0 0-1 0 0,1 0 1 0 0,-1 0 0 0 0,1 0-1 0 0,-1 0 1 0 0,1 0-1 0 0,0-1 1 0 0,-1 1-1 0 0,1 0 1 0 0,0 0-1 0 0,0 0 1 0 0,0 0 0 0 0,0 0-1 0 0,0-3 1 0 0,-1 0-74 0 0,1 0 1 0 0,0-1 0 0 0,0 1-1 0 0,0 0 1 0 0,1-1 0 0 0,0 1-1 0 0,1-6 1 0 0,-1 6 27 0 0,0 1 1 0 0,0 0 0 0 0,1 0-1 0 0,-1-1 1 0 0,1 1 0 0 0,0 0 0 0 0,0 0-1 0 0,0 0 1 0 0,1 0 0 0 0,-1 1-1 0 0,0-1 1 0 0,1 1 0 0 0,0-1-1 0 0,0 1 1 0 0,-1 0 0 0 0,1 0-1 0 0,0 0 1 0 0,1 1 0 0 0,4-3-1 0 0,4-3 2180 0 0,-23 11-17 0 0,-13 6-1679 0 0,17-7-393 0 0,0 0-1 0 0,0 0 0 0 0,1 0 0 0 0,-1 1 0 0 0,1 0 1 0 0,-8 6-1 0 0,-11 12 191 0 0,8-8-103 0 0,1 0 1 0 0,1 1-1 0 0,0 1 0 0 0,1 0 0 0 0,0 1 0 0 0,-14 25 0 0 0,28-42-179 0 0,0 0 0 0 0,0 1-1 0 0,-1-1 1 0 0,1 0 0 0 0,0 0-1 0 0,0 0 1 0 0,0 1 0 0 0,0-1-1 0 0,0 0 1 0 0,0 0 0 0 0,0 1-1 0 0,0-1 1 0 0,0 0 0 0 0,0 0 0 0 0,0 1-1 0 0,0-1 1 0 0,0 0 0 0 0,0 0-1 0 0,0 1 1 0 0,0-1 0 0 0,0 0-1 0 0,0 0 1 0 0,0 1 0 0 0,0-1-1 0 0,0 0 1 0 0,0 0 0 0 0,0 1-1 0 0,0-1 1 0 0,1 0 0 0 0,-1 0 0 0 0,0 0-1 0 0,0 1 1 0 0,0-1 0 0 0,0 0-1 0 0,1 0 1 0 0,-1 0 0 0 0,0 1-1 0 0,0-1 1 0 0,0 0 0 0 0,1 0-1 0 0,-1 0 1 0 0,0 0 0 0 0,0 0 0 0 0,1 0-1 0 0,-1 0 1 0 0,0 0 0 0 0,1 1-1 0 0,13-1 174 0 0,-13 0-197 0 0,11-1 26 0 0,0-1 0 0 0,-1 0 0 0 0,1-1 0 0 0,-1-1 1 0 0,0 0-1 0 0,16-8 0 0 0,23-7-6 0 0,-28 11 7 0 0,0-1 1 0 0,0 0-1 0 0,33-21 0 0 0,-43 23 12 0 0,16-10 49 0 0,29-22 1 0 0,-49 33-14 0 0,-1 0 1 0 0,0 0 0 0 0,0-1-1 0 0,0 0 1 0 0,-1 0 0 0 0,0-1-1 0 0,-1 0 1 0 0,7-13 0 0 0,-5 9 65 0 0,-5 9-75 0 0,0 1 0 0 0,-1-1-1 0 0,0 0 1 0 0,0 1 0 0 0,1-1 0 0 0,-1 0 0 0 0,-1 0 0 0 0,2-4-1 0 0,-2 6-54 0 0,0 0 0 0 0,0-1 0 0 0,-1 1-1 0 0,1 0 1 0 0,0 0 0 0 0,-1 0 0 0 0,1 0-1 0 0,-1 0 1 0 0,1 0 0 0 0,-1 0 0 0 0,1 0-1 0 0,-1 0 1 0 0,0 0 0 0 0,1 0-1 0 0,-1 0 1 0 0,0 0 0 0 0,0 1 0 0 0,0-1-1 0 0,0 0 1 0 0,0 0 0 0 0,0 1 0 0 0,0-1-1 0 0,0 1 1 0 0,0-1 0 0 0,0 1 0 0 0,0-1-1 0 0,0 1 1 0 0,-1-1 0 0 0,-10-3-12 0 0,1-1 1 0 0,-1 2-1 0 0,0-1 0 0 0,0 2 1 0 0,0-1-1 0 0,0 2 0 0 0,0 0 1 0 0,0 0-1 0 0,0 1 0 0 0,-1 0 1 0 0,-22 5-1 0 0,13-1-968 0 0,0 2 0 0 0,-30 11 1 0 0,29-7-1209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7"/>
    </inkml:context>
    <inkml:brush xml:id="br0">
      <inkml:brushProperty name="width" value="0.05" units="cm"/>
      <inkml:brushProperty name="height" value="0.05" units="cm"/>
    </inkml:brush>
  </inkml:definitions>
  <inkml:trace contextRef="#ctx0" brushRef="#br0">176 152 8674 0 0,'-1'-44'3097'0'0,"-1"35"-297"0"0,-2 30-1918 0 0,-23 154-79 0 0,6-51-445 0 0,-25 81 330 0 0,10-57-194 0 0,33-140-427 0 0,0-10-74 0 0,1-16-35 0 0,4-46 11 0 0,19-110 0 0 0,27-65 19 0 0,-45 226 21 0 0,3-20-9 0 0,2 1 0 0 0,1 1 0 0 0,1-1 0 0 0,2 2 0 0 0,30-59 0 0 0,-39 87 16 0 0,1-1-1 0 0,-1 1 0 0 0,1 0 1 0 0,-1 0-1 0 0,1 0 1 0 0,0 1-1 0 0,-1-1 1 0 0,1 1-1 0 0,0 0 1 0 0,0 0-1 0 0,7-1 1 0 0,-7 1 1 0 0,1 1 1 0 0,0 0 0 0 0,-1 0 0 0 0,1 0 0 0 0,-1 1-1 0 0,1-1 1 0 0,0 1 0 0 0,-1 0 0 0 0,1 0 0 0 0,4 3 0 0 0,-6-4-9 0 0,-1 1-1 0 0,-1 0 1 0 0,1 0-1 0 0,0 0 1 0 0,0 0-1 0 0,0 0 1 0 0,-1 1-1 0 0,1-1 1 0 0,-1 1-1 0 0,1-1 1 0 0,-1 1-1 0 0,1-1 0 0 0,-1 1 1 0 0,0 0-1 0 0,0-1 1 0 0,1 3-1 0 0,13 32 46 0 0,-12-26-39 0 0,4 12 33 0 0,-1 0-1 0 0,5 32 1 0 0,-8-34 24 0 0,0-1 1 0 0,2 0-1 0 0,9 24 0 0 0,-11-34 5 0 0,0 0 0 0 0,-1 0 0 0 0,0 0 0 0 0,-1 1 0 0 0,0-1 0 0 0,0 0 0 0 0,-1 1 0 0 0,0-1 0 0 0,-2 15 0 0 0,0-11 70 0 0,0 0 0 0 0,-1-1 0 0 0,0 1 1 0 0,-1-1-1 0 0,-1 0 0 0 0,-8 16 0 0 0,5-13-2 0 0,6-9-106 0 0,-1-1 0 0 0,0 0 0 0 0,0 0 0 0 0,0 0 0 0 0,-1 0 0 0 0,1 0 0 0 0,-1-1 0 0 0,-7 7 1 0 0,1-3 22 0 0,-56 39 215 0 0,58-42-253 0 0,0-1 0 0 0,-1 1 0 0 0,0-2 0 0 0,0 1 1 0 0,0-1-1 0 0,-13 2 0 0 0,13-3-17 0 0,0 0 1 0 0,0 0 0 0 0,0 1 0 0 0,0 0 0 0 0,0 1-1 0 0,-8 4 1 0 0,12-5-27 0 0,-1 0 0 0 0,0-1 0 0 0,0 0-1 0 0,-1 0 1 0 0,1 0 0 0 0,0 0 0 0 0,-1-1-1 0 0,1 0 1 0 0,-10 0 0 0 0,12-1-421 0 0,1-1 0 0 0,-1 1 0 0 0,1-1 0 0 0,-1 1 0 0 0,1-1 0 0 0,-5-2 0 0 0,2-1-3484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8"/>
    </inkml:context>
    <inkml:brush xml:id="br0">
      <inkml:brushProperty name="width" value="0.05" units="cm"/>
      <inkml:brushProperty name="height" value="0.05" units="cm"/>
    </inkml:brush>
  </inkml:definitions>
  <inkml:trace contextRef="#ctx0" brushRef="#br0">14 379 13883 0 0,'-13'11'3407'0'0,"97"-68"-2903"0"0,-35 21-378 0 0,-31 25-44 0 0,-2-1 0 0 0,0 0 0 0 0,0-1 0 0 0,-1-1 0 0 0,22-27 0 0 0,-4-17 1206 0 0,-33 58-1271 0 0,0-1 1 0 0,1 1-1 0 0,-1 0 0 0 0,0-1 1 0 0,0 1-1 0 0,0 0 0 0 0,1-1 0 0 0,-1 1 1 0 0,0 0-1 0 0,0-1 0 0 0,0 1 1 0 0,0 0-1 0 0,0-1 0 0 0,1 1 0 0 0,-1-1 1 0 0,0 1-1 0 0,0 0 0 0 0,0-1 1 0 0,0 1-1 0 0,0-1 0 0 0,0 1 0 0 0,-1 0 1 0 0,1-1-1 0 0,0 1 0 0 0,0-1 0 0 0,0 1 1 0 0,0 0-1 0 0,0-1 0 0 0,0 1 1 0 0,-1 0-1 0 0,1-1 0 0 0,-13-2 146 0 0,-17 9-99 0 0,23-4-42 0 0,0 0 0 0 0,0 1 1 0 0,1 0-1 0 0,-1 0 0 0 0,1 0 0 0 0,0 1 0 0 0,-1 0 0 0 0,2 0 0 0 0,-1 1 0 0 0,0 0 0 0 0,1-1 0 0 0,0 2 0 0 0,0-1 0 0 0,-8 12 0 0 0,-44 72 109 0 0,51-78-132 0 0,1 0 0 0 0,0 0 0 0 0,1 0 0 0 0,0 1 0 0 0,0 0 0 0 0,-2 17 0 0 0,6-26 1 0 0,-1 1 0 0 0,0 0 0 0 0,0 0 0 0 0,-1-1-1 0 0,1 1 1 0 0,-1-1 0 0 0,-2 4 0 0 0,2-4-3 0 0,1 0-1 0 0,-1 0 1 0 0,1 0 0 0 0,-1 0 0 0 0,1 0-1 0 0,0 0 1 0 0,0 1 0 0 0,1-1-1 0 0,-1 0 1 0 0,1 5 0 0 0,0-8 4 0 0,0 1 0 0 0,0 0 0 0 0,1-1 0 0 0,-1 1 0 0 0,0-1 0 0 0,1 1 0 0 0,-1-1 0 0 0,0 1 0 0 0,1-1 0 0 0,-1 1-1 0 0,1-1 1 0 0,-1 1 0 0 0,1-1 0 0 0,-1 1 0 0 0,1-1 0 0 0,-1 0 0 0 0,1 1 0 0 0,0-1 0 0 0,-1 0 0 0 0,1 0 0 0 0,-1 1 0 0 0,1-1 0 0 0,0 0 0 0 0,-1 0 0 0 0,2 0 0 0 0,18 3-16 0 0,-19-3 15 0 0,6 0-3 0 0,0 0 0 0 0,0-1 0 0 0,0 0 0 0 0,0 0 0 0 0,0 0 0 0 0,0-1-1 0 0,0-1 1 0 0,0 1 0 0 0,-1-1 0 0 0,1 0 0 0 0,7-5 0 0 0,12-4-2 0 0,-6 1-5 0 0,-1-1 1 0 0,0 0 0 0 0,-1-1-1 0 0,0-1 1 0 0,30-32-1 0 0,-5 6-1 0 0,3 1 28 0 0,62-59 54 0 0,-97 87-59 0 0,-1-1 0 0 0,0-1 0 0 0,-1 1 0 0 0,0-2 0 0 0,-1 1 0 0 0,13-28 0 0 0,-5 12 65 0 0,-38 64-88 0 0,15-26 10 0 0,1 0 1 0 0,-9 20-1 0 0,12-23 2 0 0,1 1 0 0 0,0 0 0 0 0,0-1 0 0 0,0 1 0 0 0,1 0-1 0 0,0 0 1 0 0,1 0 0 0 0,-1 0 0 0 0,1 0 0 0 0,1 0 0 0 0,0 8 0 0 0,3 2 47 0 0,1 0 1 0 0,0 0-1 0 0,8 16 0 0 0,-5-12 60 0 0,-6-18-77 0 0,-1 0 0 0 0,0 0 1 0 0,0 0-1 0 0,0 0 0 0 0,-1 0 0 0 0,1 0 1 0 0,-1 1-1 0 0,0-1 0 0 0,0 0 0 0 0,0 0 1 0 0,0 0-1 0 0,0 0 0 0 0,-1 1 0 0 0,0-1 1 0 0,1 0-1 0 0,-1 0 0 0 0,0 0 0 0 0,0 0 1 0 0,-3 4-1 0 0,1-3-19 0 0,1-1 0 0 0,-1 0 1 0 0,0 0-1 0 0,0 0 0 0 0,0 0 0 0 0,0-1 0 0 0,0 1 1 0 0,-1-1-1 0 0,1 0 0 0 0,-1 0 0 0 0,1 0 0 0 0,-1 0 1 0 0,0-1-1 0 0,-8 3 0 0 0,-115 33 151 0 0,108-34-164 0 0,17-3-3 0 0,-1 0 1 0 0,0 1-1 0 0,1-1 1 0 0,-1 0-1 0 0,1 1 0 0 0,-1 0 1 0 0,1-1-1 0 0,-1 1 1 0 0,1 0-1 0 0,-1 1 1 0 0,1-1-1 0 0,0 0 1 0 0,-4 3-1 0 0,5-4-7 0 0,1 1 0 0 0,0-1 0 0 0,0 0-1 0 0,0 0 1 0 0,-1 0 0 0 0,1 1 0 0 0,0-1 0 0 0,0 0-1 0 0,-1 0 1 0 0,1 0 0 0 0,0 1 0 0 0,0-1 0 0 0,0 0-1 0 0,0 0 1 0 0,0 1 0 0 0,-1-1 0 0 0,1 0 0 0 0,0 0-1 0 0,0 1 1 0 0,0-1 0 0 0,0 0 0 0 0,0 1 0 0 0,0-1-1 0 0,0 0 1 0 0,0 0 0 0 0,0 1 0 0 0,0-1 0 0 0,0 0 0 0 0,0 1-1 0 0,0-1 1 0 0,0 0 0 0 0,0 1 0 0 0,0-1 0 0 0,0 0-1 0 0,1 0 1 0 0,-1 1 0 0 0,0-1 0 0 0,0 0 0 0 0,0 0-1 0 0,0 1 1 0 0,1-1 0 0 0,-1 0 0 0 0,16 0-124 0 0,26-14 117 0 0,-39 13-20 0 0,89-41-91 0 0,-70 31 104 0 0,1 0 1 0 0,-2-2 0 0 0,0 0-1 0 0,0-1 1 0 0,20-19 0 0 0,12-8 40 0 0,-44 35-21 0 0,128-100 66 0 0,-133 101-31 0 0,1 0-1 0 0,-1-1 0 0 0,0 1 1 0 0,5-10-1 0 0,-23 45 274 0 0,5-9-306 0 0,0-1 0 0 0,1 1 1 0 0,1 0-1 0 0,-6 33 0 0 0,13-52 4 0 0,-1 9-2 0 0,-1 1-1 0 0,-1-1 1 0 0,0 1 0 0 0,-1-1 0 0 0,-8 19 0 0 0,11-28 0 0 0,-1 0 1 0 0,1 0 0 0 0,0 0-1 0 0,0 0 1 0 0,1 0 0 0 0,-1 0-1 0 0,0 0 1 0 0,1 0 0 0 0,-1 0-1 0 0,1 1 1 0 0,0-1 0 0 0,0 0-1 0 0,0 0 1 0 0,0 0 0 0 0,0 0-1 0 0,0 1 1 0 0,0-1 0 0 0,2 3-1 0 0,-2-4 1 0 0,1 0 0 0 0,0 1-1 0 0,1-1 1 0 0,-1 0 0 0 0,0 0-1 0 0,0 0 1 0 0,0 0 0 0 0,1 0-1 0 0,-1 0 1 0 0,0 0 0 0 0,1 0-1 0 0,-1 0 1 0 0,1-1 0 0 0,-1 1-1 0 0,1 0 1 0 0,-1-1 0 0 0,1 1-1 0 0,0-1 1 0 0,-1 0 0 0 0,1 0-1 0 0,-1 0 1 0 0,1 1 0 0 0,0-1-1 0 0,1-1 1 0 0,5 1-7 0 0,0-1 1 0 0,0 0-1 0 0,0 0 1 0 0,0-1-1 0 0,0 0 0 0 0,-1-1 1 0 0,1 0-1 0 0,13-7 1 0 0,27-8-23 0 0,-44 16 24 0 0,2 1 0 0 0,-1 0 0 0 0,0-1 1 0 0,0 0-1 0 0,0 0 0 0 0,0 0 1 0 0,0-1-1 0 0,0 1 0 0 0,0-1 1 0 0,6-6-1 0 0,162-121 52 0 0,-125 96 3 0 0,-24 14-21 0 0,-22 19-12 0 0,-1 0-1 0 0,0-1 1 0 0,1 1 0 0 0,-1 0-1 0 0,0-1 1 0 0,0 1 0 0 0,0-1-1 0 0,0 0 1 0 0,0 1 0 0 0,0-1-1 0 0,-1 0 1 0 0,1 1 0 0 0,0-1-1 0 0,0-2 1 0 0,-2 4-18 0 0,0-1 1 0 0,0 1-1 0 0,0 0 0 0 0,0 0 1 0 0,0 0-1 0 0,0 0 0 0 0,0 0 1 0 0,0 0-1 0 0,0 0 0 0 0,0 1 1 0 0,0-1-1 0 0,1 0 0 0 0,-1 0 1 0 0,0 1-1 0 0,0-1 0 0 0,0 0 1 0 0,-1 1-1 0 0,-59 29 0 0 0,57-29 0 0 0,0 1 1 0 0,1 0 0 0 0,-1 0-1 0 0,1 0 1 0 0,-1 1-1 0 0,1-1 1 0 0,0 1 0 0 0,0-1-1 0 0,0 1 1 0 0,0 0-1 0 0,0 0 1 0 0,1 1 0 0 0,-1-1-1 0 0,-1 4 1 0 0,0 0-12 0 0,1 0 0 0 0,0 0 0 0 0,0 0 0 0 0,1 0 0 0 0,0 0 0 0 0,0 0 0 0 0,0 10 0 0 0,0-12 7 0 0,1 1 0 0 0,0-1-1 0 0,-1 1 1 0 0,-5 9-1 0 0,5-10 9 0 0,0 0-1 0 0,0 1 1 0 0,0-1-1 0 0,1 1 1 0 0,-2 7-1 0 0,3 3-3 0 0,0-1 0 0 0,1 1 0 0 0,1-1 0 0 0,0 0 0 0 0,1 0 0 0 0,6 18-1 0 0,-4-13 1 0 0,-1 0 0 0 0,0 0 0 0 0,1 21 0 0 0,-5-24 2 0 0,-1-1 0 0 0,0 1-1 0 0,-2-1 1 0 0,-5 26 0 0 0,5-33 23 0 0,0 0 1 0 0,0 0 0 0 0,0 0 0 0 0,-1-1-1 0 0,0 1 1 0 0,-1-1 0 0 0,0 0 0 0 0,0 0-1 0 0,-10 10 1 0 0,13-16-19 0 0,0 0-1 0 0,0-1 1 0 0,1 1-1 0 0,-1-1 1 0 0,0 0-1 0 0,0 1 1 0 0,-1-1-1 0 0,1 0 1 0 0,0 0-1 0 0,-4 1 1 0 0,5-2-7 0 0,1 0 0 0 0,0 0 0 0 0,-1 0 0 0 0,1 0 0 0 0,-1 0 0 0 0,1 0 0 0 0,-1 0 1 0 0,1 0-1 0 0,-1 0 0 0 0,1 0 0 0 0,0 0 0 0 0,-1 0 0 0 0,1 0 0 0 0,-1-1 0 0 0,1 1 0 0 0,-1 0 1 0 0,1 0-1 0 0,0-1 0 0 0,-1 1 0 0 0,1 0 0 0 0,0 0 0 0 0,-1-1 0 0 0,1 1 0 0 0,-1-1-2 0 0,1 0-1 0 0,-1 0 1 0 0,1 0 0 0 0,-1 0-1 0 0,1 0 1 0 0,0 0-1 0 0,-1 0 1 0 0,1 0 0 0 0,0 0-1 0 0,0 0 1 0 0,0 0-1 0 0,0 0 1 0 0,0 0-1 0 0,0-2 1 0 0,1-7-11 0 0,0 0-1 0 0,1 0 0 0 0,0 0 1 0 0,1 0-1 0 0,0 0 1 0 0,1 0-1 0 0,0 1 1 0 0,6-12-1 0 0,7-8-14 0 0,25-32 0 0 0,-9 15-2 0 0,183-250-72 0 0,-211 290 99 0 0,-1 0 0 0 0,1 1 0 0 0,0 0-1 0 0,0 0 1 0 0,1 0 0 0 0,-1 1 0 0 0,1 0-1 0 0,0 0 1 0 0,1 0 0 0 0,6-2 0 0 0,-13 6 3 0 0,0 0 1 0 0,1 0 0 0 0,-1 0-1 0 0,0 0 1 0 0,1 0 0 0 0,-1 0-1 0 0,1 1 1 0 0,-1-1 0 0 0,0 0-1 0 0,1 0 1 0 0,-1 0 0 0 0,0 1-1 0 0,1-1 1 0 0,-1 0 0 0 0,0 1-1 0 0,0-1 1 0 0,1 0 0 0 0,-1 1-1 0 0,0-1 1 0 0,0 0 0 0 0,0 1-1 0 0,1-1 1 0 0,-1 0 0 0 0,0 1-1 0 0,0-1 1 0 0,0 1 0 0 0,0-1-1 0 0,0 0 1 0 0,0 1 0 0 0,0-1-1 0 0,0 1 1 0 0,0-1 0 0 0,0 0-1 0 0,0 1 1 0 0,0 0 0 0 0,2 17 6 0 0,-2-16 0 0 0,-1 9-5 0 0,1-1 1 0 0,-2 1 0 0 0,0 0 0 0 0,0-1-1 0 0,0 1 1 0 0,-9 18 0 0 0,-6 28 24 0 0,17-57-25 0 0,0 1 0 0 0,0-1 0 0 0,0 1 0 0 0,0 0 0 0 0,0-1 0 0 0,0 1 0 0 0,0-1 0 0 0,0 1 0 0 0,1-1 0 0 0,-1 1 0 0 0,0-1-1 0 0,0 1 1 0 0,0-1 0 0 0,1 1 0 0 0,-1 0 0 0 0,0-1 0 0 0,1 0 0 0 0,-1 1 0 0 0,0-1 0 0 0,1 1 0 0 0,-1-1 0 0 0,0 1 0 0 0,1-1 0 0 0,-1 0-1 0 0,1 1 1 0 0,-1-1 0 0 0,1 0 0 0 0,-1 1 0 0 0,1-1 0 0 0,-1 0 0 0 0,1 0 0 0 0,-1 0 0 0 0,1 1 0 0 0,-1-1 0 0 0,1 0 0 0 0,0 0 0 0 0,-1 0 0 0 0,1 0-1 0 0,-1 0 1 0 0,1 0 0 0 0,-1 0 0 0 0,1 0 0 0 0,0 0 0 0 0,-1 0 0 0 0,1-1 0 0 0,33-3-42 0 0,-30 3 37 0 0,68-16 36 0 0,-41 9 8 0 0,1 1 1 0 0,43-4-1 0 0,69 8 363 0 0,-143 3-477 0 0,0-1 0 0 0,0 1 1 0 0,0 0-1 0 0,-1-1 0 0 0,1 1 1 0 0,0-1-1 0 0,0 1 0 0 0,-1-1 0 0 0,1 1 1 0 0,0-1-1 0 0,-1 1 0 0 0,1-1 1 0 0,-1 0-1 0 0,1 0 0 0 0,0 1 1 0 0,-1-1-1 0 0,0 0 0 0 0,1 0 0 0 0,-1 1 1 0 0,1-1-1 0 0,-1 0 0 0 0,0 0 1 0 0,0 0-1 0 0,1 0 0 0 0,-1 0 1 0 0,4-24-3572 0 0,-4 7-1288 0 0,-2 7 112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09"/>
    </inkml:context>
    <inkml:brush xml:id="br0">
      <inkml:brushProperty name="width" value="0.05" units="cm"/>
      <inkml:brushProperty name="height" value="0.05" units="cm"/>
    </inkml:brush>
  </inkml:definitions>
  <inkml:trace contextRef="#ctx0" brushRef="#br0">12 29 13323 0 0,'-3'-3'4121'0'0,"1"1"-4201"0"0,0 1 0 0 0,1-1 80 0 0,-1 0 0 0 0,1 1 336 0 0,1-1-224 0 0,0 1 32 0 0,0-1-104 0 0,1 1-8 0 0,1-1 32 0 0,1 1-64 0 0,3-1-8 0 0,5-1-488 0 0,-2 2-993 0 0,5-1-383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0"/>
    </inkml:context>
    <inkml:brush xml:id="br0">
      <inkml:brushProperty name="width" value="0.05" units="cm"/>
      <inkml:brushProperty name="height" value="0.05" units="cm"/>
    </inkml:brush>
  </inkml:definitions>
  <inkml:trace contextRef="#ctx0" brushRef="#br0">287 180 5521 0 0,'1'-12'1380'0'0,"0"0"0"0"0,6-23 0 0 0,-4 24-699 0 0,-1-1-1 0 0,1-23 1 0 0,-3 33-642 0 0,1-2 381 0 0,-1-1 0 0 0,0 1 0 0 0,-1 0-1 0 0,1 0 1 0 0,-1-1 0 0 0,-2-7-1 0 0,2 11-318 0 0,1 0-1 0 0,-1-1 0 0 0,0 1 1 0 0,0 0-1 0 0,0-1 1 0 0,-1 1-1 0 0,1 0 1 0 0,0 0-1 0 0,0 0 0 0 0,-1 0 1 0 0,1 0-1 0 0,0 0 1 0 0,-1 0-1 0 0,1 1 0 0 0,-1-1 1 0 0,1 0-1 0 0,-1 1 1 0 0,1-1-1 0 0,-1 1 0 0 0,-2-1 1 0 0,-1 0-45 0 0,0 0 0 0 0,0 1 0 0 0,1-1 0 0 0,-1 1-1 0 0,0 0 1 0 0,0 0 0 0 0,0 1 0 0 0,0-1 0 0 0,1 1 0 0 0,-1 0 0 0 0,0 1 0 0 0,1-1 0 0 0,-1 1 0 0 0,1 0 0 0 0,-1 0-1 0 0,1 0 1 0 0,0 0 0 0 0,0 1 0 0 0,0 0 0 0 0,0 0 0 0 0,0 0 0 0 0,1 0 0 0 0,-5 5 0 0 0,-4 7 19 0 0,0 0 0 0 0,0 2 0 0 0,1-1 0 0 0,-11 25 0 0 0,9-17 19 0 0,6-11-72 0 0,0 0 1 0 0,0 1-1 0 0,2-1 1 0 0,-1 1-1 0 0,-4 22 1 0 0,-6 14 27 0 0,12-40-41 0 0,0 0 1 0 0,1 1-1 0 0,0-1 1 0 0,-2 16-1 0 0,5-23-4 0 0,0 1 0 0 0,0 0-1 0 0,0-1 1 0 0,0 1 0 0 0,1-1-1 0 0,-1 1 1 0 0,1 0 0 0 0,0-1-1 0 0,0 1 1 0 0,1-1-1 0 0,-1 0 1 0 0,0 1 0 0 0,1-1-1 0 0,0 0 1 0 0,0 0 0 0 0,0 0-1 0 0,4 4 1 0 0,-4-5-4 0 0,0-1 0 0 0,0 1 0 0 0,0-1 1 0 0,0 0-1 0 0,0 1 0 0 0,0-1 0 0 0,1 0 0 0 0,-1-1 0 0 0,4 2 0 0 0,13 6 8 0 0,-13-5-10 0 0,-1-1 1 0 0,1 1-1 0 0,0-1 0 0 0,0-1 1 0 0,1 1-1 0 0,-1-1 0 0 0,0 0 0 0 0,0 0 1 0 0,1-1-1 0 0,-1 1 0 0 0,0-1 1 0 0,1-1-1 0 0,-1 0 0 0 0,0 1 1 0 0,1-2-1 0 0,-1 1 0 0 0,0-1 1 0 0,0 0-1 0 0,0 0 0 0 0,0-1 0 0 0,-1 0 1 0 0,9-4-1 0 0,14-5 23 0 0,-23 10-14 0 0,-1 0-1 0 0,1 0 0 0 0,-1 0 0 0 0,1 0 0 0 0,-1 0 1 0 0,0-1-1 0 0,7-6 0 0 0,25-24 14 0 0,71-77 131 0 0,-97 99-139 0 0,-1-1 0 0 0,0-1 0 0 0,-1 0 0 0 0,0 0 0 0 0,-1 0-1 0 0,-1-1 1 0 0,9-27 0 0 0,-5 22 209 0 0,-8 17-195 0 0,-1 1 0 0 0,0-1 1 0 0,0 1-1 0 0,0-1 1 0 0,0 0-1 0 0,0 1 0 0 0,-1-1 1 0 0,1 0-1 0 0,0 0 0 0 0,-1 1 1 0 0,1-1-1 0 0,-1-3 1 0 0,-1 6-8 0 0,0-1 1 0 0,0 0-1 0 0,0 0 1 0 0,-1 1-1 0 0,1-1 1 0 0,0 0 0 0 0,0 1-1 0 0,0 0 1 0 0,0-1-1 0 0,0 1 1 0 0,0-1-1 0 0,0 1 1 0 0,-1 1 0 0 0,-9 11-7 0 0,1 1 1 0 0,0 1 0 0 0,1 0 0 0 0,0 0-1 0 0,-6 17 1 0 0,7-16-17 0 0,-20 58 113 0 0,27-73-111 0 0,1 0-1 0 0,-1 0 1 0 0,1 0 0 0 0,-1 0 0 0 0,1 0-1 0 0,-1 1 1 0 0,1-1 0 0 0,0 0 0 0 0,0 0-1 0 0,0 1 1 0 0,0-1 0 0 0,-1 0 0 0 0,2 0-1 0 0,-1 1 1 0 0,0-1 0 0 0,0 0-1 0 0,0 0 1 0 0,1 1 0 0 0,-1-1 0 0 0,0 0-1 0 0,2 2 1 0 0,-1-2 0 0 0,0 0 0 0 0,-1 0 0 0 0,1 0 0 0 0,0 0 0 0 0,1-1 0 0 0,-1 1-1 0 0,0 0 1 0 0,0-1 0 0 0,0 1 0 0 0,0-1 0 0 0,0 1 0 0 0,1-1 0 0 0,-1 0 0 0 0,0 0 0 0 0,0 1-1 0 0,1-1 1 0 0,1 0 0 0 0,3 0 7 0 0,1 0-1 0 0,-1-1 1 0 0,1 0-1 0 0,-1 0 1 0 0,0 0-1 0 0,1-1 1 0 0,7-3-1 0 0,17-8 57 0 0,34-20-1 0 0,-56 26-51 0 0,0-1-1 0 0,0 0 1 0 0,-1-1-1 0 0,0 0 0 0 0,0 0 1 0 0,-1 0-1 0 0,-1-1 1 0 0,1 0-1 0 0,5-14 0 0 0,1-13 24 0 0,-12 33-13 0 0,1-1 0 0 0,-1 0 0 0 0,0 0-1 0 0,1 1 1 0 0,0-1 0 0 0,0 1 0 0 0,1 0-1 0 0,-1 0 1 0 0,1-1 0 0 0,0 1 0 0 0,0 1 0 0 0,0-1-1 0 0,0 0 1 0 0,6-3 0 0 0,-9 7-17 0 0,0 0 0 0 0,0 0 0 0 0,0 0 0 0 0,0 0 1 0 0,1 0-1 0 0,-1 0 0 0 0,0 0 0 0 0,0 0 0 0 0,0 0 0 0 0,0 0 0 0 0,1 0 1 0 0,-1 0-1 0 0,0 0 0 0 0,0 0 0 0 0,0 0 0 0 0,0 1 0 0 0,0-1 0 0 0,1 0 1 0 0,-1 0-1 0 0,0 0 0 0 0,0 0 0 0 0,0 0 0 0 0,0 0 0 0 0,0 0 1 0 0,0 1-1 0 0,0-1 0 0 0,1 0 0 0 0,-1 0 0 0 0,0 0 0 0 0,0 0 0 0 0,0 1 1 0 0,0-1-1 0 0,0 0 0 0 0,0 0 0 0 0,0 0 0 0 0,0 0 0 0 0,0 1 0 0 0,0-1 1 0 0,0 0-1 0 0,0 0 0 0 0,0 0 0 0 0,0 0 0 0 0,0 1 0 0 0,0-1 0 0 0,1 17 27 0 0,-2 18-33 0 0,-9 23 45 0 0,-1 15-458 0 0,8-23-4299 0 0,3-48 3227 0 0,3 1-470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1"/>
    </inkml:context>
    <inkml:brush xml:id="br0">
      <inkml:brushProperty name="width" value="0.05" units="cm"/>
      <inkml:brushProperty name="height" value="0.05" units="cm"/>
    </inkml:brush>
  </inkml:definitions>
  <inkml:trace contextRef="#ctx0" brushRef="#br0">141 595 13123 0 0,'0'0'308'0'0,"-5"8"708"0"0,-27 55 108 0 0,4 3 1 0 0,2 0-1 0 0,-19 78 0 0 0,40-118-811 0 0,5-26-310 0 0,0 0 1 0 0,1 0-1 0 0,-1 0 0 0 0,0 0 1 0 0,0 0-1 0 0,1 0 0 0 0,-1 0 1 0 0,0 0-1 0 0,0 0 0 0 0,0 0 1 0 0,1 0-1 0 0,-1 0 0 0 0,0 0 0 0 0,0 0 1 0 0,1 0-1 0 0,-1 0 0 0 0,0 0 1 0 0,0 0-1 0 0,0 0 0 0 0,1 0 1 0 0,-1-1-1 0 0,0 1 0 0 0,0 0 0 0 0,0 0 1 0 0,1 0-1 0 0,-1 0 0 0 0,0 0 1 0 0,0-1-1 0 0,0 1 0 0 0,0 0 1 0 0,1 0-1 0 0,-1 0 0 0 0,0-1 1 0 0,0 1-1 0 0,0 0 0 0 0,0 0 0 0 0,0 0 1 0 0,0-1-1 0 0,0 1 0 0 0,0 0 1 0 0,0 0-1 0 0,0 0 0 0 0,0-1 1 0 0,0 1-1 0 0,27-45 37 0 0,-23 38-41 0 0,109-201 92 0 0,-101 179-101 0 0,-11 24 1 0 0,1 1 0 0 0,-1 0 0 0 0,1 0-1 0 0,0 0 1 0 0,0 0 0 0 0,1 0-1 0 0,-1 0 1 0 0,5-4 0 0 0,11-13-159 0 0,-15 17-148 0 0,0-1 1 0 0,0 1-1 0 0,1 0 0 0 0,-1 1 0 0 0,1-1 0 0 0,0 1 0 0 0,0 0 0 0 0,0 0 0 0 0,1 0 0 0 0,-1 0 0 0 0,0 1 0 0 0,10-4 1 0 0,6-3-1567 0 0,0 0-798 0 0,-19 9 2652 0 0,0 0 0 0 0,-1 1 0 0 0,1-1 1 0 0,0 0-1 0 0,0 0 0 0 0,-1 0 0 0 0,1 0 0 0 0,0 1 1 0 0,-1-1-1 0 0,1 0 0 0 0,0 1 0 0 0,-1-1 1 0 0,1 0-1 0 0,-1 1 0 0 0,1-1 0 0 0,0 1 0 0 0,-1-1 1 0 0,1 1-1 0 0,-1-1 0 0 0,1 1 0 0 0,-1-1 0 0 0,0 1 1 0 0,1 0-1 0 0,-1-1 0 0 0,0 1 0 0 0,1 0 0 0 0,-1-1 1 0 0,1 2-1 0 0,3 9 410 0 0,0-1 1 0 0,-1 1 0 0 0,0 0-1 0 0,-1 0 1 0 0,0 0-1 0 0,0 1 1 0 0,-2-1 0 0 0,1 0-1 0 0,-2 15 1 0 0,-3 10 1097 0 0,-12 55 0 0 0,-1 1 760 0 0,16-77-1415 0 0,6-18-502 0 0,8-26-330 0 0,-10 22 51 0 0,1 0-32 0 0,0 0-1 0 0,1 0 1 0 0,0 0-1 0 0,9-9 1 0 0,9-13-6 0 0,12-25-12 0 0,-17 26-21 0 0,39-50 0 0 0,-49 69 18 0 0,0 1 0 0 0,1 0-1 0 0,-1 1 1 0 0,1 0 0 0 0,1 0-1 0 0,0 1 1 0 0,-1 0 0 0 0,2 1-1 0 0,14-7 1 0 0,19 2 2 0 0,-36 8 4 0 0,1 1 0 0 0,-1-1 0 0 0,1-1 0 0 0,-1 0 0 0 0,11-5 0 0 0,-8 3 24 0 0,0 1 1 0 0,0 0-1 0 0,0 0 1 0 0,0 2 0 0 0,1-1-1 0 0,-1 1 1 0 0,1 1-1 0 0,-1 0 1 0 0,18 1 0 0 0,-29 0-14 0 0,1 0 1 0 0,-1 0 0 0 0,0 0 0 0 0,1 0 0 0 0,-1 0-1 0 0,1 0 1 0 0,-1 0 0 0 0,1 0 0 0 0,-1 0 0 0 0,1 0-1 0 0,-1-1 1 0 0,1 1 0 0 0,-1 0 0 0 0,1 0 0 0 0,-1 0-1 0 0,0 0 1 0 0,1-1 0 0 0,-1 1 0 0 0,1 0 0 0 0,-1 0-1 0 0,0-1 1 0 0,1 1 0 0 0,-1 0 0 0 0,0-1 0 0 0,1 1-1 0 0,-1-1 1 0 0,0 1 0 0 0,0 0 0 0 0,1-1 0 0 0,-1 1-1 0 0,0-1 1 0 0,0 1 0 0 0,0 0 0 0 0,0-1 0 0 0,1 1-1 0 0,-1-1 1 0 0,0 1 0 0 0,0-1 0 0 0,0 1 0 0 0,0-1-1 0 0,0 1 1 0 0,0-1 0 0 0,0 1 0 0 0,0-1 0 0 0,0 1-1 0 0,0-1 1 0 0,-1 1 0 0 0,1-2-5 0 0,0 1 1 0 0,-1 0-1 0 0,1 0 1 0 0,-1 0-1 0 0,0-1 0 0 0,1 1 1 0 0,-1 0-1 0 0,0 0 1 0 0,1 0-1 0 0,-1 0 1 0 0,0 0-1 0 0,0 0 0 0 0,0 1 1 0 0,0-1-1 0 0,0 0 1 0 0,-2-1-1 0 0,-1 1 3 0 0,1-1-1 0 0,-1 1 0 0 0,0 0 1 0 0,0 0-1 0 0,0 0 1 0 0,0 1-1 0 0,0 0 1 0 0,0-1-1 0 0,0 1 1 0 0,0 1-1 0 0,0-1 1 0 0,0 1-1 0 0,0-1 0 0 0,0 1 1 0 0,0 0-1 0 0,0 0 1 0 0,1 1-1 0 0,-1-1 1 0 0,0 1-1 0 0,1 0 1 0 0,-1 0-1 0 0,1 0 0 0 0,-1 1 1 0 0,1-1-1 0 0,0 1 1 0 0,0-1-1 0 0,0 1 1 0 0,1 0-1 0 0,-1 0 1 0 0,-2 5-1 0 0,-8 15-5 0 0,1 1 1 0 0,2 1-1 0 0,0-1 0 0 0,2 1 1 0 0,1 1-1 0 0,-6 37 0 0 0,12-60-5 0 0,0-1 0 0 0,0 1-1 0 0,0 0 1 0 0,0 0 0 0 0,0 0-1 0 0,-1-1 1 0 0,-1 4 0 0 0,1-5 1 0 0,1 1 1 0 0,0-1 0 0 0,0 0-1 0 0,0 1 1 0 0,0-1 0 0 0,1 0 0 0 0,-1 1-1 0 0,0 0 1 0 0,1-1 0 0 0,-1 1-1 0 0,0-1 1 0 0,1 1 0 0 0,0 0-1 0 0,-1-1 1 0 0,1 1 0 0 0,0 0 0 0 0,0-1-1 0 0,0 1 1 0 0,0 0 0 0 0,0-1-1 0 0,1 1 1 0 0,-1 0 0 0 0,0-1-1 0 0,1 1 1 0 0,0 2 0 0 0,2-2 1 0 0,0-1 0 0 0,0 1 0 0 0,0 0 0 0 0,0-1 0 0 0,0 0 0 0 0,1 0 1 0 0,-1 0-1 0 0,0 0 0 0 0,0 0 0 0 0,1-1 0 0 0,-1 0 0 0 0,1 1 0 0 0,-1-1 0 0 0,6-1 0 0 0,2 0 2 0 0,-1 0 0 0 0,0-1 0 0 0,-1 0 0 0 0,1 0 0 0 0,0-1 0 0 0,0-1 0 0 0,-1 0 0 0 0,0 0 0 0 0,9-6 0 0 0,33-13-4 0 0,-41 20 1 0 0,0-1 1 0 0,-1 0-1 0 0,1 0 0 0 0,-1-1 0 0 0,0-1 0 0 0,-1 1 1 0 0,1-1-1 0 0,-1-1 0 0 0,0 0 0 0 0,-1 0 1 0 0,12-14-1 0 0,-4 0 18 0 0,16-30 0 0 0,10-14 156 0 0,-70 134-235 0 0,10-40 60 0 0,13-21 9 0 0,1-1 0 0 0,0 1 0 0 0,1 0 0 0 0,-1 0 0 0 0,2 0 0 0 0,-1 0 0 0 0,-2 10 0 0 0,-1-2 29 0 0,6-14-27 0 0,0-1 1 0 0,0 1-1 0 0,0-1 0 0 0,0 1 1 0 0,0 0-1 0 0,1-1 1 0 0,-1 1-1 0 0,0 0 0 0 0,1-1 1 0 0,0 1-1 0 0,-1 0 0 0 0,1 0 1 0 0,0 0-1 0 0,0 0 0 0 0,0-1 1 0 0,0 1-1 0 0,0 0 0 0 0,1 2 1 0 0,-1-4-10 0 0,1 1 0 0 0,0 0 0 0 0,0-1 0 0 0,0 1 1 0 0,0-1-1 0 0,0 1 0 0 0,0-1 0 0 0,0 0 0 0 0,0 1 0 0 0,0-1 0 0 0,0 0 1 0 0,0 0-1 0 0,0 0 0 0 0,0 0 0 0 0,0 0 0 0 0,0 0 0 0 0,0 0 0 0 0,0 0 1 0 0,2 0-1 0 0,21-4-6 0 0,-23 4 7 0 0,17-6 6 0 0,-1 0 0 0 0,1 0 1 0 0,-1-2-1 0 0,-1 0 0 0 0,0-1 0 0 0,0-1 0 0 0,0 0 1 0 0,16-15-1 0 0,-18 15-27 0 0,1 1 0 0 0,29-12 0 0 0,-14 7 20 0 0,-24 11 5 0 0,1 1 0 0 0,-1 1 0 0 0,1-1 0 0 0,0 1 0 0 0,-1 0 0 0 0,1 1 0 0 0,0-1 0 0 0,0 1 0 0 0,0 1 0 0 0,0-1 0 0 0,12 4 0 0 0,-11-3-3 0 0,-1 0-1 0 0,1 0 0 0 0,0 0 1 0 0,-1-1-1 0 0,1 0 0 0 0,0-1 1 0 0,-1 0-1 0 0,1 0 0 0 0,8-3 1 0 0,-10 2 3 0 0,0-1 1 0 0,0 1-1 0 0,0-2 1 0 0,0 1-1 0 0,0-1 1 0 0,-1 1-1 0 0,0-1 0 0 0,1-1 1 0 0,-2 1-1 0 0,1-1 1 0 0,0 0-1 0 0,-1 0 1 0 0,0 0-1 0 0,0-1 1 0 0,5-11-1 0 0,-1-1 20 0 0,-1-1 1 0 0,0 0-1 0 0,6-39 0 0 0,-11 48-20 0 0,22-87-27 0 0,-12 53 65 0 0,-2-2 0 0 0,8-82 0 0 0,-17 121-37 0 0,0 1 1 0 0,0-1-1 0 0,1 1 0 0 0,4-12 1 0 0,-4 12-7 0 0,0 0 0 0 0,0 1 0 0 0,0-1 0 0 0,-1 0 0 0 0,0 0 0 0 0,0-6 0 0 0,-1 12 5 0 0,0 0 0 0 0,0 0 0 0 0,0 0 0 0 0,-1 0 0 0 0,1 0 0 0 0,0 0 0 0 0,0 0 0 0 0,0 0 0 0 0,0 0 1 0 0,0 0-1 0 0,-1 0 0 0 0,1 0 0 0 0,0 1 0 0 0,0-1 0 0 0,0 0 0 0 0,0 0 0 0 0,0 0 0 0 0,-1 0 0 0 0,1 0 1 0 0,0 0-1 0 0,0 0 0 0 0,0 0 0 0 0,0-1 0 0 0,0 1 0 0 0,-1 0 0 0 0,1 0 0 0 0,0 0 0 0 0,0 0 1 0 0,0 0-1 0 0,0 0 0 0 0,0 0 0 0 0,0 0 0 0 0,-1 0 0 0 0,1 0 0 0 0,0 0 0 0 0,0 0 0 0 0,0-1 0 0 0,0 1 1 0 0,0 0-1 0 0,0 0 0 0 0,0 0 0 0 0,0 0 0 0 0,-1 0 0 0 0,1 0 0 0 0,0-1 0 0 0,0 1 0 0 0,0 0 0 0 0,0 0 1 0 0,0 0-1 0 0,0 0 0 0 0,0-1 0 0 0,-9 17 73 0 0,8-13-73 0 0,-6 12 29 0 0,1 1-1 0 0,0-1 1 0 0,-3 17-1 0 0,5-14 48 0 0,-1 0 1 0 0,-15 32-1 0 0,10-31-3 0 0,1 1 0 0 0,0 0 0 0 0,2 0 0 0 0,1 1 0 0 0,0 0 0 0 0,2 0-1 0 0,-4 39 1 0 0,7-46-37 0 0,1 0 0 0 0,1-1 0 0 0,0 1 0 0 0,1 0-1 0 0,0-1 1 0 0,1 0 0 0 0,0 1 0 0 0,1-1-1 0 0,1 0 1 0 0,0-1 0 0 0,1 1 0 0 0,0-1 0 0 0,12 17-1 0 0,-15-25-12 0 0,1 0 0 0 0,-1 0 0 0 0,1 0 0 0 0,0 0 0 0 0,0-1 0 0 0,0 1 0 0 0,6 2 0 0 0,-9-5-159 0 0,1 0-1 0 0,0 0 1 0 0,-1 0 0 0 0,1 0-1 0 0,0 0 1 0 0,-1-1 0 0 0,1 1 0 0 0,0-1-1 0 0,0 1 1 0 0,0-1 0 0 0,0 0-1 0 0,0 0 1 0 0,0 1 0 0 0,-1-1 0 0 0,1-1-1 0 0,0 1 1 0 0,0 0 0 0 0,0 0-1 0 0,0-1 1 0 0,0 1 0 0 0,-1-1 0 0 0,1 0-1 0 0,2 0 1 0 0,-1-1-133 0 0,-1 0 0 0 0,0 0 0 0 0,0 0 0 0 0,-1 0 0 0 0,1 0 0 0 0,0 0 0 0 0,-1-1 0 0 0,1 1 0 0 0,-1 0 0 0 0,0-1 0 0 0,1 1 0 0 0,-1-1 0 0 0,-1 0 0 0 0,1 1 0 0 0,0-1 0 0 0,0-3 0 0 0,0-2-979 0 0,0 0 0 0 0,0 1-1 0 0,-1-1 1 0 0,0-12 0 0 0,-3 3-2084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2"/>
    </inkml:context>
    <inkml:brush xml:id="br0">
      <inkml:brushProperty name="width" value="0.05" units="cm"/>
      <inkml:brushProperty name="height" value="0.05" units="cm"/>
    </inkml:brush>
  </inkml:definitions>
  <inkml:trace contextRef="#ctx0" brushRef="#br0">2 28 12291 0 0,'-1'0'4397'0'0,"32"-1"-3826"0"0,35-7 1 0 0,2 0-509 0 0,23 3-124 0 0,-19 1-3233 0 0,-51 2-795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3"/>
    </inkml:context>
    <inkml:brush xml:id="br0">
      <inkml:brushProperty name="width" value="0.05" units="cm"/>
      <inkml:brushProperty name="height" value="0.05" units="cm"/>
    </inkml:brush>
  </inkml:definitions>
  <inkml:trace contextRef="#ctx0" brushRef="#br0">112 191 8954 0 0,'-5'-67'5469'0'0,"3"84"-4797"0"0,-1 0 0 0 0,-8 29-1 0 0,1-6-327 0 0,4-18-8 0 0,0 0 0 0 0,-1-1 0 0 0,-1 0 1 0 0,-1 0-1 0 0,-15 24 0 0 0,22-42-264 0 0,-12 23 196 0 0,14-25-235 0 0,-1 0 0 0 0,0 1 0 0 0,1-1 0 0 0,-1 0-1 0 0,1 1 1 0 0,-1-1 0 0 0,1 0 0 0 0,0 1 0 0 0,0-1 0 0 0,0 1 0 0 0,-1-1 0 0 0,1 1-1 0 0,1-1 1 0 0,-1 4 0 0 0,1-5-28 0 0,-1 0-1 0 0,0 0 1 0 0,1 0 0 0 0,-1 0-1 0 0,1 0 1 0 0,-1 0-1 0 0,1 0 1 0 0,-1 0 0 0 0,1-1-1 0 0,-1 1 1 0 0,0 0-1 0 0,1 0 1 0 0,-1 0 0 0 0,1 0-1 0 0,-1-1 1 0 0,0 1-1 0 0,1 0 1 0 0,-1 0 0 0 0,1-1-1 0 0,-1 1 1 0 0,0 0 0 0 0,1-1-1 0 0,-1 1 1 0 0,0 0-1 0 0,0-1 1 0 0,1 1 0 0 0,-1 0-1 0 0,0-1 1 0 0,11-11-3 0 0,0-5 19 0 0,-1 0-1 0 0,7-19 0 0 0,-9 19-15 0 0,0 0-1 0 0,19-26 1 0 0,-5 13-3 0 0,-7 8 4 0 0,2 1 1 0 0,0 0-1 0 0,1 1 0 0 0,24-20 0 0 0,-41 40-5 0 0,-1-1-1 0 0,1 0 0 0 0,-1 1 0 0 0,1-1 1 0 0,0 1-1 0 0,-1-1 0 0 0,1 1 0 0 0,0-1 1 0 0,-1 1-1 0 0,1-1 0 0 0,0 1 1 0 0,0 0-1 0 0,0-1 0 0 0,-1 1 0 0 0,1 0 1 0 0,0 0-1 0 0,0 0 0 0 0,0-1 1 0 0,-1 1-1 0 0,1 0 0 0 0,0 0 0 0 0,0 0 1 0 0,0 1-1 0 0,0-1 0 0 0,0 0 0 0 0,-1 0 1 0 0,1 0-1 0 0,0 0 0 0 0,0 1 1 0 0,0-1-1 0 0,-1 0 0 0 0,1 1 0 0 0,1 0 1 0 0,-1 1 1 0 0,0-1-1 0 0,0 1 1 0 0,0 0 0 0 0,0 0 0 0 0,0 0 0 0 0,0 0 0 0 0,0 0-1 0 0,-1 0 1 0 0,1 0 0 0 0,-1 0 0 0 0,0 1 0 0 0,1 2 0 0 0,0 8 14 0 0,-1 0 0 0 0,-1 0 1 0 0,-3 21-1 0 0,-5 2 193 0 0,6-28-84 0 0,1 1 0 0 0,0 0 0 0 0,0 0 1 0 0,-1 16-1 0 0,3-25-121 0 0,1 0 1 0 0,-1 1 0 0 0,1-1 0 0 0,-1 0-1 0 0,1 0 1 0 0,-1 0 0 0 0,0 0-1 0 0,1 0 1 0 0,-1 1 0 0 0,1-1-1 0 0,-1 0 1 0 0,1 0 0 0 0,-1 0-1 0 0,1 0 1 0 0,-1 0 0 0 0,0 0-1 0 0,1 0 1 0 0,-1-1 0 0 0,1 1-1 0 0,-1 0 1 0 0,1 0 0 0 0,-1 0-1 0 0,0 0 1 0 0,1-1 0 0 0,-1 1-1 0 0,1 0 1 0 0,-1 0 0 0 0,0 0 0 0 0,1-1-1 0 0,-1 1 1 0 0,0 0 0 0 0,1-1-1 0 0,-1 1 1 0 0,4-2 9 0 0,-1 0-11 0 0,1 1 1 0 0,-1-1-1 0 0,0 0 0 0 0,0 0 0 0 0,0 0 0 0 0,0-1 1 0 0,0 1-1 0 0,-1-1 0 0 0,1 1 0 0 0,2-4 0 0 0,25-37 52 0 0,-8 12-6 0 0,-8 13-9 0 0,71-85 93 0 0,-70 87-88 0 0,1 0 1 0 0,0 1-1 0 0,35-24 1 0 0,-49 38-17 0 0,-1-1 0 0 0,1 1 0 0 0,0 0 0 0 0,0 0 0 0 0,0 0 0 0 0,0 0 0 0 0,0 0 0 0 0,0 1 0 0 0,0-1 0 0 0,0 1 0 0 0,4-1 0 0 0,-5 1-21 0 0,0 0 0 0 0,0 1 0 0 0,0-1 0 0 0,0 1 0 0 0,0-1 1 0 0,0 1-1 0 0,0 0 0 0 0,0-1 0 0 0,-1 1 0 0 0,1 0 0 0 0,0 0 0 0 0,0-1 0 0 0,-1 1 0 0 0,1 0 0 0 0,-1 0 1 0 0,1 0-1 0 0,0 0 0 0 0,-1 0 0 0 0,0 0 0 0 0,1 0 0 0 0,-1 0 0 0 0,0 0 0 0 0,1 2 0 0 0,1 3 7 0 0,0 1 0 0 0,0-1 1 0 0,-1 1-1 0 0,0 0 0 0 0,-1-1 0 0 0,1 1 0 0 0,-1 0 0 0 0,0 0 0 0 0,-1 0 0 0 0,0 6 0 0 0,-4 7-183 0 0,-12 37 0 0 0,2-10-2401 0 0,13-36-977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4"/>
    </inkml:context>
    <inkml:brush xml:id="br0">
      <inkml:brushProperty name="width" value="0.05" units="cm"/>
      <inkml:brushProperty name="height" value="0.05" units="cm"/>
    </inkml:brush>
  </inkml:definitions>
  <inkml:trace contextRef="#ctx0" brushRef="#br0">165 1 15019 0 0,'0'0'290'0'0,"0"0"-143"0"0,-1 0 1 0 0,0 1-1 0 0,0-1 1 0 0,0 0 0 0 0,1 1-1 0 0,-1-1 1 0 0,0 1 0 0 0,0-1-1 0 0,1 1 1 0 0,-1-1-1 0 0,0 1 1 0 0,1-1 0 0 0,-1 1-1 0 0,1-1 1 0 0,-2 2-1 0 0,-68 124 1798 0 0,51-90-1798 0 0,13-23-111 0 0,-2 1 1 0 0,-14 20-1 0 0,8-9-844 0 0,4-6-3324 0 0,7-14 1052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5"/>
    </inkml:context>
    <inkml:brush xml:id="br0">
      <inkml:brushProperty name="width" value="0.05" units="cm"/>
      <inkml:brushProperty name="height" value="0.05" units="cm"/>
    </inkml:brush>
  </inkml:definitions>
  <inkml:trace contextRef="#ctx0" brushRef="#br0">38 192 14091 0 0,'-1'-7'156'0'0,"1"0"1"0"0,-1 0-1 0 0,-4-13 0 0 0,3 13-270 0 0,0 0 0 0 0,1 0-1 0 0,-1-14 1 0 0,2 21 113 0 0,0 0 0 0 0,0 0-1 0 0,0 0 1 0 0,0 0 0 0 0,0 0 0 0 0,0 1-1 0 0,0-1 1 0 0,0 0 0 0 0,0 0 0 0 0,0 0-1 0 0,0 0 1 0 0,1 0 0 0 0,-1 0 0 0 0,0 0 0 0 0,0 0-1 0 0,0 0 1 0 0,0 1 0 0 0,0-1 0 0 0,0 0-1 0 0,0 0 1 0 0,0 0 0 0 0,1 0 0 0 0,-1 0-1 0 0,0 0 1 0 0,0 0 0 0 0,0 0 0 0 0,0 0-1 0 0,0 0 1 0 0,0 0 0 0 0,1 0 0 0 0,-1 0 0 0 0,0 0-1 0 0,0 0 1 0 0,0 0 0 0 0,0 0 0 0 0,0 0-1 0 0,0 0 1 0 0,1 0 0 0 0,-1 0 0 0 0,0 0-1 0 0,0 0 1 0 0,0 0 0 0 0,0 0 0 0 0,0 0-1 0 0,0-1 1 0 0,0 1 0 0 0,1 0 0 0 0,-1 0 0 0 0,0 0-1 0 0,0 0 1 0 0,0 0 0 0 0,0 0 0 0 0,0 0-1 0 0,0 0 1 0 0,0 0 0 0 0,0-1 0 0 0,0 1-1 0 0,0 0 1 0 0,0 0 0 0 0,0 0 0 0 0,8 10-47 0 0,-1 4 288 0 0,-1 1 0 0 0,0-1 0 0 0,-1 1 0 0 0,0 0-1 0 0,-1 0 1 0 0,-1 1 0 0 0,0-1 0 0 0,-1 1 0 0 0,-1-1 0 0 0,-1 1-1 0 0,0 0 1 0 0,-1-1 0 0 0,0 1 0 0 0,-2 0 0 0 0,1-1-1 0 0,-2 0 1 0 0,0 0 0 0 0,-1 0 0 0 0,-1 0 0 0 0,0-1 0 0 0,-1 0-1 0 0,-13 22 1 0 0,7-21 519 0 0,6-11-534 0 0,7-11-22 0 0,13-26-182 0 0,1 1 0 0 0,36-60 0 0 0,-43 80-20 0 0,9-26-5 0 0,-14 31-23 0 0,1 0 0 0 0,0 0 0 0 0,0 0 0 0 0,5-9 0 0 0,-3 9-336 0 0,0 0-1 0 0,0 0 0 0 0,0 1 0 0 0,0-1 0 0 0,1 1 0 0 0,0 0 1 0 0,1 1-1 0 0,-1 0 0 0 0,1 0 0 0 0,0 0 0 0 0,0 1 0 0 0,1 0 0 0 0,-1 0 1 0 0,1 1-1 0 0,0 0 0 0 0,14-4 0 0 0,9-3-2356 0 0,-28 8 2148 0 0,0 0 1 0 0,0 1-1 0 0,0 0 1 0 0,0 0-1 0 0,0 0 1 0 0,0 0 0 0 0,1 0-1 0 0,-1 1 1 0 0,0 0-1 0 0,1-1 1 0 0,-1 1 0 0 0,0 0-1 0 0,1 1 1 0 0,4 0-1 0 0,-2 4-206 0 0,4 10 4976 0 0,0 14 2750 0 0,-8-19-6544 0 0,0 1-1 0 0,-1-1 1 0 0,0 0 0 0 0,-1 0 0 0 0,-1 1-1 0 0,1-1 1 0 0,-2 0 0 0 0,1 0 0 0 0,-4 12 0 0 0,0-7-77 0 0,0 1 1 0 0,-1 0 0 0 0,0-1 0 0 0,-1 0 0 0 0,-10 14 0 0 0,7-6 116 0 0,9-19-364 0 0,-1-1-1 0 0,1 1 0 0 0,0-1 0 0 0,-1 1 0 0 0,0-1 0 0 0,0 0 1 0 0,0 0-1 0 0,0 1 0 0 0,0-1 0 0 0,-1-1 0 0 0,1 1 1 0 0,-5 3-1 0 0,17-25-23 0 0,-4 6-31 0 0,9-9-21 0 0,2 0-1 0 0,26-27 1 0 0,11-13 0 0 0,-35 37-14 0 0,34-34 1 0 0,-46 52-3 0 0,0 1 0 0 0,0 0 1 0 0,0 1-1 0 0,1-1 1 0 0,0 1-1 0 0,0 1 1 0 0,1 0-1 0 0,-1 0 1 0 0,16-5-1 0 0,42-21 52 0 0,-65 30-33 0 0,0 0 0 0 0,0 0-1 0 0,0 0 1 0 0,1 0 0 0 0,-1 0 0 0 0,0 1-1 0 0,0-1 1 0 0,0 0 0 0 0,1 0-1 0 0,-1 1 1 0 0,0-1 0 0 0,0 1 0 0 0,0-1-1 0 0,0 1 1 0 0,0 0 0 0 0,0-1 0 0 0,0 1-1 0 0,0 0 1 0 0,0 0 0 0 0,0-1-1 0 0,0 1 1 0 0,-1 0 0 0 0,2 2 0 0 0,0-2 10 0 0,-2 0-29 0 0,0-1 40 0 0,-2 3-37 0 0,0 1-1 0 0,0-1 1 0 0,1 0-1 0 0,0 1 1 0 0,-1-1 0 0 0,0 6-1 0 0,2-7 9 0 0,-7 18-8 0 0,1 0 0 0 0,1 0-1 0 0,1 1 1 0 0,1 0 0 0 0,0 31-1 0 0,3-51 12 0 0,0-1 0 0 0,0 1 0 0 0,1 0 0 0 0,-1 0 0 0 0,0 0 0 0 0,1 0 1 0 0,-1 0-1 0 0,1 0 0 0 0,-1-1 0 0 0,1 1 0 0 0,-1 0 0 0 0,1 0 0 0 0,0-1 0 0 0,-1 1 0 0 0,1 0 0 0 0,0-1 0 0 0,0 1 0 0 0,-1-1 0 0 0,1 1 0 0 0,0-1 0 0 0,0 1 0 0 0,0-1 0 0 0,0 1 0 0 0,0-1 0 0 0,0 0 0 0 0,0 0 1 0 0,-1 1-1 0 0,1-1 0 0 0,0 0 0 0 0,0 0 0 0 0,0 0 0 0 0,0 0 0 0 0,0 0 0 0 0,0 0 0 0 0,0 0 0 0 0,1-1 0 0 0,3 1 7 0 0,-1 0-1 0 0,1-1 1 0 0,0 1-1 0 0,-1-1 1 0 0,1 0 0 0 0,4-2-1 0 0,-5 1-2 0 0,0 0 1 0 0,0 0-1 0 0,-1 0 0 0 0,1-1 0 0 0,-1 1 0 0 0,0-1 0 0 0,1 1 1 0 0,-1-1-1 0 0,-1 0 0 0 0,1-1 0 0 0,3-4 0 0 0,0-1 18 0 0,-1-1 0 0 0,0 1 0 0 0,3-13-1 0 0,1 0 4 0 0,1-2-24 0 0,-3 4-18 0 0,2 1 0 0 0,17-30 0 0 0,-23 44 9 0 0,-1 1 1 0 0,1 0-1 0 0,1 0 1 0 0,-1 0-1 0 0,0 1 0 0 0,1-1 1 0 0,0 1-1 0 0,0-1 1 0 0,0 1-1 0 0,0 1 0 0 0,0-1 1 0 0,1 0-1 0 0,-1 1 1 0 0,1 0-1 0 0,0 0 0 0 0,6-1 1 0 0,6-4-3 0 0,7-1-123 0 0,-23 8 128 0 0,0 0 0 0 0,1 0 1 0 0,-1 0-1 0 0,0 1 0 0 0,0-1 0 0 0,0 0 1 0 0,0 0-1 0 0,0 1 0 0 0,0-1 0 0 0,0 0 1 0 0,0 1-1 0 0,0-1 0 0 0,-1 1 0 0 0,1 0 0 0 0,0-1 1 0 0,0 1-1 0 0,0 0 0 0 0,0-1 0 0 0,-1 1 1 0 0,1 0-1 0 0,0 0 0 0 0,-1 0 0 0 0,2 1 1 0 0,1 5 2 0 0,0-1 1 0 0,0 1 0 0 0,-1 0 0 0 0,0 0 0 0 0,0 0 0 0 0,1 11-1 0 0,-1-9 2 0 0,-1-1 0 0 0,2 1 0 0 0,-1-1 0 0 0,1 1 0 0 0,4 8 0 0 0,21 61 191 0 0,-27-78-183 0 0,-1 1 0 0 0,0 0 0 0 0,1-1 0 0 0,-1 1 0 0 0,1-1 0 0 0,-1 1 0 0 0,1-1-1 0 0,-1 1 1 0 0,1-1 0 0 0,-1 0 0 0 0,1 1 0 0 0,0-1 0 0 0,-1 0 0 0 0,1 1 0 0 0,0-1 0 0 0,-1 0 0 0 0,1 0-1 0 0,0 0 1 0 0,-1 1 0 0 0,1-1 0 0 0,0 0 0 0 0,-1 0 0 0 0,1 0 0 0 0,0 0 0 0 0,-1 0 0 0 0,1 0 0 0 0,0 0-1 0 0,-1 0 1 0 0,1-1 0 0 0,1 1 0 0 0,23-10 85 0 0,-13 5-46 0 0,-7 3-34 0 0,0 1-1 0 0,0-1 1 0 0,0-1 0 0 0,-1 1-1 0 0,1-1 1 0 0,-1 0-1 0 0,1 0 1 0 0,-1 0 0 0 0,4-4-1 0 0,32-39 78 0 0,-31 35-73 0 0,-1 1 0 0 0,1 0 0 0 0,1 1 0 0 0,10-9 0 0 0,-9 10-3 0 0,2-2 12 0 0,0 0-1 0 0,1 1 1 0 0,0 1 0 0 0,0 0-1 0 0,1 1 1 0 0,29-10 0 0 0,-4 3 221 0 0,-35 11-228 0 0,0 1-1 0 0,1-1 1 0 0,-1 2-1 0 0,1-1 0 0 0,-1 0 1 0 0,1 1-1 0 0,0 0 1 0 0,8 0-1 0 0,-14 1-83 0 0,1 0 0 0 0,0 0-1 0 0,-1 0 1 0 0,1 0 0 0 0,-1-1 0 0 0,1 2 0 0 0,0-1-1 0 0,-1 0 1 0 0,1 0 0 0 0,0 0 0 0 0,-1 0-1 0 0,1 0 1 0 0,-1 0 0 0 0,1 1 0 0 0,0-1-1 0 0,-1 0 1 0 0,1 0 0 0 0,-1 1 0 0 0,1-1-1 0 0,-1 0 1 0 0,1 1 0 0 0,-1-1 0 0 0,1 1-1 0 0,-1-1 1 0 0,0 1 0 0 0,1-1 0 0 0,-1 1 0 0 0,1 0-1 0 0,-1 0-244 0 0,0 0-1 0 0,0-1 1 0 0,-1 1-1 0 0,1 0 1 0 0,0-1-1 0 0,-1 1 1 0 0,1 0 0 0 0,0-1-1 0 0,-1 1 1 0 0,1-1-1 0 0,-1 1 1 0 0,1 0-1 0 0,-1-1 1 0 0,1 1-1 0 0,-1-1 1 0 0,1 0-1 0 0,-1 1 1 0 0,1-1-1 0 0,-1 1 1 0 0,0-1-1 0 0,1 0 1 0 0,-1 1-1 0 0,0-1 1 0 0,1 0 0 0 0,-2 0-1 0 0,-16 8-3925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6"/>
    </inkml:context>
    <inkml:brush xml:id="br0">
      <inkml:brushProperty name="width" value="0.05" units="cm"/>
      <inkml:brushProperty name="height" value="0.05" units="cm"/>
    </inkml:brush>
  </inkml:definitions>
  <inkml:trace contextRef="#ctx0" brushRef="#br0">13 24 16580 0 0,'0'0'0'0'0,"-2"0"0"0"0,1-1 40 0 0,-1-1-16 0 0,0 0 16 0 0,1 1-8 0 0,-1-1-32 0 0,1 1-16 0 0,-1-1-8 0 0,2 1 24 0 0,0-1-144 0 0,2 1-257 0 0,1-1-39 0 0,2 1-1360 0 0,13-4-2313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7"/>
    </inkml:context>
    <inkml:brush xml:id="br0">
      <inkml:brushProperty name="width" value="0.05" units="cm"/>
      <inkml:brushProperty name="height" value="0.05" units="cm"/>
    </inkml:brush>
  </inkml:definitions>
  <inkml:trace contextRef="#ctx0" brushRef="#br0">237 93 12315 0 0,'0'-10'1048'0'0,"1"0"0"0"0,0 0 1 0 0,1 1-1 0 0,0-1 1 0 0,0 1-1 0 0,8-18 1 0 0,-10 27-1001 0 0,0-1 0 0 0,0 1 0 0 0,0 0 0 0 0,0-1 1 0 0,1 1-1 0 0,-1-1 0 0 0,0 1 0 0 0,0 0 0 0 0,0-1 1 0 0,1 1-1 0 0,-1 0 0 0 0,0 0 0 0 0,0-1 1 0 0,1 1-1 0 0,-1 0 0 0 0,0-1 0 0 0,0 1 0 0 0,1 0 1 0 0,-1 0-1 0 0,0 0 0 0 0,1-1 0 0 0,-1 1 0 0 0,0 0 1 0 0,1 0-1 0 0,-1 0 0 0 0,1 0 0 0 0,-1 0 1 0 0,0-1-1 0 0,1 1 0 0 0,-1 0 0 0 0,1 0 0 0 0,6 10 550 0 0,0 20-409 0 0,-7-30-155 0 0,2 15 60 0 0,-1 0 1 0 0,0 0 0 0 0,-1 0-1 0 0,-1-1 1 0 0,-1 1 0 0 0,0 0-1 0 0,-7 25 1 0 0,0-11-24 0 0,-1-1 0 0 0,-24 49 1 0 0,14-28 8 0 0,16-37-114 0 0,0 0 1 0 0,-1-1-1 0 0,-10 18 0 0 0,-65 87-1748 0 0,19-45-2569 0 0,48-59 1939 0 0,1-4-462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8"/>
    </inkml:context>
    <inkml:brush xml:id="br0">
      <inkml:brushProperty name="width" value="0.05" units="cm"/>
      <inkml:brushProperty name="height" value="0.05" units="cm"/>
    </inkml:brush>
  </inkml:definitions>
  <inkml:trace contextRef="#ctx0" brushRef="#br0">0 214 12235 0 0,'0'0'288'0'0,"10"-7"440"0"0,51-16 402 0 0,0 1 1 0 0,96-18-1 0 0,17-6-164 0 0,-166 43-776 0 0,-5 2-65 0 0,-1 0 0 0 0,1 0 1 0 0,-1 0-1 0 0,1 0 1 0 0,-1 0-1 0 0,1 1 1 0 0,-1-1-1 0 0,1 1 0 0 0,0 0 1 0 0,-1 0-1 0 0,1 0 1 0 0,0 0-1 0 0,3 1 1 0 0,-5 0-119 0 0,0 1 1 0 0,-1-1 0 0 0,0 0-1 0 0,1 1 1 0 0,-1-1 0 0 0,0 0 0 0 0,1 1-1 0 0,-1-1 1 0 0,0 1 0 0 0,0-1 0 0 0,0 1-1 0 0,-1-1 1 0 0,1 0 0 0 0,0 1 0 0 0,0-1-1 0 0,-1 1 1 0 0,1-1 0 0 0,-1 2-1 0 0,0 0 12 0 0,-3 10 43 0 0,0 0-1 0 0,-10 19 1 0 0,-9 26 96 0 0,21-53-75 0 0,1-1 0 0 0,1 0 0 0 0,-1 0-1 0 0,0 1 1 0 0,1-1 0 0 0,0 0-1 0 0,0 1 1 0 0,1-1 0 0 0,-1 0 0 0 0,1 1-1 0 0,1 5 1 0 0,-1-8-52 0 0,0-1-1 0 0,0 0 1 0 0,0 1 0 0 0,0-1-1 0 0,0 0 1 0 0,0 0-1 0 0,0 0 1 0 0,0 0 0 0 0,0 0-1 0 0,0 0 1 0 0,1 0-1 0 0,-1 0 1 0 0,0 0 0 0 0,1 0-1 0 0,-1-1 1 0 0,1 1-1 0 0,1 0 1 0 0,27 6 108 0 0,-21-7-91 0 0,-1 0 0 0 0,1 0 0 0 0,0-1 0 0 0,-1 0 0 0 0,1-1 1 0 0,-1 0-1 0 0,0 0 0 0 0,1-1 0 0 0,-1 0 0 0 0,0-1 0 0 0,0 1 0 0 0,12-10 1 0 0,29-10 312 0 0,-45 22-325 0 0,-1-1 1 0 0,1 0 0 0 0,-1 0-1 0 0,1 0 1 0 0,-1-1 0 0 0,0 1 0 0 0,0-1-1 0 0,0 0 1 0 0,0 1 0 0 0,0-1 0 0 0,-1-1-1 0 0,1 1 1 0 0,-1 0 0 0 0,0-1 0 0 0,0 1-1 0 0,0-1 1 0 0,0 1 0 0 0,-1-1 0 0 0,1 0-1 0 0,-1 0 1 0 0,1-5 0 0 0,9-23 218 0 0,-7 25-216 0 0,-2 0 0 0 0,1 0 0 0 0,-1 0 0 0 0,2-13 0 0 0,-4 18-38 0 0,0-1 0 0 0,0 0 1 0 0,0 0-1 0 0,0 0 0 0 0,-1 0 1 0 0,1 1-1 0 0,-1-1 1 0 0,1 0-1 0 0,-1 0 0 0 0,0 1 1 0 0,0-1-1 0 0,-1 0 1 0 0,1 1-1 0 0,0-1 0 0 0,-1 1 1 0 0,-2-3-1 0 0,2 2-25 0 0,0 1 0 0 0,0 1-1 0 0,-1-1 1 0 0,1 0 0 0 0,-1 1-1 0 0,1-1 1 0 0,-1 1 0 0 0,1-1-1 0 0,-1 1 1 0 0,0 0 0 0 0,0 0-1 0 0,1 1 1 0 0,-1-1 0 0 0,-3 0-1 0 0,-46-3-1432 0 0,34 3 541 0 0,-8-2-685 0 0,2-11-1077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19"/>
    </inkml:context>
    <inkml:brush xml:id="br0">
      <inkml:brushProperty name="width" value="0.05" units="cm"/>
      <inkml:brushProperty name="height" value="0.05" units="cm"/>
    </inkml:brush>
  </inkml:definitions>
  <inkml:trace contextRef="#ctx0" brushRef="#br0">99 168 7186 0 0,'-9'-148'5079'0'0,"9"128"-2635"0"0,2 31-1330 0 0,0 32-832 0 0,-5 9-137 0 0,-3-1-1 0 0,-2-1 1 0 0,-28 98 0 0 0,17-74-15 0 0,4-21-229 0 0,8-30-5891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0"/>
    </inkml:context>
    <inkml:brush xml:id="br0">
      <inkml:brushProperty name="width" value="0.05" units="cm"/>
      <inkml:brushProperty name="height" value="0.05" units="cm"/>
    </inkml:brush>
  </inkml:definitions>
  <inkml:trace contextRef="#ctx0" brushRef="#br0">76 51 12235 0 0,'7'-10'614'0'0,"-5"7"-482"0"0,1 1 0 0 0,-1 0 0 0 0,1-1-1 0 0,0 1 1 0 0,0 0 0 0 0,-1 1 0 0 0,1-1-1 0 0,1 0 1 0 0,-1 1 0 0 0,0 0 0 0 0,5-2 0 0 0,12-5 404 0 0,-18 6-453 0 0,1 1 0 0 0,-1 0 0 0 0,1 0-1 0 0,-1 0 1 0 0,1 1 0 0 0,-1-1 0 0 0,1 0 0 0 0,-1 1 0 0 0,1 0-1 0 0,0 0 1 0 0,-1 0 0 0 0,1 0 0 0 0,-1 0 0 0 0,1 0 0 0 0,0 0-1 0 0,-1 1 1 0 0,1 0 0 0 0,3 1 0 0 0,-5-1-37 0 0,0 0 0 0 0,0 0 0 0 0,0 0 1 0 0,-1 0-1 0 0,1 1 0 0 0,0-1 0 0 0,0 0 0 0 0,-1 1 0 0 0,1-1 1 0 0,-1 0-1 0 0,1 1 0 0 0,-1-1 0 0 0,0 1 0 0 0,0-1 0 0 0,1 1 1 0 0,-1-1-1 0 0,0 1 0 0 0,0 2 0 0 0,2 11 193 0 0,3 1-49 0 0,-2-9-121 0 0,0 0 0 0 0,-1 0 0 0 0,0 0-1 0 0,-1 0 1 0 0,1 0 0 0 0,-1 0 0 0 0,0 1 0 0 0,-1-1-1 0 0,0 1 1 0 0,-1 11 0 0 0,-1-10-22 0 0,0-1 0 0 0,-1 1 1 0 0,0-1-1 0 0,0 1 0 0 0,-1-1 0 0 0,0 0 0 0 0,0 0 1 0 0,-1-1-1 0 0,0 1 0 0 0,-1-1 0 0 0,1 0 0 0 0,-1 0 1 0 0,-1-1-1 0 0,-11 10 0 0 0,8-8-212 0 0,-1 0 0 0 0,0-1 1 0 0,-22 10-1 0 0,20-11-825 0 0,0-1 0 0 0,-1-1 0 0 0,-17 4-1 0 0,20-3-3425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1"/>
    </inkml:context>
    <inkml:brush xml:id="br0">
      <inkml:brushProperty name="width" value="0.05" units="cm"/>
      <inkml:brushProperty name="height" value="0.05" units="cm"/>
    </inkml:brush>
  </inkml:definitions>
  <inkml:trace contextRef="#ctx0" brushRef="#br0">37 129 11386 0 0,'0'0'2424'0'0,"0"8"-993"0"0,0 25-908 0 0,-1 1 1 0 0,-2 0-1 0 0,-1 0 1 0 0,-13 53-1 0 0,15-79-381 0 0,-6 19 218 0 0,6-22-272 0 0,5-18-143 0 0,2-3 36 0 0,0 1-1 0 0,1 0 1 0 0,1 0-1 0 0,12-19 1 0 0,-17 30 15 0 0,1 1 0 0 0,0 0 0 0 0,1 0 0 0 0,-1 1 0 0 0,0-1 0 0 0,1 0 0 0 0,0 1 0 0 0,-1 0 0 0 0,1 0 0 0 0,0 0 0 0 0,0 1 0 0 0,0-1 0 0 0,0 1 0 0 0,0 0 0 0 0,0 0 0 0 0,7 0 0 0 0,-5-1-22 0 0,1 1 0 0 0,-1-1 0 0 0,1 0 0 0 0,11-6 1 0 0,-13 5 24 0 0,1 0 1 0 0,0 0-1 0 0,0 1 1 0 0,0 0-1 0 0,1 0 1 0 0,-1 1-1 0 0,0-1 1 0 0,10 1 0 0 0,54 0 114 0 0,-35 2 205 0 0,-25-2 162 0 0,-6 2-1 0 0,-7 8-363 0 0,1-4-183 0 0,-8 16 80 0 0,2 1 1 0 0,0 0-1 0 0,1 0 0 0 0,2 1 1 0 0,0 0-1 0 0,-3 39 0 0 0,9-61-8 0 0,-1 0 0 0 0,0 0 0 0 0,0 0 0 0 0,1 0 0 0 0,-1-1 0 0 0,1 1 0 0 0,-1 0 0 0 0,1 0 0 0 0,-1 0-1 0 0,1-1 1 0 0,-1 1 0 0 0,1 0 0 0 0,0 0 0 0 0,-1-1 0 0 0,1 1 0 0 0,0-1 0 0 0,-1 1 0 0 0,1-1 0 0 0,0 1 0 0 0,0-1 0 0 0,0 1 0 0 0,0-1 0 0 0,0 0-1 0 0,-1 1 1 0 0,1-1 0 0 0,0 0 0 0 0,0 0 0 0 0,0 1 0 0 0,0-1 0 0 0,0 0 0 0 0,1 0 0 0 0,30-1 26 0 0,-29 0-25 0 0,-1 0 1 0 0,1 1 0 0 0,-1-1 0 0 0,0 0 0 0 0,1-1-1 0 0,-1 1 1 0 0,0 0 0 0 0,0-1 0 0 0,0 1 0 0 0,0-1-1 0 0,0 0 1 0 0,0 1 0 0 0,0-1 0 0 0,-1 0 0 0 0,1 0-1 0 0,-1 0 1 0 0,1 0 0 0 0,-1-1 0 0 0,0 1-1 0 0,0 0 1 0 0,0 0 0 0 0,0-1 0 0 0,0 1 0 0 0,-1-1-1 0 0,1 1 1 0 0,-1-1 0 0 0,1-2 0 0 0,11-28 71 0 0,-9 28-74 0 0,-1 0 0 0 0,0-1 0 0 0,0 1 0 0 0,0-1 0 0 0,-1 1 0 0 0,0-1 0 0 0,0 0 0 0 0,0 0 0 0 0,0-8 0 0 0,-2-3 21 0 0,-6-32-1 0 0,3 22-87 0 0,4 25 54 0 0,0-1 0 0 0,0 0 0 0 0,0 0 0 0 0,1 0 0 0 0,-1 0 0 0 0,1 1 1 0 0,-1-1-1 0 0,1 0 0 0 0,0 1 0 0 0,0-1 0 0 0,1 0 0 0 0,-1 1 0 0 0,0-1 1 0 0,1 1-1 0 0,-1 0 0 0 0,1-1 0 0 0,0 1 0 0 0,0 0 0 0 0,0 0 0 0 0,0 0 1 0 0,0 0-1 0 0,0 1 0 0 0,1-1 0 0 0,-1 0 0 0 0,0 1 0 0 0,4-2 0 0 0,8-4-46 0 0,0 0 0 0 0,1 1-1 0 0,21-6 1 0 0,-28 10 50 0 0,20-14-6 0 0,-25 14 9 0 0,-1 1 1 0 0,1-1-1 0 0,-1 0 0 0 0,1 1 1 0 0,0-1-1 0 0,-1 1 0 0 0,1 0 1 0 0,0 0-1 0 0,0 0 0 0 0,0 0 1 0 0,0 0-1 0 0,0 1 0 0 0,0 0 1 0 0,0-1-1 0 0,0 1 1 0 0,6 1-1 0 0,-7 0 8 0 0,-1 1-1 0 0,1-1 1 0 0,0 1-1 0 0,0 0 1 0 0,-1 0 0 0 0,1 0-1 0 0,-1 0 1 0 0,0 0 0 0 0,1 0-1 0 0,-1 0 1 0 0,0 0 0 0 0,0 1-1 0 0,-1-1 1 0 0,1 0 0 0 0,0 3-1 0 0,0-2 4 0 0,2 11 35 0 0,0 1 0 0 0,-1 0 0 0 0,0-1 0 0 0,-2 1 0 0 0,0 0 0 0 0,0 0 0 0 0,-5 28 0 0 0,-1 30 143 0 0,7-72-184 0 0,-1 0 1 0 0,1 0-1 0 0,0 0 1 0 0,0-1-1 0 0,0 1 1 0 0,-1 0-1 0 0,1 0 0 0 0,0-1 1 0 0,0 1-1 0 0,0 0 1 0 0,0-1-1 0 0,0 1 1 0 0,0-1-1 0 0,0 0 1 0 0,0 1-1 0 0,1-1 0 0 0,1 1 1 0 0,-2-1-8 0 0,5 1 10 0 0,0 0 0 0 0,0 0 0 0 0,-1-1-1 0 0,1 0 1 0 0,0 0 0 0 0,0-1 0 0 0,0 1-1 0 0,0-1 1 0 0,-1-1 0 0 0,1 1 0 0 0,0-1-1 0 0,-1 0 1 0 0,11-5 0 0 0,-3 2 9 0 0,-6 1-11 0 0,0 0 0 0 0,0 0 0 0 0,-1 0 0 0 0,0-1 0 0 0,0 0 0 0 0,0-1 0 0 0,0 1 1 0 0,-1-1-1 0 0,0 0 0 0 0,0-1 0 0 0,4-7 0 0 0,9-9-2 0 0,-6 9 15 0 0,-1 0 1 0 0,-1 0-1 0 0,0-1 0 0 0,-1 0 1 0 0,0 0-1 0 0,-1-1 0 0 0,-1 0 1 0 0,-1-1-1 0 0,0 1 0 0 0,4-24 0 0 0,-9 37 25 0 0,0 0-1 0 0,-1 0 0 0 0,1 0 0 0 0,0 0 0 0 0,0 1 0 0 0,1-1 1 0 0,-1 0-1 0 0,0 1 0 0 0,1-1 0 0 0,0 1 0 0 0,-1-1 0 0 0,4-2 1 0 0,-5 5-27 0 0,-1 8 37 0 0,-22 52-166 0 0,13-35-227 0 0,0 1 0 0 0,2 0 0 0 0,1 0 0 0 0,-6 41 1 0 0,13-63-178 0 0,-1-2-152 0 0,1 0 0 0 0,0 0-1 0 0,0 0 1 0 0,0 0 0 0 0,0 0-1 0 0,0 0 1 0 0,1 0 0 0 0,-1 0-1 0 0,1 3 1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2"/>
    </inkml:context>
    <inkml:brush xml:id="br0">
      <inkml:brushProperty name="width" value="0.05" units="cm"/>
      <inkml:brushProperty name="height" value="0.05" units="cm"/>
    </inkml:brush>
  </inkml:definitions>
  <inkml:trace contextRef="#ctx0" brushRef="#br0">86 345 7922 0 0,'-14'-27'8722'0'0,"12"26"-7850"0"0,-3 8-538 0 0,-33 134 319 0 0,20-70-587 0 0,17-64-81 0 0,-1-3 2 0 0,1 1-1 0 0,-1 0 1 0 0,1 0-1 0 0,1 0 1 0 0,-1-1-1 0 0,1 1 0 0 0,0 0 1 0 0,0 0-1 0 0,1 5 1 0 0,-1-9 3 0 0,1 0 1 0 0,-1 0-1 0 0,1 0 1 0 0,0 0-1 0 0,-1-1 1 0 0,1 1-1 0 0,0 0 1 0 0,0-1-1 0 0,-1 1 1 0 0,1 0-1 0 0,0-1 1 0 0,0 1-1 0 0,0-1 1 0 0,0 1-1 0 0,0-1 1 0 0,0 0-1 0 0,0 1 1 0 0,0-1-1 0 0,0 0 1 0 0,0 0-1 0 0,2 1 1 0 0,22 1-90 0 0,-24-2 92 0 0,8 0-40 0 0,0-1 1 0 0,-1 0 0 0 0,1-1-1 0 0,0 0 1 0 0,0 0-1 0 0,-1-1 1 0 0,1 0-1 0 0,12-7 1 0 0,26-8-144 0 0,-39 16 170 0 0,-1-1 1 0 0,1 0 0 0 0,-1 0-1 0 0,0-1 1 0 0,0 0 0 0 0,0 0-1 0 0,-1 0 1 0 0,12-11 0 0 0,-7 6 6 0 0,34-24 36 0 0,-19 15-22 0 0,30-28 1 0 0,-49 40 18 0 0,-1 0 0 0 0,0-1-1 0 0,0 1 1 0 0,-1-1 0 0 0,0-1 0 0 0,0 1 0 0 0,-1-1-1 0 0,0 0 1 0 0,4-10 0 0 0,-1 5 140 0 0,6-10 76 0 0,-13 22-194 0 0,0 0 0 0 0,1 1 0 0 0,-1-1 0 0 0,0 1 0 0 0,0-1 1 0 0,0 1-1 0 0,1-1 0 0 0,-1 0 0 0 0,0 1 0 0 0,0-1 0 0 0,0 1 1 0 0,0-1-1 0 0,0 0 0 0 0,0 1 0 0 0,0-1 0 0 0,0 0 0 0 0,-1 1 0 0 0,1-1 1 0 0,0 1-1 0 0,0-1 0 0 0,0 0 0 0 0,-1 1 0 0 0,1-1 0 0 0,0 1 1 0 0,0-1-1 0 0,-1 1 0 0 0,1-1 0 0 0,-1 1 0 0 0,0-2 0 0 0,0 2-24 0 0,0-1-1 0 0,-1 1 1 0 0,1-1 0 0 0,0 1-1 0 0,-1 0 1 0 0,1-1-1 0 0,0 1 1 0 0,-1 0-1 0 0,1 0 1 0 0,0 0-1 0 0,-1 0 1 0 0,1 0-1 0 0,-1 0 1 0 0,1 0-1 0 0,0 0 1 0 0,-3 1-1 0 0,-23 9 44 0 0,13-4-1 0 0,8-4-45 0 0,0 1 0 0 0,0 0-1 0 0,0 0 1 0 0,1 1 0 0 0,-1 0 0 0 0,1 0-1 0 0,0 0 1 0 0,-8 10 0 0 0,-34 42 90 0 0,47-55-105 0 0,-9 13 6 0 0,-1 1 0 0 0,2 1 1 0 0,0 0-1 0 0,-7 21 0 0 0,12-28-23 0 0,-4 4-12 0 0,5-10 18 0 0,0 0 0 0 0,0 0 0 0 0,0 1 1 0 0,1-1-1 0 0,-1 1 0 0 0,0 3 1 0 0,2-6 9 0 0,0 0 0 0 0,0 0 0 0 0,0 0 0 0 0,0 0 0 0 0,0-1 0 0 0,0 1 0 0 0,0 0 1 0 0,0 0-1 0 0,0 0 0 0 0,0 0 0 0 0,1 0 0 0 0,-1-1 0 0 0,0 1 0 0 0,0 0 1 0 0,1 0-1 0 0,-1 0 0 0 0,1-1 0 0 0,-1 1 0 0 0,1 0 0 0 0,-1-1 0 0 0,1 1 0 0 0,0 0 1 0 0,-1-1-1 0 0,1 1 0 0 0,0-1 0 0 0,-1 1 0 0 0,1-1 0 0 0,0 1 0 0 0,0-1 1 0 0,-1 1-1 0 0,1-1 0 0 0,1 1 0 0 0,2 0-1 0 0,0 1 0 0 0,0-1 0 0 0,0 0 0 0 0,0 0 0 0 0,0-1 0 0 0,0 1 0 0 0,0-1 0 0 0,0 0 0 0 0,0 0 0 0 0,0 0 0 0 0,0 0 0 0 0,7-2 0 0 0,2-1-4 0 0,-1-1 0 0 0,20-9 0 0 0,-18 7 30 0 0,-8 3-21 0 0,0 0-1 0 0,-1-1 1 0 0,1 1 0 0 0,-1-1 0 0 0,1 0 0 0 0,-1-1-1 0 0,8-8 1 0 0,28-40-8 0 0,-28 35 12 0 0,2-5 14 0 0,0 0 0 0 0,-2-1 0 0 0,-1 0 0 0 0,-1-1 0 0 0,12-40 0 0 0,24-134 98 0 0,-47 194-91 0 0,1 0 0 0 0,0 1 0 0 0,0-1 0 0 0,1 1-1 0 0,-1-1 1 0 0,1 1 0 0 0,4-7 0 0 0,2 1 637 0 0,-9 25-525 0 0,0-8-149 0 0,-41 174 107 0 0,25-119-77 0 0,-10 71 0 0 0,26-129-23 0 0,1 1 1 0 0,-1-1-1 0 0,1 1 0 0 0,0-1 1 0 0,0 1-1 0 0,0 0 0 0 0,1-1 0 0 0,0 1 1 0 0,0-1-1 0 0,1 5 0 0 0,-1-7 5 0 0,0 0-1 0 0,1 0 0 0 0,-1 0 0 0 0,0-1 0 0 0,1 1 0 0 0,-1 0 1 0 0,1-1-1 0 0,-1 1 0 0 0,1-1 0 0 0,0 0 0 0 0,-1 0 0 0 0,1 0 1 0 0,0 1-1 0 0,0-2 0 0 0,0 1 0 0 0,0 0 0 0 0,0 0 0 0 0,0-1 1 0 0,0 1-1 0 0,0-1 0 0 0,1 1 0 0 0,-1-1 0 0 0,4 0 1 0 0,1 0 2 0 0,1 0 1 0 0,0 0 0 0 0,-1-1-1 0 0,1 0 1 0 0,-1-1 0 0 0,1 0-1 0 0,-1 0 1 0 0,0-1 0 0 0,12-5 0 0 0,5-1-6 0 0,-15 5 3 0 0,1-1 1 0 0,-1 0 0 0 0,0 0-1 0 0,0-1 1 0 0,0 0-1 0 0,13-12 1 0 0,45-52 38 0 0,-24 23-10 0 0,-31 36-5 0 0,0-1 1 0 0,-2 0 0 0 0,1-1 0 0 0,-1 0 0 0 0,-1-1 0 0 0,-1 0-1 0 0,12-25 1 0 0,11-29 274 0 0,-35 76-268 0 0,-1-1 0 0 0,0 0 0 0 0,-11 12 0 0 0,-12 18-26 0 0,19-21 0 0 0,0 0 0 0 0,1 1 0 0 0,1 0 0 0 0,0 1 1 0 0,2-1-1 0 0,-5 22 0 0 0,-2-6-16 0 0,10-30 3 0 0,0 0 0 0 0,1-1 0 0 0,-1 1 0 0 0,1 0-1 0 0,0 0 1 0 0,0 0 0 0 0,0 0 0 0 0,0 1 0 0 0,0-1 0 0 0,1 0 0 0 0,0 0 0 0 0,-1 0 0 0 0,1 1-1 0 0,0-1 1 0 0,1 0 0 0 0,-1 0 0 0 0,1 5 0 0 0,0-7-73 0 0,0 1 0 0 0,1-1 0 0 0,-1 0 0 0 0,0 1 0 0 0,0-1 0 0 0,1 0 0 0 0,-1 0 0 0 0,1 0 0 0 0,-1 0 0 0 0,1 0 0 0 0,-1 0 0 0 0,1 0 0 0 0,-1-1 0 0 0,1 1 0 0 0,0-1 0 0 0,0 1 0 0 0,-1-1 0 0 0,1 1 0 0 0,3-1 0 0 0,-2 1-173 0 0,0-1 0 0 0,0 0-1 0 0,0 1 1 0 0,0-1 0 0 0,1-1 0 0 0,-1 1 0 0 0,0 0-1 0 0,0-1 1 0 0,0 1 0 0 0,0-1 0 0 0,2-1 0 0 0,-3 0-157 0 0,0 0 0 0 0,0 1 0 0 0,0-1 0 0 0,-1 0 0 0 0,1 0 0 0 0,-1 0 0 0 0,0 0 0 0 0,1-1 0 0 0,-1 1 0 0 0,0 0 0 0 0,1-5 0 0 0,2-2-1115 0 0,4-8-2453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3"/>
    </inkml:context>
    <inkml:brush xml:id="br0">
      <inkml:brushProperty name="width" value="0.05" units="cm"/>
      <inkml:brushProperty name="height" value="0.05" units="cm"/>
    </inkml:brush>
  </inkml:definitions>
  <inkml:trace contextRef="#ctx0" brushRef="#br0">31 15 10922 0 0,'-2'0'1905'0'0,"-1"-3"-921"0"0,0 1-600 0 0,0 1-280 0 0,1 1 240 0 0,-2-2-56 0 0,2 2 104 0 0,1 0-248 0 0,-2-2-136 0 0,0 1-24 0 0,0-1-40 0 0,1 1-152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4"/>
    </inkml:context>
    <inkml:brush xml:id="br0">
      <inkml:brushProperty name="width" value="0.05" units="cm"/>
      <inkml:brushProperty name="height" value="0.05" units="cm"/>
    </inkml:brush>
  </inkml:definitions>
  <inkml:trace contextRef="#ctx0" brushRef="#br0">369 86 9554 0 0,'-9'-71'4977'0'0,"9"71"-4934"0"0,0-1 0 0 0,0 1 0 0 0,0-1 0 0 0,0 1 0 0 0,0-1-1 0 0,1 1 1 0 0,-1 0 0 0 0,0-1 0 0 0,0 1 0 0 0,0-1 0 0 0,0 1 0 0 0,-1-1 0 0 0,1 1 0 0 0,0-1 0 0 0,0 1-1 0 0,0-1 1 0 0,0 1 0 0 0,0-1 0 0 0,-1 1 0 0 0,1 0 0 0 0,0-1 0 0 0,0 1 0 0 0,-1-1 0 0 0,1 1 0 0 0,0 0-1 0 0,0-1 1 0 0,-1 1 0 0 0,1 0 0 0 0,-1-1 0 0 0,1 1 0 0 0,0 0 0 0 0,-1 0 0 0 0,1-1 0 0 0,0 1 0 0 0,-1 0-1 0 0,1 0 1 0 0,-1 0 0 0 0,1-1 0 0 0,-1 1 0 0 0,1 0 0 0 0,-1 0 0 0 0,1 0 0 0 0,-1 0 0 0 0,1 0 0 0 0,-1 0-1 0 0,1 0 1 0 0,0 0 0 0 0,-1 0 0 0 0,1 0 0 0 0,-1 0 0 0 0,1 0 0 0 0,-1 1 0 0 0,1-1 0 0 0,-1 0 0 0 0,1 0-1 0 0,0 0 1 0 0,-1 1 0 0 0,1-1 0 0 0,-1 0 0 0 0,0 1 0 0 0,-1 1-10 0 0,-1-1 1 0 0,1 1-1 0 0,-1 0 0 0 0,1 0 1 0 0,0 0-1 0 0,0 1 0 0 0,0-1 0 0 0,-3 4 1 0 0,-73 129 333 0 0,-48 78-150 0 0,124-211-209 0 0,1 1 0 0 0,-1 0-1 0 0,0-1 1 0 0,-1 1 0 0 0,1-1 0 0 0,0 0 0 0 0,-1 0 0 0 0,1 0 0 0 0,-1 0 0 0 0,0 0-1 0 0,1 0 1 0 0,-1-1 0 0 0,0 1 0 0 0,0-1 0 0 0,0 0 0 0 0,0 0 0 0 0,0 0-1 0 0,-1 0 1 0 0,-2 0 0 0 0,-14 7-16 0 0,17-6 49 0 0,0-1-1 0 0,0 1 1 0 0,0-1-1 0 0,-1 0 1 0 0,1 0-1 0 0,0 0 1 0 0,-6 1-1 0 0,8-2-31 0 0,1 0-1 0 0,0 0 1 0 0,-1 0-1 0 0,1-1 1 0 0,-1 1-1 0 0,1 0 1 0 0,0 0-1 0 0,-1 0 0 0 0,1 0 1 0 0,0 0-1 0 0,-1 0 1 0 0,1-1-1 0 0,0 1 1 0 0,-1 0-1 0 0,1 0 0 0 0,0-1 1 0 0,-1 1-1 0 0,1 0 1 0 0,0 0-1 0 0,0-1 1 0 0,-1 1-1 0 0,1 0 0 0 0,0-1 1 0 0,0 1-1 0 0,0 0 1 0 0,0-1-1 0 0,-1 0 1 0 0,3-20 228 0 0,-1 17-231 0 0,0 1 0 0 0,0 0 0 0 0,1-1 0 0 0,-1 1 0 0 0,1 0 0 0 0,0 0 0 0 0,0-1 0 0 0,0 2 0 0 0,1-1 0 0 0,-1 0 0 0 0,1 0 0 0 0,3-2 0 0 0,0 0 18 0 0,1 0-1 0 0,0 0 1 0 0,1 1 0 0 0,14-7-1 0 0,1 2 29 0 0,-1 2-1 0 0,45-9 0 0 0,-30 11-842 0 0,-22 3-97 0 0,0-1 0 0 0,26-7 0 0 0,-39 9 480 0 0,0 0 0 0 0,-1 0 0 0 0,1 0-1 0 0,-1 0 1 0 0,1-1 0 0 0,-1 1 0 0 0,0 0 0 0 0,1-1 0 0 0,-1 1-1 0 0,0-1 1 0 0,0 0 0 0 0,0 1 0 0 0,0-1 0 0 0,0 0 0 0 0,-1 1 0 0 0,1-1-1 0 0,-1 0 1 0 0,1-2 0 0 0,1-4-2310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5"/>
    </inkml:context>
    <inkml:brush xml:id="br0">
      <inkml:brushProperty name="width" value="0.05" units="cm"/>
      <inkml:brushProperty name="height" value="0.05" units="cm"/>
    </inkml:brush>
  </inkml:definitions>
  <inkml:trace contextRef="#ctx0" brushRef="#br0">107 213 3193 0 0,'-14'-3'4861'0'0,"-8"-9"-3521"0"0,10 5-438 0 0,3 3-353 0 0,3 1 65 0 0,0 1 0 0 0,0-1 1 0 0,0-1-1 0 0,0 1 0 0 0,-5-5 1 0 0,10 7-563 0 0,1 1 0 0 0,-1-1 0 0 0,0 1 0 0 0,1-1 0 0 0,-1 0 0 0 0,1 0 0 0 0,-1 1 0 0 0,1-1 1 0 0,-1 0-1 0 0,1 0 0 0 0,0 1 0 0 0,-1-1 0 0 0,1 0 0 0 0,0 0 0 0 0,-1 0 0 0 0,1 0 0 0 0,0 1 1 0 0,0-1-1 0 0,0 0 0 0 0,0 0 0 0 0,0 0 0 0 0,0 0 0 0 0,0 0 0 0 0,0 0 0 0 0,0 1 0 0 0,0-1 1 0 0,1 0-1 0 0,-1 0 0 0 0,0 0 0 0 0,1 0 0 0 0,-1 1 0 0 0,0-1 0 0 0,1 0 0 0 0,-1 0 0 0 0,1 1 0 0 0,-1-1 1 0 0,1 0-1 0 0,0 1 0 0 0,-1-1 0 0 0,1 0 0 0 0,-1 1 0 0 0,1-1 0 0 0,0 1 0 0 0,0-1 0 0 0,-1 1 1 0 0,2-1-1 0 0,8-5 38 0 0,0 0 0 0 0,0 1 0 0 0,1 1 0 0 0,-1-1 0 0 0,1 2 0 0 0,12-4 0 0 0,20-6 8 0 0,-20 3-59 0 0,-4 2-20 0 0,1 1 0 0 0,-1 0-1 0 0,1 2 1 0 0,26-5 0 0 0,47-9-2941 0 0,-76 15 1317 0 0,-2-5-651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6"/>
    </inkml:context>
    <inkml:brush xml:id="br0">
      <inkml:brushProperty name="width" value="0.05" units="cm"/>
      <inkml:brushProperty name="height" value="0.05" units="cm"/>
    </inkml:brush>
  </inkml:definitions>
  <inkml:trace contextRef="#ctx0" brushRef="#br0">113 92 9706 0 0,'0'0'2167'0'0,"-10"15"-13"0"0,-3 4-1305 0 0,-1 0-381 0 0,1 1 1 0 0,1 0 0 0 0,1 0-1 0 0,1 1 1 0 0,0 0-1 0 0,-8 29 1 0 0,18-49-410 0 0,0 0-1 0 0,-1 0 1 0 0,1 1 0 0 0,0-1 0 0 0,0 0 0 0 0,0 0-1 0 0,0 1 1 0 0,0-1 0 0 0,0 0 0 0 0,0 0 0 0 0,0 1 0 0 0,0-1-1 0 0,1 0 1 0 0,-1 0 0 0 0,1 1 0 0 0,-1-1 0 0 0,1 0-1 0 0,-1 0 1 0 0,1 0 0 0 0,-1 0 0 0 0,1 0 0 0 0,0 0-1 0 0,0 0 1 0 0,0 0 0 0 0,-1 0 0 0 0,1 0 0 0 0,2 1-1 0 0,0 0 10 0 0,0-1-1 0 0,0 1 1 0 0,0-1-1 0 0,0 0 1 0 0,0 0 0 0 0,1 0-1 0 0,-1-1 1 0 0,0 1-1 0 0,6 0 1 0 0,-2-1 4 0 0,0-1 1 0 0,-1 1-1 0 0,1-1 1 0 0,-1 0-1 0 0,1-1 1 0 0,-1 0-1 0 0,0 0 1 0 0,1 0-1 0 0,-1-1 0 0 0,8-4 1 0 0,22-8 265 0 0,-29 12-285 0 0,0 0 0 0 0,0 0 0 0 0,-1 0 0 0 0,1-1 0 0 0,-1 0 1 0 0,0 0-1 0 0,0 0 0 0 0,0-1 0 0 0,-1 0 0 0 0,0 0 0 0 0,0-1 1 0 0,0 1-1 0 0,0-1 0 0 0,-1 0 0 0 0,0 0 0 0 0,0-1 0 0 0,-1 1 1 0 0,0-1-1 0 0,0 0 0 0 0,0 1 0 0 0,2-15 0 0 0,8-18 169 0 0,-11 35-207 0 0,0 0 1 0 0,0 1-1 0 0,0-1 0 0 0,-1 0 0 0 0,0 0 1 0 0,0 0-1 0 0,0 0 0 0 0,0 0 1 0 0,-1 0-1 0 0,1 0 0 0 0,-1 0 0 0 0,0 0 1 0 0,0 0-1 0 0,-1 0 0 0 0,1 0 0 0 0,-1 0 1 0 0,0 0-1 0 0,-2-6 0 0 0,3 9-26 0 0,-1-1 0 0 0,0 0 0 0 0,1 1-1 0 0,-1-1 1 0 0,0 1 0 0 0,0-1-1 0 0,0 1 1 0 0,-1 0 0 0 0,1-1 0 0 0,0 1-1 0 0,0 0 1 0 0,-1 0 0 0 0,1 0 0 0 0,-3-2-1 0 0,1 2-65 0 0,-1 0 0 0 0,0-1-1 0 0,1 2 1 0 0,-1-1-1 0 0,0 0 1 0 0,-5 0-1 0 0,2 0-179 0 0,-1-1 0 0 0,1 0-1 0 0,-1 0 1 0 0,-10-5-1 0 0,12 4-157 0 0,0 1-1 0 0,-1-1 0 0 0,1 1 0 0 0,-1 1 1 0 0,0-1-1 0 0,0 1 0 0 0,-8 0 1 0 0,-2 1-1603 0 0,4 1-1116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7"/>
    </inkml:context>
    <inkml:brush xml:id="br0">
      <inkml:brushProperty name="width" value="0.05" units="cm"/>
      <inkml:brushProperty name="height" value="0.05" units="cm"/>
    </inkml:brush>
  </inkml:definitions>
  <inkml:trace contextRef="#ctx0" brushRef="#br0">105 17 12859 0 0,'-12'1'3408'0'0,"15"0"-1191"0"0,20-1-1532 0 0,36-9-535 0 0,-10 2-1580 0 0,-16 4-2963 0 0,-28 3 2027 0 0</inkml:trace>
  <inkml:trace contextRef="#ctx0" brushRef="#br0" timeOffset="1">0 185 13019 0 0,'0'0'253'0'0,"15"0"1986"0"0,25-1-982 0 0,73-13 0 0 0,-10-5-2767 0 0,-91 16 1052 0 0,2 0-1620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29"/>
    </inkml:context>
    <inkml:brush xml:id="br0">
      <inkml:brushProperty name="width" value="0.05" units="cm"/>
      <inkml:brushProperty name="height" value="0.05" units="cm"/>
    </inkml:brush>
  </inkml:definitions>
  <inkml:trace contextRef="#ctx0" brushRef="#br0">129 217 8778 0 0,'2'-7'234'0'0,"-1"0"0"0"0,1 0 0 0 0,0 0 0 0 0,1 1 0 0 0,0-1 0 0 0,0 1 1 0 0,0 0-1 0 0,0 0 0 0 0,9-10 0 0 0,3-9 731 0 0,-10 14-287 0 0,-4 8-353 0 0,0 1-1 0 0,-1 0 1 0 0,1 0-1 0 0,1-1 1 0 0,-1 1-1 0 0,0 0 1 0 0,0 0-1 0 0,1 0 1 0 0,-1 0-1 0 0,4-2 0 0 0,-4 6-22 0 0,-2 6-153 0 0,-8 27 120 0 0,-1-2-1 0 0,-16 39 1 0 0,-38 68 355 0 0,25-55-407 0 0,28-61-119 0 0,0-1 3 0 0,-9 27 1 0 0,18-44-45 0 0,0 0 1 0 0,1 0 0 0 0,0-1-1 0 0,0 1 1 0 0,0 0 0 0 0,1 0-1 0 0,0 0 1 0 0,0 0 0 0 0,0 0-1 0 0,2 8 1 0 0,-1-12-24 0 0,0 0 0 0 0,0-1 0 0 0,0 1 0 0 0,0 0 0 0 0,0-1 0 0 0,0 0 0 0 0,0 1 0 0 0,0-1 0 0 0,1 0 0 0 0,-1 1 0 0 0,1-1 0 0 0,-1 0 0 0 0,1 0 0 0 0,-1 0 0 0 0,1 0 0 0 0,0 0 0 0 0,-1-1 0 0 0,1 1-1 0 0,3 0 1 0 0,0 1-8 0 0,0 0-1 0 0,1-1 1 0 0,-1 0-1 0 0,1 0 1 0 0,7 0-1 0 0,-6-2 11 0 0,1 0-1 0 0,-1 0 0 0 0,0 0 1 0 0,0-1-1 0 0,0 0 0 0 0,0 0 0 0 0,7-4 1 0 0,8-3 75 0 0,-16 7-80 0 0,-1-1 1 0 0,1-1-1 0 0,0 1 1 0 0,-1-1-1 0 0,0 0 1 0 0,0 0-1 0 0,0-1 1 0 0,0 1-1 0 0,-1-1 1 0 0,0 0-1 0 0,0 0 1 0 0,0-1-1 0 0,5-9 1 0 0,1-4 35 0 0,-1 1 0 0 0,-1-1 0 0 0,7-24 0 0 0,-6 9 32 0 0,-1-1 0 0 0,4-48-1 0 0,-9 66-51 0 0,0 0-1 0 0,9-22 0 0 0,-8 27 2 0 0,0 0 0 0 0,-1 0 0 0 0,0 0-1 0 0,-1 0 1 0 0,-1 0 0 0 0,1-20 0 0 0,-2 31-46 0 0,-7-58 258 0 0,7 54-243 0 0,-1 1-1 0 0,0 0 1 0 0,-1-1 0 0 0,1 1 0 0 0,-1 0-1 0 0,0 0 1 0 0,0 0 0 0 0,0 0-1 0 0,0 0 1 0 0,-1 0 0 0 0,-3-3-1 0 0,4 4-23 0 0,-1 1-1 0 0,0 0 1 0 0,0 0-1 0 0,0 0 1 0 0,0 0-1 0 0,0 1 1 0 0,-1-1-1 0 0,1 1 1 0 0,0 0-1 0 0,-1 0 0 0 0,1 0 1 0 0,0 0-1 0 0,-1 1 1 0 0,0-1-1 0 0,1 1 1 0 0,-1 0-1 0 0,1 0 1 0 0,-1 0-1 0 0,1 1 1 0 0,-1-1-1 0 0,1 1 0 0 0,-1 0 1 0 0,1 0-1 0 0,-1 0 1 0 0,1 0-1 0 0,0 0 1 0 0,0 1-1 0 0,0 0 1 0 0,0-1-1 0 0,0 1 1 0 0,0 0-1 0 0,0 1 0 0 0,0-1 1 0 0,1 0-1 0 0,-1 1 1 0 0,1-1-1 0 0,0 1 1 0 0,-1 0-1 0 0,1 0 1 0 0,1 0-1 0 0,-1 0 1 0 0,0 0-1 0 0,-1 4 0 0 0,-11 27-8 0 0,1 0 0 0 0,1 1 0 0 0,2 0 0 0 0,2 1-1 0 0,-4 37 1 0 0,10-62 17 0 0,0 0-1 0 0,-1 0 0 0 0,0 0 1 0 0,-6 12-1 0 0,5-12 19 0 0,-1 1-1 0 0,2-1 1 0 0,-4 24-1 0 0,5 39-1200 0 0,2-49-3512 0 0,0-21 2515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30"/>
    </inkml:context>
    <inkml:brush xml:id="br0">
      <inkml:brushProperty name="width" value="0.05" units="cm"/>
      <inkml:brushProperty name="height" value="0.05" units="cm"/>
    </inkml:brush>
  </inkml:definitions>
  <inkml:trace contextRef="#ctx0" brushRef="#br0">98 1 16812 0 0,'-6'2'224'0'0,"0"-1"0"0"0,0 2 0 0 0,0-1 0 0 0,1 1 1 0 0,-1-1-1 0 0,1 2 0 0 0,-1-1 0 0 0,1 1 1 0 0,0-1-1 0 0,-6 8 0 0 0,-2-1-107 0 0,1 1-352 0 0,7-2-4909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31"/>
    </inkml:context>
    <inkml:brush xml:id="br0">
      <inkml:brushProperty name="width" value="0.05" units="cm"/>
      <inkml:brushProperty name="height" value="0.05" units="cm"/>
    </inkml:brush>
  </inkml:definitions>
  <inkml:trace contextRef="#ctx0" brushRef="#br0">155 39 11602 0 0,'0'0'467'0'0,"-8"0"998"0"0,1 2-1179 0 0,1-1 1 0 0,0 1 0 0 0,0 0-1 0 0,-1 0 1 0 0,-6 4 0 0 0,4-1-34 0 0,8-4-209 0 0,-1 1-1 0 0,1-1 1 0 0,0 1-1 0 0,-1 0 1 0 0,1 0-1 0 0,0 0 1 0 0,0 0-1 0 0,0 0 1 0 0,0 0-1 0 0,1 0 1 0 0,-1 0-1 0 0,0 4 1 0 0,-6 11 104 0 0,4-12-100 0 0,1 0-1 0 0,0 0 1 0 0,-1 0 0 0 0,2 1 0 0 0,-1-1 0 0 0,1 1-1 0 0,0-1 1 0 0,0 1 0 0 0,0 0 0 0 0,1-1-1 0 0,0 1 1 0 0,0 0 0 0 0,0-1 0 0 0,1 1 0 0 0,0 0-1 0 0,0-1 1 0 0,2 8 0 0 0,3 3 234 0 0,0 0 1 0 0,1 0-1 0 0,1 0 1 0 0,12 18-1 0 0,-6-5 352 0 0,1 2-33 0 0,0-12-267 0 0,-10-13-206 0 0,0-1 0 0 0,-1 1 0 0 0,1 0 0 0 0,-1 1 0 0 0,-1-1 0 0 0,1 1 0 0 0,3 9 0 0 0,0 0 162 0 0,-5-15-253 0 0,-1 1-1 0 0,0 0 1 0 0,0-1-1 0 0,0 1 0 0 0,0 0 1 0 0,0 0-1 0 0,-1 0 1 0 0,1 0-1 0 0,-1 0 1 0 0,1 0-1 0 0,-1 0 1 0 0,1 0-1 0 0,-1 0 0 0 0,0 0 1 0 0,0 3-1 0 0,-2-4-63 0 0,-1 0-1 0 0,1 0 0 0 0,0 0 1 0 0,0-1-1 0 0,-1 1 1 0 0,1-1-1 0 0,0 1 0 0 0,-1-1 1 0 0,1 0-1 0 0,0 0 0 0 0,-1 0 1 0 0,-2 0-1 0 0,0 0-110 0 0,-2 1-101 0 0,0 0-1 0 0,0 0 1 0 0,0 1 0 0 0,0 0-1 0 0,-8 4 1 0 0,8-3-343 0 0,0 0-1 0 0,0-1 0 0 0,0 0 1 0 0,0-1-1 0 0,-10 2 0 0 0,-29-4-5078 0 0,26-2 385 0 0</inkml:trace>
  <inkml:trace contextRef="#ctx0" brushRef="#br0" timeOffset="1">112 45 15283 0 0,'0'0'8'0'0,"1"0"40"0"0,1-1 8 0 0,-1 1 48 0 0,21-8 24 0 0,2 0 432 0 0,-1 2-311 0 0,-3 2 15 0 0,-1-1-136 0 0,-7 2-24 0 0,-6 1-72 0 0,2 1-32 0 0,0-1-64 0 0,-2 1-665 0 0,-1-1-999 0 0,-2 1-344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33"/>
    </inkml:context>
    <inkml:brush xml:id="br0">
      <inkml:brushProperty name="width" value="0.05" units="cm"/>
      <inkml:brushProperty name="height" value="0.05" units="cm"/>
    </inkml:brush>
  </inkml:definitions>
  <inkml:trace contextRef="#ctx0" brushRef="#br0">107 1 11723 0 0,'0'0'1416'0'0,"-12"9"459"0"0,-24 108 361 0 0,-2 7-926 0 0,34-115-980 0 0,0 0 0 0 0,1 1 0 0 0,1-1 0 0 0,-1 1 0 0 0,1-1 0 0 0,-1 17 0 0 0,9-33-135 0 0,8-24-182 0 0,1 0 1 0 0,1 2-1 0 0,2 0 1 0 0,1 1-1 0 0,24-27 1 0 0,-24 30-29 0 0,-16 19 9 0 0,1 1 0 0 0,-1 0 0 0 0,1 1 1 0 0,0-1-1 0 0,0 1 0 0 0,1-1 0 0 0,-1 1 1 0 0,1 0-1 0 0,0 1 0 0 0,0-1 0 0 0,0 1 1 0 0,0 0-1 0 0,1 1 0 0 0,6-4 1 0 0,3 1 2 0 0,-14 4-4 0 0,0 1 1 0 0,1-1 0 0 0,-1 1 0 0 0,0-1 0 0 0,0 1-1 0 0,0-1 1 0 0,1 1 0 0 0,-1 0 0 0 0,0 0 0 0 0,0 0-1 0 0,1 0 1 0 0,1 0 0 0 0,-3 0 6 0 0,1 1 0 0 0,0-1 0 0 0,0 1-1 0 0,-1-1 1 0 0,1 1 0 0 0,0 0 0 0 0,0-1 0 0 0,-1 1 0 0 0,1 0 0 0 0,-1 0-1 0 0,1 0 1 0 0,-1-1 0 0 0,1 1 0 0 0,-1 0 0 0 0,1 0 0 0 0,-1 0 0 0 0,0 0-1 0 0,0 0 1 0 0,1 0 0 0 0,-1 0 0 0 0,0 1 0 0 0,2 8-6 0 0,-1 0 0 0 0,1-1 0 0 0,-2 1 1 0 0,0 0-1 0 0,0 0 0 0 0,-1 0 0 0 0,0 0 0 0 0,-2 11 1 0 0,-27 82 78 0 0,17-61 45 0 0,9-25-17 0 0,5-11 88 0 0,5-13-11 0 0,68-119-162 0 0,-63 110-1 0 0,1 1 1 0 0,0 1-1 0 0,1-1 1 0 0,1 2-1 0 0,26-21 1 0 0,-26 25 83 0 0,1 1 0 0 0,0 1 0 0 0,23-8 0 0 0,-36 14-82 0 0,-1 0-10 0 0,1 1 0 0 0,-1-1-1 0 0,0 1 1 0 0,0 0 0 0 0,0-1 0 0 0,1 1-1 0 0,-1 0 1 0 0,0 0 0 0 0,1 0-1 0 0,-1 0 1 0 0,0 0 0 0 0,0 0-1 0 0,1 0 1 0 0,-1 0 0 0 0,0 0 0 0 0,0 1-1 0 0,1-1 1 0 0,-1 1 0 0 0,0-1-1 0 0,0 1 1 0 0,0-1 0 0 0,0 1-1 0 0,1-1 1 0 0,-1 1 0 0 0,1 1-1 0 0,0 1 6 0 0,0-1-1 0 0,0 1 0 0 0,0-1 1 0 0,-1 1-1 0 0,1-1 0 0 0,-1 1 1 0 0,0 0-1 0 0,0 0 0 0 0,0 0 1 0 0,1 5-1 0 0,0 3-109 0 0,0 1 0 0 0,-1 0 0 0 0,0 0 1 0 0,-3 21-1 0 0,2-32 47 0 0,-4 29-1506 0 0,-2-11-5769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34"/>
    </inkml:context>
    <inkml:brush xml:id="br0">
      <inkml:brushProperty name="width" value="0.05" units="cm"/>
      <inkml:brushProperty name="height" value="0.05" units="cm"/>
    </inkml:brush>
  </inkml:definitions>
  <inkml:trace contextRef="#ctx0" brushRef="#br0">130 251 10778 0 0,'9'-8'4352'0'0,"-12"14"-1730"0"0,-3 6-2702 0 0,-34 73 1282 0 0,20-45-836 0 0,2 1 0 0 0,1 0 1 0 0,-16 63-1 0 0,31-82 367 0 0,2-22-722 0 0,0 0 1 0 0,0 0-1 0 0,1 0 0 0 0,-1 1 1 0 0,0-1-1 0 0,0 0 0 0 0,0 0 1 0 0,0 0-1 0 0,0 0 0 0 0,0 0 1 0 0,0 0-1 0 0,1 0 0 0 0,-1 0 1 0 0,0 1-1 0 0,0-1 0 0 0,0 0 1 0 0,0 0-1 0 0,0 0 0 0 0,1 0 1 0 0,-1 0-1 0 0,0 0 1 0 0,0 0-1 0 0,0 0 0 0 0,0 0 1 0 0,1 0-1 0 0,-1 0 0 0 0,0 0 1 0 0,0 0-1 0 0,0 0 0 0 0,0 0 1 0 0,1 0-1 0 0,-1 0 0 0 0,0 0 1 0 0,0 0-1 0 0,0 0 0 0 0,0-1 1 0 0,0 1-1 0 0,1 0 1 0 0,-1 0-1 0 0,0 0 0 0 0,0 0 1 0 0,0 0-1 0 0,0 0 0 0 0,0 0 1 0 0,0 0-1 0 0,0-1 0 0 0,1 1 1 0 0,-1 0-1 0 0,0 0 0 0 0,0 0 1 0 0,0-1-1 0 0,21-29 242 0 0,17-49-143 0 0,46-135 0 0 0,2-5-191 0 0,-84 214 74 0 0,0 1-1 0 0,0 0 1 0 0,1 1 0 0 0,-1-1-1 0 0,1 0 1 0 0,0 1 0 0 0,0-1-1 0 0,1 1 1 0 0,-1 0-1 0 0,1 0 1 0 0,5-3 0 0 0,-8 5 7 0 0,0 1-1 0 0,0-1 1 0 0,0 1 0 0 0,1-1-1 0 0,-1 1 1 0 0,0-1 0 0 0,1 1 0 0 0,-1 0-1 0 0,0 0 1 0 0,1-1 0 0 0,-1 1 0 0 0,0 0-1 0 0,1 0 1 0 0,-1 1 0 0 0,0-1 0 0 0,1 0-1 0 0,1 1 1 0 0,-1 0 2 0 0,-1-1 0 0 0,1 1 0 0 0,-1 0 0 0 0,1 1-1 0 0,-1-1 1 0 0,1 0 0 0 0,-1 0 0 0 0,0 0 0 0 0,1 1 0 0 0,-1-1 0 0 0,0 1-1 0 0,0-1 1 0 0,0 1 0 0 0,0-1 0 0 0,-1 1 0 0 0,2 3 0 0 0,54 149 133 0 0,-34-89 24 0 0,-10-26-42 0 0,-2 1-1 0 0,10 63 1 0 0,-19-97-97 0 0,0 0-1 0 0,1 0 1 0 0,0 0 0 0 0,0 0 0 0 0,5 7-1 0 0,-4-8 9 0 0,-1 0-1 0 0,0 1 0 0 0,0-1 1 0 0,0 0-1 0 0,0 1 1 0 0,-1-1-1 0 0,1 9 0 0 0,-1-8-280 0 0,0 24 970 0 0,-1-29-925 0 0,0 0 0 0 0,0 0 0 0 0,0 0 1 0 0,0 0-1 0 0,0 0 0 0 0,-1 0 0 0 0,1 0 0 0 0,0-1 0 0 0,0 1 0 0 0,-1 0 0 0 0,1 0 0 0 0,0 0 0 0 0,-1 0 0 0 0,1 0 0 0 0,-1 0 0 0 0,1-1 1 0 0,-1 1-1 0 0,1 0 0 0 0,-1 0 0 0 0,0-1 0 0 0,1 1 0 0 0,-3 1 0 0 0,-1-3-1979 0 0,-7-1-7008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35"/>
    </inkml:context>
    <inkml:brush xml:id="br0">
      <inkml:brushProperty name="width" value="0.05" units="cm"/>
      <inkml:brushProperty name="height" value="0.05" units="cm"/>
    </inkml:brush>
  </inkml:definitions>
  <inkml:trace contextRef="#ctx0" brushRef="#br0">29 53 14627 0 0,'-23'0'2071'0'0,"17"0"1403"0"0,9-2-3381 0 0,1 0 0 0 0,-1 0-1 0 0,0 1 1 0 0,0 0 0 0 0,1-1 0 0 0,-1 1-1 0 0,1 0 1 0 0,-1 1 0 0 0,6-1 0 0 0,1-1-12 0 0,44-10 393 0 0,1 2 1 0 0,0 2 0 0 0,77 0 0 0 0,-132 8-427 0 0,0 1-31 0 0,0 0-10 0 0,0-1 75 0 0,4 0 186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36"/>
    </inkml:context>
    <inkml:brush xml:id="br0">
      <inkml:brushProperty name="width" value="0.05" units="cm"/>
      <inkml:brushProperty name="height" value="0.05" units="cm"/>
    </inkml:brush>
  </inkml:definitions>
  <inkml:trace contextRef="#ctx0" brushRef="#br0">294 929 4305 0 0,'4'-14'217'0'0,"4"-9"841"0"0,0 1-1 0 0,13-21 0 0 0,-13 27-213 0 0,0 0 0 0 0,-1 0 0 0 0,-1-1 1 0 0,0 0-1 0 0,4-23 0 0 0,-10 38-750 0 0,1 1 0 0 0,-1 0 0 0 0,0 0-1 0 0,0-1 1 0 0,0 1 0 0 0,0 0 0 0 0,0-1 0 0 0,0 1 0 0 0,0 0 0 0 0,0 0 0 0 0,-1-1 0 0 0,1 1 0 0 0,0 0 0 0 0,-1 0 0 0 0,1 0 0 0 0,-1-1 0 0 0,1 1 0 0 0,-1 0-1 0 0,0 0 1 0 0,1 0 0 0 0,-1 0 0 0 0,0 0 0 0 0,0 0 0 0 0,0 0 0 0 0,0 0 0 0 0,0 0 0 0 0,0 1 0 0 0,0-1 0 0 0,-1-1 0 0 0,-2 1 0 0 0,1 0 0 0 0,0 0 0 0 0,-1 1 0 0 0,1-1 0 0 0,0 1 0 0 0,-1-1 0 0 0,1 1 0 0 0,-1 0 0 0 0,-4 1 0 0 0,1 0 8 0 0,1 0 1 0 0,-1 0-1 0 0,1 1 0 0 0,-1 0 1 0 0,1 0-1 0 0,0 1 0 0 0,0 0 1 0 0,-7 4-1 0 0,-19 9 288 0 0,17-10-218 0 0,0 2 1 0 0,0-1 0 0 0,1 2-1 0 0,-25 20 1 0 0,-48 50 353 0 0,83-74-499 0 0,1-1-1 0 0,-1 1 1 0 0,1 0-1 0 0,0-1 1 0 0,0 2-1 0 0,0-1 0 0 0,-2 7 1 0 0,2-6 23 0 0,-2 2-43 0 0,-4 11 465 0 0,9-18-461 0 0,0-1 1 0 0,0 1 0 0 0,0-1 0 0 0,0 1 0 0 0,0-1 0 0 0,1 1 0 0 0,-1-1 0 0 0,0 1-1 0 0,0-1 1 0 0,1 1 0 0 0,-1-1 0 0 0,0 1 0 0 0,1-1 0 0 0,-1 1 0 0 0,0-1-1 0 0,1 1 1 0 0,-1-1 0 0 0,1 0 0 0 0,-1 1 0 0 0,0-1 0 0 0,1 0 0 0 0,-1 1 0 0 0,1-1-1 0 0,-1 0 1 0 0,1 0 0 0 0,-1 0 0 0 0,1 1 0 0 0,-1-1 0 0 0,1 0 0 0 0,0 0-1 0 0,-1 0 1 0 0,1 0 0 0 0,-1 0 0 0 0,1 0 0 0 0,-1 0 0 0 0,1 0 0 0 0,-1 0-1 0 0,2 0 1 0 0,6 0 5 0 0,0 0 0 0 0,0-1 0 0 0,0 1 0 0 0,0-1 0 0 0,0-1 0 0 0,-1 0 0 0 0,1 0 0 0 0,13-5-1 0 0,5-5 19 0 0,27-17 0 0 0,-51 28-31 0 0,32-13 75 0 0,-29 12-62 0 0,1 0 0 0 0,-1 0-1 0 0,0 0 1 0 0,0-1-1 0 0,0 1 1 0 0,8-7 0 0 0,9-11 43 0 0,-10 9-25 0 0,-1 1 0 0 0,2 1 0 0 0,-1-1 0 0 0,18-8 0 0 0,-29 17-34 0 0,-1 1 0 0 0,1-1 1 0 0,0 1-1 0 0,0-1 1 0 0,0 1-1 0 0,0 0 1 0 0,0-1-1 0 0,-1 1 0 0 0,1 0 1 0 0,0 0-1 0 0,0-1 1 0 0,0 1-1 0 0,0 0 1 0 0,0 0-1 0 0,1 0 1 0 0,3 16 1 0 0,-5-15-1 0 0,1 29 22 0 0,-2-26-80 0 0,1 0 0 0 0,0 0 1 0 0,0 1-1 0 0,0-1 1 0 0,0 0-1 0 0,1 0 1 0 0,0 1-1 0 0,-1-1 0 0 0,2 0 1 0 0,-1 0-1 0 0,3 6 1 0 0,-3-9-42 0 0,1 1 1 0 0,0 0 0 0 0,0 0-1 0 0,0-1 1 0 0,0 1-1 0 0,1-1 1 0 0,-1 1 0 0 0,0-1-1 0 0,1 0 1 0 0,-1 0-1 0 0,0 0 1 0 0,1 0 0 0 0,0-1-1 0 0,-1 1 1 0 0,1-1-1 0 0,-1 1 1 0 0,1-1 0 0 0,2 0-1 0 0,3 1-103 0 0,-1-1 0 0 0,1-1 0 0 0,-1 1-1 0 0,1-1 1 0 0,7-2 0 0 0,27-14-801 0 0,-11 4 272 0 0,-24 10 610 0 0,0-1-1 0 0,-1 1 0 0 0,1-1 0 0 0,-1-1 0 0 0,1 1 0 0 0,-1-1 1 0 0,0 0-1 0 0,-1 0 0 0 0,0-1 0 0 0,1 0 0 0 0,-2 0 1 0 0,1 0-1 0 0,-1-1 0 0 0,0 1 0 0 0,0-1 0 0 0,5-12 1 0 0,4-14-297 0 0,-1 0 1 0 0,10-48 0 0 0,-16 56 190 0 0,69-315 54 0 0,-58 256 1034 0 0,-13 40 220 0 0,-4 37-808 0 0,1-1-1 0 0,-1 1 1 0 0,1-1-1 0 0,1 0 1 0 0,-1 1 0 0 0,1 0-1 0 0,1-1 1 0 0,4-8-1 0 0,-1-3 674 0 0,-4 11 119 0 0,-3 6 228 0 0,0 3-1275 0 0,0 0 0 0 0,1 0 0 0 0,0 0 0 0 0,-1 0 0 0 0,1 0 0 0 0,-1 0 0 0 0,1 0 0 0 0,0 0 0 0 0,0 0 0 0 0,0 0 0 0 0,0 0 0 0 0,-1 0 0 0 0,1 0 0 0 0,1 0 0 0 0,-1 2 0 0 0,-1 4 22 0 0,-8 39 158 0 0,-5 19 28 0 0,-7 78 0 0 0,14-6-92 0 0,6-123-118 0 0,-1 0 0 0 0,-1 0 0 0 0,0-1 1 0 0,-7 20-1 0 0,5-18 11 0 0,1 0 1 0 0,1 0 0 0 0,-4 24-1 0 0,6-21 43 0 0,1 0-1 0 0,0 0 0 0 0,1 0 1 0 0,1 0-1 0 0,1 0 1 0 0,1 0-1 0 0,0 0 1 0 0,10 24-1 0 0,-13-41-82 0 0,0 1 0 0 0,0-1 0 0 0,0 0-1 0 0,1 0 1 0 0,-1 1 0 0 0,0-1 0 0 0,1 0 0 0 0,-1 0 0 0 0,1 0 0 0 0,-1 0-1 0 0,1-1 1 0 0,-1 1 0 0 0,1 0 0 0 0,0-1 0 0 0,-1 1 0 0 0,1-1-1 0 0,0 1 1 0 0,0-1 0 0 0,-1 0 0 0 0,1 0 0 0 0,3 0 0 0 0,-4 0-113 0 0,0 0 0 0 0,1 1 0 0 0,-1-1 0 0 0,0 0 0 0 0,0 0 0 0 0,1-1 0 0 0,-1 1 1 0 0,0 0-1 0 0,1 0 0 0 0,-1 0 0 0 0,0-1 0 0 0,0 1 0 0 0,0-1 0 0 0,1 1 0 0 0,-1-1 0 0 0,0 0 0 0 0,0 1 1 0 0,0-1-1 0 0,0 0 0 0 0,0 0 0 0 0,0 0 0 0 0,0 1 0 0 0,0-1 0 0 0,0 0 0 0 0,0 0 0 0 0,-1 0 1 0 0,1-1-1 0 0,0 1 0 0 0,0-2 0 0 0,13-36-2991 0 0,-11 33 2222 0 0,0 0 1 0 0,-1 0 0 0 0,0 0 0 0 0,0-1 0 0 0,0 1-1 0 0,-1 0 1 0 0,1-14 0 0 0,-2 2-2086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37"/>
    </inkml:context>
    <inkml:brush xml:id="br0">
      <inkml:brushProperty name="width" value="0.05" units="cm"/>
      <inkml:brushProperty name="height" value="0.05" units="cm"/>
    </inkml:brush>
  </inkml:definitions>
  <inkml:trace contextRef="#ctx0" brushRef="#br0">22 13 9994 0 0,'-22'5'7961'0'0,"22"-5"-7922"0"0,0 0 1 0 0,0 0 0 0 0,1 1 0 0 0,-1-1 0 0 0,0 0 0 0 0,0 0 0 0 0,0 1 0 0 0,0-1 0 0 0,0 0 0 0 0,0 0 0 0 0,0 0 0 0 0,0 1 0 0 0,0-1 0 0 0,0 0 0 0 0,1 0 0 0 0,-1 0 0 0 0,0 1 0 0 0,0-1 0 0 0,0 0 0 0 0,0 0 0 0 0,1 0 0 0 0,-1 0 0 0 0,0 1 0 0 0,0-1 0 0 0,0 0 0 0 0,1 0 0 0 0,-1 0 0 0 0,0 0 0 0 0,0 0 0 0 0,0 0 0 0 0,1 0 0 0 0,-1 0 0 0 0,0 0 0 0 0,0 0 0 0 0,1 0 0 0 0,-1 0 0 0 0,0 0 0 0 0,0 0 0 0 0,1 0 0 0 0,-1 0 0 0 0,0 0 0 0 0,0 0 0 0 0,0 0 0 0 0,1 0 0 0 0,-1 0 0 0 0,0 0 0 0 0,53 3 529 0 0,-1-2 1 0 0,0-3 0 0 0,60-9 0 0 0,76-2-49 0 0,-165 13-1174 0 0,-14 0-7549 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6-15T09:36:57.338"/>
    </inkml:context>
    <inkml:brush xml:id="br0">
      <inkml:brushProperty name="width" value="0.05" units="cm"/>
      <inkml:brushProperty name="height" value="0.05" units="cm"/>
    </inkml:brush>
  </inkml:definitions>
  <inkml:trace contextRef="#ctx0" brushRef="#br0">95 565 6129,'-6'-1'1405,"0"0"0,0 0 1,0 0-1,-8-3 0,-22-4 2702,35 6-3980,-1 0-1,0 0 0,0 0 0,1 0 0,-1 0 0,1-1 0,0 1 1,-1-1-1,0-4 0,1 2-51,0 0 1,0 0-1,0 0 1,1 0-1,0 0 0,0-1 1,0 1-1,1 0 0,0 0 1,0 0-1,0 0 1,4-9-1,3-7 41,19-34-1,-12 26-46,30-81 73,-35 80-135,1 2 0,1 0 0,2 0 0,0 2 0,20-27 0,-31 49-19,0 1 0,1-1 0,-1 1 0,1 0 0,0 0 1,0 0-1,0 1 0,0-1 0,1 1 0,5-2 0,-8 3 8,0 0-1,0 1 1,0-1 0,0 1 0,0-1 0,0 1 0,0 0-1,0 0 1,0 0 0,0 0 0,0 0 0,0 0 0,0 1 0,0-1-1,0 1 1,0-1 0,0 1 0,0 0 0,0 0 0,-1 0-1,1 0 1,0 0 0,0 0 0,-1 0 0,1 1 0,-1-1 0,1 0-1,1 4 1,7 10-8,-2 0-1,0 1 0,6 17 1,0-1-8,-5-12 23,31 59 51,-34-70 26,0 1 1,1-2-1,0 1 0,0-1 1,0 0-1,10 7 1,2-1 108,0-2 1,1 0-1,21 9 1,-30-16-136,-8-4-346,0 1 0,0-1 0,1-1 0,-1 1 0,0 0 0,1-1 0,-1 1 1,6-1-1,-2 0-1848</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39"/>
    </inkml:context>
    <inkml:brush xml:id="br0">
      <inkml:brushProperty name="width" value="0.05" units="cm"/>
      <inkml:brushProperty name="height" value="0.05" units="cm"/>
    </inkml:brush>
  </inkml:definitions>
  <inkml:trace contextRef="#ctx0" brushRef="#br0">16 244 12259 0 0,'-12'-116'714'0'0,"11"90"-373"0"0,0 17-166 0 0,0 0 0 0 0,0 0 0 0 0,1 0-1 0 0,1 0 1 0 0,-1 0 0 0 0,1 0 0 0 0,1 0-1 0 0,4-16 1 0 0,-6 25-170 0 0,1 0-1 0 0,-1-1 1 0 0,0 1-1 0 0,0 0 1 0 0,0 0-1 0 0,1-1 1 0 0,-1 1 0 0 0,0 0-1 0 0,0 0 1 0 0,1-1-1 0 0,-1 1 1 0 0,0 0-1 0 0,0 0 1 0 0,1 0-1 0 0,-1 0 1 0 0,0-1-1 0 0,1 1 1 0 0,-1 0 0 0 0,0 0-1 0 0,1 0 1 0 0,-1 0-1 0 0,0 0 1 0 0,1 0-1 0 0,-1 0 1 0 0,0 0-1 0 0,1 0 1 0 0,-1 0-1 0 0,0 0 1 0 0,1 0-1 0 0,-1 0 1 0 0,0 0 0 0 0,1 0-1 0 0,-1 0 1 0 0,0 0-1 0 0,1 1 1 0 0,-1-1-1 0 0,0 0 1 0 0,0 0-1 0 0,1 0 1 0 0,-1 0-1 0 0,0 1 1 0 0,0-1 0 0 0,1 0-1 0 0,-1 0 1 0 0,0 1-1 0 0,0-1 1 0 0,1 0-1 0 0,-1 0 1 0 0,0 1-1 0 0,0-1 1 0 0,0 0-1 0 0,0 1 1 0 0,1-1 0 0 0,-1 0-1 0 0,0 1 1 0 0,0-1-1 0 0,0 1 1 0 0,12 21 45 0 0,-11-20-32 0 0,6 16 88 0 0,0 0 0 0 0,-2 1 0 0 0,0 0-1 0 0,-1 0 1 0 0,3 35 0 0 0,-3 103 524 0 0,-5-111-402 0 0,0 0 69 0 0,2 47 363 0 0,-1-83-404 0 0,1 0 0 0 0,1 0 0 0 0,0 0 0 0 0,0 0 0 0 0,1 0 0 0 0,8 16 0 0 0,-11-25-205 0 0,0 0-1 0 0,1 0 0 0 0,-1-1 0 0 0,1 1 0 0 0,-1 0 1 0 0,1 0-1 0 0,-1-1 0 0 0,1 1 0 0 0,0 0 0 0 0,-1-1 0 0 0,1 1 1 0 0,0-1-1 0 0,0 1 0 0 0,-1-1 0 0 0,1 1 0 0 0,0-1 0 0 0,0 0 1 0 0,0 1-1 0 0,-1-1 0 0 0,1 0 0 0 0,0 1 0 0 0,0-1 0 0 0,0 0 1 0 0,0 0-1 0 0,0 0 0 0 0,0 0 0 0 0,0 0 0 0 0,0 0 0 0 0,-1 0 1 0 0,1 0-1 0 0,0 0 0 0 0,0-1 0 0 0,0 1 0 0 0,0 0 0 0 0,0-1 1 0 0,0 1-1 0 0,-1 0 0 0 0,1-1 0 0 0,1 0 0 0 0,1 0-13 0 0,-1-1-1 0 0,0 0 0 0 0,1 1 0 0 0,-1-1 1 0 0,0 0-1 0 0,0 0 0 0 0,0-1 0 0 0,0 1 1 0 0,0 0-1 0 0,0-1 0 0 0,1-3 0 0 0,56-155 425 0 0,-43 113-364 0 0,2-13 37 0 0,-3-1-1 0 0,9-83 1 0 0,-23 142-127 0 0,0 0 0 0 0,0-1 0 0 0,0 1 0 0 0,0 0 0 0 0,1 0 0 0 0,2-5-1 0 0,-3 6-18 0 0,0-1 0 0 0,1 1 0 0 0,-1 0 0 0 0,0-1 0 0 0,0 1 0 0 0,-1-1-1 0 0,1 1 1 0 0,0-1 0 0 0,-1-4 0 0 0,-2 3-759 0 0,-3 12-937 0 0,-3 15 53 0 0,2 0 0 0 0,1 0 1 0 0,-4 40-1 0 0,6-26-1114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40"/>
    </inkml:context>
    <inkml:brush xml:id="br0">
      <inkml:brushProperty name="width" value="0.05" units="cm"/>
      <inkml:brushProperty name="height" value="0.05" units="cm"/>
    </inkml:brush>
  </inkml:definitions>
  <inkml:trace contextRef="#ctx0" brushRef="#br0">237 67 7682 0 0,'-7'-12'7077'0'0,"-11"-8"-5953"0"0,16 18-630 0 0,-1-1-445 0 0,0 0-1 0 0,0 0 1 0 0,-1 0 0 0 0,1 0 0 0 0,-1 1 0 0 0,1 0 0 0 0,-1 0-1 0 0,0 0 1 0 0,0 0 0 0 0,0 0 0 0 0,0 1 0 0 0,0 0-1 0 0,0 0 1 0 0,0 0 0 0 0,0 0 0 0 0,-1 1 0 0 0,1-1-1 0 0,0 1 1 0 0,0 0 0 0 0,-1 0 0 0 0,1 1 0 0 0,0-1-1 0 0,0 1 1 0 0,-1 0 0 0 0,1 0 0 0 0,0 1 0 0 0,0-1 0 0 0,0 1-1 0 0,-5 3 1 0 0,5-3 1 0 0,-2 2 28 0 0,0-1 0 0 0,0 1 0 0 0,0 1 0 0 0,-8 7 0 0 0,12-9-66 0 0,0 0-1 0 0,0-1 0 0 0,0 2 1 0 0,0-1-1 0 0,1 0 1 0 0,-1 0-1 0 0,1 0 0 0 0,0 1 1 0 0,0-1-1 0 0,0 1 1 0 0,0-1-1 0 0,0 5 0 0 0,0-1 3 0 0,-1 1-1 0 0,0 0 1 0 0,0-1-1 0 0,-6 14 1 0 0,5-13 5 0 0,1-5-29 0 0,1 1 0 0 0,0 0 0 0 0,0-1 0 0 0,0 1 0 0 0,1 0 1 0 0,-1 0-1 0 0,1 4 0 0 0,0-7 1 0 0,0 0 0 0 0,0 1 0 0 0,0-1-1 0 0,0 0 1 0 0,0 0 0 0 0,0 0 0 0 0,1 0 0 0 0,-1 0 0 0 0,0 0 0 0 0,1 0 0 0 0,-1 0 0 0 0,1 0 0 0 0,-1 0 0 0 0,1 0 0 0 0,-1 0 0 0 0,1 0 0 0 0,0 0 0 0 0,-1-1 0 0 0,1 1 0 0 0,0 0-1 0 0,0 0 1 0 0,0-1 0 0 0,0 1 0 0 0,0 0 0 0 0,0-1 0 0 0,0 1 0 0 0,0-1 0 0 0,0 1 0 0 0,0-1 0 0 0,1 1 0 0 0,30 12-612 0 0,-26-10 118 0 0,0 0 0 0 0,0-1 0 0 0,0 0 0 0 0,0 0 0 0 0,8 2-1 0 0,7-2-2642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41"/>
    </inkml:context>
    <inkml:brush xml:id="br0">
      <inkml:brushProperty name="width" value="0.05" units="cm"/>
      <inkml:brushProperty name="height" value="0.05" units="cm"/>
    </inkml:brush>
  </inkml:definitions>
  <inkml:trace contextRef="#ctx0" brushRef="#br0">207 53 13787 0 0,'0'0'32'0'0,"-16"0"2242"0"0,9 0-2136 0 0,1 1 1 0 0,-1 0-1 0 0,1 0 1 0 0,0 0-1 0 0,0 1 1 0 0,-1 0 0 0 0,1 0-1 0 0,1 1 1 0 0,-1-1-1 0 0,0 1 1 0 0,1 1-1 0 0,-1-1 1 0 0,1 1-1 0 0,0 0 1 0 0,0 0-1 0 0,-8 9 1 0 0,-33 74 377 0 0,20-37-348 0 0,24-45-151 0 0,0 0-1 0 0,0-1 1 0 0,1 1-1 0 0,0 0 1 0 0,0 0-1 0 0,0 0 1 0 0,0 0-1 0 0,1 0 1 0 0,0 0-1 0 0,0 0 1 0 0,0 0-1 0 0,0 0 1 0 0,1 0-1 0 0,0 0 1 0 0,0 0-1 0 0,1 0 1 0 0,-1-1-1 0 0,1 1 1 0 0,0 0-1 0 0,0-1 1 0 0,0 1-1 0 0,1-1 1 0 0,6 8-1 0 0,-6-9-10 0 0,0-1 0 0 0,1 1 0 0 0,-1-1 0 0 0,1 0 0 0 0,0 0-1 0 0,-1 0 1 0 0,1 0 0 0 0,0-1 0 0 0,7 2 0 0 0,15 7 10 0 0,-19-7-247 0 0,0 0 0 0 0,1-1 0 0 0,-1 1 0 0 0,1-2 1 0 0,-1 1-1 0 0,1-1 0 0 0,0 0 0 0 0,-1-1 0 0 0,1 0 0 0 0,0 0 0 0 0,0 0 0 0 0,-1-1 1 0 0,1 0-1 0 0,0-1 0 0 0,-1 0 0 0 0,0 0 0 0 0,10-4 0 0 0,9-6-1941 0 0</inkml:trace>
  <inkml:trace contextRef="#ctx0" brushRef="#br0" timeOffset="1">578 34 11242 0 0,'0'0'3465'0'0,"0"-1"-2953"0"0,0-1-80 0 0,1 1 224 0 0,1-1-215 0 0,1 1-305 0 0,3-3-24 0 0,5 0-80 0 0,3-2-16 0 0,-4 1-40 0 0,0 2-128 0 0,-1 0-56 0 0,-4 1-1073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43"/>
    </inkml:context>
    <inkml:brush xml:id="br0">
      <inkml:brushProperty name="width" value="0.05" units="cm"/>
      <inkml:brushProperty name="height" value="0.05" units="cm"/>
    </inkml:brush>
  </inkml:definitions>
  <inkml:trace contextRef="#ctx0" brushRef="#br0">0 6 11827 0 0,'0'0'656'0'0,"0"2"-264"0"0,0 0 184 0 0,2-1-48 0 0,-1 1 8 0 0,1-2-464 0 0,-1 0-8 0 0,4 0-16 0 0,20 0-32 0 0,-4-2-408 0 0,8-3-1176 0 0,-3-1-337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44"/>
    </inkml:context>
    <inkml:brush xml:id="br0">
      <inkml:brushProperty name="width" value="0.05" units="cm"/>
      <inkml:brushProperty name="height" value="0.05" units="cm"/>
    </inkml:brush>
  </inkml:definitions>
  <inkml:trace contextRef="#ctx0" brushRef="#br0">176 1 12067 0 0,'-11'0'335'0'0,"0"1"0"0"0,0 0 0 0 0,0 1 0 0 0,0 0 0 0 0,1 1 0 0 0,-1 0 0 0 0,1 1 0 0 0,-21 10 0 0 0,29-13-303 0 0,0 1-1 0 0,1 0 1 0 0,-1 0 0 0 0,0-1 0 0 0,0 1-1 0 0,1 1 1 0 0,-1-1 0 0 0,1 0 0 0 0,0 0-1 0 0,0 0 1 0 0,0 1 0 0 0,0-1-1 0 0,-1 5 1 0 0,-4 6 68 0 0,4-9-55 0 0,0-1-1 0 0,1 1 1 0 0,-1 0-1 0 0,1 0 1 0 0,0 0-1 0 0,0-1 1 0 0,1 1-1 0 0,-1 0 1 0 0,1 0-1 0 0,-1 0 1 0 0,1 0-1 0 0,1 0 1 0 0,-1 0-1 0 0,0 0 1 0 0,1 0-1 0 0,0 0 1 0 0,0 0-1 0 0,0 0 1 0 0,0 0-1 0 0,1-1 1 0 0,-1 1 0 0 0,1-1-1 0 0,0 1 1 0 0,0-1-1 0 0,1 1 1 0 0,2 2-1 0 0,4 4 135 0 0,0 0 1 0 0,1-1-1 0 0,0-1 0 0 0,0 1 0 0 0,1-1 0 0 0,16 9 1 0 0,8 2 349 0 0,35 24 548 0 0,-62-38-881 0 0,-1 1 0 0 0,-1 0 1 0 0,1 0-1 0 0,-1 1 0 0 0,0-1 1 0 0,10 16-1 0 0,0 16 960 0 0,-15-37-1125 0 0,0 1-1 0 0,-1-1 0 0 0,1 0 0 0 0,-1 0 0 0 0,1 1 0 0 0,-1-1 0 0 0,1 0 0 0 0,-1 1 0 0 0,0-1 1 0 0,0 0-1 0 0,1 1 0 0 0,-1-1 0 0 0,0 1 0 0 0,0-1 0 0 0,-1 0 0 0 0,1 1 0 0 0,0-1 0 0 0,0 0 0 0 0,-1 1 1 0 0,1-1-1 0 0,-1 0 0 0 0,1 1 0 0 0,-1-1 0 0 0,1 0 0 0 0,-1 0 0 0 0,0 0 0 0 0,1 0 0 0 0,-1 1 1 0 0,0-1-1 0 0,0 0 0 0 0,0 0 0 0 0,0 0 0 0 0,0-1 0 0 0,0 1 0 0 0,0 0 0 0 0,-1 0 0 0 0,1 0 1 0 0,0-1-1 0 0,0 1 0 0 0,0-1 0 0 0,-1 1 0 0 0,-1 0 0 0 0,-8 3-18 0 0,0-1 0 0 0,0 0 0 0 0,0-1 0 0 0,-13 2 0 0 0,13-3 66 0 0,0 1-75 0 0,3-1-6 0 0,1 0 1 0 0,0 1-1 0 0,-1-1 0 0 0,1 1 0 0 0,0 1 1 0 0,-11 5-1 0 0,10-4-243 0 0,0-1-1 0 0,1 0 1 0 0,-1 0 0 0 0,0 0 0 0 0,0-1 0 0 0,-1 0 0 0 0,-10 0 0 0 0,14-1-587 0 0,0-1-1 0 0,0 0 1 0 0,1 0 0 0 0,-1-1 0 0 0,0 1 0 0 0,0-1 0 0 0,1 0 0 0 0,-8-3-1 0 0,2 0-2684 0 0</inkml:trace>
  <inkml:trace contextRef="#ctx0" brushRef="#br0" timeOffset="1">144 98 12715 0 0,'0'0'384'0'0,"1"-2"800"0"0,1 0-1128 0 0,-1 1 656 0 0,2-1-200 0 0,3-2 321 0 0,7 2-449 0 0,4-5-240 0 0,-2-1-16 0 0,10 3-72 0 0,-4 1-56 0 0,-1-1-192 0 0,2-1-160 0 0,-7 1-65 0 0,5 2-975 0 0,0 0-1024 0 0,-3 2-289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46"/>
    </inkml:context>
    <inkml:brush xml:id="br0">
      <inkml:brushProperty name="width" value="0.05" units="cm"/>
      <inkml:brushProperty name="height" value="0.05" units="cm"/>
    </inkml:brush>
  </inkml:definitions>
  <inkml:trace contextRef="#ctx0" brushRef="#br0">38 79 8906 0 0,'-9'-5'5910'0'0,"-11"-5"-3709"0"0,17 10-2114 0 0,-3 0 438 0 0,7 1 125 0 0,0 0-611 0 0,0-1 0 0 0,0 1 1 0 0,0 0-1 0 0,0-1 0 0 0,-1 1 1 0 0,1 0-1 0 0,0 0 1 0 0,-1 0-1 0 0,1-1 0 0 0,-1 1 1 0 0,1 0-1 0 0,-1 0 1 0 0,1 0-1 0 0,-1 0 0 0 0,1 0 1 0 0,-1 1-1 0 0,3 23 2 0 0,-1-1-1 0 0,-1 1 1 0 0,-1-1 0 0 0,-6 47-1 0 0,2-25-19 0 0,2-18 82 0 0,-2 8-167 0 0,3 39-1 0 0,1-65 263 0 0,1 0 0 0 0,0-1-1 0 0,1 1 1 0 0,0-1 0 0 0,0 1-1 0 0,1-1 1 0 0,0 0 0 0 0,1 0-1 0 0,5 10 1 0 0,-8-17-131 0 0,1 0 0 0 0,0 0 0 0 0,0 0 0 0 0,-1 0 0 0 0,1 0 1 0 0,0 0-1 0 0,0-1 0 0 0,1 1 0 0 0,-1-1 0 0 0,0 0 0 0 0,0 0 0 0 0,1 1 0 0 0,-1-1 0 0 0,1-1 0 0 0,-1 1 0 0 0,1 0 0 0 0,-1-1 0 0 0,1 1 0 0 0,0-1 0 0 0,-1 0 0 0 0,1 1 1 0 0,-1-1-1 0 0,1-1 0 0 0,0 1 0 0 0,-1 0 0 0 0,1-1 0 0 0,-1 1 0 0 0,1-1 0 0 0,2-1 0 0 0,1 1-9 0 0,0-1-1 0 0,-1 0 1 0 0,1-1 0 0 0,-1 1 0 0 0,0-1-1 0 0,0 0 1 0 0,0 0 0 0 0,0-1 0 0 0,-1 1-1 0 0,1-1 1 0 0,6-8 0 0 0,33-48 401 0 0,34-64 1 0 0,-68 107-436 0 0,7-12 32 0 0,-1-1-1 0 0,-2 0 1 0 0,18-52-1 0 0,-25 59-707 0 0,1 0-1 0 0,0 0 1 0 0,13-22-1 0 0,-11 23-3249 0 0,-7 13 520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47"/>
    </inkml:context>
    <inkml:brush xml:id="br0">
      <inkml:brushProperty name="width" value="0.05" units="cm"/>
      <inkml:brushProperty name="height" value="0.05" units="cm"/>
    </inkml:brush>
  </inkml:definitions>
  <inkml:trace contextRef="#ctx0" brushRef="#br0">30 207 7306 0 0,'-3'-4'111'0'0,"1"-1"0"0"0,0 1 0 0 0,0-1 0 0 0,0 0 0 0 0,1 0 0 0 0,-1 1 0 0 0,1-1 0 0 0,0 0 0 0 0,0-10 0 0 0,-2 0 422 0 0,0-5 750 0 0,0-1-1 0 0,0-33 1 0 0,8 43-422 0 0,-5 11-848 0 0,0 0 0 0 0,0 0 0 0 0,0 0-1 0 0,0-1 1 0 0,0 1 0 0 0,0 0 0 0 0,1 0 0 0 0,-1 0 0 0 0,0 0 0 0 0,0 0 0 0 0,0 0 0 0 0,0 0 0 0 0,1 0 0 0 0,-1 0 0 0 0,0 0-1 0 0,0 0 1 0 0,0 0 0 0 0,0 0 0 0 0,1 0 0 0 0,-1 0 0 0 0,0 0 0 0 0,0 0 0 0 0,0 0 0 0 0,1 0 0 0 0,-1 0 0 0 0,0 0-1 0 0,0 0 1 0 0,0 0 0 0 0,0 0 0 0 0,1 0 0 0 0,-1 0 0 0 0,0 0 0 0 0,0 0 0 0 0,0 0 0 0 0,0 0 0 0 0,0 0 0 0 0,1 1 0 0 0,-1-1-1 0 0,0 0 1 0 0,0 0 0 0 0,0 0 0 0 0,0 0 0 0 0,0 0 0 0 0,0 1 0 0 0,0-1 0 0 0,1 0 0 0 0,-1 0 0 0 0,0 0 0 0 0,0 0-1 0 0,0 1 1 0 0,0-1 0 0 0,0 0 0 0 0,0 0 0 0 0,0 0 0 0 0,0 0 0 0 0,0 1 0 0 0,0-1 0 0 0,0 0 0 0 0,0 0 0 0 0,0 0 0 0 0,0 0-1 0 0,0 1 1 0 0,0-1 0 0 0,0 0 0 0 0,0 0 0 0 0,0 0 0 0 0,-1 0 0 0 0,1 1 0 0 0,0-1 0 0 0,5 57 380 0 0,-2 72 0 0 0,2 33 356 0 0,16 40 246 0 0,-20-192-697 0 0,2 1 0 0 0,-1-1-1 0 0,1 0 1 0 0,9 18 0 0 0,-12-27-257 0 0,1-1 1 0 0,-1 1-1 0 0,1 0 0 0 0,-1-1 0 0 0,1 0 0 0 0,-1 1 1 0 0,1-1-1 0 0,-1 1 0 0 0,1-1 0 0 0,-1 1 0 0 0,1-1 1 0 0,-1 0-1 0 0,1 0 0 0 0,0 1 0 0 0,-1-1 0 0 0,1 0 0 0 0,-1 0 1 0 0,1 0-1 0 0,0 1 0 0 0,-1-1 0 0 0,1 0 0 0 0,0 0 1 0 0,-1 0-1 0 0,1 0 0 0 0,0 0 0 0 0,-1 0 0 0 0,1-1 0 0 0,0 1 1 0 0,-1 0-1 0 0,1 0 0 0 0,1-1 0 0 0,-1 1-21 0 0,1-1 1 0 0,-1 1-1 0 0,0-1 0 0 0,1 0 0 0 0,-1 1 0 0 0,0-1 0 0 0,1 0 1 0 0,-1 0-1 0 0,0 0 0 0 0,0 0 0 0 0,0 0 0 0 0,0 0 0 0 0,2-2 1 0 0,2-8 44 0 0,-1 0 0 0 0,0 0 0 0 0,-1 0 0 0 0,4-22 1 0 0,1-3 45 0 0,56-162 106 0 0,-36 118 8 0 0,29-135 0 0 0,-56 211-319 0 0,0 1 0 0 0,0-1 0 0 0,0 1 1 0 0,1 0-1 0 0,0-1 0 0 0,-1 1 0 0 0,1 0 0 0 0,0 0 0 0 0,1 0 0 0 0,2-3 1 0 0,-5 6 22 0 0,1 0-1 0 0,-1 0 1 0 0,0 0 0 0 0,0 0 0 0 0,0 0 0 0 0,0 0 0 0 0,1 0-1 0 0,-1 0 1 0 0,0 0 0 0 0,0 0 0 0 0,0 0 0 0 0,0 0 0 0 0,1 1 0 0 0,-1-1-1 0 0,0 0 1 0 0,0 0 0 0 0,0 0 0 0 0,0 0 0 0 0,0 0 0 0 0,0 1 0 0 0,0-1-1 0 0,1 0 1 0 0,-1 0 0 0 0,0 0 0 0 0,0 0 0 0 0,0 1 0 0 0,0-1 0 0 0,0 0-1 0 0,0 0 1 0 0,0 0 0 0 0,0 0 0 0 0,0 1 0 0 0,0-1 0 0 0,0 0-1 0 0,0 0 1 0 0,0 0 0 0 0,0 1 0 0 0,0-1 0 0 0,0 0 0 0 0,0 0 0 0 0,0 0-1 0 0,0 0 1 0 0,0 1 0 0 0,0-1 0 0 0,-1 0 0 0 0,1 1-72 0 0,2 18-1792 0 0,1 10-773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48"/>
    </inkml:context>
    <inkml:brush xml:id="br0">
      <inkml:brushProperty name="width" value="0.05" units="cm"/>
      <inkml:brushProperty name="height" value="0.05" units="cm"/>
    </inkml:brush>
  </inkml:definitions>
  <inkml:trace contextRef="#ctx0" brushRef="#br0">122 65 8202 0 0,'0'0'1966'0'0,"-20"-12"2723"0"0,18 12-4669 0 0,1 0 0 0 0,-1 0 0 0 0,1 0 0 0 0,-1 0 0 0 0,1 1 0 0 0,0-1 0 0 0,-1 0 0 0 0,1 1 0 0 0,-1-1 0 0 0,1 0 0 0 0,0 1 0 0 0,-1 0 0 0 0,1-1 0 0 0,0 1 0 0 0,0 0 0 0 0,-1 0 0 0 0,1-1 0 0 0,0 1 0 0 0,0 0 0 0 0,0 0 0 0 0,0 0 0 0 0,0 1 0 0 0,0-1 0 0 0,1 0 0 0 0,-1 0 1 0 0,0 0-1 0 0,-1 3 0 0 0,-1 3 13 0 0,0 1 1 0 0,0 0 0 0 0,-3 14 0 0 0,3-11 56 0 0,1-3-55 0 0,-1 4 56 0 0,-1-1 0 0 0,0 1 0 0 0,-9 19 0 0 0,9-24-40 0 0,1 0-1 0 0,0 0 0 0 0,0 0 1 0 0,1 1-1 0 0,-1-1 1 0 0,2 1-1 0 0,-2 8 1 0 0,3-13 12 0 0,-1 1 1 0 0,1 0 0 0 0,0 0-1 0 0,0-1 1 0 0,0 1 0 0 0,1 0-1 0 0,0 0 1 0 0,-1-1 0 0 0,1 1-1 0 0,0 0 1 0 0,1-1 0 0 0,-1 1-1 0 0,1-1 1 0 0,-1 1-1 0 0,1-1 1 0 0,3 4 0 0 0,-2-5 1 0 0,-1 0 1 0 0,1 0-1 0 0,0-1 1 0 0,0 1-1 0 0,0-1 0 0 0,0 1 1 0 0,5 0-1 0 0,4 3 75 0 0,-7-2-90 0 0,0-1 1 0 0,1 0 0 0 0,-1 0 0 0 0,1-1 0 0 0,0 1 0 0 0,-1-1-1 0 0,1-1 1 0 0,0 1 0 0 0,0-1 0 0 0,-1 0 0 0 0,1 0-1 0 0,0-1 1 0 0,0 1 0 0 0,-1-1 0 0 0,8-2 0 0 0,-1-1 112 0 0,-1 0 0 0 0,1 0 1 0 0,-1-1-1 0 0,-1 0 0 0 0,1-1 1 0 0,12-9-1 0 0,-17 10-69 0 0,0 0-1 0 0,-1-1 1 0 0,0 1 0 0 0,-1-1-1 0 0,1 0 1 0 0,-1-1 0 0 0,0 1 0 0 0,0-1-1 0 0,-1 0 1 0 0,4-13 0 0 0,16-26 691 0 0,-21 43-751 0 0,0 0-1 0 0,0 0 1 0 0,-1 0-1 0 0,1 0 1 0 0,-1 0-1 0 0,0 0 0 0 0,0 0 1 0 0,0 0-1 0 0,0 0 1 0 0,-1-1-1 0 0,1 1 1 0 0,-1 0-1 0 0,0-1 0 0 0,0 1 1 0 0,0 0-1 0 0,0-1 1 0 0,0 1-1 0 0,-1 0 1 0 0,1 0-1 0 0,-1-1 0 0 0,0 1 1 0 0,0 0-1 0 0,-1 0 1 0 0,1 0-1 0 0,-4-6 1 0 0,1 4-55 0 0,-1-1 0 0 0,0 1 0 0 0,0 0 1 0 0,0 1-1 0 0,0-1 0 0 0,-1 1 0 0 0,0 0 1 0 0,0 0-1 0 0,0 1 0 0 0,0 0 0 0 0,-8-3 0 0 0,-38-10-781 0 0,41 14 103 0 0,0-1 0 0 0,1-1 0 0 0,-1 1 0 0 0,-12-8 1 0 0,4 2-1831 0 0,3 5-2251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49"/>
    </inkml:context>
    <inkml:brush xml:id="br0">
      <inkml:brushProperty name="width" value="0.05" units="cm"/>
      <inkml:brushProperty name="height" value="0.05" units="cm"/>
    </inkml:brush>
  </inkml:definitions>
  <inkml:trace contextRef="#ctx0" brushRef="#br0">486 167 256 0 0,'0'0'3047'0'0,"-6"-23"1456"0"0,5 18-4277 0 0,1 5-210 0 0,0-1 0 0 0,0 0 0 0 0,-1 1-1 0 0,1-1 1 0 0,0 1 0 0 0,0-1 0 0 0,0 1-1 0 0,0-1 1 0 0,-1 1 0 0 0,1-1 0 0 0,0 1-1 0 0,0-1 1 0 0,-1 1 0 0 0,1 0 0 0 0,0-1-1 0 0,-1 1 1 0 0,1-1 0 0 0,0 1 0 0 0,-1 0-1 0 0,1-1 1 0 0,-1 1 0 0 0,1 0 0 0 0,-1-1-1 0 0,1 1 1 0 0,-1 0 0 0 0,1 0 0 0 0,-1-1-1 0 0,1 1 1 0 0,-1 0 0 0 0,1 0 0 0 0,-1 0-1 0 0,1 0 1 0 0,-1 0 0 0 0,1 0 0 0 0,-1 0-1 0 0,0 0 1 0 0,0 0 17 0 0,1-1-1 0 0,-1 1 1 0 0,1 0-1 0 0,-1 0 1 0 0,1 0-1 0 0,-1-1 0 0 0,1 1 1 0 0,-1 0-1 0 0,1-1 1 0 0,0 1-1 0 0,-1-1 1 0 0,1 1-1 0 0,0 0 1 0 0,-1-1-1 0 0,1 1 1 0 0,0-1-1 0 0,-1 1 1 0 0,1-1-1 0 0,0 1 1 0 0,0-1-1 0 0,-1 1 1 0 0,1-1-1 0 0,0 1 0 0 0,0-1 1 0 0,0 1-1 0 0,0-1 1 0 0,0 0-1 0 0,0 1 1 0 0,0-1-1 0 0,0 0 1 0 0,-1-28 279 0 0,-1 3-92 0 0,-18-13 160 0 0,18 27-258 0 0,2 6 760 0 0,-2 14-368 0 0,-4 62-263 0 0,5 133-1 0 0,4-85-4 0 0,-8-13 7 0 0,-26 151 0 0 0,4-59 142 0 0,20 46 1647 0 0,8-175-623 0 0,-2-67-1401 0 0,1 0 0 0 0,-1-1 0 0 0,1 1-1 0 0,0 0 1 0 0,-1 0 0 0 0,1-1 0 0 0,-1 1 0 0 0,0 0 0 0 0,1-1-1 0 0,-1 1 1 0 0,0-1 0 0 0,1 1 0 0 0,-1-1 0 0 0,0 1 0 0 0,0-1-1 0 0,1 1 1 0 0,-1-1 0 0 0,0 0 0 0 0,0 1 0 0 0,-1-1 0 0 0,-22 9-17 0 0,16-7-10 0 0,-26 11 69 0 0,12-6-45 0 0,0 1 0 0 0,1 1 0 0 0,-38 23 0 0 0,19-4-38 0 0,12-8 64 0 0,-41 21-1 0 0,68-40-33 0 0,1-1-1 0 0,-1 0 0 0 0,0 1 0 0 0,0-1 1 0 0,0 1-1 0 0,0-1 0 0 0,1 1 0 0 0,-1-1 1 0 0,0 1-1 0 0,1 0 0 0 0,-1-1 0 0 0,0 1 1 0 0,1 0-1 0 0,-1-1 0 0 0,1 1 0 0 0,-1 0 1 0 0,1 0-1 0 0,-1 0 0 0 0,0 1 0 0 0,1-1 0 0 0,0-1 0 0 0,0 1 0 0 0,1-1 0 0 0,-1 1 0 0 0,0 0 0 0 0,0-1 0 0 0,0 1 0 0 0,1-1-1 0 0,-1 1 1 0 0,0-1 0 0 0,0 1 0 0 0,1-1 0 0 0,-1 1 0 0 0,0-1 0 0 0,1 1 0 0 0,-1-1 0 0 0,1 1 0 0 0,-1-1 0 0 0,1 1-1 0 0,-1-1 1 0 0,2 1 0 0 0,2 1 8 0 0,0 1 0 0 0,1-1 0 0 0,0 0 0 0 0,-1 0 0 0 0,8 1 0 0 0,7 1-17 0 0,0-1 0 0 0,0-1 0 0 0,23 0 1 0 0,22 2 44 0 0,287 40-34 0 0,-350-44 6 0 0,0 0 0 0 0,1 0 0 0 0,-1 0 0 0 0,0 0 1 0 0,0 0-1 0 0,0 0 0 0 0,0 1 0 0 0,0-1 0 0 0,0 0 0 0 0,0 1 0 0 0,0-1 0 0 0,0 1 1 0 0,0-1-1 0 0,0 1 0 0 0,0-1 0 0 0,0 1 0 0 0,0 0 0 0 0,-1-1 0 0 0,1 1 0 0 0,0 0 1 0 0,1 1-1 0 0,-2-2-2 0 0,0 1 0 0 0,0 0 0 0 0,-1-1 0 0 0,1 1 0 0 0,0 0 0 0 0,0 0 0 0 0,0-1 0 0 0,0 1 0 0 0,-1 0 0 0 0,1-1 1 0 0,0 1-1 0 0,-1 0 0 0 0,1-1 0 0 0,-1 1 0 0 0,1-1 0 0 0,0 1 0 0 0,-1 0 0 0 0,1-1 0 0 0,-1 1 0 0 0,1-1 0 0 0,-1 1 0 0 0,-1 0 0 0 0,-6 5 72 0 0,-1 0 0 0 0,-19 9-1 0 0,25-13-95 0 0,-152 66 422 0 0,110-50-314 0 0,0 2 1 0 0,1 1-1 0 0,-64 42 1 0 0,105-60-92 0 0,0 0 1 0 0,-1-1-1 0 0,1 1 1 0 0,0 0-1 0 0,0 1 1 0 0,0-1-1 0 0,-3 6 1 0 0,6-8-8 0 0,-1 0 0 0 0,0 1 0 0 0,0-1 1 0 0,1 0-1 0 0,-1 1 0 0 0,1-1 0 0 0,0 1 0 0 0,-1-1 1 0 0,1 1-1 0 0,0-1 0 0 0,0 1 0 0 0,0-1 1 0 0,0 1-1 0 0,0-1 0 0 0,0 1 0 0 0,0-1 1 0 0,1 1-1 0 0,-1-1 0 0 0,0 1 0 0 0,1-1 1 0 0,-1 0-1 0 0,1 1 0 0 0,1 1 0 0 0,-1-2 8 0 0,0 0 0 0 0,0 0-1 0 0,1-1 1 0 0,-1 1 0 0 0,0 0-1 0 0,1-1 1 0 0,-1 1 0 0 0,0-1-1 0 0,1 0 1 0 0,-1 1 0 0 0,1-1-1 0 0,-1 0 1 0 0,1 0 0 0 0,-1 0 0 0 0,2 0-1 0 0,11 2 23 0 0,2 4-25 0 0,-8-2 4 0 0,0-1-1 0 0,0 0 1 0 0,0 0 0 0 0,0-1-1 0 0,1 0 1 0 0,-1 0-1 0 0,0-1 1 0 0,1 0 0 0 0,11-1-1 0 0,5-3 30 0 0,39-10 0 0 0,-50 10-37 0 0,0-1 1 0 0,-1 1-1 0 0,1 1 0 0 0,0 1 0 0 0,0 0 1 0 0,1 0-1 0 0,-1 2 0 0 0,27 3 1 0 0,-40-3 0 0 0,0-1 0 0 0,0 1 0 0 0,1 0 0 0 0,-1 0 0 0 0,0-1-1 0 0,0 1 1 0 0,0 0 0 0 0,0 0 0 0 0,0 0 0 0 0,-1 0 0 0 0,1 0 0 0 0,0 0 0 0 0,0 0 0 0 0,-1 1 0 0 0,1-1 0 0 0,-1 0 0 0 0,1 0 0 0 0,-1 1 0 0 0,1-1 0 0 0,-1 0 0 0 0,0 0 0 0 0,1 1 0 0 0,-1 1 0 0 0,1 1 0 0 0,-1 0 1 0 0,0 0-1 0 0,0 0 0 0 0,0 0 0 0 0,0 0 1 0 0,-1 5-1 0 0,-1-2 3 0 0,0 0 1 0 0,0-1-1 0 0,-1 0 1 0 0,0 1-1 0 0,0-1 1 0 0,0 0-1 0 0,-1-1 1 0 0,0 1-1 0 0,0-1 1 0 0,-1 1-1 0 0,1-1 1 0 0,-1 0-1 0 0,-8 6 1 0 0,-7 3 19 0 0,0 0 0 0 0,-34 16 1 0 0,34-20-3 0 0,0 2 1 0 0,-30 22 0 0 0,42-27-1 0 0,0 0 0 0 0,-1-1 0 0 0,-15 9 0 0 0,26-16-23 0 0,35-14-21 0 0,-36 15 17 0 0,1-1-1 0 0,0 1 1 0 0,-1-1 0 0 0,1 1-1 0 0,0 0 1 0 0,0 0 0 0 0,-1-1-1 0 0,1 1 1 0 0,0 1 0 0 0,0-1-1 0 0,-1 0 1 0 0,1 0 0 0 0,0 1 0 0 0,-1-1-1 0 0,1 1 1 0 0,0-1 0 0 0,-1 1-1 0 0,1 0 1 0 0,-1-1 0 0 0,1 1-1 0 0,2 2 1 0 0,-3-1 1 0 0,0 1 0 0 0,0 0 0 0 0,0-1 0 0 0,0 1 0 0 0,0 0 0 0 0,-1 0-1 0 0,1 0 1 0 0,-1-1 0 0 0,0 1 0 0 0,0 0 0 0 0,0 6 0 0 0,0 0-3 0 0,1-1 7 0 0,0-1 1 0 0,1 1-1 0 0,0 0 1 0 0,0-1-1 0 0,7 14 1 0 0,-5-11 2 0 0,0 0 0 0 0,4 18 1 0 0,-3 14 0 0 0,-1 1 0 0 0,-3 0 0 0 0,-1-1 1 0 0,-7 44-1 0 0,1-2-1 0 0,2 90 136 0 0,4 88 267 0 0,1-88-301 0 0,-1-174-285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0"/>
    </inkml:context>
    <inkml:brush xml:id="br0">
      <inkml:brushProperty name="width" value="0.05" units="cm"/>
      <inkml:brushProperty name="height" value="0.05" units="cm"/>
    </inkml:brush>
  </inkml:definitions>
  <inkml:trace contextRef="#ctx0" brushRef="#br0">30 33 8898 0 0,'0'0'183'0'0,"-20"-17"5707"0"0,10 5-4244 0 0,11 9-987 0 0,20 10-688 0 0,-8-2 136 0 0,422 169 167 0 0,-408-162-191 0 0,-1 1 0 0 0,0 1 0 0 0,41 31 0 0 0,-55-36-63 0 0,-9-8-14 0 0,-1 1 1 0 0,1 0-1 0 0,-1 0 1 0 0,0 0-1 0 0,1 0 1 0 0,-1 0-1 0 0,0 0 0 0 0,0 0 1 0 0,-1 1-1 0 0,1-1 1 0 0,0 1-1 0 0,-1-1 1 0 0,1 1-1 0 0,-1 0 0 0 0,0-1 1 0 0,2 7-1 0 0,1 2-1041 0 0,0-1-3380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1"/>
    </inkml:context>
    <inkml:brush xml:id="br0">
      <inkml:brushProperty name="width" value="0.05" units="cm"/>
      <inkml:brushProperty name="height" value="0.05" units="cm"/>
    </inkml:brush>
  </inkml:definitions>
  <inkml:trace contextRef="#ctx0" brushRef="#br0">117 83 4073 0 0,'-3'-40'5355'0'0,"3"37"-4935"0"0,0 0-1 0 0,-1 0 0 0 0,0 0 0 0 0,1 0 1 0 0,-1 0-1 0 0,0 0 0 0 0,0 0 0 0 0,-1 1 1 0 0,1-1-1 0 0,-4-5 0 0 0,5 8-373 0 0,0 0-1 0 0,-1-1 1 0 0,1 1-1 0 0,-1-1 0 0 0,1 1 1 0 0,0 0-1 0 0,-1-1 0 0 0,1 1 1 0 0,-1 0-1 0 0,1-1 1 0 0,-1 1-1 0 0,1 0 0 0 0,-1 0 1 0 0,1-1-1 0 0,-1 1 1 0 0,0 0-1 0 0,1 0 0 0 0,-1 0 1 0 0,1 0-1 0 0,-1 0 1 0 0,1 0-1 0 0,-1 0 0 0 0,0 0 1 0 0,1 0-1 0 0,-1 0 1 0 0,1 0-1 0 0,-1 0 0 0 0,1 0 1 0 0,-1 0-1 0 0,1 1 0 0 0,-1-1 1 0 0,1 0-1 0 0,-1 0 1 0 0,1 1-1 0 0,-1-1 0 0 0,1 0 1 0 0,-1 1-1 0 0,1-1 1 0 0,-1 0-1 0 0,1 1 0 0 0,0-1 1 0 0,-1 1-1 0 0,1-1 1 0 0,0 1-1 0 0,-1-1 0 0 0,1 1 1 0 0,0-1-1 0 0,-1 1 0 0 0,1-1 1 0 0,0 1-1 0 0,0-1 1 0 0,0 1-1 0 0,0-1 0 0 0,0 1 1 0 0,-1-1-1 0 0,1 2 1 0 0,-7 34 68 0 0,6-34-56 0 0,-9 143 358 0 0,9-132-386 0 0,-1 4 11 0 0,0-1 0 0 0,-1 0 0 0 0,-10 31 0 0 0,-6 25 31 0 0,8 29 136 0 0,4 190-1 0 0,7-201-103 0 0,7 103 674 0 0,-3-78-2104 0 0,-2-38-3532 0 0,-2-74 2225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2"/>
    </inkml:context>
    <inkml:brush xml:id="br0">
      <inkml:brushProperty name="width" value="0.05" units="cm"/>
      <inkml:brushProperty name="height" value="0.05" units="cm"/>
    </inkml:brush>
  </inkml:definitions>
  <inkml:trace contextRef="#ctx0" brushRef="#br0">606 5 7994 0 0,'0'0'208'0'0,"-15"-4"4310"0"0,7 5-4375 0 0,0 1 1 0 0,0 0-1 0 0,0 0 0 0 0,0 1 0 0 0,0 0 1 0 0,0 1-1 0 0,1 0 0 0 0,-9 5 0 0 0,10-6-62 0 0,-12 9 284 0 0,2 0 0 0 0,-1 1 1 0 0,1 1-1 0 0,-24 28 0 0 0,-17 15 704 0 0,-29 14 152 0 0,34-29-594 0 0,-87 93 0 0 0,131-125-626 0 0,0 0-1 0 0,1 1 0 0 0,1-1 1 0 0,-1 2-1 0 0,2-1 0 0 0,-6 17 1 0 0,5-18-51 0 0,1-1-2097 0 0,4-2-3151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3"/>
    </inkml:context>
    <inkml:brush xml:id="br0">
      <inkml:brushProperty name="width" value="0.05" units="cm"/>
      <inkml:brushProperty name="height" value="0.05" units="cm"/>
    </inkml:brush>
  </inkml:definitions>
  <inkml:trace contextRef="#ctx0" brushRef="#br0">253 1 8946 0 0,'0'0'412'0'0,"-18"1"3453"0"0,14 0-3746 0 0,1-1 1 0 0,-1 1 0 0 0,1 0-1 0 0,-1 0 1 0 0,1 1-1 0 0,-1-1 1 0 0,1 1-1 0 0,0 0 1 0 0,0 0-1 0 0,-1 0 1 0 0,1 0 0 0 0,1 0-1 0 0,-1 1 1 0 0,0-1-1 0 0,1 1 1 0 0,-1 0-1 0 0,1-1 1 0 0,0 1-1 0 0,-3 5 1 0 0,-109 158 2278 0 0,105-149-2148 0 0,-13 28 1 0 0,1-1 41 0 0,20-43-284 0 0,1 0-1 0 0,-1 0 1 0 0,0 0 0 0 0,1 0-1 0 0,-1 0 1 0 0,1 0-1 0 0,0 0 1 0 0,-1 0-1 0 0,1 0 1 0 0,0 0 0 0 0,0 0-1 0 0,-1 0 1 0 0,1 0-1 0 0,0 0 1 0 0,0 0-1 0 0,0 0 1 0 0,0 0 0 0 0,0 0-1 0 0,0 0 1 0 0,1 0-1 0 0,-1 0 1 0 0,0 0-1 0 0,1 0 1 0 0,-1 0-1 0 0,0 0 1 0 0,1 0 0 0 0,-1 0-1 0 0,1 0 1 0 0,-1 0-1 0 0,1 0 1 0 0,0-1-1 0 0,-1 1 1 0 0,1 0 0 0 0,0 0-1 0 0,0-1 1 0 0,-1 1-1 0 0,1 0 1 0 0,0-1-1 0 0,0 1 1 0 0,0-1 0 0 0,0 1-1 0 0,0-1 1 0 0,0 1-1 0 0,0-1 1 0 0,0 0-1 0 0,0 1 1 0 0,0-1 0 0 0,0 0-1 0 0,0 0 1 0 0,2 0-1 0 0,5 1 0 0 0,1 0-1 0 0,-1 0 0 0 0,0-1 0 0 0,17-1 1 0 0,-2-2-144 0 0,0-1 0 0 0,-1-1 0 0 0,28-10 0 0 0,-4-4-4786 0 0,-43 17 2869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4"/>
    </inkml:context>
    <inkml:brush xml:id="br0">
      <inkml:brushProperty name="width" value="0.05" units="cm"/>
      <inkml:brushProperty name="height" value="0.05" units="cm"/>
    </inkml:brush>
  </inkml:definitions>
  <inkml:trace contextRef="#ctx0" brushRef="#br0">144 37 7314 0 0,'-2'-31'6092'0'0,"2"31"-6061"0"0,0-1 1 0 0,0 1 0 0 0,0 0-1 0 0,0 0 1 0 0,0-1 0 0 0,0 1-1 0 0,0 0 1 0 0,0 0 0 0 0,-1 0 0 0 0,1-1-1 0 0,0 1 1 0 0,0 0 0 0 0,0 0-1 0 0,0 0 1 0 0,0-1 0 0 0,-1 1-1 0 0,1 0 1 0 0,0 0 0 0 0,0 0-1 0 0,0 0 1 0 0,-1-1 0 0 0,1 1 0 0 0,0 0-1 0 0,0 0 1 0 0,0 0 0 0 0,-1 0-1 0 0,1 0 1 0 0,0 0 0 0 0,0 0-1 0 0,-1 0 1 0 0,1 0 0 0 0,0 0 0 0 0,0 0-1 0 0,-1 0 1 0 0,1 0 0 0 0,0 0-1 0 0,0 0 1 0 0,0 0 0 0 0,-1 0-1 0 0,1 0 1 0 0,0 0 0 0 0,0 0 0 0 0,-1 0-1 0 0,1 0 1 0 0,0 0 0 0 0,0 0-1 0 0,-1 0 1 0 0,1 1 0 0 0,0-1-1 0 0,0 0 1 0 0,0 0 0 0 0,0 0-1 0 0,-1 0 1 0 0,1 1 0 0 0,0-1 0 0 0,0 0-1 0 0,0 0 1 0 0,0 0 0 0 0,0 1-1 0 0,-1-1 1 0 0,1 0 0 0 0,0 0-1 0 0,0 1 1 0 0,0-1 0 0 0,0 0 0 0 0,0 0-1 0 0,0 0 1 0 0,0 1 0 0 0,-7 19 418 0 0,7-19-443 0 0,-13 62 586 0 0,4 0 0 0 0,-4 115-1 0 0,6-55-304 0 0,-39 357 455 0 0,35-348-190 0 0,10-122-473 0 0,-1-1-1 0 0,0 1 1 0 0,0-1 0 0 0,-1 1-1 0 0,-1-1 1 0 0,-5 11 0 0 0,8-7 258 0 0,1-13-411 0 0,0 0 0 0 0,0 0 0 0 0,0 0 0 0 0,0 0 0 0 0,0 1 0 0 0,0-1 0 0 0,0 0 0 0 0,0 0 0 0 0,0 0 0 0 0,0 1 0 0 0,0-1 0 0 0,0 0 0 0 0,0 0 0 0 0,0 0 0 0 0,0 0 0 0 0,0 1 0 0 0,0-1 0 0 0,0 0 0 0 0,0 0 0 0 0,0 0 0 0 0,0 0 0 0 0,0 1 0 0 0,0-1 0 0 0,1 0 0 0 0,-1 0 0 0 0,0 0 0 0 0,0 0 0 0 0,0 1 0 0 0,0-1 0 0 0,0 0 0 0 0,0 0 0 0 0,1 0 0 0 0,-1 0 0 0 0,0 0 0 0 0,0 0 0 0 0,0 0 0 0 0,0 0 0 0 0,0 1 0 0 0,1-1 0 0 0,-1 0 0 0 0,0 0 0 0 0,0 0 0 0 0,0 0 0 0 0,1 0 0 0 0,-1 0 0 0 0,0 0 0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5"/>
    </inkml:context>
    <inkml:brush xml:id="br0">
      <inkml:brushProperty name="width" value="0.05" units="cm"/>
      <inkml:brushProperty name="height" value="0.05" units="cm"/>
    </inkml:brush>
  </inkml:definitions>
  <inkml:trace contextRef="#ctx0" brushRef="#br0">10 189 4601 0 0,'-2'-2'4946'0'0,"-5"-7"-1833"0"0,8 8-2990 0 0,0-1-1 0 0,1 1 0 0 0,-1 0 1 0 0,1 0-1 0 0,-1 0 1 0 0,1 0-1 0 0,-1 0 1 0 0,1 0-1 0 0,-1 0 1 0 0,1 0-1 0 0,0 0 1 0 0,0 1-1 0 0,-1-1 1 0 0,1 1-1 0 0,0-1 0 0 0,0 1 1 0 0,0 0-1 0 0,-1 0 1 0 0,4 0-1 0 0,7-2 139 0 0,19-7 59 0 0,1-1 1 0 0,48-24-1 0 0,-54 21-247 0 0,1 1-1 0 0,1 2 1 0 0,-1 1 0 0 0,33-6-1 0 0,-36 12-53 0 0,-15 2-15 0 0,0 0-1 0 0,0-1 1 0 0,-1 0 0 0 0,1 0-1 0 0,-1-1 1 0 0,1 0 0 0 0,7-4-1 0 0,-9 3 7 0 0,0 1-1 0 0,0 0 1 0 0,1 0 0 0 0,-1 0-1 0 0,0 1 1 0 0,1 0 0 0 0,0 1-1 0 0,-1-1 1 0 0,1 2-1 0 0,0-1 1 0 0,0 1 0 0 0,-1 0-1 0 0,14 2 1 0 0,-13 3-624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6"/>
    </inkml:context>
    <inkml:brush xml:id="br0">
      <inkml:brushProperty name="width" value="0.05" units="cm"/>
      <inkml:brushProperty name="height" value="0.05" units="cm"/>
    </inkml:brush>
  </inkml:definitions>
  <inkml:trace contextRef="#ctx0" brushRef="#br0">1 22 11779 0 0,'0'0'261'0'0,"7"0"434"0"0,16-1-214 0 0,43-9-1 0 0,-41 6-430 0 0,47-3 0 0 0,-70 8-39 0 0,1 0 0 0 0,-1-1-1 0 0,0 1 1 0 0,1 0 0 0 0,-1 0 0 0 0,0 0-1 0 0,1 0 1 0 0,2 2 0 0 0,16 7-25 0 0,-13-8-447 0 0,0-1-1 0 0,1 0 1 0 0,-1-1 0 0 0,0 0 0 0 0,1 0-1 0 0,-1 0 1 0 0,15-4 0 0 0,4-3-4911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7"/>
    </inkml:context>
    <inkml:brush xml:id="br0">
      <inkml:brushProperty name="width" value="0.05" units="cm"/>
      <inkml:brushProperty name="height" value="0.05" units="cm"/>
    </inkml:brush>
  </inkml:definitions>
  <inkml:trace contextRef="#ctx0" brushRef="#br0">196 119 11386 0 0,'-1'-1'69'0'0,"-1"-1"0"0"0,1 1 0 0 0,0 0 0 0 0,-1 0-1 0 0,1 0 1 0 0,-1 0 0 0 0,1 0 0 0 0,-1 0-1 0 0,1 0 1 0 0,-1 1 0 0 0,1-1 0 0 0,-1 0-1 0 0,0 1 1 0 0,0 0 0 0 0,1-1 0 0 0,-1 1 0 0 0,0 0-1 0 0,0 0 1 0 0,-2 0 0 0 0,3 0-46 0 0,-1 1-1 0 0,1-1 1 0 0,0 1 0 0 0,-1-1 0 0 0,1 1-1 0 0,0-1 1 0 0,0 1 0 0 0,0 0 0 0 0,-1 0-1 0 0,1 0 1 0 0,0 0 0 0 0,0 0 0 0 0,0 0-1 0 0,0 0 1 0 0,0 0 0 0 0,1 0 0 0 0,-1 0 0 0 0,0 0-1 0 0,0 1 1 0 0,1-1 0 0 0,-1 0 0 0 0,1 1-1 0 0,-1-1 1 0 0,0 2 0 0 0,-2 7 78 0 0,-51 177 1294 0 0,45-145-1029 0 0,1 1 0 0 0,-4 65 0 0 0,11-96-292 0 0,0-1 1 0 0,-2 0-1 0 0,-3 14 1 0 0,4-20-46 0 0,0 1 1 0 0,0 0-1 0 0,1 0 0 0 0,0 0 1 0 0,0 0-1 0 0,0 0 1 0 0,1 0-1 0 0,0 0 0 0 0,0 0 1 0 0,1 0-1 0 0,-1 0 0 0 0,1 0 1 0 0,0 0-1 0 0,1 0 1 0 0,2 6-1 0 0,-1-5 20 0 0,-2-5-36 0 0,-1 0 0 0 0,1-1 0 0 0,-1 1 0 0 0,1-1 0 0 0,0 1 0 0 0,0-1 0 0 0,-1 1 0 0 0,1-1 0 0 0,0 1 0 0 0,1-1 0 0 0,-1 0 0 0 0,0 0 0 0 0,0 0 0 0 0,0 1 0 0 0,1-1 0 0 0,-1 0 0 0 0,1 0 0 0 0,-1-1 0 0 0,0 1 0 0 0,1 0 0 0 0,3 1 0 0 0,25 9 162 0 0,-25-9-145 0 0,1 1 0 0 0,0-1 0 0 0,-1 0 0 0 0,1-1 0 0 0,0 1 0 0 0,0-1 0 0 0,0 0 0 0 0,0-1 0 0 0,0 1 0 0 0,0-1 0 0 0,0 0 0 0 0,0-1 0 0 0,0 1 0 0 0,8-3 0 0 0,-1-1 46 0 0,0-1 0 0 0,0-1 0 0 0,0 0 0 0 0,-1 0 0 0 0,0-2 0 0 0,0 1 0 0 0,-1-1 0 0 0,0-1 0 0 0,0 0 0 0 0,17-20 0 0 0,-8 6 170 0 0,-2-2 1 0 0,0 0-1 0 0,27-54 1 0 0,-34 57-154 0 0,-1 0 0 0 0,-1-2 0 0 0,-1 1 0 0 0,6-27 0 0 0,4-15 56 0 0,-12 46-35 0 0,-1 0 0 0 0,4-22 0 0 0,-8 33-65 0 0,-1 1 0 0 0,1-1 0 0 0,-1 0 0 0 0,-1 1 0 0 0,0-1 0 0 0,0 1 0 0 0,0-1 0 0 0,-1 1-1 0 0,-3-9 1 0 0,4 13-39 0 0,0-2 3 0 0,0 1 0 0 0,0 0-1 0 0,-1 0 1 0 0,1 0-1 0 0,-1 0 1 0 0,0 0-1 0 0,0 0 1 0 0,-1 0-1 0 0,1 1 1 0 0,-1-1 0 0 0,0 1-1 0 0,0-1 1 0 0,0 1-1 0 0,0 0 1 0 0,0 0-1 0 0,-1 1 1 0 0,-3-3 0 0 0,-3 1-21 0 0,1 0 1 0 0,-1 1-1 0 0,-19-4 1 0 0,-13-4-33 0 0,40 10 38 0 0,-13-4-38 0 0,0 0 1 0 0,-22-3-1 0 0,31 7 24 0 0,0 0 1 0 0,0 1-1 0 0,-1 0 1 0 0,1 0-1 0 0,0 1 0 0 0,0 0 1 0 0,0 0-1 0 0,-1 0 0 0 0,-7 4 1 0 0,1-1-3 0 0,0 2 0 0 0,0-1 0 0 0,1 1 0 0 0,0 1 0 0 0,0 0 0 0 0,1 1 0 0 0,0 0 0 0 0,1 1 0 0 0,-1 0 0 0 0,-13 17 0 0 0,16-18 11 0 0,0 2 0 0 0,1-1 0 0 0,0 1 0 0 0,0 0 0 0 0,1 1 0 0 0,0-1 0 0 0,1 1 0 0 0,1 0 0 0 0,-7 20 0 0 0,10-24 6 0 0,-1-1 1 0 0,-1 1-1 0 0,1-1 1 0 0,-4 7-1 0 0,4-10 1 0 0,0 0 0 0 0,0 0 0 0 0,1 0-1 0 0,0 0 1 0 0,-1 0 0 0 0,1 0-1 0 0,0 0 1 0 0,1 0 0 0 0,-1 0-1 0 0,0 1 1 0 0,1-1 0 0 0,0 0-1 0 0,0 0 1 0 0,0 1 0 0 0,0-1 0 0 0,0 0-1 0 0,1 1 1 0 0,-1-1 0 0 0,1 0-1 0 0,0 0 1 0 0,0 0 0 0 0,2 6-1 0 0,-1-7 3 0 0,0 1-1 0 0,0 0 0 0 0,1-1 0 0 0,-1 1 0 0 0,0-1 0 0 0,1 0 0 0 0,0 0 0 0 0,-1 0 0 0 0,1 0 1 0 0,0 0-1 0 0,0 0 0 0 0,0-1 0 0 0,4 2 0 0 0,48 13 58 0 0,-22-7-34 0 0,29 9-53 0 0,-27-8 68 0 0,0 1 0 0 0,54 26 0 0 0,-26-8 106 0 0,-61-27-369 0 0,1-1 0 0 0,-1 0 0 0 0,1 0 0 0 0,0 0 0 0 0,0 0 0 0 0,-1 0 0 0 0,1 0 0 0 0,0 0 0 0 0,0-1 0 0 0,0 0 0 0 0,0 0 0 0 0,5 0 0 0 0,-1-1-1110 0 0,0 0 0 0 0,-1-1-1 0 0,1 0 1 0 0,8-3 0 0 0,3-2-1642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8"/>
    </inkml:context>
    <inkml:brush xml:id="br0">
      <inkml:brushProperty name="width" value="0.05" units="cm"/>
      <inkml:brushProperty name="height" value="0.05" units="cm"/>
    </inkml:brush>
  </inkml:definitions>
  <inkml:trace contextRef="#ctx0" brushRef="#br0">117 26 11282 0 0,'-23'-12'4696'0'0,"20"10"-4480"0"0,0 0 11 0 0,1 1 0 0 0,-1-1 0 0 0,0 1 0 0 0,0 0 0 0 0,1 0 1 0 0,-1 0-1 0 0,0 0 0 0 0,-5-1 0 0 0,7 3-210 0 0,0-1 0 0 0,0 0 0 0 0,0 0 0 0 0,-1 1 0 0 0,1-1 0 0 0,0 0 0 0 0,0 1 0 0 0,0-1 0 0 0,0 1-1 0 0,0 0 1 0 0,0-1 0 0 0,0 1 0 0 0,0 0 0 0 0,0 0 0 0 0,0-1 0 0 0,0 1 0 0 0,0 0 0 0 0,1 0 0 0 0,-1 0 0 0 0,0 0 0 0 0,0 0 0 0 0,1 0 0 0 0,-1 0 0 0 0,1 1 0 0 0,-1 1 0 0 0,-5 10 34 0 0,1 0 0 0 0,1 1 0 0 0,0 0 1 0 0,0 0-1 0 0,-2 26 0 0 0,0 76 280 0 0,6-97-279 0 0,-2 250-129 0 0,2-202-2623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59"/>
    </inkml:context>
    <inkml:brush xml:id="br0">
      <inkml:brushProperty name="width" value="0.05" units="cm"/>
      <inkml:brushProperty name="height" value="0.05" units="cm"/>
    </inkml:brush>
  </inkml:definitions>
  <inkml:trace contextRef="#ctx0" brushRef="#br0">302 326 6849 0 0,'-5'-117'4441'0'0,"3"115"-3490"0"0,-2 9-581 0 0,-4 10-120 0 0,-34 137 979 0 0,22-76 88 0 0,-56 146 0 0 0,65-194-1036 0 0,9-24-215 0 0,0 0 0 0 0,-1-1 0 0 0,1 1 0 0 0,-1 0 0 0 0,0-1 0 0 0,0 1 0 0 0,-5 5 0 0 0,-5 4 93 0 0,10-9-95 0 0,-1-1 0 0 0,0 0 0 0 0,0-1 0 0 0,-1 1-1 0 0,1-1 1 0 0,-1 1 0 0 0,0-2 0 0 0,-1 1 0 0 0,1 0 0 0 0,0-1 0 0 0,-7 3 0 0 0,11-6-47 0 0,1 0 1 0 0,-1 0 0 0 0,1 0 0 0 0,-1 1-1 0 0,1-1 1 0 0,-1 0 0 0 0,0 0 0 0 0,1 0-1 0 0,-1 0 1 0 0,1 0 0 0 0,-1-1 0 0 0,1 1-1 0 0,-1 0 1 0 0,0 0 0 0 0,1 0 0 0 0,-1 0 0 0 0,1-1-1 0 0,-1 1 1 0 0,1 0 0 0 0,-1 0 0 0 0,1-1-1 0 0,-1 1 1 0 0,1-1 0 0 0,0 1 0 0 0,-1 0-1 0 0,1-1 1 0 0,-1 1 0 0 0,1-1 0 0 0,0 1-1 0 0,-1-1 1 0 0,1 1 0 0 0,-1-1 0 0 0,-6-19-48 0 0,7 17 62 0 0,-3-9-24 0 0,1 0 1 0 0,0 1-1 0 0,1-1 1 0 0,1 0 0 0 0,0 0-1 0 0,2-18 1 0 0,18-73 20 0 0,-9 49-24 0 0,65-252 65 0 0,-61 263-96 0 0,2 0-1 0 0,24-42 1 0 0,-38 81 23 0 0,1 0 0 0 0,-1 1 1 0 0,1-1-1 0 0,0 0 0 0 0,0 1 0 0 0,0 0 0 0 0,0 0 0 0 0,1 0 0 0 0,-1 1 0 0 0,1 0 1 0 0,0-1-1 0 0,0 1 0 0 0,0 1 0 0 0,5-2 0 0 0,26-12-62 0 0,-32 13 59 0 0,-1 0 1 0 0,1 0-1 0 0,0 1 0 0 0,0 0 1 0 0,0-1-1 0 0,0 1 1 0 0,0 1-1 0 0,0-1 0 0 0,0 1 1 0 0,0-1-1 0 0,0 1 0 0 0,0 0 1 0 0,6 1-1 0 0,-8 0 1 0 0,1-1-1 0 0,-1 1 1 0 0,0-1-1 0 0,1 1 1 0 0,-1 0-1 0 0,0 0 1 0 0,0 0 0 0 0,1 0-1 0 0,-1 1 1 0 0,0-1-1 0 0,0 0 1 0 0,0 1-1 0 0,-1 0 1 0 0,1-1 0 0 0,0 1-1 0 0,0 0 1 0 0,-1 0-1 0 0,1 0 1 0 0,-1 0-1 0 0,0 0 1 0 0,0 0-1 0 0,2 4 1 0 0,2 9-6 0 0,-1-1 0 0 0,-1 1 0 0 0,2 19 0 0 0,-3-21 23 0 0,0 0-1 0 0,0 0 1 0 0,2-1-1 0 0,7 21 0 0 0,-8-25-2 0 0,0 1 0 0 0,-1 0 0 0 0,0 1 0 0 0,0-1 0 0 0,0 0 0 0 0,-2 1-1 0 0,1-1 1 0 0,-1 0 0 0 0,0 1 0 0 0,-1-1 0 0 0,-3 18 0 0 0,0-10 22 0 0,0 0 0 0 0,-2 0 0 0 0,0 0 0 0 0,0 0 1 0 0,-13 19-1 0 0,17-30-20 0 0,-1-1 0 0 0,-1 0 0 0 0,1 0 0 0 0,-1 0 0 0 0,0 0 0 0 0,0-1 0 0 0,0 0 0 0 0,0 1 0 0 0,-1-2 0 0 0,0 1 0 0 0,0 0 0 0 0,0-1 0 0 0,0 0 0 0 0,-8 3 0 0 0,-72 34 460 0 0,80-38-420 0 0,0-1-1 0 0,0 0 1 0 0,0 0 0 0 0,-1 0 0 0 0,1-1-1 0 0,0 0 1 0 0,-9-1 0 0 0,0 1-186 0 0,13 0 95 0 0,2 1 36 0 0,1 1 0 0 0,-1-1 1 0 0,0 0-1 0 0,0 0 1 0 0,1 0-1 0 0,-1 0 1 0 0,0 0-1 0 0,1 0 0 0 0,-1-1 1 0 0,1 1-1 0 0,-1 0 1 0 0,1-1-1 0 0,0 1 1 0 0,-1-1-1 0 0,1 0 0 0 0,2 1 1 0 0,8 2-10 0 0,3 5 2 0 0,0 0-1 0 0,16 12 0 0 0,28 15 29 0 0,-44-28-5 0 0,1-1 0 0 0,0 0 1 0 0,1-1-1 0 0,-1-1 1 0 0,1 0-1 0 0,18 1 0 0 0,-29-4-8 0 0,-1 0-1 0 0,1 0 1 0 0,-1 1-1 0 0,1 0 1 0 0,-1 0-1 0 0,9 5 1 0 0,-8-4 4 0 0,-1 0-1 0 0,1 0 1 0 0,0-1 0 0 0,0 0 0 0 0,12 3 0 0 0,-2-4 28 0 0,-1 1 0 0 0,23-3 0 0 0,-11-3-5183 0 0,-15-1-648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0"/>
    </inkml:context>
    <inkml:brush xml:id="br0">
      <inkml:brushProperty name="width" value="0.05" units="cm"/>
      <inkml:brushProperty name="height" value="0.05" units="cm"/>
    </inkml:brush>
  </inkml:definitions>
  <inkml:trace contextRef="#ctx0" brushRef="#br0">98 327 2016 0 0,'-17'-14'6132'0'0,"-60"-22"571"0"0,73 32-6350 0 0,11 0-219 0 0,16-1-125 0 0,-17 5 33 0 0,144-27 36 0 0,85-16 42 0 0,164-11-28 0 0,-50 8-50 0 0,60-40 210 0 0,-400 84 153 0 0,-1 0 0 0 0,0 1-1 0 0,1-1 1 0 0,10 1 0 0 0,-18 3-330 0 0,-1 0 0 0 0,0 0 0 0 0,1 0 0 0 0,-1 0 0 0 0,0 0 0 0 0,0 0 0 0 0,-1 1 0 0 0,1-1 0 0 0,-1 3 0 0 0,1-5-66 0 0,-16 100-4 0 0,-31 222 37 0 0,25-176 50 0 0,-4 50 293 0 0,26-56 333 0 0,2-60-3660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1"/>
    </inkml:context>
    <inkml:brush xml:id="br0">
      <inkml:brushProperty name="width" value="0.05" units="cm"/>
      <inkml:brushProperty name="height" value="0.05" units="cm"/>
    </inkml:brush>
  </inkml:definitions>
  <inkml:trace contextRef="#ctx0" brushRef="#br0">1 510 4201 0 0,'0'0'1216'0'0,"0"-15"2874"0"0,13-76-977 0 0,-7 61-2358 0 0,-1 0 0 0 0,0-57 0 0 0,-20-169 1076 0 0,19 405-1765 0 0,30 185 1 0 0,-3 47-5 0 0,-28 1 892 0 0,-3-257-612 0 0,4-118-2101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2"/>
    </inkml:context>
    <inkml:brush xml:id="br0">
      <inkml:brushProperty name="width" value="0.05" units="cm"/>
      <inkml:brushProperty name="height" value="0.05" units="cm"/>
    </inkml:brush>
  </inkml:definitions>
  <inkml:trace contextRef="#ctx0" brushRef="#br0">19 1 4329 0 0,'-4'0'5393'0'0,"-10"0"-965"0"0,14 0-4355 0 0,0 1 0 0 0,-1 0 0 0 0,1-1 0 0 0,0 1 0 0 0,0 0 1 0 0,0 0-1 0 0,0-1 0 0 0,0 1 0 0 0,1 0 0 0 0,-1-1 0 0 0,0 1 1 0 0,0-1-1 0 0,0 1 0 0 0,0 0 0 0 0,1-1 0 0 0,-1 1 0 0 0,0 0 0 0 0,1-1 1 0 0,-1 1-1 0 0,0-1 0 0 0,1 1 0 0 0,-1-1 0 0 0,1 1 0 0 0,-1-1 1 0 0,1 1-1 0 0,0 0 0 0 0,16 11 328 0 0,4-1-120 0 0,0 0 1 0 0,1-2-1 0 0,35 10 0 0 0,8 3 72 0 0,-35-10-281 0 0,-1 1 0 0 0,-1 1-1 0 0,0 1 1 0 0,-1 2 0 0 0,0 0 0 0 0,24 23 0 0 0,-17-9 8 0 0,-17-15 8 0 0,28 22 0 0 0,-37-33-242 0 0,1 1 0 0 0,0-1 0 0 0,1-1 0 0 0,-1 1 1 0 0,16 3-1 0 0,-13-7-4875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3"/>
    </inkml:context>
    <inkml:brush xml:id="br0">
      <inkml:brushProperty name="width" value="0.05" units="cm"/>
      <inkml:brushProperty name="height" value="0.05" units="cm"/>
    </inkml:brush>
  </inkml:definitions>
  <inkml:trace contextRef="#ctx0" brushRef="#br0">48 5 11875 0 0,'-13'-2'1163'0'0,"11"2"-1075"0"0,1-1 0 0 0,-1 1 0 0 0,0-1-1 0 0,0 1 1 0 0,0-1 0 0 0,1 1 0 0 0,-1 0-1 0 0,0 0 1 0 0,0 0 0 0 0,0 0 0 0 0,0 0-1 0 0,0 1 1 0 0,0-1 0 0 0,1 0 0 0 0,-1 1-1 0 0,0-1 1 0 0,-2 2 0 0 0,5-2-77 0 0,-1 1 0 0 0,0-1 0 0 0,0 1 0 0 0,0-1 0 0 0,0 1 0 0 0,1-1 0 0 0,-1 0 0 0 0,0 1 0 0 0,0-1 0 0 0,1 1 0 0 0,-1-1 0 0 0,0 0 0 0 0,1 1 0 0 0,-1-1 0 0 0,0 0 0 0 0,1 1 0 0 0,-1-1 0 0 0,1 0 0 0 0,-1 0 0 0 0,0 1 0 0 0,1-1 0 0 0,-1 0 0 0 0,1 0 0 0 0,-1 0 0 0 0,1 0 0 0 0,-1 0 1 0 0,1 0-1 0 0,-1 1 0 0 0,1-1 0 0 0,18 5-19 0 0,-16-4 37 0 0,7 2 5 0 0,0 0 1 0 0,0 1-1 0 0,-1 1 0 0 0,1 0 1 0 0,-1 0-1 0 0,15 11 0 0 0,-19-12 21 0 0,0 1 0 0 0,-1-1 0 0 0,1 1 0 0 0,-1-1 0 0 0,0 1 0 0 0,0 0 0 0 0,0 1 0 0 0,-1-1 0 0 0,0 1 0 0 0,0 0 0 0 0,0-1 0 0 0,2 10 0 0 0,8 18 584 0 0,-11-30-570 0 0,-1 1 1 0 0,1-1 0 0 0,0 1-1 0 0,-1 0 1 0 0,0-1 0 0 0,0 1-1 0 0,0 0 1 0 0,0 0 0 0 0,-1 0-1 0 0,1 0 1 0 0,-1 0 0 0 0,0 0-1 0 0,0-1 1 0 0,0 1 0 0 0,-1 0-1 0 0,0 0 1 0 0,1 0 0 0 0,-1 0-1 0 0,-3 6 1 0 0,1-4-27 0 0,0-1 1 0 0,0 1-1 0 0,0-1 0 0 0,-1 0 0 0 0,0 0 1 0 0,0-1-1 0 0,0 1 0 0 0,-1-1 1 0 0,-7 6-1 0 0,-4 1-24 0 0,-30 16 1 0 0,-4 3-297 0 0,37-19-530 0 0,8-3-3667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4"/>
    </inkml:context>
    <inkml:brush xml:id="br0">
      <inkml:brushProperty name="width" value="0.05" units="cm"/>
      <inkml:brushProperty name="height" value="0.05" units="cm"/>
    </inkml:brush>
  </inkml:definitions>
  <inkml:trace contextRef="#ctx0" brushRef="#br0">0 13 10698 0 0,'0'0'1298'0'0,"12"-13"2921"0"0,-10 15-4133 0 0,0 0-1 0 0,-1 0 1 0 0,0-1-1 0 0,1 1 1 0 0,-1 0-1 0 0,0 0 1 0 0,0 0-1 0 0,0 0 1 0 0,0 0-1 0 0,1 4 1 0 0,0 1 20 0 0,5 8 48 0 0,-2 0-1 0 0,0 1 0 0 0,-1 0 0 0 0,-1 0 1 0 0,3 32-1 0 0,-4 86 8 0 0,-3-79-124 0 0,-5 138 63 0 0,1-93 55 0 0,12 150-1 0 0,-4-187-315 0 0,-3-37-4038 0 0,0-24 3828 0 0,0 2-2533 0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5"/>
    </inkml:context>
    <inkml:brush xml:id="br0">
      <inkml:brushProperty name="width" value="0.05" units="cm"/>
      <inkml:brushProperty name="height" value="0.05" units="cm"/>
    </inkml:brush>
  </inkml:definitions>
  <inkml:trace contextRef="#ctx0" brushRef="#br0">49 120 9514 0 0,'-14'0'1761'0'0,"-20"-1"2446"0"0,34 1-4177 0 0,0 0 1 0 0,0 0-1 0 0,0 0 0 0 0,0 0 1 0 0,0 0-1 0 0,0 0 0 0 0,0 0 1 0 0,0 0-1 0 0,0 0 0 0 0,0 0 1 0 0,0 0-1 0 0,0 0 0 0 0,0-1 1 0 0,0 1-1 0 0,0 0 0 0 0,0 0 1 0 0,0 0-1 0 0,0 0 0 0 0,0 0 1 0 0,0 0-1 0 0,0 0 0 0 0,0 0 1 0 0,0 0-1 0 0,0 0 0 0 0,0 0 1 0 0,0 0-1 0 0,0 0 0 0 0,0 0 1 0 0,0 0-1 0 0,-1 0 0 0 0,1 0 1 0 0,0 0-1 0 0,0-1 0 0 0,0 1 1 0 0,0 0-1 0 0,0 0 0 0 0,21-4 11 0 0,130-17 630 0 0,92-14 160 0 0,109-18-171 0 0,-306 50-1344 0 0,-30 6-6845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6"/>
    </inkml:context>
    <inkml:brush xml:id="br0">
      <inkml:brushProperty name="width" value="0.05" units="cm"/>
      <inkml:brushProperty name="height" value="0.05" units="cm"/>
    </inkml:brush>
  </inkml:definitions>
  <inkml:trace contextRef="#ctx0" brushRef="#br0">7 18 12187 0 0,'-7'4'4474'0'0,"12"-4"-4459"0"0,-1-1 0 0 0,1 0 0 0 0,-1 0 1 0 0,0 0-1 0 0,0 0 0 0 0,0-1 0 0 0,5-2 0 0 0,-6 2-330 0 0,0 1 0 0 0,0-1 0 0 0,0 1 0 0 0,1 0 0 0 0,-1 0 0 0 0,0 0 0 0 0,1 1 0 0 0,-1-1 0 0 0,0 1 0 0 0,1-1 0 0 0,-1 1 0 0 0,7 1 0 0 0,-9-1 309 0 0,0 1 0 0 0,-1-1 0 0 0,1 0 0 0 0,-1 1 0 0 0,1-1 1 0 0,0 0-1 0 0,-1 1 0 0 0,1-1 0 0 0,-1 1 0 0 0,1-1 0 0 0,-1 1 0 0 0,0 0 0 0 0,1-1 1 0 0,-1 1-1 0 0,1-1 0 0 0,-1 1 0 0 0,0 0 0 0 0,1-1 0 0 0,-1 1 0 0 0,0 0 1 0 0,0-1-1 0 0,0 1 0 0 0,0 0 0 0 0,1 0 0 0 0,-1-1 0 0 0,0 2 0 0 0,0-1-12 0 0,0 0-1 0 0,0 0 1 0 0,0-1-1 0 0,0 1 0 0 0,0 0 1 0 0,1 0-1 0 0,-1 0 1 0 0,0 0-1 0 0,1 0 1 0 0,-1-1-1 0 0,1 1 0 0 0,-1 0 1 0 0,1 0-1 0 0,-1 0 1 0 0,1-1-1 0 0,-1 1 0 0 0,1 0 1 0 0,0-1-1 0 0,-1 1 1 0 0,1-1-1 0 0,0 1 1 0 0,0-1-1 0 0,-1 1 0 0 0,1-1 1 0 0,1 1-1 0 0,21 2-2181 0 0,-10-6-1116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7"/>
    </inkml:context>
    <inkml:brush xml:id="br0">
      <inkml:brushProperty name="width" value="0.05" units="cm"/>
      <inkml:brushProperty name="height" value="0.05" units="cm"/>
    </inkml:brush>
  </inkml:definitions>
  <inkml:trace contextRef="#ctx0" brushRef="#br0">64 296 8642 0 0,'-63'0'7922'0'0,"81"-12"-7632"0"0,93-33-157 0 0,138-47 66 0 0,-149 54-166 0 0,-68 24-20 0 0,60-16 0 0 0,-86 28 4 0 0,-1 0 1 0 0,1 0-1 0 0,-1 0 1 0 0,10-6-1 0 0,13-6 152 0 0,-27 13-191 0 0,1-1 1 0 0,-1 1-1 0 0,0 0 0 0 0,0-1 1 0 0,0 1-1 0 0,0 0 0 0 0,0-1 1 0 0,-1 0-1 0 0,1 1 0 0 0,0-1 1 0 0,-1 1-1 0 0,1-1 0 0 0,-1 0 1 0 0,0 1-1 0 0,1-1 0 0 0,-1 0 1 0 0,0 1-1 0 0,0-1 0 0 0,0-2 1 0 0,0 3-1412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8"/>
    </inkml:context>
    <inkml:brush xml:id="br0">
      <inkml:brushProperty name="width" value="0.05" units="cm"/>
      <inkml:brushProperty name="height" value="0.05" units="cm"/>
    </inkml:brush>
  </inkml:definitions>
  <inkml:trace contextRef="#ctx0" brushRef="#br0">37 22 2497 0 0,'0'0'326'0'0,"-6"-21"8072"0"0,6 21-8363 0 0,-1 0 1 0 0,1 0-1 0 0,-1 0 0 0 0,1 1 1 0 0,0-1-1 0 0,-1 0 0 0 0,1 0 1 0 0,0 1-1 0 0,-1-1 0 0 0,1 0 0 0 0,0 0 1 0 0,-1 1-1 0 0,1-1 0 0 0,0 0 1 0 0,-1 1-1 0 0,1-1 0 0 0,0 0 1 0 0,0 1-1 0 0,0-1 0 0 0,-1 0 1 0 0,1 1-1 0 0,0-1 0 0 0,0 1 0 0 0,0-1 1 0 0,0 0-1 0 0,0 1 0 0 0,0 0 1 0 0,-5 15-142 0 0,5-15 166 0 0,-6 25-52 0 0,1 1 0 0 0,1 0 1 0 0,1 40-1 0 0,7 86 36 0 0,-1-94-16 0 0,11 174 72 0 0,2 229-861 0 0,-21-385-3287 0 0,4-71 2465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69"/>
    </inkml:context>
    <inkml:brush xml:id="br0">
      <inkml:brushProperty name="width" value="0.05" units="cm"/>
      <inkml:brushProperty name="height" value="0.05" units="cm"/>
    </inkml:brush>
  </inkml:definitions>
  <inkml:trace contextRef="#ctx0" brushRef="#br0">12 26 6393 0 0,'-6'-19'3161'0'0,"2"13"-1828"0"0,2 9-21 0 0,12 141-397 0 0,3 121 97 0 0,-7 120-199 0 0,-3-303-1752 0 0,0-75-3704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0"/>
    </inkml:context>
    <inkml:brush xml:id="br0">
      <inkml:brushProperty name="width" value="0.05" units="cm"/>
      <inkml:brushProperty name="height" value="0.05" units="cm"/>
    </inkml:brush>
  </inkml:definitions>
  <inkml:trace contextRef="#ctx0" brushRef="#br0">98 1 10938 0 0,'0'0'320'0'0,"-15"6"566"0"0,8 4-857 0 0,-1 1 1 0 0,1-1-1 0 0,1 1 1 0 0,0 1-1 0 0,-6 14 1 0 0,8-16-8 0 0,-6 10-118 0 0,-9 25 464 0 0,18-42-507 0 0,0 0-1 0 0,1 0 1 0 0,-1 0 0 0 0,1 0-1 0 0,0 1 1 0 0,0-1-1 0 0,0 0 1 0 0,0 0 0 0 0,0 0-1 0 0,1 0 1 0 0,-1 1-1 0 0,1-1 1 0 0,1 4 0 0 0,0-4-1106 0 0,1 0-588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1"/>
    </inkml:context>
    <inkml:brush xml:id="br0">
      <inkml:brushProperty name="width" value="0.05" units="cm"/>
      <inkml:brushProperty name="height" value="0.05" units="cm"/>
    </inkml:brush>
  </inkml:definitions>
  <inkml:trace contextRef="#ctx0" brushRef="#br0">90 0 3969 0 0,'0'0'728'0'0,"-1"0"-352"0"0,-1 0-224 0 0,1 2 104 0 0,-1-1 40 0 0,0 3-32 0 0,-1 0 16 0 0,-1 15-176 0 0,-9 1-8 0 0,4 3-48 0 0,-2 1 24 0 0,4-1-40 0 0,5 7 40 0 0,-1-1-24 0 0,-15 6-88 0 0,7 8-1096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2"/>
    </inkml:context>
    <inkml:brush xml:id="br0">
      <inkml:brushProperty name="width" value="0.05" units="cm"/>
      <inkml:brushProperty name="height" value="0.05" units="cm"/>
    </inkml:brush>
  </inkml:definitions>
  <inkml:trace contextRef="#ctx0" brushRef="#br0">121 1 7066 0 0,'-6'7'1324'0'0,"-33"52"1869"0"0,23-38-2665 0 0,2 1 0 0 0,-23 46 0 0 0,35-64-610 0 0,0 1 0 0 0,1 0 1 0 0,0-1-1 0 0,0 1 0 0 0,0 0 1 0 0,1 0-1 0 0,-1 0 0 0 0,1 0 0 0 0,0-1 1 0 0,1 1-1 0 0,-1 0 0 0 0,1 0 1 0 0,0 0-1 0 0,0-1 0 0 0,2 7 0 0 0,4 4-708 0 0,-1-1-1 0 0,2 0 0 0 0,12 18 1 0 0,-9-16 790 0 0,15 32 1 0 0,-20-32-7 0 0,-1-1 0 0 0,0 1 0 0 0,-1-1 0 0 0,-1 1 0 0 0,-1 1 0 0 0,1 22 1 0 0,-3-5-96 0 0,-1 0 0 0 0,-7 35 0 0 0,5-47-1067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3"/>
    </inkml:context>
    <inkml:brush xml:id="br0">
      <inkml:brushProperty name="width" value="0.05" units="cm"/>
      <inkml:brushProperty name="height" value="0.05" units="cm"/>
    </inkml:brush>
  </inkml:definitions>
  <inkml:trace contextRef="#ctx0" brushRef="#br0">13 128 5041 0 0,'0'0'89'0'0,"-12"0"5083"0"0,101-4-3673 0 0,119-21-1 0 0,-104 10-775 0 0,94-28 2143 0 0,-42 7-951 0 0,-148 35-1855 0 0,-1 0 1 0 0,1 0 0 0 0,0 0 0 0 0,-1 1 0 0 0,1 0-1 0 0,11 1 1 0 0,-18 0-132 0 0,0-1 0 0 0,-1 0 0 0 0,1 1 0 0 0,0-1 0 0 0,-1 0 0 0 0,1 1 1 0 0,0-1-1 0 0,-1 1 0 0 0,1-1 0 0 0,-1 1 0 0 0,1 0 0 0 0,-1-1 0 0 0,1 1 0 0 0,-1-1 0 0 0,1 1 0 0 0,-1 0 0 0 0,0-1 0 0 0,1 1 0 0 0,-1 0 0 0 0,0 0 0 0 0,1 0-513 0 0,-1 0 0 0 0,0-1 0 0 0,0 1 0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4"/>
    </inkml:context>
    <inkml:brush xml:id="br0">
      <inkml:brushProperty name="width" value="0.05" units="cm"/>
      <inkml:brushProperty name="height" value="0.05" units="cm"/>
    </inkml:brush>
  </inkml:definitions>
  <inkml:trace contextRef="#ctx0" brushRef="#br0">188 28 1904 0 0,'0'0'722'0'0,"2"-8"5380"0"0,0-7-2065 0 0,-4 14-3865 0 0,1 0-1 0 0,-1 1 1 0 0,1-1-1 0 0,-1 1 1 0 0,0-1-1 0 0,1 1 1 0 0,-1 0-1 0 0,1-1 0 0 0,-1 1 1 0 0,0 0-1 0 0,1 0 1 0 0,-1 0-1 0 0,1 1 1 0 0,-1-1-1 0 0,0 0 1 0 0,1 0-1 0 0,-1 1 1 0 0,1-1-1 0 0,-1 1 0 0 0,1 0 1 0 0,-3 0-1 0 0,1 1-111 0 0,-1-1-1 0 0,1 1 0 0 0,0-1 0 0 0,0 1 0 0 0,0 0 0 0 0,0 0 1 0 0,0 0-1 0 0,0 1 0 0 0,-3 3 0 0 0,3-1-18 0 0,1 0 0 0 0,-1 0 1 0 0,1 0-1 0 0,1 0 0 0 0,-1 1 0 0 0,-1 9 1 0 0,2-9-26 0 0,-1 0 1 0 0,1 0-1 0 0,-1-1 1 0 0,0 1-1 0 0,-5 8 1 0 0,5-11 3 0 0,1 0 0 0 0,-1 0 0 0 0,1-1 0 0 0,0 1 0 0 0,0 1 0 0 0,0-1 0 0 0,0 0 0 0 0,0 0 0 0 0,1 0 0 0 0,-1 0-1 0 0,1 1 1 0 0,0-1 0 0 0,0 4 0 0 0,0-6-6 0 0,1 0 0 0 0,-1 1-1 0 0,0-1 1 0 0,1 0 0 0 0,-1 1-1 0 0,1-1 1 0 0,0 0 0 0 0,-1 1-1 0 0,1-1 1 0 0,0 0 0 0 0,0 0-1 0 0,-1 0 1 0 0,1 1 0 0 0,0-1-1 0 0,0 0 1 0 0,1 0 0 0 0,-1-1-1 0 0,0 1 1 0 0,0 0 0 0 0,0 0-1 0 0,1 0 1 0 0,-1-1 0 0 0,0 1-1 0 0,0-1 1 0 0,1 1 0 0 0,-1-1-1 0 0,1 0 1 0 0,-1 1 0 0 0,0-1-1 0 0,3 0 1 0 0,2 1 52 0 0,0 1-1 0 0,0 0 1 0 0,-1 0 0 0 0,11 5-1 0 0,-11-5 21 0 0,1 1-1 0 0,-1-1 0 0 0,0 0 1 0 0,1-1-1 0 0,11 3 0 0 0,-13-4 1 0 0,1 0 0 0 0,0 0 0 0 0,0 0 0 0 0,0 0 0 0 0,0-1 0 0 0,0 0 0 0 0,0 0 0 0 0,0 0 0 0 0,-1-1-1 0 0,1 1 1 0 0,0-1 0 0 0,-1 0 0 0 0,7-4 0 0 0,-9 4-27 0 0,0 1 0 0 0,0-1 1 0 0,-1 1-1 0 0,1-1 0 0 0,0 0 0 0 0,-1 0 0 0 0,1 0 0 0 0,-1 0 0 0 0,0 0 0 0 0,1 0 0 0 0,-1 0 0 0 0,0-1 0 0 0,0 1 0 0 0,0 0 1 0 0,-1 0-1 0 0,1-1 0 0 0,-1 1 0 0 0,1-1 0 0 0,-1 1 0 0 0,0-1 0 0 0,1 1 0 0 0,-1 0 0 0 0,-1-1 0 0 0,1 1 0 0 0,0-1 0 0 0,-1 1 1 0 0,1-1-1 0 0,-2-3 0 0 0,1 4-44 0 0,0 1 1 0 0,1-1 0 0 0,-1 1-1 0 0,0-1 1 0 0,0 1 0 0 0,0 0-1 0 0,0 0 1 0 0,0-1 0 0 0,0 1-1 0 0,0 0 1 0 0,0 0-1 0 0,-1 0 1 0 0,1 0 0 0 0,0 0-1 0 0,-1 1 1 0 0,1-1 0 0 0,-1 0-1 0 0,1 1 1 0 0,0-1 0 0 0,-1 1-1 0 0,0-1 1 0 0,1 1 0 0 0,-1-1-1 0 0,1 1 1 0 0,-3 0 0 0 0,-18-8 14 0 0,18 5-33 0 0,0 1 1 0 0,-1 0-1 0 0,1-1 0 0 0,-1 2 1 0 0,1-1-1 0 0,-1 0 0 0 0,1 1 1 0 0,-1 0-1 0 0,0 0 0 0 0,0 0 1 0 0,0 1-1 0 0,1 0 0 0 0,-1-1 1 0 0,0 2-1 0 0,0-1 0 0 0,0 1 1 0 0,0-1-1 0 0,1 1 0 0 0,-7 2 1 0 0,-2 3 1 0 0,-1 0 0 0 0,1 0 0 0 0,1 2 0 0 0,-22 15 0 0 0,12-8 14 0 0,20-14-303 0 0,-14 11 160 0 0,11-2-6418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5"/>
    </inkml:context>
    <inkml:brush xml:id="br0">
      <inkml:brushProperty name="width" value="0.05" units="cm"/>
      <inkml:brushProperty name="height" value="0.05" units="cm"/>
    </inkml:brush>
  </inkml:definitions>
  <inkml:trace contextRef="#ctx0" brushRef="#br0">53 19 12171 0 0,'2'-18'2903'0'0,"-2"18"-2875"0"0,0 0-1 0 0,0 0 0 0 0,0 0 0 0 0,0 0 0 0 0,0 0 0 0 0,0 0 0 0 0,1 0 0 0 0,-1 0 0 0 0,0 0 0 0 0,0 0 1 0 0,0 0-1 0 0,0 0 0 0 0,0 0 0 0 0,0 0 0 0 0,0 0 0 0 0,1 0 0 0 0,-1 0 0 0 0,0 0 0 0 0,0 0 1 0 0,0 0-1 0 0,0 0 0 0 0,0 0 0 0 0,0 0 0 0 0,0 0 0 0 0,1 0 0 0 0,-1 0 0 0 0,0 0 0 0 0,0 1 0 0 0,0-1 1 0 0,0 0-1 0 0,0 0 0 0 0,0 0 0 0 0,0 0 0 0 0,0 0 0 0 0,0 0 0 0 0,0 0 0 0 0,0 0 0 0 0,0 0 1 0 0,0 1-1 0 0,0-1 0 0 0,1 0 0 0 0,-1 0 0 0 0,0 0 0 0 0,0 0 0 0 0,0 0 0 0 0,0 0 0 0 0,0 0 0 0 0,0 1 1 0 0,0-1-1 0 0,0 0 0 0 0,0 0 0 0 0,0 0 0 0 0,0 0 0 0 0,0 0 0 0 0,-1 0 0 0 0,1 1 0 0 0,9 30 748 0 0,-8-24-741 0 0,11 47 213 0 0,-3 0 1 0 0,-2 1 0 0 0,-3-1-1 0 0,-2 1 1 0 0,-3 0 0 0 0,-2 0-1 0 0,-2 0 1 0 0,-3 0 0 0 0,-18 66-1 0 0,26-120-241 0 0,0 0 0 0 0,0-1 0 0 0,0 1-1 0 0,0 0 1 0 0,0-1 0 0 0,0 1 0 0 0,0 0 0 0 0,-1-1-1 0 0,1 1 1 0 0,0-1 0 0 0,0 1 0 0 0,-1 0 0 0 0,1-1-1 0 0,-1 1 1 0 0,1-1 0 0 0,0 1 0 0 0,-1-1 0 0 0,1 1-1 0 0,-1-1 1 0 0,1 1 0 0 0,-1-1 0 0 0,1 0-1 0 0,-1 1 1 0 0,1-1 0 0 0,-1 0 0 0 0,-1 1 0 0 0,2-1-4 0 0,-1 0 1 0 0,0-1 0 0 0,0 1-1 0 0,1 0 1 0 0,-1-1-1 0 0,0 1 1 0 0,1-1 0 0 0,-1 1-1 0 0,0-1 1 0 0,1 1 0 0 0,-1-1-1 0 0,1 1 1 0 0,-1-1-1 0 0,1 0 1 0 0,-1 1 0 0 0,1-1-1 0 0,-1-1 1 0 0,-16-36-15 0 0,11 15 129 0 0,1 0 0 0 0,1-1 0 0 0,1 1 0 0 0,1-1 0 0 0,2-42 0 0 0,0 51 207 0 0,1 39-270 0 0,7 34 0 0 0,-2-8-7 0 0,-1 5 32 0 0,-4-27 44 0 0,1 0 1 0 0,2 0 0 0 0,1-1-1 0 0,14 45 1 0 0,-19-70-82 0 0,1-1 0 0 0,0 1 0 0 0,-1-1 0 0 0,1 0 0 0 0,0 1 0 0 0,0-1 0 0 0,0 0-1 0 0,0 0 1 0 0,0 1 0 0 0,1-1 0 0 0,-1 0 0 0 0,0 0 0 0 0,0 0 0 0 0,1-1 0 0 0,-1 1 0 0 0,1 0 0 0 0,-1 0 0 0 0,1-1 0 0 0,-1 1 0 0 0,1-1-1 0 0,-1 1 1 0 0,1-1 0 0 0,-1 0 0 0 0,1 0 0 0 0,-1 1 0 0 0,1-1 0 0 0,0 0 0 0 0,-1 0 0 0 0,1-1 0 0 0,-1 1 0 0 0,1 0 0 0 0,0 0 0 0 0,-1-1 0 0 0,1 1-1 0 0,-1-1 1 0 0,1 0 0 0 0,1 0 0 0 0,2-1-20 0 0,-1 0 0 0 0,0 0-1 0 0,1 0 1 0 0,-1-1 0 0 0,0 1-1 0 0,0-1 1 0 0,0 0 0 0 0,-1 0 0 0 0,1 0-1 0 0,-1-1 1 0 0,4-4 0 0 0,24-49 55 0 0,-24 42-52 0 0,1 0 1 0 0,0 1-1 0 0,1 0 0 0 0,11-14 1 0 0,-17 24 0 0 0,0 0 1 0 0,0 0 0 0 0,0 0-1 0 0,-1-1 1 0 0,1 0 0 0 0,-1 1-1 0 0,-1-1 1 0 0,2-5 0 0 0,11-25-6027 0 0,-9 29 2355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6"/>
    </inkml:context>
    <inkml:brush xml:id="br0">
      <inkml:brushProperty name="width" value="0.05" units="cm"/>
      <inkml:brushProperty name="height" value="0.05" units="cm"/>
    </inkml:brush>
  </inkml:definitions>
  <inkml:trace contextRef="#ctx0" brushRef="#br0">93 51 7890 0 0,'-1'-45'6133'0'0,"-1"39"-4036"0"0,0 29-1605 0 0,-28 220-221 0 0,5-69-141 0 0,20-112 461 0 0,5-62-532 0 0,0 1 0 0 0,0-1-1 0 0,0 0 1 0 0,0 1 0 0 0,0-1 0 0 0,-1 1 0 0 0,1-1 0 0 0,0 0 0 0 0,0 1 0 0 0,0-1 0 0 0,-1 0-1 0 0,1 1 1 0 0,0-1 0 0 0,-1 0 0 0 0,1 1 0 0 0,0-1 0 0 0,0 0 0 0 0,-1 0 0 0 0,1 1 0 0 0,0-1-1 0 0,-1 0 1 0 0,1 0 0 0 0,-1 0 0 0 0,1 1 0 0 0,0-1 0 0 0,-1 0 0 0 0,1 0 0 0 0,-1 0 0 0 0,1 0-1 0 0,0 0 1 0 0,-1 0 0 0 0,1 0 0 0 0,-1 0 0 0 0,1 0 0 0 0,-1 0 0 0 0,1 0 0 0 0,0 0 0 0 0,-1 0-1 0 0,1 0 1 0 0,-1 0 0 0 0,1-1 0 0 0,0 1 0 0 0,-1 0 0 0 0,1 0 0 0 0,-1-1 0 0 0,0 1-28 0 0,1 0 0 0 0,-1-1 0 0 0,0 1 0 0 0,1 0 0 0 0,-1 0 0 0 0,0-1 0 0 0,1 1 0 0 0,-1-1 0 0 0,1 1 0 0 0,-1-1 0 0 0,0 1 0 0 0,1-1 0 0 0,-1 1 0 0 0,1-1 0 0 0,0 1 0 0 0,-1-1 0 0 0,1 1 0 0 0,-1-1 0 0 0,1 0 0 0 0,0 1 0 0 0,0-1 0 0 0,-1 0 0 0 0,1 1 0 0 0,0-1 0 0 0,0 0 0 0 0,0 0 0 0 0,0 1 0 0 0,0-1 0 0 0,0 0 0 0 0,0 1 0 0 0,0-2 0 0 0,0 1-23 0 0,1 0 0 0 0,0 1 0 0 0,-1-1 0 0 0,1 0 1 0 0,0 1-1 0 0,0-1 0 0 0,-1 0 0 0 0,1 1 1 0 0,0-1-1 0 0,0 1 0 0 0,0 0 0 0 0,0-1 1 0 0,0 1-1 0 0,0 0 0 0 0,-1-1 0 0 0,1 1 1 0 0,0 0-1 0 0,0 0 0 0 0,0 0 0 0 0,0 0 1 0 0,0 0-1 0 0,1 0 0 0 0,4-1 20 0 0,53-10 63 0 0,-13 3 85 0 0,84-27 0 0 0,-124 33-256 0 0,-4 1-81 0 0,1 1-1 0 0,-1-1 1 0 0,0 1 0 0 0,0-1 0 0 0,1 0 0 0 0,-1 0 0 0 0,0 0 0 0 0,0 0 0 0 0,0-1 0 0 0,0 1 0 0 0,0 0 0 0 0,0-1 0 0 0,-1 0 0 0 0,1 1-1 0 0,0-1 1 0 0,-1 0 0 0 0,1 0 0 0 0,-1 0 0 0 0,0 0 0 0 0,0 0 0 0 0,1 0 0 0 0,0-4 0 0 0,10-19-3305 0 0,-8 18 2503 0 0,2-5-1418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7"/>
    </inkml:context>
    <inkml:brush xml:id="br0">
      <inkml:brushProperty name="width" value="0.05" units="cm"/>
      <inkml:brushProperty name="height" value="0.05" units="cm"/>
    </inkml:brush>
  </inkml:definitions>
  <inkml:trace contextRef="#ctx0" brushRef="#br0">83 103 9498 0 0,'-15'-11'4093'0'0,"-14"-2"-3021"0"0,1 0 1365 0 0,27 13-2343 0 0,1-1 1 0 0,-1 1 0 0 0,0-1 0 0 0,0 1 0 0 0,1-1 0 0 0,-1 0-1 0 0,0 1 1 0 0,1-1 0 0 0,-1 0 0 0 0,1 1 0 0 0,-1-1-1 0 0,1 0 1 0 0,-1 0 0 0 0,1 1 0 0 0,-1-1 0 0 0,1 0 0 0 0,0 0-1 0 0,0 0 1 0 0,-1 0 0 0 0,1-1 0 0 0,0 2-92 0 0,0-1 1 0 0,0 0-1 0 0,0 1 0 0 0,1-1 0 0 0,-1 1 1 0 0,0-1-1 0 0,0 1 0 0 0,0-1 1 0 0,1 1-1 0 0,-1-1 0 0 0,0 1 1 0 0,1-1-1 0 0,-1 1 0 0 0,0 0 1 0 0,1-1-1 0 0,-1 1 0 0 0,0-1 1 0 0,1 1-1 0 0,-1 0 0 0 0,1-1 1 0 0,-1 1-1 0 0,1 0 0 0 0,-1 0 1 0 0,1-1-1 0 0,-1 1 0 0 0,1 0 1 0 0,-1 0-1 0 0,1 0 0 0 0,-1-1 1 0 0,1 1-1 0 0,0 0 0 0 0,-1 0 1 0 0,1 0-1 0 0,-1 0 0 0 0,2 0 1 0 0,6 0 3 0 0,-1-1 1 0 0,1 0-1 0 0,0-1 1 0 0,-1 0-1 0 0,1 0 1 0 0,-1-1-1 0 0,9-3 1 0 0,-6 2-425 0 0,1 0 0 0 0,0 1 1 0 0,-1 0-1 0 0,1 1 0 0 0,1 0 1 0 0,-1 0-1 0 0,0 2 0 0 0,0-1 1 0 0,0 1-1 0 0,23 3 0 0 0,-11 2-2443 0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8"/>
    </inkml:context>
    <inkml:brush xml:id="br0">
      <inkml:brushProperty name="width" value="0.05" units="cm"/>
      <inkml:brushProperty name="height" value="0.05" units="cm"/>
    </inkml:brush>
  </inkml:definitions>
  <inkml:trace contextRef="#ctx0" brushRef="#br0">87 0 11434 0 0,'-1'4'136'0'0,"0"-1"0"0"0,0 0 0 0 0,0 0 0 0 0,0 0 1 0 0,-1 0-1 0 0,1 0 0 0 0,-3 4 0 0 0,-3 5-6 0 0,-13 32 921 0 0,-14 37 578 0 0,31-73-1442 0 0,1 1 0 0 0,-1 0 0 0 0,1 0-1 0 0,1-1 1 0 0,0 2 0 0 0,0-1 0 0 0,1 9 0 0 0,0-15-96 0 0,1-1 1 0 0,0 1-1 0 0,0-1 1 0 0,0 1 0 0 0,0-1-1 0 0,0 1 1 0 0,1-1 0 0 0,-1 0-1 0 0,1 0 1 0 0,-1 1-1 0 0,1-1 1 0 0,0 0 0 0 0,0 0-1 0 0,0-1 1 0 0,0 1-1 0 0,0 0 1 0 0,0-1 0 0 0,0 1-1 0 0,1-1 1 0 0,-1 0 0 0 0,0 1-1 0 0,1-1 1 0 0,5 1-1 0 0,-1 1 33 0 0,1-1-1 0 0,0 0 1 0 0,1 0-1 0 0,-1-1 1 0 0,0 0-1 0 0,15 0 1 0 0,-14-2 18 0 0,1 0-1 0 0,-1-1 1 0 0,1-1 0 0 0,-1 1-1 0 0,0-1 1 0 0,0-1 0 0 0,16-9-1 0 0,17-5 301 0 0,-38 16-387 0 0,0-1 0 0 0,0 1 0 0 0,0-1 0 0 0,-1 0 0 0 0,1 1 1 0 0,-1-2-1 0 0,1 1 0 0 0,-1 0 0 0 0,0-1 0 0 0,0 0 0 0 0,0 1 0 0 0,-1-1 0 0 0,1 0 1 0 0,-1 0-1 0 0,0-1 0 0 0,3-8 0 0 0,8-13 239 0 0,-11 21-239 0 0,1-1 0 0 0,-1 1 0 0 0,0-1 1 0 0,-1 0-1 0 0,1 0 0 0 0,-1 1 0 0 0,1-13 0 0 0,-2 16-59 0 0,0 1 0 0 0,1-1-1 0 0,-1 0 1 0 0,0 0 0 0 0,0 0-1 0 0,-1 1 1 0 0,1-1 0 0 0,0 0 0 0 0,-1 0-1 0 0,1 1 1 0 0,-1-1 0 0 0,1 0-1 0 0,-1 0 1 0 0,0 1 0 0 0,0-1-1 0 0,0 1 1 0 0,0-1 0 0 0,0 1 0 0 0,0-1-1 0 0,0 1 1 0 0,0 0 0 0 0,0-1-1 0 0,-1 1 1 0 0,1 0 0 0 0,-1 0-1 0 0,1 0 1 0 0,-1 0 0 0 0,1 0-1 0 0,-1 0 1 0 0,-2-1 0 0 0,-37-13-1013 0 0,33 12 419 0 0,0-1 1 0 0,0 1-1 0 0,-1 0 1 0 0,1 1-1 0 0,-16-2 1 0 0,-6 3-3787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79"/>
    </inkml:context>
    <inkml:brush xml:id="br0">
      <inkml:brushProperty name="width" value="0.05" units="cm"/>
      <inkml:brushProperty name="height" value="0.05" units="cm"/>
    </inkml:brush>
  </inkml:definitions>
  <inkml:trace contextRef="#ctx0" brushRef="#br0">170 442 5393 0 0,'-3'-11'4809'0'0,"-5"-8"-3154"0"0,-1-1-973 0 0,5 7-490 0 0,1 1 0 0 0,0-1 1 0 0,1 0-1 0 0,1 0 0 0 0,0 0 1 0 0,0 0-1 0 0,1 0 0 0 0,1 0 0 0 0,4-20 1 0 0,-3 21-70 0 0,48-197 2217 0 0,-48 200-1977 0 0,1-3 430 0 0,0 22-494 0 0,10 462 2105 0 0,-14-453-2279 0 0,-6 37-1 0 0,4-37-136 0 0,-2 36 0 0 0,5-54-181 0 0,0 1 1 0 0,0-1 0 0 0,0 0 0 0 0,0 0 0 0 0,-1 0 0 0 0,1 0-1 0 0,0 0 1 0 0,0 0 0 0 0,0 0 0 0 0,-1 0 0 0 0,1 0 0 0 0,-1 0-1 0 0,1 0 1 0 0,-1 0 0 0 0,1 0 0 0 0,-1 0 0 0 0,1-1 0 0 0,-1 1-1 0 0,0 0 1 0 0,1 0 0 0 0,-1 0 0 0 0,0-1 0 0 0,0 1 0 0 0,0 0-1 0 0,-1 0 1 0 0,1-1 111 0 0,-1 1 0 0 0,0 0 0 0 0,0-1 0 0 0,0 0 0 0 0,0 0 0 0 0,1 1 0 0 0,-1-1 0 0 0,0 0 0 0 0,0 0 0 0 0,0-1 0 0 0,0 1 0 0 0,0 0 0 0 0,-2-1 0 0 0,-1-1 150 0 0,1 1 1 0 0,-1-1-1 0 0,0 0 1 0 0,1 0-1 0 0,-1 0 1 0 0,1-1-1 0 0,0 1 1 0 0,0-1-1 0 0,0 0 1 0 0,-4-4-1 0 0,3 0 198 0 0,-1 0-1 0 0,0 1 1 0 0,0 0 0 0 0,-1 0 0 0 0,0 0-1 0 0,-11-6 1 0 0,11 7 371 0 0,0 0 0 0 0,1-1 0 0 0,-1 1 0 0 0,-6-9 0 0 0,4 4-545 0 0,9 19-43 0 0,84 228 666 0 0,-84-236-659 0 0,1 1 0 0 0,-1-1 0 0 0,1 0-1 0 0,-1 0 1 0 0,1 0 0 0 0,-1 0 0 0 0,1 0 0 0 0,-1 0 0 0 0,1 0 0 0 0,0 0 0 0 0,0 0 0 0 0,-1 0-1 0 0,1 0 1 0 0,0 0 0 0 0,0 0 0 0 0,0-1 0 0 0,0 1 0 0 0,0 0 0 0 0,0-1 0 0 0,0 1 0 0 0,0-1-1 0 0,1 1 1 0 0,-1-1 0 0 0,0 1 0 0 0,0-1 0 0 0,0 0 0 0 0,1 0 0 0 0,-1 1 0 0 0,0-1 0 0 0,2 0-1 0 0,-1-1-30 0 0,-1 1 0 0 0,1 0-1 0 0,-1-1 1 0 0,1 1-1 0 0,-1-1 1 0 0,1 0-1 0 0,-1 0 1 0 0,1 1-1 0 0,-1-1 1 0 0,0 0-1 0 0,1 0 1 0 0,-1 0-1 0 0,0 0 1 0 0,0-1 0 0 0,0 1-1 0 0,0 0 1 0 0,0 0-1 0 0,0-1 1 0 0,0 1-1 0 0,0 0 1 0 0,-1-1-1 0 0,1 1 1 0 0,0-3-1 0 0,33-109 226 0 0,-34 111-249 0 0,22-69 134 0 0,-13 48-1065 0 0,5 5-7623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0"/>
    </inkml:context>
    <inkml:brush xml:id="br0">
      <inkml:brushProperty name="width" value="0.05" units="cm"/>
      <inkml:brushProperty name="height" value="0.05" units="cm"/>
    </inkml:brush>
  </inkml:definitions>
  <inkml:trace contextRef="#ctx0" brushRef="#br0">113 26 7586 0 0,'0'0'1452'0'0,"0"-9"5001"0"0,-1-7-4272 0 0,1 32-1969 0 0,7 32 0 0 0,1 12 117 0 0,-7-29-187 0 0,-1-1 0 0 0,-1 1-1 0 0,-2-1 1 0 0,0 0 0 0 0,-3 0-1 0 0,0 0 1 0 0,-2-1 0 0 0,-19 49-1 0 0,20-62 4 0 0,-11 19 660 0 0,17-33-703 0 0,0 0-1 0 0,0 0 0 0 0,-1 0 0 0 0,1 0 0 0 0,-1 0 0 0 0,0-1 0 0 0,1 1 0 0 0,-1-1 0 0 0,0 1 1 0 0,0-1-1 0 0,0 0 0 0 0,0 0 0 0 0,-4 2 0 0 0,-12 5 546 0 0,14-5-651 0 0,15-5 21 0 0,59-12 138 0 0,-46 10-1151 0 0,38-10 1 0 0,-61 13 477 0 0,0 1 0 0 0,0 0 0 0 0,0-1 0 0 0,-1 1 0 0 0,1-1 1 0 0,0 1-1 0 0,0-1 0 0 0,-1 0 0 0 0,1 1 0 0 0,0-1 0 0 0,-1 0 0 0 0,1 1 1 0 0,0-1-1 0 0,-1 0 0 0 0,1-1 0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1"/>
    </inkml:context>
    <inkml:brush xml:id="br0">
      <inkml:brushProperty name="width" value="0.05" units="cm"/>
      <inkml:brushProperty name="height" value="0.05" units="cm"/>
    </inkml:brush>
  </inkml:definitions>
  <inkml:trace contextRef="#ctx0" brushRef="#br0">8 80 9082 0 0,'0'0'2043'0'0,"-7"-14"4037"0"0,7 13-6042 0 0,1-1 0 0 0,0 1 0 0 0,0 0 0 0 0,0 0 0 0 0,0-1 0 0 0,0 1 0 0 0,0 0 0 0 0,0 0 0 0 0,0 0 0 0 0,0 0-1 0 0,0 0 1 0 0,0 0 0 0 0,1 0 0 0 0,-1 0 0 0 0,0 0 0 0 0,1 1 0 0 0,-1-1 0 0 0,3 0 0 0 0,34-8-33 0 0,-6 2 44 0 0,-10-4-469 0 0,-17 8-51 0 0,-1 0 0 0 0,1 1-1 0 0,0 0 1 0 0,-1 0-1 0 0,1 0 1 0 0,8-1-1 0 0,1 1-1937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2"/>
    </inkml:context>
    <inkml:brush xml:id="br0">
      <inkml:brushProperty name="width" value="0.05" units="cm"/>
      <inkml:brushProperty name="height" value="0.05" units="cm"/>
    </inkml:brush>
  </inkml:definitions>
  <inkml:trace contextRef="#ctx0" brushRef="#br0">86 0 6785 0 0,'0'0'3302'0'0,"-8"16"545"0"0,-56 326 1806 0 0,58-292-4873 0 0,-2-162 111 0 0,8 107-881 0 0,0-29-19 0 0,5-36 1 0 0,-4 58-6 0 0,2 1 0 0 0,-1-1 0 0 0,1 1 1 0 0,1 0-1 0 0,0 1 0 0 0,0-1 0 0 0,7-10 1 0 0,-10 20 7 0 0,0 0 0 0 0,0 0 0 0 0,0 0 0 0 0,0 0 0 0 0,0 0 0 0 0,1 0 0 0 0,-1 1 1 0 0,0-1-1 0 0,1 0 0 0 0,-1 1 0 0 0,0-1 0 0 0,1 1 0 0 0,-1-1 0 0 0,4 0 1 0 0,12-6-21 0 0,-16 6 29 0 0,1 0-1 0 0,-1 0 1 0 0,1 0 0 0 0,0 0-1 0 0,-1 0 1 0 0,1 0 0 0 0,0 0-1 0 0,0 0 1 0 0,0 0-1 0 0,-1 1 1 0 0,1-1 0 0 0,0 1-1 0 0,0 0 1 0 0,0-1 0 0 0,0 1-1 0 0,0 0 1 0 0,0 0 0 0 0,0 0-1 0 0,0 0 1 0 0,0 1-1 0 0,0-1 1 0 0,0 0 0 0 0,-1 1-1 0 0,5 1 1 0 0,-4-1 12 0 0,0 1 0 0 0,0 0 0 0 0,0 0 0 0 0,0-1 0 0 0,0 1 0 0 0,-1 0 1 0 0,1 1-1 0 0,-1-1 0 0 0,1 0 0 0 0,-1 0 0 0 0,0 1 0 0 0,0-1 0 0 0,0 1 0 0 0,0-1 0 0 0,0 1 0 0 0,0-1 0 0 0,0 6 1 0 0,0-4 4 0 0,-1 0 0 0 0,0 0 0 0 0,1 1 1 0 0,-1-1-1 0 0,-1 0 0 0 0,1 0 0 0 0,-1 1 1 0 0,1-1-1 0 0,-1 0 0 0 0,0 0 0 0 0,-1 0 1 0 0,1 0-1 0 0,-1 0 0 0 0,0 0 0 0 0,0 0 1 0 0,-4 6-1 0 0,-1-1 8 0 0,-1 0-1 0 0,0 0 1 0 0,0-1 0 0 0,-16 11-1 0 0,18-13-7 0 0,-1 1-1 0 0,1-1 1 0 0,0 1-1 0 0,1 0 0 0 0,0 1 1 0 0,0-1-1 0 0,0 1 1 0 0,-4 10-1 0 0,9-17-16 0 0,-1 1-1 0 0,1-1 1 0 0,-1 0 0 0 0,1 0-1 0 0,0 1 1 0 0,-1-1-1 0 0,1 0 1 0 0,0 0 0 0 0,0 1-1 0 0,0-1 1 0 0,0 0-1 0 0,0 0 1 0 0,0 1 0 0 0,1-1-1 0 0,-1 0 1 0 0,0 0-1 0 0,1 1 1 0 0,-1-1 0 0 0,1 0-1 0 0,-1 0 1 0 0,2 2 0 0 0,0 0 35 0 0,0-1 1 0 0,-1 0 0 0 0,1 0 0 0 0,0 0 0 0 0,1-1 0 0 0,-1 1 0 0 0,0 0-1 0 0,0-1 1 0 0,5 3 0 0 0,2 0-477 0 0,0-1 0 0 0,1 0 1 0 0,-1 0-1 0 0,17 2 0 0 0,-5-5-8179 0 0,-17 0 5453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3"/>
    </inkml:context>
    <inkml:brush xml:id="br0">
      <inkml:brushProperty name="width" value="0.05" units="cm"/>
      <inkml:brushProperty name="height" value="0.05" units="cm"/>
    </inkml:brush>
  </inkml:definitions>
  <inkml:trace contextRef="#ctx0" brushRef="#br0">36 0 6017 0 0,'0'0'3209'0'0,"-11"5"2722"0"0,10 10-4894 0 0,-1 1 1 0 0,-5 25-1 0 0,-3 13 57 0 0,5 81 98 0 0,6-134-1190 0 0,-1 1 1 0 0,0-1-1 0 0,1 0 1 0 0,-1 0-1 0 0,0 0 1 0 0,1 0-1 0 0,-1 1 0 0 0,1-1 1 0 0,0 0-1 0 0,-1 0 1 0 0,1 0-1 0 0,0 0 0 0 0,0 0 1 0 0,0 0-1 0 0,0-1 1 0 0,0 1-1 0 0,0 0 0 0 0,0 0 1 0 0,0 0-1 0 0,0-1 1 0 0,0 1-1 0 0,0-1 0 0 0,0 1 1 0 0,0-1-1 0 0,1 1 1 0 0,-1-1-1 0 0,0 0 0 0 0,0 1 1 0 0,3-1-1 0 0,0 1-2 0 0,1 0 0 0 0,0-1 0 0 0,0 0-1 0 0,0 1 1 0 0,-1-1 0 0 0,8-2 0 0 0,-10 2-124 0 0,0 0 1 0 0,1-1-1 0 0,-1 0 0 0 0,0 0 1 0 0,0 1-1 0 0,0-1 1 0 0,0 0-1 0 0,0-1 1 0 0,0 1-1 0 0,0 0 0 0 0,2-3 1 0 0,0 0-810 0 0,-1 0 1 0 0,0 0 0 0 0,0 0-1 0 0,-1-1 1 0 0,1 1-1 0 0,2-8 1 0 0,5-8-3042 0 0,-7 14 1573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4"/>
    </inkml:context>
    <inkml:brush xml:id="br0">
      <inkml:brushProperty name="width" value="0.05" units="cm"/>
      <inkml:brushProperty name="height" value="0.05" units="cm"/>
    </inkml:brush>
  </inkml:definitions>
  <inkml:trace contextRef="#ctx0" brushRef="#br0">1 156 4737 0 0,'2'0'12601'0'0,"12"0"-10943"0"0,64-23-1507 0 0,-77 23-392 0 0,-1 0 1 0 0,1 0-1 0 0,-1 0 0 0 0,1-1 1 0 0,-1 1-1 0 0,1 0 0 0 0,-1 0 1 0 0,1 0-1 0 0,-1 0 1 0 0,1-1-1 0 0,-1 1 0 0 0,1 0 1 0 0,-1 0-1 0 0,1-1 1 0 0,-1 1-1 0 0,1 0 0 0 0,-1-1 1 0 0,0 1-1 0 0,1 0 1 0 0,-1-1-1 0 0,0 1 0 0 0,1-1 1 0 0,-1 1-1 0 0,0-1 1 0 0,1 1-1 0 0,-1-1 0 0 0,0 1 1 0 0,0-1-1 0 0,0 1 0 0 0,1-1 1 0 0,-1 1-1 0 0,0-1 1 0 0,-11-11-3764 0 0,10 12 4300 0 0,0-1 1 0 0,-1 0-1 0 0,1 0 1 0 0,0 0-1 0 0,0 0 1 0 0,0 0-1 0 0,0 0 1 0 0,1 0-1 0 0,-1 0 1 0 0,0 0-1 0 0,-1-3 1 0 0,-9-21 2582 0 0,10 23-2695 0 0,-1 1 0 0 0,1-1 0 0 0,0 0 0 0 0,0 0 0 0 0,0 0 0 0 0,1 0 0 0 0,-1 0 0 0 0,0 0 0 0 0,1 0 0 0 0,-1 0 0 0 0,1-1 0 0 0,0 1 1 0 0,-1 0-1 0 0,1 0 0 0 0,0 0 0 0 0,0 0 0 0 0,1-1 0 0 0,0-3 0 0 0,2 4-173 0 0,1-1 0 0 0,0 0 0 0 0,0 1 0 0 0,0 0 0 0 0,5-2 0 0 0,-5 2-124 0 0,16-6-3086 0 0,-14 6 622 0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5"/>
    </inkml:context>
    <inkml:brush xml:id="br0">
      <inkml:brushProperty name="width" value="0.05" units="cm"/>
      <inkml:brushProperty name="height" value="0.05" units="cm"/>
    </inkml:brush>
  </inkml:definitions>
  <inkml:trace contextRef="#ctx0" brushRef="#br0">70 0 9074 0 0,'0'0'4173'0'0,"-9"10"-338"0"0,-14 71-2199 0 0,-13 93 0 0 0,34-139-1640 0 0,2-30-3777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6"/>
    </inkml:context>
    <inkml:brush xml:id="br0">
      <inkml:brushProperty name="width" value="0.05" units="cm"/>
      <inkml:brushProperty name="height" value="0.05" units="cm"/>
    </inkml:brush>
  </inkml:definitions>
  <inkml:trace contextRef="#ctx0" brushRef="#br0">0 61 8770 0 0,'0'0'231'0'0,"17"-15"7341"0"0,-4 8-7045 0 0,0 1 0 0 0,0 0-1 0 0,0 1 1 0 0,0 0 0 0 0,20-3 0 0 0,2 2-2175 0 0,0 4-4011 0 0</inkml:trace>
  <inkml:trace contextRef="#ctx0" brushRef="#br0" timeOffset="1">127 105 11114 0 0,'0'0'801'0'0,"0"2"111"0"0,0 0-112 0 0,1-1 224 0 0,1 1-504 0 0,-1-1-184 0 0,1 1-56 0 0,-1-1-48 0 0,1-1-160 0 0,15 3-72 0 0,1-1 32 0 0,-2-2-40 0 0,-4 0 8 0 0,8-3-1192 0 0,-6 0-640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8"/>
    </inkml:context>
    <inkml:brush xml:id="br0">
      <inkml:brushProperty name="width" value="0.05" units="cm"/>
      <inkml:brushProperty name="height" value="0.05" units="cm"/>
    </inkml:brush>
  </inkml:definitions>
  <inkml:trace contextRef="#ctx0" brushRef="#br0">4 142 1088 0 0,'-1'-4'4482'0'0,"-1"-12"-3351"0"0,6-80 535 0 0,-1 80-1393 0 0,-4 16-266 0 0,1-1 1 0 0,0 1 0 0 0,0 0-1 0 0,0 0 1 0 0,0-1-1 0 0,0 1 1 0 0,0 0-1 0 0,0-1 1 0 0,0 1 0 0 0,0 0-1 0 0,0-1 1 0 0,0 1-1 0 0,0 0 1 0 0,0 0-1 0 0,0-1 1 0 0,0 1-1 0 0,1 0 1 0 0,-1-1 0 0 0,0 1-1 0 0,0 0 1 0 0,0 0-1 0 0,0-1 1 0 0,0 1-1 0 0,1 0 1 0 0,-1 0-1 0 0,0-1 1 0 0,0 1 0 0 0,1 0-1 0 0,-1 0 1 0 0,0 0-1 0 0,0-1 1 0 0,1 1-1 0 0,-1 0 1 0 0,0 0 0 0 0,0 0-1 0 0,1 0 1 0 0,-1 0-1 0 0,0 0 1 0 0,1 0-1 0 0,-1 0 1 0 0,0-1-1 0 0,0 1 1 0 0,1 0 0 0 0,3 23-26 0 0,2 14 387 0 0,-2-1 0 0 0,0 41-1 0 0,-2-25 313 0 0,-1 61 1510 0 0,-1-58-1345 0 0,-3-43-1736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89"/>
    </inkml:context>
    <inkml:brush xml:id="br0">
      <inkml:brushProperty name="width" value="0.05" units="cm"/>
      <inkml:brushProperty name="height" value="0.05" units="cm"/>
    </inkml:brush>
  </inkml:definitions>
  <inkml:trace contextRef="#ctx0" brushRef="#br0">21 30 1504 0 0,'0'0'3069'0'0,"-17"-10"2111"0"0,17 9-5157 0 0,0 1 0 0 0,-1 0 1 0 0,1-1-1 0 0,0 1 0 0 0,-1 0 1 0 0,1-1-1 0 0,0 1 0 0 0,0 0 1 0 0,-1-1-1 0 0,1 1 0 0 0,0 0 1 0 0,0-1-1 0 0,0 1 0 0 0,0-1 1 0 0,-1 1-1 0 0,1 0 0 0 0,0-1 1 0 0,0 1-1 0 0,0-1 0 0 0,0 1 1 0 0,0 0-1 0 0,0-1 0 0 0,0 1 1 0 0,0-1-1 0 0,0 1 0 0 0,0-1 1 0 0,0 1-1 0 0,0 0 0 0 0,1-1 1 0 0,-1 1-1 0 0,0-1 0 0 0,0 1 1 0 0,0 0-1 0 0,1-1 0 0 0,-1 1 1 0 0,0 0-1 0 0,0-1 0 0 0,1 1 1 0 0,-1 0-1 0 0,0-1 0 0 0,0 1 1 0 0,1-1-1 0 0,0 1-21 0 0,0 0 0 0 0,-1-1 0 0 0,1 1 0 0 0,0 0 0 0 0,0 0 0 0 0,-1-1 0 0 0,1 1-1 0 0,0 0 1 0 0,0 0 0 0 0,-1 0 0 0 0,1 0 0 0 0,0 0 0 0 0,0 0 0 0 0,0 0 0 0 0,-1 0 0 0 0,1 0 0 0 0,0 0-1 0 0,0 1 1 0 0,0-1 0 0 0,-1 0 0 0 0,1 0 0 0 0,0 1 0 0 0,-1-1 0 0 0,1 1 0 0 0,0-1 0 0 0,0 1 0 0 0,2 1 6 0 0,0 0 0 0 0,-1 1 0 0 0,1-1 0 0 0,-1 1 1 0 0,0 0-1 0 0,0-1 0 0 0,0 1 0 0 0,0 0 0 0 0,0 0 1 0 0,0 1-1 0 0,-1-1 0 0 0,2 5 0 0 0,3 6 63 0 0,38 60 433 0 0,-43-72-345 0 0,-1-1 0 0 0,1 1-1 0 0,0-1 1 0 0,0 1 0 0 0,0-1-1 0 0,0 1 1 0 0,1-1 0 0 0,-1 0-1 0 0,0 1 1 0 0,1-1 0 0 0,-1 0 0 0 0,0 0-1 0 0,1 0 1 0 0,0 0 0 0 0,-1 0-1 0 0,2 0 1 0 0,-1-1-124 0 0,-1 0 1 0 0,1 0-1 0 0,-1 0 1 0 0,0 0-1 0 0,1 0 1 0 0,-1 0-1 0 0,0-1 0 0 0,1 1 1 0 0,-1 0-1 0 0,0-1 1 0 0,0 1-1 0 0,1-1 1 0 0,-1 1-1 0 0,0-1 0 0 0,0 0 1 0 0,0 0-1 0 0,0 1 1 0 0,0-1-1 0 0,0 0 1 0 0,0 0-1 0 0,0 0 0 0 0,1-1 1 0 0,4-5-18 0 0,-1 0 0 0 0,0 0 1 0 0,-1-1-1 0 0,1 1 0 0 0,-1-1 0 0 0,3-8 0 0 0,10-19-361 0 0,2-2-3937 0 0,-12 26 952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0"/>
    </inkml:context>
    <inkml:brush xml:id="br0">
      <inkml:brushProperty name="width" value="0.05" units="cm"/>
      <inkml:brushProperty name="height" value="0.05" units="cm"/>
    </inkml:brush>
  </inkml:definitions>
  <inkml:trace contextRef="#ctx0" brushRef="#br0">145 76 360 0 0,'0'0'147'0'0,"-2"-31"4592"0"0,2 31-4691 0 0,0-1-1 0 0,0 1 0 0 0,0 0 1 0 0,0-1-1 0 0,0 1 0 0 0,0-1 1 0 0,0 1-1 0 0,-1 0 0 0 0,1-1 1 0 0,0 1-1 0 0,0 0 0 0 0,0 0 1 0 0,0-1-1 0 0,-1 1 0 0 0,1 0 1 0 0,0-1-1 0 0,0 1 0 0 0,-1 0 1 0 0,1 0-1 0 0,0-1 0 0 0,0 1 1 0 0,-1 0-1 0 0,1 0 0 0 0,0 0 1 0 0,-1-1-1 0 0,1 1 0 0 0,0 0 1 0 0,-1 0-1 0 0,1 0 0 0 0,0 0 1 0 0,-1 0-1 0 0,0 0 0 0 0,-17 0 892 0 0,-23 11 142 0 0,33-8-712 0 0,-60 14 4034 0 0,300-69-2800 0 0,-197 46-3469 0 0,1 1-1 0 0,50 0 0 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1"/>
    </inkml:context>
    <inkml:brush xml:id="br0">
      <inkml:brushProperty name="width" value="0.05" units="cm"/>
      <inkml:brushProperty name="height" value="0.05" units="cm"/>
    </inkml:brush>
  </inkml:definitions>
  <inkml:trace contextRef="#ctx0" brushRef="#br0">28 17 7017 0 0,'-11'-17'4226'0'0,"11"18"-4188"0"0,0-1-1 0 0,0 0 1 0 0,0 1-1 0 0,0-1 0 0 0,0 0 1 0 0,0 0-1 0 0,0 1 0 0 0,0-1 1 0 0,0 0-1 0 0,0 0 0 0 0,0 1 1 0 0,0-1-1 0 0,0 0 1 0 0,-1 0-1 0 0,1 1 0 0 0,0-1 1 0 0,0 0-1 0 0,0 0 0 0 0,0 0 1 0 0,0 1-1 0 0,0-1 1 0 0,-1 0-1 0 0,1 0 0 0 0,0 0 1 0 0,0 1-1 0 0,0-1 0 0 0,-1 0 1 0 0,1 0-1 0 0,0 0 0 0 0,0 0 1 0 0,-1 0-1 0 0,1 0 1 0 0,0 1-1 0 0,0-1 0 0 0,-1 0 1 0 0,1 0-1 0 0,0 0 0 0 0,0 0 1 0 0,-1 0-1 0 0,1 0 0 0 0,0 0 1 0 0,0 0-1 0 0,-1 0 1 0 0,1 0-1 0 0,0 0 0 0 0,0 0 1 0 0,-1 0-1 0 0,1 0 0 0 0,0-1 1 0 0,0 1-1 0 0,-1 0 0 0 0,1 0 1 0 0,0 0-1 0 0,0 0 1 0 0,-1 0-1 0 0,1 0 0 0 0,0-1 1 0 0,0 1-1 0 0,0 0 0 0 0,0 0 1 0 0,-1 0-1 0 0,1-1 0 0 0,0 1 1 0 0,0 0-1 0 0,0 0 1 0 0,0-1-1 0 0,0 1 0 0 0,-1 0 1 0 0,1 7 31 0 0,-4 304-101 0 0,4-275-3057 0 0,0-20-55 0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2"/>
    </inkml:context>
    <inkml:brush xml:id="br0">
      <inkml:brushProperty name="width" value="0.05" units="cm"/>
      <inkml:brushProperty name="height" value="0.05" units="cm"/>
    </inkml:brush>
  </inkml:definitions>
  <inkml:trace contextRef="#ctx0" brushRef="#br0">27 4 8554 0 0,'-19'-2'3018'0'0,"12"1"-1868"0"0,11 1 402 0 0,92 1-1247 0 0,-5 1-3068 0 0,-63-1 373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3"/>
    </inkml:context>
    <inkml:brush xml:id="br0">
      <inkml:brushProperty name="width" value="0.05" units="cm"/>
      <inkml:brushProperty name="height" value="0.05" units="cm"/>
    </inkml:brush>
  </inkml:definitions>
  <inkml:trace contextRef="#ctx0" brushRef="#br0">40 49 13611 0 0,'-1'-2'912'0'0,"-1"0"-408"0"0,-1-1 184 0 0,-5-3-7 0 0,1-5-874 0 0,-1 1-111 0 0,3 5-504 0 0,2 0-104 0 0,3 4-112 0 0,-3-2-809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4"/>
    </inkml:context>
    <inkml:brush xml:id="br0">
      <inkml:brushProperty name="width" value="0.05" units="cm"/>
      <inkml:brushProperty name="height" value="0.05" units="cm"/>
    </inkml:brush>
  </inkml:definitions>
  <inkml:trace contextRef="#ctx0" brushRef="#br0">25 396 256 0 0,'-5'-6'12369'0'0,"2"4"-11749"0"0,2 2-500 0 0,0 0-1 0 0,0 0 0 0 0,1-1 0 0 0,-1 1 0 0 0,0-1 0 0 0,0 1 0 0 0,0-1 0 0 0,0 1 0 0 0,1-1 0 0 0,-1 1 0 0 0,0-1 0 0 0,1 0 0 0 0,-1 1 1 0 0,0-1-1 0 0,1 0 0 0 0,-1 0 0 0 0,1 0 0 0 0,-1 1 0 0 0,1-1 0 0 0,-1-1 0 0 0,1 2-107 0 0,0-1-6 0 0,-1 1 0 0 0,1 0 0 0 0,0 0 0 0 0,0 0 0 0 0,0-1 0 0 0,0 1 0 0 0,0 0 0 0 0,0 0 0 0 0,0-1 0 0 0,-1 1 0 0 0,1 0 0 0 0,0-1 0 0 0,0 1 0 0 0,0 0 1 0 0,0 0-1 0 0,0-1 0 0 0,0 1 0 0 0,0 0 0 0 0,0 0 0 0 0,0-1 0 0 0,0 1 0 0 0,1 0 0 0 0,-1-1 0 0 0,0 1 0 0 0,0 0 0 0 0,0 0 0 0 0,0-1 0 0 0,0 1 0 0 0,0 0 0 0 0,1 0 0 0 0,-1 0 0 0 0,0-1 0 0 0,0 1 0 0 0,0 0 0 0 0,1 0 0 0 0,-1 0 0 0 0,0-1 0 0 0,0 1 0 0 0,1 0 0 0 0,6-10 153 0 0,-3 8-147 0 0,0 0 1 0 0,-1 0-1 0 0,1 0 0 0 0,1 0 1 0 0,-1 1-1 0 0,0 0 0 0 0,0 0 1 0 0,0 0-1 0 0,1 1 0 0 0,-1-1 1 0 0,6 1-1 0 0,11-2-19 0 0,149-26 58 0 0,31-6 204 0 0,-54 11-108 0 0,-42 8-114 0 0,49-4 2 0 0,18-4-81 0 0,414-74 178 0 0,-538 94-95 0 0,64 3 0 0 0,-73 1 30 0 0,1-1 0 0 0,74-10 0 0 0,7-8 383 0 0,46-10 15 0 0,-39 4 395 0 0,-120 22-1072 0 0,10-4 805 0 0,-11-3-4340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5"/>
    </inkml:context>
    <inkml:brush xml:id="br0">
      <inkml:brushProperty name="width" value="0.05" units="cm"/>
      <inkml:brushProperty name="height" value="0.05" units="cm"/>
    </inkml:brush>
  </inkml:definitions>
  <inkml:trace contextRef="#ctx0" brushRef="#br0">107 60 1216 0 0,'2'-9'5213'0'0,"3"-11"-1700"0"0,-3 3-867 0 0,-1 3-242 0 0,3 28-1715 0 0,11 58-366 0 0,-6-36-179 0 0,-3 1 0 0 0,5 75 0 0 0,-18 62 1355 0 0,7-174-1409 0 0,1-38 154 0 0,-1 36-224 0 0,-1-16 125 0 0,-2 14-64 0 0,-4 9-7 0 0,0 6-44 0 0,1-1 0 0 0,1 1 0 0 0,-5 11 0 0 0,6-10 12 0 0,-1-1 0 0 0,-1 0-1 0 0,-7 12 1 0 0,12-23-33 0 0,0 1 0 0 0,1-1 0 0 0,-1 1 0 0 0,1 0 0 0 0,-1 0 0 0 0,1-1 0 0 0,-1 1 0 0 0,1 0 0 0 0,-1 0 0 0 0,1-1 0 0 0,0 1 0 0 0,-1 0 0 0 0,1 0 0 0 0,0 0 0 0 0,0 0 0 0 0,0-1 0 0 0,0 1 0 0 0,0 0 0 0 0,0 0-1 0 0,0 0 1 0 0,0 0 0 0 0,0 0 0 0 0,0 0 0 0 0,0-1 0 0 0,0 1 0 0 0,0 0 0 0 0,1 0 0 0 0,-1 0 0 0 0,0-1 0 0 0,1 1 0 0 0,-1 0 0 0 0,1 0 0 0 0,-1 0 0 0 0,1-1 0 0 0,-1 1 0 0 0,1 0 0 0 0,-1-1 0 0 0,1 1 0 0 0,0-1 0 0 0,-1 1 0 0 0,1-1 0 0 0,1 1 0 0 0,-1 0 16 0 0,1 0-1 0 0,0 0 1 0 0,0-1 0 0 0,0 1 0 0 0,-1-1-1 0 0,1 0 1 0 0,0 0 0 0 0,0 1 0 0 0,0-1-1 0 0,0 0 1 0 0,0 0 0 0 0,0-1 0 0 0,0 1-1 0 0,-1 0 1 0 0,1-1 0 0 0,0 1 0 0 0,0-1-1 0 0,3-1 1 0 0,-1-1-7 0 0,0 1-1 0 0,0-1 1 0 0,0 0-1 0 0,-1 0 1 0 0,1-1-1 0 0,-1 1 1 0 0,0-1-1 0 0,0 0 1 0 0,0 0-1 0 0,-1 0 1 0 0,1 0-1 0 0,-1 0 1 0 0,3-6-1 0 0,-4 6 1 0 0,1 1 0 0 0,-1-1 0 0 0,0 0 0 0 0,0 0 0 0 0,0 1-1 0 0,0-1 1 0 0,-1 0 0 0 0,0 0 0 0 0,1 0 0 0 0,-1 0 0 0 0,-1 1 0 0 0,1-1 0 0 0,0 0 0 0 0,-1 0-1 0 0,0 0 1 0 0,0 0 0 0 0,-2-4 0 0 0,2 7-11 0 0,0 0 0 0 0,0 0 0 0 0,-1-1 0 0 0,1 1 0 0 0,-1 0 0 0 0,1 0 0 0 0,-1 0 0 0 0,1 0 0 0 0,-1 1 0 0 0,1-1 0 0 0,-1 0 0 0 0,0 0 0 0 0,1 1-1 0 0,-1 0 1 0 0,0-1 0 0 0,0 1 0 0 0,0 0 0 0 0,1 0 0 0 0,-1-1 0 0 0,0 1 0 0 0,-3 1 0 0 0,-1-1-18 0 0,0 1 0 0 0,0-1 0 0 0,0 1 0 0 0,0 0 0 0 0,-7 3 0 0 0,0 2 19 0 0,0 0 0 0 0,-21 15 0 0 0,21-13 42 0 0,11-6-52 0 0,0 0-1 0 0,-1 1 0 0 0,1-1 0 0 0,0 1 1 0 0,0 0-1 0 0,-2 5 0 0 0,3-7 7 0 0,0 1 0 0 0,0-1 0 0 0,0 1 0 0 0,1-1 0 0 0,-1 1 0 0 0,1 0 0 0 0,-1-1 0 0 0,1 1 0 0 0,-1 0 0 0 0,1-1 0 0 0,0 1 0 0 0,0 0 0 0 0,0-1-1 0 0,0 1 1 0 0,0 2 0 0 0,1-3-4 0 0,0 0 0 0 0,1 0-1 0 0,-1 0 1 0 0,0 0 0 0 0,1 0-1 0 0,-1-1 1 0 0,1 1-1 0 0,-1 0 1 0 0,0-1 0 0 0,1 0-1 0 0,0 1 1 0 0,-1-1 0 0 0,1 0-1 0 0,-1 1 1 0 0,1-1 0 0 0,-1 0-1 0 0,1 0 1 0 0,2-1 0 0 0,30-3 102 0 0,-16-9 64 0 0,-17 13-164 0 0,-1 0 0 0 0,1-1 0 0 0,-1 1 0 0 0,1 0 1 0 0,-1-1-1 0 0,1 1 0 0 0,-1-1 0 0 0,0 1 1 0 0,1 0-1 0 0,-1-1 0 0 0,0 1 0 0 0,1-1 1 0 0,-1 1-1 0 0,0-1 0 0 0,0 1 0 0 0,1-1 0 0 0,-1 1 1 0 0,0-1-1 0 0,0 0 0 0 0,0 1 0 0 0,0-1 1 0 0,0 1-1 0 0,0-1 0 0 0,0 1 0 0 0,0-1 1 0 0,0 1-1 0 0,0-1 0 0 0,0 0 0 0 0,0 1 0 0 0,0-1 1 0 0,0 1-1 0 0,0-1 0 0 0,-1 1 0 0 0,1-1 1 0 0,-1 0-1 0 0,1 1-3 0 0,0-1 0 0 0,-1 1 1 0 0,1 0-1 0 0,-1 0 0 0 0,1 0 0 0 0,-1-1 1 0 0,1 1-1 0 0,-1 0 0 0 0,1 0 1 0 0,-1 0-1 0 0,1 0 0 0 0,-1 0 0 0 0,1 0 1 0 0,-1 0-1 0 0,1 0 0 0 0,-1 0 0 0 0,1 0 1 0 0,-1 0-1 0 0,1 0 0 0 0,-1 0 1 0 0,1 0-1 0 0,-1 1 0 0 0,1-1 0 0 0,0 0 1 0 0,-1 0-1 0 0,1 1 0 0 0,-1-1 1 0 0,1 0-1 0 0,-1 0 0 0 0,1 1 0 0 0,0-1 1 0 0,-1 0-1 0 0,1 1 0 0 0,0-1 0 0 0,-1 1 1 0 0,1 0-1 0 0,-15 17-16 0 0,13-14-14 0 0,1-3 30 0 0,0 0 0 0 0,0-1 0 0 0,0 1 0 0 0,1 0 0 0 0,-1 0 1 0 0,0 0-1 0 0,1 0 0 0 0,-1 0 0 0 0,1 0 0 0 0,-1 0 0 0 0,1 0 0 0 0,-1 0 0 0 0,1 0 0 0 0,0 0 0 0 0,0 0 0 0 0,-1 0 0 0 0,1 0 0 0 0,0 0 0 0 0,0 0 1 0 0,0 0-1 0 0,0 1 0 0 0,0-1 0 0 0,0 0 0 0 0,0 0 0 0 0,1 0 0 0 0,0 2 0 0 0,0-2-1 0 0,0 0 0 0 0,1 0 1 0 0,-1 0-1 0 0,0-1 0 0 0,1 1 0 0 0,0 0 0 0 0,-1-1 1 0 0,1 1-1 0 0,-1-1 0 0 0,1 1 0 0 0,-1-1 1 0 0,1 0-1 0 0,0 0 0 0 0,-1 1 0 0 0,1-1 0 0 0,0-1 1 0 0,1 1-1 0 0,0 0 9 0 0,-1 0 0 0 0,1-1 1 0 0,0 0-1 0 0,-1 1 0 0 0,1-1 1 0 0,-1 0-1 0 0,1 0 0 0 0,-1 0 0 0 0,1 0 1 0 0,-1-1-1 0 0,0 1 0 0 0,0-1 1 0 0,0 1-1 0 0,0-1 0 0 0,0 0 1 0 0,0 0-1 0 0,0 0 0 0 0,0 0 0 0 0,-1 0 1 0 0,3-4-1 0 0,-2 3 4 0 0,0 0-1 0 0,0 0 1 0 0,-1 0-1 0 0,0 0 1 0 0,1-1-1 0 0,-1 1 1 0 0,0 0-1 0 0,-1-1 1 0 0,1 1-1 0 0,-1-1 1 0 0,1 1-1 0 0,-1-1 1 0 0,0 1-1 0 0,0 0 1 0 0,-2-8-1 0 0,2 11-12 0 0,0-1-1 0 0,0 0 1 0 0,0 1-1 0 0,-1-1 1 0 0,1 0-1 0 0,0 1 0 0 0,-1-1 1 0 0,1 1-1 0 0,0-1 1 0 0,-1 1-1 0 0,1-1 1 0 0,-1 1-1 0 0,1-1 1 0 0,-1 1-1 0 0,1-1 1 0 0,-1 1-1 0 0,1-1 1 0 0,-1 1-1 0 0,1 0 1 0 0,-1-1-1 0 0,0 1 1 0 0,1 0-1 0 0,-1 0 1 0 0,0-1-1 0 0,1 1 0 0 0,-1 0 1 0 0,0 0-1 0 0,1 0 1 0 0,-1 0-1 0 0,0 0 1 0 0,1 0-1 0 0,-1 0 1 0 0,0 0-1 0 0,1 0 1 0 0,-1 0-1 0 0,0 0 1 0 0,1 1-1 0 0,-1-1 1 0 0,0 0-1 0 0,1 0 1 0 0,-1 1-1 0 0,1-1 0 0 0,-1 0 1 0 0,0 1-1 0 0,1-1 1 0 0,-1 0-1 0 0,0 1 1 0 0,-1 1 4 0 0,0-1 1 0 0,0 0-1 0 0,0 0 1 0 0,1 1-1 0 0,-1-1 1 0 0,0 1-1 0 0,0 0 1 0 0,1-1-1 0 0,-1 1 0 0 0,1 0 1 0 0,0 0-1 0 0,-3 4 1 0 0,-3 13 2 0 0,6-17-8 0 0,-1 0 0 0 0,1 0-1 0 0,0 0 1 0 0,0 0-1 0 0,0 0 1 0 0,1 1-1 0 0,-1-1 1 0 0,0 0 0 0 0,1 0-1 0 0,0 1 1 0 0,-1-1-1 0 0,1 0 1 0 0,0 1 0 0 0,0-1-1 0 0,0 0 1 0 0,1 1-1 0 0,-1-1 1 0 0,0 0 0 0 0,2 5-1 0 0,-1-6 6 0 0,0-1 0 0 0,0 1 0 0 0,0 0 0 0 0,1-1-1 0 0,-1 1 1 0 0,0 0 0 0 0,0-1 0 0 0,1 0 0 0 0,-1 1 0 0 0,0-1 0 0 0,0 0 0 0 0,1 1-1 0 0,-1-1 1 0 0,0 0 0 0 0,1 0 0 0 0,-1 0 0 0 0,0 0 0 0 0,1 0 0 0 0,-1-1 0 0 0,0 1-1 0 0,1 0 1 0 0,0-1 0 0 0,29-8 93 0 0,-28 7-72 0 0,-1 1 1 0 0,0-1 0 0 0,0 0 0 0 0,0 0 0 0 0,0 0 0 0 0,0 0 0 0 0,0 0-1 0 0,2-3 1 0 0,-4 4-6 0 0,1 0 0 0 0,0 0-1 0 0,0 0 1 0 0,-1 0 0 0 0,1 0-1 0 0,-1 0 1 0 0,1 0 0 0 0,-1 0 0 0 0,0 0-1 0 0,1 0 1 0 0,-1 0 0 0 0,0-1-1 0 0,0 1 1 0 0,1 0 0 0 0,-1 0-1 0 0,0 0 1 0 0,0 0 0 0 0,-1-1 0 0 0,1 1-1 0 0,0 0 1 0 0,0-1 0 0 0,-1 1-18 0 0,0 1 1 0 0,1 0-1 0 0,-1-1 1 0 0,1 1-1 0 0,-1 0 1 0 0,0 0 0 0 0,1 0-1 0 0,-1-1 1 0 0,1 1-1 0 0,-1 0 1 0 0,0 0-1 0 0,1 0 1 0 0,-1 0 0 0 0,0 0-1 0 0,1 0 1 0 0,-1 0-1 0 0,0 1 1 0 0,1-1-1 0 0,-1 0 1 0 0,0 0 0 0 0,1 0-1 0 0,-1 1 1 0 0,1-1-1 0 0,-2 1 1 0 0,-19 7-39 0 0,19-7-8 0 0,-10 5-1630 0 0,7 2-3161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6"/>
    </inkml:context>
    <inkml:brush xml:id="br0">
      <inkml:brushProperty name="width" value="0.05" units="cm"/>
      <inkml:brushProperty name="height" value="0.05" units="cm"/>
    </inkml:brush>
  </inkml:definitions>
  <inkml:trace contextRef="#ctx0" brushRef="#br0">1 237 632 0 0,'0'0'155'0'0,"2"-9"3248"0"0,6-26-1624 0 0,-1 0-1 0 0,-2 0 1 0 0,-2-1-1 0 0,-1-51 1 0 0,8 112-1591 0 0,1 65 396 0 0,-4 1 0 0 0,-5 101 1 0 0,-2-124-1254 0 0,3-61-3173 0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7"/>
    </inkml:context>
    <inkml:brush xml:id="br0">
      <inkml:brushProperty name="width" value="0.05" units="cm"/>
      <inkml:brushProperty name="height" value="0.05" units="cm"/>
    </inkml:brush>
  </inkml:definitions>
  <inkml:trace contextRef="#ctx0" brushRef="#br0">27 57 3313 0 0,'-19'-30'5113'0'0,"19"29"-5089"0"0,-1-1 274 0 0,0 0 0 0 0,0 0 1 0 0,0 0-1 0 0,1 0 0 0 0,-1 0 0 0 0,0 0 1 0 0,1 0-1 0 0,-1 0 0 0 0,1 0 0 0 0,0-4 291 0 0,0 19-213 0 0,7 275 390 0 0,0 4-457 0 0,-6-289-2729 0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8"/>
    </inkml:context>
    <inkml:brush xml:id="br0">
      <inkml:brushProperty name="width" value="0.05" units="cm"/>
      <inkml:brushProperty name="height" value="0.05" units="cm"/>
    </inkml:brush>
  </inkml:definitions>
  <inkml:trace contextRef="#ctx0" brushRef="#br0">22 12 5129 0 0,'0'0'686'0'0,"-21"-5"6989"0"0,23 25-7533 0 0,0-1 0 0 0,2 0 1 0 0,0 0-1 0 0,2 0 0 0 0,0-1 1 0 0,1 1-1 0 0,9 17 1 0 0,14 39 425 0 0,-1 25 378 0 0,-29-100-937 0 0,0 1-1 0 0,0 0 0 0 0,1-1 0 0 0,-1 1 0 0 0,0 0 0 0 0,0-1 0 0 0,1 1 1 0 0,-1 0-1 0 0,0-1 0 0 0,1 1 0 0 0,-1-1 0 0 0,0 1 0 0 0,1-1 0 0 0,-1 1 1 0 0,1 0-1 0 0,-1-1 0 0 0,1 0 0 0 0,-1 1 0 0 0,1-1 0 0 0,0 1 0 0 0,-1-1 1 0 0,1 0-1 0 0,-1 1 0 0 0,1-1 0 0 0,0 0 0 0 0,-1 0 0 0 0,1 1 0 0 0,0-1 0 0 0,-1 0 1 0 0,1 0-1 0 0,0 0 0 0 0,-1 0 0 0 0,1 0 0 0 0,0 0 0 0 0,0 0 0 0 0,-1 0 1 0 0,1 0-1 0 0,0 0 0 0 0,-1 0 0 0 0,1-1 0 0 0,0 1 0 0 0,-1 0 0 0 0,1 0 1 0 0,0-1-1 0 0,-1 1 0 0 0,1 0 0 0 0,-1-1 0 0 0,1 1 0 0 0,-1-1 0 0 0,1 1 1 0 0,-1-1-1 0 0,1 1 0 0 0,-1-1 0 0 0,1 1 0 0 0,0-2 0 0 0,3-2 34 0 0,1-1 1 0 0,-1 1-1 0 0,0-1 0 0 0,5-9 0 0 0,6-16 39 0 0,-2 0-1 0 0,12-39 0 0 0,-5 14-27 0 0,-8 18-56 0 0,-9 26 44 0 0,1 0-1 0 0,-1 1 1 0 0,2-1 0 0 0,6-12 0 0 0,-6 14-315 0 0,8-13 695 0 0,-13 22-649 0 0,0-1 1 0 0,1 1-1 0 0,-1-1 1 0 0,1 1-1 0 0,-1 0 1 0 0,1-1-1 0 0,-1 1 1 0 0,1-1-1 0 0,-1 1 1 0 0,1 0-1 0 0,-1-1 0 0 0,1 1 1 0 0,0 0-1 0 0,-1 0 1 0 0,1-1-1 0 0,0 1 1 0 0,0 0-1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399"/>
    </inkml:context>
    <inkml:brush xml:id="br0">
      <inkml:brushProperty name="width" value="0.05" units="cm"/>
      <inkml:brushProperty name="height" value="0.05" units="cm"/>
    </inkml:brush>
  </inkml:definitions>
  <inkml:trace contextRef="#ctx0" brushRef="#br0">55 92 2048 0 0,'0'0'603'0'0,"-11"0"5962"0"0,-10 0-3597 0 0,-2-2-1634 0 0,23 2-1324 0 0,0 0-1 0 0,0 0 1 0 0,0 0-1 0 0,0 0 1 0 0,0-1 0 0 0,0 1-1 0 0,0 0 1 0 0,0 0-1 0 0,0 0 1 0 0,0 0-1 0 0,0-1 1 0 0,0 1 0 0 0,0 0-1 0 0,1 0 1 0 0,-1 0-1 0 0,0 0 1 0 0,0-1-1 0 0,0 1 1 0 0,0 0 0 0 0,0 0-1 0 0,0 0 1 0 0,0 0-1 0 0,0 0 1 0 0,1-1 0 0 0,-1 1-1 0 0,0 0 1 0 0,0 0-1 0 0,0 0 1 0 0,0 0-1 0 0,0 0 1 0 0,1 0 0 0 0,-1 0-1 0 0,0 0 1 0 0,0 0-1 0 0,0 0 1 0 0,0-1-1 0 0,1 1 1 0 0,-1 0 0 0 0,0 0-1 0 0,0 0 1 0 0,0 0-1 0 0,0 0 1 0 0,1 0 0 0 0,-1 0-1 0 0,0 0 1 0 0,0 0-1 0 0,0 1 1 0 0,1-1-1 0 0,42-12 12 0 0,-35 11 86 0 0,111-25 1476 0 0,57-13-76 0 0,-139 32-885 0 0,-21 6-6246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0"/>
    </inkml:context>
    <inkml:brush xml:id="br0">
      <inkml:brushProperty name="width" value="0.05" units="cm"/>
      <inkml:brushProperty name="height" value="0.05" units="cm"/>
    </inkml:brush>
  </inkml:definitions>
  <inkml:trace contextRef="#ctx0" brushRef="#br0">49 1 7017 0 0,'-32'0'5315'0'0,"31"0"-5275"0"0,0 0 1 0 0,0 0-1 0 0,1 0 1 0 0,-1 0-1 0 0,0 0 1 0 0,0 0-1 0 0,1 0 1 0 0,-1 1-1 0 0,0-1 1 0 0,1 0-1 0 0,-1 0 1 0 0,0 1-1 0 0,1-1 1 0 0,-1 0-1 0 0,0 1 1 0 0,1-1-1 0 0,-1 0 1 0 0,1 1 0 0 0,-1-1-1 0 0,1 1 1 0 0,-1-1-1 0 0,1 1 1 0 0,-2 1-1 0 0,2-2-26 0 0,0 1-1 0 0,0-1 1 0 0,0 1-1 0 0,1-1 1 0 0,-1 1-1 0 0,0-1 1 0 0,0 0-1 0 0,0 1 1 0 0,0-1-1 0 0,0 1 1 0 0,1-1-1 0 0,-1 1 1 0 0,0-1-1 0 0,0 0 1 0 0,1 1-1 0 0,-1-1 1 0 0,0 0-1 0 0,1 1 1 0 0,-1-1-1 0 0,0 0 1 0 0,1 1-1 0 0,-1-1 1 0 0,0 0-1 0 0,1 1 1 0 0,-1-1-1 0 0,1 0 1 0 0,-1 0-1 0 0,1 0 1 0 0,-1 0-1 0 0,1 1 1 0 0,-1-1-1 0 0,0 0 1 0 0,1 0-1 0 0,-1 0 1 0 0,1 0-1 0 0,-1 0 1 0 0,1 0-1 0 0,0 0 1 0 0,69 9 517 0 0,-46-7-136 0 0,33 8 1 0 0,-56-10-354 0 0,0 1 0 0 0,1-1 0 0 0,-1 1 1 0 0,0 0-1 0 0,0-1 0 0 0,0 1 0 0 0,1 0 1 0 0,-1 0-1 0 0,0-1 0 0 0,0 1 0 0 0,0 0 1 0 0,0 0-1 0 0,0 0 0 0 0,-1 1 0 0 0,1-1 0 0 0,0 0 1 0 0,0 0-1 0 0,-1 0 0 0 0,1 1 0 0 0,-1-1 1 0 0,1 0-1 0 0,-1 0 0 0 0,0 1 0 0 0,1-1 1 0 0,-1 0-1 0 0,0 1 0 0 0,0-1 0 0 0,0 1 1 0 0,0-1-1 0 0,0 0 0 0 0,0 1 0 0 0,0-1 1 0 0,0 0-1 0 0,-1 1 0 0 0,1-1 0 0 0,0 0 1 0 0,-2 3-1 0 0,1 1-39 0 0,-1 0 0 0 0,1-1 0 0 0,-1 1 0 0 0,-1 0 0 0 0,1-1 0 0 0,-1 1 0 0 0,1-1 0 0 0,-1 0 0 0 0,-4 5 0 0 0,3-6-13 0 0,0 1 0 0 0,-1-1 0 0 0,1 0 1 0 0,-1-1-1 0 0,-5 3 0 0 0,-9 6-1449 0 0,15-7-704 0 0,2 3-822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1"/>
    </inkml:context>
    <inkml:brush xml:id="br0">
      <inkml:brushProperty name="width" value="0.05" units="cm"/>
      <inkml:brushProperty name="height" value="0.05" units="cm"/>
    </inkml:brush>
  </inkml:definitions>
  <inkml:trace contextRef="#ctx0" brushRef="#br0">53 127 6177 0 0,'-2'-2'1766'0'0,"-18"-16"948"0"0,11 12-1876 0 0,8 5-741 0 0,-1 0 0 0 0,1 0 1 0 0,0 1-1 0 0,-1-1 0 0 0,1 0 0 0 0,-1 0 0 0 0,1 1 0 0 0,-1-1 0 0 0,0 1 0 0 0,1 0 0 0 0,-1-1 0 0 0,-1 1 0 0 0,3 0-2 0 0,30-2 477 0 0,11-5-248 0 0,-1-2-1 0 0,42-15 0 0 0,-47 13 78 0 0,1 1-1 0 0,67-10 0 0 0,-91 20-532 0 0,12-3 443 0 0,-12-3-4178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2"/>
    </inkml:context>
    <inkml:brush xml:id="br0">
      <inkml:brushProperty name="width" value="0.05" units="cm"/>
      <inkml:brushProperty name="height" value="0.05" units="cm"/>
    </inkml:brush>
  </inkml:definitions>
  <inkml:trace contextRef="#ctx0" brushRef="#br0">15 11 6865 0 0,'0'0'637'0'0,"-15"0"4004"0"0,78-5-4210 0 0,-50 3-245 0 0,0 0 0 0 0,1 1 1 0 0,-1 1-1 0 0,0 0 0 0 0,0 1 0 0 0,0 0 0 0 0,23 6 0 0 0,-35-7-141 0 0,0 1 1 0 0,0-1-1 0 0,0 1 0 0 0,0-1 1 0 0,-1 1-1 0 0,1 0 0 0 0,0-1 1 0 0,0 1-1 0 0,-1 0 0 0 0,1 0 1 0 0,0-1-1 0 0,-1 1 0 0 0,1 0 1 0 0,0 0-1 0 0,-1 0 0 0 0,0 0 1 0 0,1 0-1 0 0,-1 0 0 0 0,1 0 1 0 0,-1 0-1 0 0,0 0 0 0 0,0 0 1 0 0,0 0-1 0 0,0 0 0 0 0,0 0 1 0 0,0 0-1 0 0,0 0 0 0 0,0 0 1 0 0,0 1-1 0 0,0-1 0 0 0,0 0 1 0 0,0 0-1 0 0,-1 0 0 0 0,0 1 1 0 0,0 1-36 0 0,0 0 0 0 0,0 0 0 0 0,0 0 0 0 0,0 0 0 0 0,0-1 0 0 0,-1 1 0 0 0,0-1 0 0 0,1 1 0 0 0,-1-1 0 0 0,0 1 0 0 0,-4 3 0 0 0,-3 0-316 0 0,0 0 0 0 0,-1-1 0 0 0,1 0 0 0 0,-1-1 0 0 0,0 1 0 0 0,-1-2 0 0 0,-11 4 0 0 0,15-6-3174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3"/>
    </inkml:context>
    <inkml:brush xml:id="br0">
      <inkml:brushProperty name="width" value="0.05" units="cm"/>
      <inkml:brushProperty name="height" value="0.05" units="cm"/>
    </inkml:brush>
  </inkml:definitions>
  <inkml:trace contextRef="#ctx0" brushRef="#br0">41 202 7586 0 0,'-5'0'899'0'0,"-17"0"402"0"0,21 0-1237 0 0,1 0 0 0 0,-1 0 0 0 0,1 1 0 0 0,-1-2 0 0 0,1 1 0 0 0,-1 0 0 0 0,1 0 0 0 0,-1 0-1 0 0,1 0 1 0 0,-1 0 0 0 0,1 0 0 0 0,-1 0 0 0 0,1-1 0 0 0,0 1 0 0 0,-1 0 0 0 0,1 0 0 0 0,-1-1 0 0 0,1 1 0 0 0,-1 0 0 0 0,1-1 0 0 0,0 1-1 0 0,-1 0 1 0 0,1-1 0 0 0,0 1 0 0 0,-1-1 0 0 0,1 1 0 0 0,0 0 0 0 0,0-1 0 0 0,-1 1 0 0 0,1-2 0 0 0,0 2-29 0 0,0 0 1 0 0,0 0 0 0 0,0-1-1 0 0,0 1 1 0 0,0 0-1 0 0,1 0 1 0 0,-1-1-1 0 0,0 1 1 0 0,0 0 0 0 0,0 0-1 0 0,0-1 1 0 0,0 1-1 0 0,1 0 1 0 0,-1 0-1 0 0,0 0 1 0 0,0-1 0 0 0,0 1-1 0 0,1 0 1 0 0,-1 0-1 0 0,0 0 1 0 0,0 0-1 0 0,1 0 1 0 0,-1-1 0 0 0,0 1-1 0 0,0 0 1 0 0,1 0-1 0 0,-1 0 1 0 0,0 0-1 0 0,1 0 1 0 0,-1 0 0 0 0,0 0-1 0 0,0 0 1 0 0,1 0-1 0 0,-1 0 1 0 0,0 0 0 0 0,0 0-1 0 0,1 0 1 0 0,-1 0-1 0 0,1 1 1 0 0,45-12 791 0 0,-1-1 0 0 0,0-2-1 0 0,59-27 1 0 0,-50 19-434 0 0,98-27 0 0 0,-118 42-340 0 0,-19 5-5 0 0,0-1 0 0 0,23-9 0 0 0,-25 3-417 0 0,-7 1-5510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4"/>
    </inkml:context>
    <inkml:brush xml:id="br0">
      <inkml:brushProperty name="width" value="0.05" units="cm"/>
      <inkml:brushProperty name="height" value="0.05" units="cm"/>
    </inkml:brush>
  </inkml:definitions>
  <inkml:trace contextRef="#ctx0" brushRef="#br0">310 13 5185 0 0,'-12'-6'4233'0'0,"11"5"-4073"0"0,0 1 0 0 0,0-1-1 0 0,0 0 1 0 0,0 1-1 0 0,0-1 1 0 0,-1 0 0 0 0,1 1-1 0 0,0 0 1 0 0,0-1 0 0 0,0 1-1 0 0,-1 0 1 0 0,1-1 0 0 0,-2 1-1 0 0,-6 1 1 0 0,1 0-1 0 0,0 0 1 0 0,-1 0 0 0 0,1 1-1 0 0,0 1 1 0 0,0-1 0 0 0,0 2-1 0 0,0-1 1 0 0,0 1-1 0 0,1 0 1 0 0,0 0 0 0 0,0 1-1 0 0,-11 9 1 0 0,-2 3 453 0 0,1 2 0 0 0,1 0 0 0 0,-17 23-1 0 0,24-27-434 0 0,0 2 0 0 0,1-1-1 0 0,1 1 1 0 0,1 0-1 0 0,-7 19 1 0 0,14-34-165 0 0,1-1 0 0 0,0 0 0 0 0,-1 1 0 0 0,1-1 1 0 0,0 1-1 0 0,-1-1 0 0 0,1 1 0 0 0,0-1 0 0 0,0 1 0 0 0,0-1 0 0 0,0 1 0 0 0,1-1 0 0 0,-1 1 0 0 0,0-1 1 0 0,1 0-1 0 0,-1 1 0 0 0,1-1 0 0 0,-1 1 0 0 0,1-1 0 0 0,-1 0 0 0 0,1 1 0 0 0,1 0 0 0 0,0 1-1 0 0,0-1 0 0 0,0 0-1 0 0,1 0 1 0 0,-1 0-1 0 0,1 0 1 0 0,-1-1 0 0 0,1 1-1 0 0,0-1 1 0 0,-1 1-1 0 0,5 0 1 0 0,4 2-136 0 0,0-1 1 0 0,0-1-1 0 0,0 0 0 0 0,20 2 1 0 0,-20-4-739 0 0,0 0 1 0 0,0-1-1 0 0,0 0 1 0 0,1-1-1 0 0,-2 0 1 0 0,22-7-1 0 0,7-5-4802 0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5"/>
    </inkml:context>
    <inkml:brush xml:id="br0">
      <inkml:brushProperty name="width" value="0.05" units="cm"/>
      <inkml:brushProperty name="height" value="0.05" units="cm"/>
    </inkml:brush>
  </inkml:definitions>
  <inkml:trace contextRef="#ctx0" brushRef="#br0">145 28 8850 0 0,'-14'-27'6455'0'0,"14"27"-6342"0"0,0 31-41 0 0,-1 0 0 0 0,-1 1 1 0 0,-2-1-1 0 0,-2 0 0 0 0,0-1 0 0 0,-2 1 0 0 0,-16 38 0 0 0,21-61-43 0 0,-1 0 0 0 0,0 0 0 0 0,-1 0 0 0 0,0-1 0 0 0,0 1 0 0 0,0-1 0 0 0,-1 0 0 0 0,-8 7-1 0 0,11-11 95 0 0,0 1-1 0 0,0-1 1 0 0,1 1-1 0 0,-1-1 1 0 0,1 1-1 0 0,0 0 1 0 0,0 0-1 0 0,0 0 1 0 0,1 0-1 0 0,-1 0 1 0 0,1 0-1 0 0,0 1 1 0 0,0 5 0 0 0,2-9-111 0 0,-1 0 1 0 0,1-1-1 0 0,1 1 1 0 0,-1 0 0 0 0,0-1-1 0 0,0 1 1 0 0,0-1 0 0 0,0 1-1 0 0,0-1 1 0 0,0 1 0 0 0,1-1-1 0 0,-1 0 1 0 0,0 0 0 0 0,0 0-1 0 0,1 1 1 0 0,-1-1 0 0 0,2-1-1 0 0,-1 2 6 0 0,16-2-48 0 0,0 1 0 0 0,0-2 0 0 0,-1-1 1 0 0,1 0-1 0 0,-1-1 0 0 0,1 0 0 0 0,-1-2 0 0 0,-1 0 0 0 0,1-1 1 0 0,25-15-1 0 0,-38 19-481 0 0,-1 0 0 0 0,0 0 0 0 0,0 0 0 0 0,0 0 0 0 0,0-1 0 0 0,0 1 0 0 0,-1-1 0 0 0,0 0 0 0 0,1 0 0 0 0,-1 0 0 0 0,-1 0 0 0 0,4-8 0 0 0,1-4-1853 0 0,0 4-404 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6"/>
    </inkml:context>
    <inkml:brush xml:id="br0">
      <inkml:brushProperty name="width" value="0.05" units="cm"/>
      <inkml:brushProperty name="height" value="0.05" units="cm"/>
    </inkml:brush>
  </inkml:definitions>
  <inkml:trace contextRef="#ctx0" brushRef="#br0">14 91 9418 0 0,'-1'0'105'0'0,"1"0"0"0"0,-1 0 0 0 0,0 0 1 0 0,1 0-1 0 0,-1 0 0 0 0,1-1 0 0 0,-1 1 0 0 0,0 0 0 0 0,1-1 1 0 0,-1 1-1 0 0,1 0 0 0 0,-1-1 0 0 0,1 1 0 0 0,-1-1 0 0 0,1 1 1 0 0,-1-1-1 0 0,1 1 0 0 0,-1-1 0 0 0,1 1 0 0 0,0-1 0 0 0,-1 1 0 0 0,1-1 1 0 0,0 0-1 0 0,0 1 0 0 0,-1-1 0 0 0,1 1 0 0 0,0-1 0 0 0,0 0 1 0 0,0 1-1 0 0,0-1 0 0 0,0 0 0 0 0,0 1 0 0 0,0-1 0 0 0,0 0 1 0 0,0 1-1 0 0,0-1 0 0 0,0 0 0 0 0,0 1 0 0 0,0-1 0 0 0,0 0 0 0 0,1 1 1 0 0,-1-1-1 0 0,0 1 0 0 0,0-1 0 0 0,1 0 0 0 0,-1 1 0 0 0,1-1 1 0 0,-1 1-1 0 0,0-1 0 0 0,1 1 0 0 0,-1-1 0 0 0,1 1 0 0 0,0-1 1 0 0,14-8-249 0 0,0 1 1 0 0,0 0 0 0 0,1 1 0 0 0,1 1 0 0 0,-1 0 0 0 0,1 1 0 0 0,0 1 0 0 0,0 1 0 0 0,0 0 0 0 0,19 0 0 0 0,-16 2-1782 0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7"/>
    </inkml:context>
    <inkml:brush xml:id="br0">
      <inkml:brushProperty name="width" value="0.05" units="cm"/>
      <inkml:brushProperty name="height" value="0.05" units="cm"/>
    </inkml:brush>
  </inkml:definitions>
  <inkml:trace contextRef="#ctx0" brushRef="#br0">103 15 10178 0 0,'0'0'-24'0'0,"-21"18"3569"0"0,13 3-3174 0 0,0 0 0 0 0,1 1 1 0 0,1 0-1 0 0,1 0 0 0 0,-3 28 0 0 0,3-18-14 0 0,2-15-251 0 0,-1-1 0 0 0,0 1 0 0 0,-1-1 0 0 0,-13 27 0 0 0,17-34-3611 0 0,2-9 3308 0 0,-1 0 1 0 0,0 0 0 0 0,1 0 0 0 0,-1-1-1 0 0,1 1 1 0 0,-1 0 0 0 0,1 0 0 0 0,-1-1-1 0 0,0 1 1 0 0,1 0 0 0 0,-1 0 0 0 0,0-1-1 0 0,1 1 1 0 0,-1 0 0 0 0,0-1 0 0 0,1 1-1 0 0,-1-1 1 0 0,0 1 0 0 0,0 0 0 0 0,1-1 0 0 0,-1 1-1 0 0,0-1 1 0 0,0 0 0 0 0,7-12-531 0 0,-1 0 0 0 0,0 0 0 0 0,-1-1 0 0 0,4-18 0 0 0,8-57 1023 0 0,3-13 4204 0 0,-19 97-4080 0 0,1 1-1 0 0,0 0 0 0 0,0 0 1 0 0,0 0-1 0 0,1 0 0 0 0,-1 0 1 0 0,1 0-1 0 0,5-5 0 0 0,-7 8-312 0 0,0 0 1 0 0,0-1-1 0 0,0 1 0 0 0,0 0 0 0 0,0 0 0 0 0,1 0 0 0 0,-1 0 0 0 0,0 0 0 0 0,1 1 0 0 0,-1-1 1 0 0,1 0-1 0 0,-1 1 0 0 0,1-1 0 0 0,-1 1 0 0 0,1-1 0 0 0,-1 1 0 0 0,1-1 0 0 0,-1 1 0 0 0,1 0 1 0 0,0 0-1 0 0,-1 0 0 0 0,1 0 0 0 0,-1 0 0 0 0,1 1 0 0 0,0-1 0 0 0,-1 0 0 0 0,1 1 0 0 0,1 0 1 0 0,-2 0-86 0 0,0-1 1 0 0,0 1 0 0 0,-1 0-1 0 0,1 1 1 0 0,0-1 0 0 0,-1 0-1 0 0,1 0 1 0 0,0 0 0 0 0,-1 0 0 0 0,1 0-1 0 0,-1 1 1 0 0,0-1 0 0 0,1 0-1 0 0,-1 0 1 0 0,0 1 0 0 0,0-1-1 0 0,0 0 1 0 0,0 3 0 0 0,0 23 122 0 0,-2-20-107 0 0,1 0 1 0 0,-1 0-1 0 0,0 0 1 0 0,-1 0-1 0 0,1 0 0 0 0,-1-1 1 0 0,-7 11-1 0 0,6-11-18 0 0,1 1-1 0 0,-1 1 1 0 0,1-1 0 0 0,-4 15-1 0 0,7-21-18 0 0,0 0-1 0 0,0 1 1 0 0,0-1-1 0 0,0 0 1 0 0,1 1 0 0 0,-1-1-1 0 0,0 0 1 0 0,1 1-1 0 0,-1-1 1 0 0,0 0 0 0 0,1 0-1 0 0,0 0 1 0 0,-1 1-1 0 0,1-1 1 0 0,0 0 0 0 0,-1 0-1 0 0,1 0 1 0 0,0 0-1 0 0,0 0 1 0 0,0 0-1 0 0,0 0 1 0 0,0 0 0 0 0,2 0-1 0 0,33 21 37 0 0,-18-12-47 0 0,-15-8 109 0 0,0 1 0 0 0,0 0 0 0 0,-1 0 0 0 0,1 0 0 0 0,-1 0 0 0 0,1 1 0 0 0,-1-1 0 0 0,0 0-1 0 0,0 1 1 0 0,2 6 0 0 0,-3-9-42 0 0,-1 1-1 0 0,1-1 1 0 0,-1 0-1 0 0,1 1 1 0 0,-1-1-1 0 0,0 0 0 0 0,1 1 1 0 0,-1-1-1 0 0,0 0 1 0 0,0 1-1 0 0,0-1 1 0 0,0 1-1 0 0,0-1 1 0 0,0 0-1 0 0,-1 1 1 0 0,1-1-1 0 0,0 0 1 0 0,-1 1-1 0 0,1-1 1 0 0,-1 0-1 0 0,1 0 1 0 0,-1 1-1 0 0,1-1 0 0 0,-1 0 1 0 0,0 0-1 0 0,0 0 1 0 0,0 0-1 0 0,0 0 1 0 0,1 0-1 0 0,-2 0 1 0 0,1 0-1 0 0,0 0 1 0 0,0 0-1 0 0,0 0 1 0 0,-2 0-1 0 0,-14 6 97 0 0,0-1 1 0 0,0-1-1 0 0,-34 6 1 0 0,44-9-432 0 0,0 0 1 0 0,0 0-1 0 0,0 1 1 0 0,1 0 0 0 0,-11 6-1 0 0,14-6-2622 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8"/>
    </inkml:context>
    <inkml:brush xml:id="br0">
      <inkml:brushProperty name="width" value="0.05" units="cm"/>
      <inkml:brushProperty name="height" value="0.05" units="cm"/>
    </inkml:brush>
  </inkml:definitions>
  <inkml:trace contextRef="#ctx0" brushRef="#br0">62 101 3337 0 0,'-3'-32'2793'0'0,"2"25"-2107"0"0,1 0 0 0 0,-1 0 0 0 0,1 0 0 0 0,0 0 0 0 0,0 0 0 0 0,2-8 0 0 0,-2 14-583 0 0,1 1-1 0 0,-1-1 1 0 0,0 0 0 0 0,0 1 0 0 0,0-1 0 0 0,1 0 0 0 0,-1 1 0 0 0,0-1 0 0 0,1 1 0 0 0,-1-1 0 0 0,1 1 0 0 0,-1-1-1 0 0,1 0 1 0 0,-1 1 0 0 0,1 0 0 0 0,-1-1 0 0 0,1 1 0 0 0,0-1 0 0 0,-1 1-89 0 0,1 0 1 0 0,-1 0-1 0 0,0 0 1 0 0,1 0-1 0 0,-1 0 1 0 0,0 1-1 0 0,1-1 1 0 0,-1 0-1 0 0,0 0 0 0 0,1 0 1 0 0,-1 0-1 0 0,0 1 1 0 0,0-1-1 0 0,1 0 1 0 0,-1 0-1 0 0,0 1 1 0 0,0-1-1 0 0,1 0 0 0 0,-1 0 1 0 0,0 1-1 0 0,0-1 1 0 0,0 0-1 0 0,0 1 1 0 0,0-1-1 0 0,1 0 1 0 0,-1 1-1 0 0,0-1 0 0 0,0 0 1 0 0,0 1-1 0 0,0-1 1 0 0,0 0-1 0 0,0 1 1 0 0,0-1-1 0 0,0 0 1 0 0,0 1-1 0 0,0-1 1 0 0,0 0-1 0 0,0 1 0 0 0,-1-1 1 0 0,1 0-1 0 0,0 1 1 0 0,0-1-1 0 0,-2 32 82 0 0,-2 0 0 0 0,-1-1 0 0 0,-1 0-1 0 0,-13 36 1 0 0,9-30 2 0 0,1 1-1 0 0,-7 54 0 0 0,16-86-303 0 0,-1 12 252 0 0,2-6-2872 0 0,1-9 759 0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09"/>
    </inkml:context>
    <inkml:brush xml:id="br0">
      <inkml:brushProperty name="width" value="0.05" units="cm"/>
      <inkml:brushProperty name="height" value="0.05" units="cm"/>
    </inkml:brush>
  </inkml:definitions>
  <inkml:trace contextRef="#ctx0" brushRef="#br0">16 102 7538 0 0,'-1'0'90'0'0,"0"0"0"0"0,1 0 0 0 0,-1 0 0 0 0,0-1 0 0 0,1 1 0 0 0,-1 0 0 0 0,0 0 0 0 0,1 0 0 0 0,-1-1 0 0 0,1 1 0 0 0,-1 0 0 0 0,0-1 1 0 0,1 1-1 0 0,-1-1 0 0 0,1 1 0 0 0,-1-1 0 0 0,1 1 0 0 0,-1 0 0 0 0,1-1 0 0 0,0 0 0 0 0,-1 1 0 0 0,1-1 0 0 0,-1 1 0 0 0,1-1 0 0 0,0 0 0 0 0,0 1 0 0 0,-1-1 1 0 0,1 1-1 0 0,0-1 0 0 0,0 0 0 0 0,0-1 0 0 0,-1 1 32 0 0,1 0 1 0 0,0 0-1 0 0,0-1 1 0 0,0 1-1 0 0,0 0 1 0 0,0 0 0 0 0,0 0-1 0 0,1-1 1 0 0,-1 1-1 0 0,0 0 1 0 0,1 0-1 0 0,-1 0 1 0 0,0 0-1 0 0,1-1 1 0 0,-1 1-1 0 0,1 0 1 0 0,1-1-1 0 0,2-1-5 0 0,0 0 0 0 0,0 1-1 0 0,0-1 1 0 0,0 1-1 0 0,1 0 1 0 0,-1 0 0 0 0,1 1-1 0 0,-1-1 1 0 0,1 1-1 0 0,0 0 1 0 0,-1 0 0 0 0,10 0-1 0 0,-6 0 21 0 0,0 0-1 0 0,-1-1 1 0 0,13-4-1 0 0,-2-3 48 0 0,22-9-125 0 0,-38 17-50 0 0,0 1 1 0 0,0-1-1 0 0,-1 1 1 0 0,1-1 0 0 0,0 1-1 0 0,0 0 1 0 0,0 0-1 0 0,0 0 1 0 0,0 0-1 0 0,0 0 1 0 0,0 1-1 0 0,-1-1 1 0 0,1 0-1 0 0,0 1 1 0 0,0-1-1 0 0,0 1 1 0 0,-1 0 0 0 0,1 0-1 0 0,3 1 1 0 0,-4 0 3 0 0,0-1 0 0 0,1 1 1 0 0,-1 0-1 0 0,0-1 0 0 0,0 1 1 0 0,0 0-1 0 0,0 0 1 0 0,0 0-1 0 0,-1-1 0 0 0,1 1 1 0 0,0 0-1 0 0,-1 0 1 0 0,1 0-1 0 0,-1 0 0 0 0,0 1 1 0 0,0-1-1 0 0,0 0 0 0 0,0 0 1 0 0,0 2-1 0 0,-1 2 8 0 0,1 0 1 0 0,-1 0-1 0 0,-1 1 0 0 0,1-1 0 0 0,-3 6 0 0 0,-18 26 88 0 0,18-32-106 0 0,0 1 0 0 0,0-1 0 0 0,0 1 0 0 0,-2 7 0 0 0,6-13-1 0 0,0 0 0 0 0,0 0 0 0 0,0-1 0 0 0,0 1 0 0 0,0 0 0 0 0,0 0 0 0 0,0-1 0 0 0,0 1 0 0 0,1 0 0 0 0,-1 0 0 0 0,0-1 0 0 0,1 1 0 0 0,-1 0-1 0 0,0-1 1 0 0,1 1 0 0 0,-1 0 0 0 0,1-1 0 0 0,-1 1 0 0 0,1 0 0 0 0,-1-1 0 0 0,1 1 0 0 0,-1-1 0 0 0,1 1 0 0 0,0-1 0 0 0,-1 0 0 0 0,1 1 0 0 0,-1-1 0 0 0,1 1 0 0 0,0-1-1 0 0,0 0 1 0 0,-1 0 0 0 0,2 1 0 0 0,30 9-14 0 0,-26-9 39 0 0,-3 0 38 0 0,-1-1 0 0 0,0 1 1 0 0,1 0-1 0 0,-1 0 0 0 0,0 0 0 0 0,1 0 0 0 0,-1 0 0 0 0,0 0 0 0 0,3 3 1 0 0,-5-4-43 0 0,0 1 1 0 0,0-1-1 0 0,1 0 1 0 0,-1 0-1 0 0,0 1 1 0 0,0-1-1 0 0,0 0 1 0 0,0 0-1 0 0,0 1 1 0 0,0-1-1 0 0,0 0 1 0 0,0 0-1 0 0,0 1 1 0 0,0-1-1 0 0,0 0 1 0 0,0 1-1 0 0,0-1 1 0 0,0 0-1 0 0,0 0 1 0 0,0 1-1 0 0,0-1 1 0 0,0 0-1 0 0,0 0 1 0 0,0 1-1 0 0,0-1 1 0 0,0 0-1 0 0,0 0 1 0 0,-1 1-1 0 0,1-1 1 0 0,0 0-1 0 0,-14 11 95 0 0,-3-3-130 0 0,0 0 1 0 0,0-1 0 0 0,-1-1 0 0 0,-36 6 0 0 0,42-7-4313 0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0"/>
    </inkml:context>
    <inkml:brush xml:id="br0">
      <inkml:brushProperty name="width" value="0.05" units="cm"/>
      <inkml:brushProperty name="height" value="0.05" units="cm"/>
    </inkml:brush>
  </inkml:definitions>
  <inkml:trace contextRef="#ctx0" brushRef="#br0">166 12 8706 0 0,'-20'-12'6479'0'0,"18"15"-6407"0"0,-1 0 0 0 0,1 0 1 0 0,0 1-1 0 0,0-1 1 0 0,0 1-1 0 0,0-1 0 0 0,1 1 1 0 0,-1 0-1 0 0,1-1 1 0 0,0 1-1 0 0,0 0 0 0 0,0 4 1 0 0,-1 0 15 0 0,-24 98 179 0 0,20-72-429 0 0,-2-1 1 0 0,-1 0 0 0 0,-2 0-1 0 0,-25 53 1 0 0,33-79 139 0 0,2-5 41 0 0,1-1-1 0 0,0 0 1 0 0,-1 1 0 0 0,1-1-1 0 0,-1 0 1 0 0,0 0-1 0 0,1 0 1 0 0,-1 1-1 0 0,0-1 1 0 0,0 0 0 0 0,0 0-1 0 0,0 0 1 0 0,0 0-1 0 0,0 0 1 0 0,0-1-1 0 0,0 1 1 0 0,0 0 0 0 0,0 0-1 0 0,0-1 1 0 0,-1 1-1 0 0,1 0 1 0 0,-3 0-1 0 0,19-14 913 0 0,12-6-924 0 0,1 1-1 0 0,1 2 0 0 0,51-22 1 0 0,-70 30-2977 0 0,-5-1-2421 0 0,-3 4 1389 0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1"/>
    </inkml:context>
    <inkml:brush xml:id="br0">
      <inkml:brushProperty name="width" value="0.05" units="cm"/>
      <inkml:brushProperty name="height" value="0.05" units="cm"/>
    </inkml:brush>
  </inkml:definitions>
  <inkml:trace contextRef="#ctx0" brushRef="#br0">6 110 6449 0 0,'0'0'665'0'0,"-6"-16"4506"0"0,7 15-5017 0 0,0-1 0 0 0,0 0 0 0 0,0 1 0 0 0,0-1-1 0 0,0 1 1 0 0,0-1 0 0 0,1 1 0 0 0,-1-1 0 0 0,0 1 0 0 0,1 0-1 0 0,-1 0 1 0 0,1 0 0 0 0,0-1 0 0 0,-1 2 0 0 0,1-1-1 0 0,0 0 1 0 0,-1 0 0 0 0,1 0 0 0 0,2 0 0 0 0,43-11-183 0 0,-32 9 294 0 0,16-4-174 0 0,-17 4-103 0 0,-1 0 1 0 0,0-1 0 0 0,0 0 0 0 0,23-11 0 0 0,-31 12-259 0 0,1 1 0 0 0,0-1 0 0 0,-1 1 0 0 0,1 0 0 0 0,0 1 0 0 0,0-1 0 0 0,0 1 0 0 0,0 0 0 0 0,0 1 0 0 0,9-1 0 0 0,-3 1-1615 0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2"/>
    </inkml:context>
    <inkml:brush xml:id="br0">
      <inkml:brushProperty name="width" value="0.05" units="cm"/>
      <inkml:brushProperty name="height" value="0.05" units="cm"/>
    </inkml:brush>
  </inkml:definitions>
  <inkml:trace contextRef="#ctx0" brushRef="#br0">208 1 8802 0 0,'-9'11'1795'0'0,"1"7"-1103"0"0,0-1 1 0 0,-1-1-1 0 0,0 0 1 0 0,-18 23-1 0 0,11-18 32 0 0,-20 40-1 0 0,16-16-302 0 0,-20 69 1 0 0,18-68-241 0 0,21-44-428 0 0,-2 6 17 0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3"/>
    </inkml:context>
    <inkml:brush xml:id="br0">
      <inkml:brushProperty name="width" value="0.05" units="cm"/>
      <inkml:brushProperty name="height" value="0.05" units="cm"/>
    </inkml:brush>
  </inkml:definitions>
  <inkml:trace contextRef="#ctx0" brushRef="#br0">40 50 5257 0 0,'-3'-2'4528'0'0,"-6"-9"-2097"0"0,11 9-2276 0 0,0 1 0 0 0,0-1 0 0 0,0 1-1 0 0,0 0 1 0 0,0 0 0 0 0,0 0 0 0 0,0 0 0 0 0,0 0 0 0 0,4 0-1 0 0,-1-1 30 0 0,10-4 272 0 0,0 2 0 0 0,20-5 0 0 0,-30 8-415 0 0,-1 0 1 0 0,0 0-1 0 0,1 1 1 0 0,-1 0 0 0 0,0 0-1 0 0,1 0 1 0 0,-1 0-1 0 0,1 1 1 0 0,-1-1 0 0 0,0 1-1 0 0,0 0 1 0 0,1 0-1 0 0,4 3 1 0 0,-8-3-13 0 0,1 0-1 0 0,0 0 0 0 0,-1 1 1 0 0,1-1-1 0 0,-1 1 1 0 0,1-1-1 0 0,-1 1 1 0 0,0-1-1 0 0,1 1 1 0 0,-1 0-1 0 0,0 0 0 0 0,0 0 1 0 0,0-1-1 0 0,-1 1 1 0 0,1 0-1 0 0,0 0 1 0 0,-1 0-1 0 0,1 0 1 0 0,-1 0-1 0 0,0 1 1 0 0,1-1-1 0 0,-1 0 0 0 0,0 0 1 0 0,0 0-1 0 0,0 0 1 0 0,-1 3-1 0 0,-1 5 84 0 0,0 0 1 0 0,-1 0-1 0 0,0-1 0 0 0,-5 11 0 0 0,5-13-41 0 0,0-2-37 0 0,0-1 1 0 0,0 0-1 0 0,0 1 0 0 0,-1-1 0 0 0,1 0 0 0 0,-1 0 0 0 0,0-1 0 0 0,0 1 0 0 0,-1-1 0 0 0,1 0 0 0 0,-1 0 0 0 0,1 0 1 0 0,-10 3-1 0 0,7-3-29 0 0,1 1 0 0 0,-1 0 0 0 0,1 0 0 0 0,0 0 1 0 0,1 0-1 0 0,-1 1 0 0 0,-8 9 0 0 0,9-8-14 0 0,-5 9-23 0 0,10-15 32 0 0,0 1 0 0 0,0-1 0 0 0,0 1 1 0 0,0-1-1 0 0,0 0 0 0 0,0 1 0 0 0,0-1 1 0 0,1 1-1 0 0,-1-1 0 0 0,0 0 0 0 0,0 1 1 0 0,0-1-1 0 0,0 0 0 0 0,1 1 0 0 0,-1-1 1 0 0,0 0-1 0 0,0 1 0 0 0,1-1 0 0 0,-1 0 1 0 0,0 1-1 0 0,1-1 0 0 0,-1 0 0 0 0,0 0 1 0 0,1 1-1 0 0,-1-1 0 0 0,0 0 0 0 0,1 0 1 0 0,-1 0-1 0 0,0 0 0 0 0,1 1 0 0 0,-1-1 1 0 0,1 0-1 0 0,-1 0 0 0 0,0 0 0 0 0,1 0 1 0 0,-1 0-1 0 0,1 0 0 0 0,-1 0 0 0 0,0 0 1 0 0,1 0-1 0 0,-1 0 0 0 0,1 0 0 0 0,29 2-16 0 0,19 2 27 0 0,-45-3-6 0 0,-1-1-1 0 0,0 1 1 0 0,0 0 0 0 0,1 0-1 0 0,-1 1 1 0 0,0-1 0 0 0,0 1-1 0 0,0 0 1 0 0,0-1 0 0 0,0 1-1 0 0,3 4 1 0 0,-4-4 67 0 0,-1 0 0 0 0,0 0 0 0 0,1 0 0 0 0,-1 0 0 0 0,0 0 0 0 0,0 1-1 0 0,0-1 1 0 0,-1 0 0 0 0,1 1 0 0 0,-1-1 0 0 0,1 0 0 0 0,-1 1 0 0 0,0-1 0 0 0,0 1 0 0 0,0-1 0 0 0,0 1-1 0 0,0-1 1 0 0,0 0 0 0 0,-1 4 0 0 0,0-1 37 0 0,-1 0 0 0 0,1 0 0 0 0,-1 0 0 0 0,1 0 0 0 0,-1 0-1 0 0,-1-1 1 0 0,1 1 0 0 0,-4 5 0 0 0,2-7-82 0 0,0-1-1 0 0,0 1 1 0 0,0-1-1 0 0,0 1 1 0 0,-1-1 0 0 0,1-1-1 0 0,-1 1 1 0 0,1-1-1 0 0,-1 1 1 0 0,1-1-1 0 0,-9 0 1 0 0,-19 7 86 0 0,-30 19 14 0 0,42-19-4280 0 0,17-8 1519 0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4"/>
    </inkml:context>
    <inkml:brush xml:id="br0">
      <inkml:brushProperty name="width" value="0.05" units="cm"/>
      <inkml:brushProperty name="height" value="0.05" units="cm"/>
    </inkml:brush>
  </inkml:definitions>
  <inkml:trace contextRef="#ctx0" brushRef="#br0">33 108 2785 0 0,'-22'-4'10031'0'0,"21"3"-9873"0"0,0 1 0 0 0,0 0 1 0 0,1-1-1 0 0,-1 1 0 0 0,0-1 0 0 0,1 1 0 0 0,-1-1 1 0 0,1 1-1 0 0,-1-1 0 0 0,0 0 0 0 0,1 1 0 0 0,-1-1 1 0 0,1 0-1 0 0,0 1 0 0 0,-1-1 0 0 0,1 0 0 0 0,-1-1 1 0 0,1 1-148 0 0,0-1 1 0 0,0 1 0 0 0,0-1-1 0 0,1 1 1 0 0,-1-1 0 0 0,0 1-1 0 0,1-1 1 0 0,-1 1 0 0 0,1-1-1 0 0,-1 1 1 0 0,1-1 0 0 0,0 1 0 0 0,-1 0-1 0 0,1-1 1 0 0,0 1 0 0 0,0 0-1 0 0,0 0 1 0 0,0 0 0 0 0,0 0-1 0 0,0 0 1 0 0,1 0 0 0 0,-1 0-1 0 0,0 0 1 0 0,0 0 0 0 0,3-1-1 0 0,4-2 19 0 0,0-1-1 0 0,0 1 1 0 0,1 0-1 0 0,10-3 1 0 0,22-9 37 0 0,-35 12-637 0 0,1 1-1 0 0,0 1 0 0 0,0-1 1 0 0,0 1-1 0 0,13-2 1 0 0,-17 4-1611 0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5"/>
    </inkml:context>
    <inkml:brush xml:id="br0">
      <inkml:brushProperty name="width" value="0.05" units="cm"/>
      <inkml:brushProperty name="height" value="0.05" units="cm"/>
    </inkml:brush>
  </inkml:definitions>
  <inkml:trace contextRef="#ctx0" brushRef="#br0">8 0 11530 0 0,'0'0'54'0'0,"-8"4"3265"0"0,62 261-2665 0 0,-13-108-2626 0 0,-23-99-3333 0 0,-12-37 914 0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6"/>
    </inkml:context>
    <inkml:brush xml:id="br0">
      <inkml:brushProperty name="width" value="0.05" units="cm"/>
      <inkml:brushProperty name="height" value="0.05" units="cm"/>
    </inkml:brush>
  </inkml:definitions>
  <inkml:trace contextRef="#ctx0" brushRef="#br0">1 104 14331 0 0,'0'0'-23'0'0,"10"-1"531"0"0,9-3-432 0 0,0 0-1 0 0,-1-1 0 0 0,31-13 1 0 0,54-31-1096 0 0,-90 42 528 0 0,3-1-683 0 0,-2 0-1038 0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7"/>
    </inkml:context>
    <inkml:brush xml:id="br0">
      <inkml:brushProperty name="width" value="0.05" units="cm"/>
      <inkml:brushProperty name="height" value="0.05" units="cm"/>
    </inkml:brush>
  </inkml:definitions>
  <inkml:trace contextRef="#ctx0" brushRef="#br0">135 1 10786 0 0,'-3'0'29'0'0,"1"0"-1"0"0,-1 0 1 0 0,1 1 0 0 0,-1-1-1 0 0,1 1 1 0 0,0 0-1 0 0,-1 0 1 0 0,1 0 0 0 0,0 0-1 0 0,-1 0 1 0 0,1 0-1 0 0,0 1 1 0 0,0-1-1 0 0,0 1 1 0 0,0-1 0 0 0,0 1-1 0 0,1 0 1 0 0,-1 0-1 0 0,0 0 1 0 0,1 0-1 0 0,-1 0 1 0 0,1 0 0 0 0,0 0-1 0 0,-2 3 1 0 0,-2 7 203 0 0,0 0 0 0 0,1 0-1 0 0,-5 21 1 0 0,4-11 189 0 0,-3 5 189 0 0,-5 47-1 0 0,11-63-512 0 0,-1-1 1 0 0,0 1-1 0 0,-6 14 0 0 0,5-14-42 0 0,0-1 0 0 0,1 1 0 0 0,-2 11 0 0 0,5-18-31 0 0,-1 0 0 0 0,1 0 0 0 0,0 0 0 0 0,0 0 1 0 0,1 0-1 0 0,-1 1 0 0 0,1-1 0 0 0,0 0 0 0 0,0-1 1 0 0,0 1-1 0 0,1 0 0 0 0,1 5 0 0 0,-1-7 1 0 0,0-1 0 0 0,-1 1 0 0 0,1 0 0 0 0,0-1 0 0 0,0 1 0 0 0,0-1 0 0 0,0 0 0 0 0,0 0 0 0 0,5 2 0 0 0,-1 0 19 0 0,-3-1-10 0 0,1 0 0 0 0,0 0 1 0 0,-1-1-1 0 0,1 0 1 0 0,0 1-1 0 0,0-2 1 0 0,0 1-1 0 0,0 0 0 0 0,1-1 1 0 0,-1 0-1 0 0,0 0 1 0 0,0 0-1 0 0,0 0 1 0 0,7-2-1 0 0,2-1 127 0 0,0-1-1 0 0,24-10 1 0 0,-35 13-150 0 0,2-1 22 0 0,0 0 0 0 0,0 0-1 0 0,0-1 1 0 0,0 1 0 0 0,0-1 0 0 0,-1 0-1 0 0,0 0 1 0 0,1-1 0 0 0,-1 1 0 0 0,0-1-1 0 0,-1 1 1 0 0,1-1 0 0 0,0 0 0 0 0,2-6-1 0 0,2-7 122 0 0,0-1-1 0 0,6-24 1 0 0,-8 25 45 0 0,11-28 0 0 0,-12 38-127 0 0,-2-1 1 0 0,1 1-1 0 0,-1-1 1 0 0,0 1-1 0 0,-1-1 0 0 0,0 0 1 0 0,0 1-1 0 0,0-1 1 0 0,-1 0-1 0 0,0 0 1 0 0,-1 0-1 0 0,0 0 0 0 0,0 1 1 0 0,-1-1-1 0 0,1 1 1 0 0,-2-1-1 0 0,1 1 1 0 0,-7-13-1 0 0,-9 10-33 0 0,10 6-38 0 0,4 2-2 0 0,0 0-1 0 0,0 0 1 0 0,0 1-1 0 0,0-1 1 0 0,0 1-1 0 0,0 0 1 0 0,0 0-1 0 0,-9 0 1 0 0,11 1-7 0 0,1 0 0 0 0,-1 0 1 0 0,0 0-1 0 0,0 0 0 0 0,0 0 0 0 0,1 0 0 0 0,-1 0 1 0 0,0 1-1 0 0,1-1 0 0 0,-1 1 0 0 0,0-1 0 0 0,1 1 0 0 0,-1 0 1 0 0,0 0-1 0 0,1-1 0 0 0,-1 1 0 0 0,1 0 0 0 0,0 1 1 0 0,-1-1-1 0 0,1 0 0 0 0,0 0 0 0 0,0 0 0 0 0,-1 1 1 0 0,1-1-1 0 0,-1 2 0 0 0,-1 6-126 0 0,0 0-1 0 0,0 1 1 0 0,1-1 0 0 0,-2 15 0 0 0,2-14-295 0 0,0 0 1 0 0,0-1 0 0 0,0 1 0 0 0,-8 17-1 0 0,8-23 34 0 0,0 0 0 0 0,0 0 0 0 0,0 0 0 0 0,1 0 0 0 0,0 1 0 0 0,0-1 0 0 0,0 0 0 0 0,0 1 0 0 0,1-1 0 0 0,0 0 0 0 0,-1 1 0 0 0,2-1 0 0 0,-1 0 0 0 0,0 1-1 0 0,1-1 1 0 0,1 6 0 0 0,5 5-2327 0 0</inkml:trace>
  <inkml:trace contextRef="#ctx0" brushRef="#br0" timeOffset="1">523 88 6441 0 0,'0'0'4881'0'0,"0"2"-4801"0"0,0-1 72 0 0,0 1 121 0 0,0-1-57 0 0,0 3-128 0 0,0-1 32 0 0,0 0-72 0 0,0-2-48 0 0,0 2-112 0 0,1 5-232 0 0,-1-3-33 0 0,0-1-1359 0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36:57.419"/>
    </inkml:context>
    <inkml:brush xml:id="br0">
      <inkml:brushProperty name="width" value="0.05" units="cm"/>
      <inkml:brushProperty name="height" value="0.05" units="cm"/>
    </inkml:brush>
  </inkml:definitions>
  <inkml:trace contextRef="#ctx0" brushRef="#br0">55 10 8250 0 0,'0'0'2384'0'0,"9"-9"434"0"0,-7 9-2734 0 0,1 0 0 0 0,0 1 0 0 0,-1 0-1 0 0,1-1 1 0 0,-1 1 0 0 0,0 0 0 0 0,1 0 0 0 0,-1 0-1 0 0,0 0 1 0 0,1 1 0 0 0,-1-1 0 0 0,0 1 0 0 0,0-1-1 0 0,0 1 1 0 0,0 0 0 0 0,0 0 0 0 0,-1 0 0 0 0,1 0-1 0 0,-1 0 1 0 0,1 0 0 0 0,1 3 0 0 0,4 7 183 0 0,-1 1 1 0 0,9 23 0 0 0,-6-16 98 0 0,-2 0-84 0 0,0-1 0 0 0,6 32 0 0 0,-9-29-168 0 0,15 36 1 0 0,-8-34-148 0 0,5 15-108 0 0,-15-36-109 0 0,-1 0 0 0 0,0 0 0 0 0,1-1 0 0 0,-1 1 0 0 0,0 0 0 0 0,0 0 0 0 0,0-1 0 0 0,-1 1 1 0 0,1 0-1 0 0,-1-1 0 0 0,1 1 0 0 0,-1 0 0 0 0,-2 4 0 0 0,-1 1-1678 0 0</inkml:trace>
  <inkml:trace contextRef="#ctx0" brushRef="#br0" timeOffset="1">1 175 8642 0 0,'0'0'3913'0'0,"7"-10"-1046"0"0,17 2-2580 0 0,-1 2 0 0 0,1 0 0 0 0,45-4 0 0 0,11-2-2474 0 0,-55 7-73 0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06.223"/>
    </inkml:context>
    <inkml:brush xml:id="br0">
      <inkml:brushProperty name="width" value="0.05" units="cm"/>
      <inkml:brushProperty name="height" value="0.05" units="cm"/>
    </inkml:brush>
  </inkml:definitions>
  <inkml:trace contextRef="#ctx0" brushRef="#br0">235 52 232 0 0,'0'0'376'0'0,"-1"-29"1989"0"0,1 29-2305 0 0,0-1 0 0 0,-1 1 0 0 0,1-1 1 0 0,0 1-1 0 0,0-1 0 0 0,0 1 1 0 0,0 0-1 0 0,0-1 0 0 0,-1 1 0 0 0,1-1 1 0 0,0 1-1 0 0,0 0 0 0 0,-1-1 1 0 0,1 1-1 0 0,0 0 0 0 0,-1-1 0 0 0,1 1 1 0 0,0 0-1 0 0,-1 0 0 0 0,1-1 1 0 0,-1 1-1 0 0,1 0 0 0 0,0 0 0 0 0,-1-1 1 0 0,1 1-1 0 0,-1 0 0 0 0,1 0 0 0 0,-1 0 1 0 0,-21-2 928 0 0,17 2-838 0 0,-1 1 0 0 0,1 0-1 0 0,0 0 1 0 0,-1 0 0 0 0,-8 4 0 0 0,8-2-116 0 0,1 1 1 0 0,-1 0 0 0 0,1 0-1 0 0,0 0 1 0 0,0 1-1 0 0,1 0 1 0 0,-1 0 0 0 0,1 0-1 0 0,0 0 1 0 0,0 1-1 0 0,1 0 1 0 0,-6 11 0 0 0,8-15 14 0 0,0 0 1 0 0,0-1 0 0 0,0 1-1 0 0,0 0 1 0 0,1 0 0 0 0,-1 0-1 0 0,1 0 1 0 0,-1-1 0 0 0,1 1 0 0 0,-1 0-1 0 0,1 0 1 0 0,0 0 0 0 0,0 0-1 0 0,0 0 1 0 0,0 0 0 0 0,1 0-1 0 0,-1 0 1 0 0,0 0 0 0 0,1 0 0 0 0,-1-1-1 0 0,1 1 1 0 0,1 3 0 0 0,0-3-20 0 0,-1 0 1 0 0,1-1-1 0 0,0 1 1 0 0,0 0-1 0 0,0-1 1 0 0,0 1-1 0 0,0-1 1 0 0,0 0-1 0 0,0 0 1 0 0,0 0-1 0 0,0 0 1 0 0,0 0-1 0 0,1 0 1 0 0,-1 0-1 0 0,5 0 1 0 0,-1 0-4 0 0,1 0 0 0 0,0-1 0 0 0,0 1 0 0 0,0-1 0 0 0,0-1 0 0 0,0 1 0 0 0,-1-1 0 0 0,1 0-1 0 0,0-1 1 0 0,0 0 0 0 0,-1 0 0 0 0,8-3 0 0 0,-9 2-16 0 0,1 0 0 0 0,-1 0-1 0 0,0 0 1 0 0,0-1 0 0 0,0 0 0 0 0,0 0-1 0 0,0 0 1 0 0,-1 0 0 0 0,0-1 0 0 0,0 0-1 0 0,0 0 1 0 0,-1 0 0 0 0,1 0 0 0 0,3-9-1 0 0,-2 4-9 0 0,-3 8 7 0 0,-1 1-1 0 0,1-1 0 0 0,-1 0 0 0 0,0 0 0 0 0,0 0 0 0 0,0 0 0 0 0,0 0 0 0 0,-1 0 1 0 0,1 0-1 0 0,0 0 0 0 0,-1 0 0 0 0,1 0 0 0 0,-1 0 0 0 0,0-5 0 0 0,0 7-5 0 0,-1 0-1 0 0,1 0 1 0 0,0 0-1 0 0,-1 0 1 0 0,1 0-1 0 0,-1 0 1 0 0,1 0-1 0 0,-1 0 1 0 0,1 0-1 0 0,0 0 1 0 0,-1 0-1 0 0,1 0 1 0 0,-1 0-1 0 0,1 0 1 0 0,-1 0-1 0 0,1 0 1 0 0,0 0-1 0 0,-1 0 1 0 0,1 1-1 0 0,-1-1 1 0 0,1 0-1 0 0,0 0 1 0 0,-1 0-1 0 0,1 1 1 0 0,0-1-1 0 0,-1 0 1 0 0,1 1-1 0 0,0-1 1 0 0,-1 0-1 0 0,1 1 1 0 0,0-1-1 0 0,0 0 1 0 0,-1 1-1 0 0,1-1 1 0 0,0 0-1 0 0,0 1 1 0 0,0 0-1 0 0,-12 17 45 0 0,11-15-21 0 0,-3 4-17 0 0,0 1-1 0 0,1 0 1 0 0,-1 1-1 0 0,-1 9 1 0 0,4-16 3 0 0,1-1 0 0 0,-1 1 0 0 0,1 0 0 0 0,-1 0 0 0 0,1 0 0 0 0,0 0 0 0 0,0 0 0 0 0,0 0 0 0 0,0 0-1 0 0,0-1 1 0 0,0 1 0 0 0,1 0 0 0 0,-1 0 0 0 0,1 0 0 0 0,-1 0 0 0 0,1 0 0 0 0,-1-1 0 0 0,1 1 0 0 0,0 0 0 0 0,0-1 0 0 0,0 1 0 0 0,0 0 0 0 0,0-1 0 0 0,1 0 0 0 0,-1 1 0 0 0,2 1 0 0 0,-2-2-10 0 0,-1-1 0 0 0,1 0 0 0 0,-1 1-1 0 0,1-1 1 0 0,-1 0 0 0 0,1 0 0 0 0,-1 1 0 0 0,1-1 0 0 0,-1 0 0 0 0,1 0 0 0 0,0 0 0 0 0,-1 1 0 0 0,1-1 0 0 0,-1 0 0 0 0,1 0-1 0 0,0 0 1 0 0,-1 0 0 0 0,1 0 0 0 0,-1 0 0 0 0,1 0 0 0 0,-1-1 0 0 0,1 1 0 0 0,0 0 0 0 0,-1 0 0 0 0,1 0 0 0 0,-1 0 0 0 0,1-1-1 0 0,-1 1 1 0 0,2-1 0 0 0,-1 0 0 0 0,0 0 0 0 0,0 0-1 0 0,0-1 1 0 0,-1 1 0 0 0,1 0-1 0 0,0 0 1 0 0,0-1 0 0 0,-1 1-1 0 0,1-1 1 0 0,-1 1 0 0 0,1-3-1 0 0,0 0-5 0 0,0 0-1 0 0,0 0 1 0 0,-1 0-1 0 0,0 0 0 0 0,0-1 1 0 0,0 1-1 0 0,0 0 0 0 0,-1-5 1 0 0,-17-22 58 0 0,11 20-60 0 0,6 8 8 0 0,-1 1-1 0 0,1-1 1 0 0,-1 0-1 0 0,1 0 1 0 0,0 0-1 0 0,0 0 1 0 0,-1-3 0 0 0,2 5 1 0 0,0-1 1 0 0,0 1-1 0 0,1 0 1 0 0,-1-1 0 0 0,0 1-1 0 0,0-1 1 0 0,1 1 0 0 0,-1 0-1 0 0,1-1 1 0 0,-1 1-1 0 0,1 0 1 0 0,-1 0 0 0 0,1-1-1 0 0,0 1 1 0 0,0 0 0 0 0,-1 0-1 0 0,1 0 1 0 0,0 0 0 0 0,2-2-1 0 0,-2 2 29 0 0,0 1 0 0 0,0-1 0 0 0,0 0 0 0 0,0 1 0 0 0,0-1-1 0 0,0 1 1 0 0,0-1 0 0 0,0 1 0 0 0,0-1 0 0 0,0 1 0 0 0,0 0 0 0 0,0-1 0 0 0,0 1-1 0 0,0 0 1 0 0,0 0 0 0 0,0 0 0 0 0,0 0 0 0 0,0 0 0 0 0,3 0 0 0 0,0 0 444 0 0,-4 3-377 0 0,0-1 0 0 0,0 1 0 0 0,0-1 0 0 0,0 1 0 0 0,0-1 1 0 0,-1 1-1 0 0,0-1 0 0 0,0 4 0 0 0,-3 1-59 0 0,1 0 0 0 0,0 1 1 0 0,1 0-1 0 0,0-1 0 0 0,0 1 0 0 0,-1 12 0 0 0,-18 90 66 0 0,0-5-68 0 0,11-37-41 0 0,-9 88 53 0 0,11-67 46 0 0,-6 134 205 0 0,14-216-245 0 0,-1 0 0 0 0,1-1-1 0 0,-2 1 1 0 0,1 0 0 0 0,-3 7 0 0 0,3-11-37 0 0,0-1 1 0 0,0 1-1 0 0,0 0 1 0 0,0-1 0 0 0,0 0-1 0 0,-1 1 1 0 0,1-1 0 0 0,-1 0-1 0 0,1 1 1 0 0,-1-1-1 0 0,0 0 1 0 0,0 0 0 0 0,0 0-1 0 0,0-1 1 0 0,-3 3 0 0 0,0-3-7 0 0,1 0 0 0 0,0-1 0 0 0,-1 1 1 0 0,1-1-1 0 0,0 0 0 0 0,-1 0 1 0 0,-5-2-1 0 0,-6 1 11 0 0,-8 0-13 0 0,15 1-12 0 0,-1-1 0 0 0,0 2-1 0 0,0-1 1 0 0,-13 3-1 0 0,23-3 2 0 0,-1 0 0 0 0,1 0 0 0 0,-1 0 0 0 0,0 0 0 0 0,1 0 0 0 0,-1 0 0 0 0,1 1 0 0 0,-1-1-1 0 0,1 0 1 0 0,-1 0 0 0 0,1 0 0 0 0,-1 1 0 0 0,0-1 0 0 0,1 0 0 0 0,-1 0 0 0 0,1 1 0 0 0,0-1 0 0 0,-1 0-1 0 0,1 1 1 0 0,-1-1 0 0 0,1 1 0 0 0,-1-1 0 0 0,1 1 0 0 0,0-1 0 0 0,-1 1 0 0 0,1-1 0 0 0,0 1 0 0 0,0-1 0 0 0,-1 1-1 0 0,1-1 1 0 0,0 1 0 0 0,0-1 0 0 0,0 1 0 0 0,0-1 0 0 0,0 1 0 0 0,0 0 0 0 0,0-1 0 0 0,0 1 0 0 0,0-1-1 0 0,0 1 1 0 0,0 0 0 0 0,0-1 0 0 0,0 1 0 0 0,0-1 0 0 0,0 1 0 0 0,0-1 0 0 0,1 1 0 0 0,-1-1 0 0 0,0 1 0 0 0,1-1-1 0 0,-1 1 1 0 0,0-1 0 0 0,1 1 0 0 0,-1-1 0 0 0,0 1 0 0 0,1-1 0 0 0,-1 1 0 0 0,1-1 0 0 0,0 1 0 0 0,3 3 0 0 0,0-1 1 0 0,0 1 0 0 0,0-1 0 0 0,9 5 0 0 0,2-1 14 0 0,0-1-1 0 0,1 0 1 0 0,-1-1-1 0 0,1-1 1 0 0,19 2-1 0 0,-18-3 3 0 0,0 1-1 0 0,0 0 0 0 0,0 1 1 0 0,21 10-1 0 0,-33-12-16 0 0,0 1-1 0 0,-1 0 0 0 0,0-1 0 0 0,1 2 1 0 0,-1-1-1 0 0,-1 0 0 0 0,1 1 0 0 0,-1 0 0 0 0,1 0 1 0 0,-1 0-1 0 0,-1 0 0 0 0,1 0 0 0 0,2 8 1 0 0,-4-6 8 0 0,0-1 1 0 0,0 1 0 0 0,-1-1 0 0 0,1 0 0 0 0,-1 1 0 0 0,-1-1-1 0 0,0 1 1 0 0,1-1 0 0 0,-2 0 0 0 0,1 1 0 0 0,-1-1-1 0 0,0 0 1 0 0,0 0 0 0 0,-1 0 0 0 0,0 0 0 0 0,0-1 0 0 0,-6 10-1 0 0,5-11-1 0 0,0-1 0 0 0,1 1 0 0 0,-1-1 0 0 0,-1 0 0 0 0,1 0 0 0 0,0 0-1 0 0,-1-1 1 0 0,1 1 0 0 0,-9 2 0 0 0,-49 12 1 0 0,10-3 30 0 0,-58 23 15 0 0,109-36-54 0 0,0 1 0 0 0,0-1 0 0 0,1 0 0 0 0,-1 0 0 0 0,0 0 0 0 0,1 1 0 0 0,-1-1 0 0 0,1 0 0 0 0,0 1 0 0 0,-1-1 1 0 0,1 0-1 0 0,0 1 0 0 0,0-1 0 0 0,0 0 0 0 0,0 1 0 0 0,0-1 0 0 0,0 1 0 0 0,0-1 0 0 0,0 0 0 0 0,0 1 0 0 0,1-1 0 0 0,-1 0 0 0 0,1 1 0 0 0,-1-1 0 0 0,1 0 0 0 0,0 2 0 0 0,19 10 5 0 0,0-1 0 0 0,1-1 1 0 0,0-1-1 0 0,28 9 1 0 0,32 15 18 0 0,-47-19-2 0 0,-24-11-12 0 0,1 0 0 0 0,-1 1-1 0 0,17 11 1 0 0,-25-14-8 0 0,0 0 0 0 0,1 0 0 0 0,-1 0 0 0 0,-1 1 0 0 0,1-1 0 0 0,0 1 0 0 0,0-1 0 0 0,-1 1 0 0 0,0-1 0 0 0,1 1 0 0 0,-1 0 0 0 0,0-1 0 0 0,0 1 0 0 0,0 0 0 0 0,-1 0 0 0 0,1 0 0 0 0,-1 0 0 0 0,0 0 0 0 0,1 0-1 0 0,-1 0 1 0 0,-1 4 0 0 0,1-3 1 0 0,-1 0-1 0 0,1-1 0 0 0,-1 1 0 0 0,0 0 1 0 0,-1-1-1 0 0,1 1 0 0 0,0 0 0 0 0,-1-1 1 0 0,0 0-1 0 0,0 1 0 0 0,0-1 0 0 0,0 0 1 0 0,0 0-1 0 0,-1 0 0 0 0,0 0 0 0 0,-3 3 1 0 0,-9 4 16 0 0,0 0 0 0 0,-2-1 1 0 0,-25 11-1 0 0,3-2 6 0 0,-77 34-63 0 0,65-30 78 0 0,50-22-39 0 0,0 1-1 0 0,0-1 0 0 0,0 1 1 0 0,1-1-1 0 0,-1 1 1 0 0,0-1-1 0 0,0 1 1 0 0,1-1-1 0 0,-1 1 1 0 0,1 0-1 0 0,-1 0 0 0 0,0-1 1 0 0,1 1-1 0 0,-1 0 1 0 0,1 0-1 0 0,0-1 1 0 0,-1 1-1 0 0,1 0 1 0 0,0 0-1 0 0,-1 0 0 0 0,1 0 1 0 0,0 0-1 0 0,0 0 1 0 0,0 0-1 0 0,0-1 1 0 0,0 1-1 0 0,0 0 1 0 0,0 0-1 0 0,0 0 0 0 0,0 0 1 0 0,0 1-1 0 0,1 0-1 0 0,0-1 0 0 0,-1 1 0 0 0,1 0 1 0 0,0-1-1 0 0,0 1 0 0 0,-1-1 0 0 0,1 1 0 0 0,1-1 0 0 0,-1 0 0 0 0,0 1 0 0 0,0-1 0 0 0,0 0 0 0 0,1 0 0 0 0,-1 0 0 0 0,0 0 0 0 0,3 2 0 0 0,38 16 24 0 0,76 26-1 0 0,-69-28 63 0 0,48 23 0 0 0,-97-40-83 0 0,1 1 0 0 0,0-1-1 0 0,-1 0 1 0 0,1 0 0 0 0,-1 0-1 0 0,1 1 1 0 0,-1-1 0 0 0,1 0-1 0 0,-1 1 1 0 0,1-1 0 0 0,-1 0-1 0 0,1 1 1 0 0,-1-1 0 0 0,1 1 0 0 0,-1-1-1 0 0,0 1 1 0 0,1-1 0 0 0,-1 1-1 0 0,0-1 1 0 0,1 1 0 0 0,-1-1-1 0 0,0 1 1 0 0,0-1 0 0 0,0 1 0 0 0,1 0-1 0 0,-1-1 1 0 0,0 1 0 0 0,0-1-1 0 0,0 1 1 0 0,0 0 0 0 0,0-1-1 0 0,0 1 1 0 0,0 0 0 0 0,-1 1 1 0 0,0-1-1 0 0,0 0 1 0 0,0 1 0 0 0,0-1-1 0 0,0 0 1 0 0,0 0 0 0 0,0 1-1 0 0,0-1 1 0 0,0 0 0 0 0,-1 0 0 0 0,1 0-1 0 0,-2 0 1 0 0,-5 4 0 0 0,-1-1 0 0 0,1 0 0 0 0,-13 4-1 0 0,7-4 9 0 0,0 0 0 0 0,1 1-1 0 0,-23 11 1 0 0,34-14-11 0 0,0 0 1 0 0,-1 0-1 0 0,1-1 0 0 0,0 1 1 0 0,1 1-1 0 0,-1-1 0 0 0,0 0 1 0 0,1 0-1 0 0,-1 1 0 0 0,1-1 1 0 0,0 1-1 0 0,-1-1 0 0 0,1 1 0 0 0,0-1 1 0 0,1 1-1 0 0,-1 0 0 0 0,0 0 1 0 0,0 5-1 0 0,0 5-4 0 0,1 1-1 0 0,2 23 1 0 0,-1-17 5 0 0,8 164 32 0 0,-5-86-34 0 0,3 132 58 0 0,-6-176-81 0 0,1-33 44 0 0,-2 1 0 0 0,0-1 0 0 0,-2 0 0 0 0,0 0 0 0 0,-7 30 0 0 0,5-34 11 0 0,4-15-33 0 0,0 1-1 0 0,-1-1 1 0 0,1 1-1 0 0,-1-1 1 0 0,0 1-1 0 0,0-1 1 0 0,0 0-1 0 0,0 1 1 0 0,0-1-1 0 0,0 0 1 0 0,0 0 0 0 0,-1 0-1 0 0,1 0 1 0 0,-3 2-1 0 0,3-1-52 0 0,0-1 0 0 0,1 0 0 0 0,-1 0-1 0 0,1 1 1 0 0,0-1 0 0 0,0 0 0 0 0,-1 0 0 0 0,2 1-1 0 0,-1-1 1 0 0,0 4 0 0 0,1 1-3204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56.589"/>
    </inkml:context>
    <inkml:brush xml:id="br0">
      <inkml:brushProperty name="width" value="0.05" units="cm"/>
      <inkml:brushProperty name="height" value="0.05" units="cm"/>
    </inkml:brush>
  </inkml:definitions>
  <inkml:trace contextRef="#ctx0" brushRef="#br0">222 609 2048 0 0,'0'0'1825'0'0,"-5"-14"-1348"0"0,-6 8-564 0 0,8 5 415 0 0,0-1 1 0 0,0 0-1 0 0,-1 1 1 0 0,1-1-1 0 0,0 1 1 0 0,-1 0-1 0 0,1 0 1 0 0,-1 1-1 0 0,1-1 1 0 0,-1 1-1 0 0,-6-1 0 0 0,8 1-210 0 0,0 0-1 0 0,0-1 0 0 0,0 1 0 0 0,0-1 0 0 0,0 0 0 0 0,0 0 0 0 0,0 0 0 0 0,0 0 0 0 0,0 0 0 0 0,0 0 0 0 0,0 0 0 0 0,-2-3 1 0 0,-10-4 699 0 0,13 7-556 0 0,-1 1 0 0 0,0 0 1 0 0,1 0-1 0 0,-1 0 0 0 0,0 0 1 0 0,0 0-1 0 0,1 0 0 0 0,-1 0 1 0 0,-3 1-1 0 0,2 0 1000 0 0,13-3-1520 0 0,161-40 735 0 0,95-27 623 0 0,-60 8-553 0 0,60-21-336 0 0,-197 58-176 0 0,87-38 72 0 0,-123 46-90 0 0,1 1-1 0 0,0 1 1 0 0,1 2-1 0 0,42-9 1 0 0,-43 21 102 0 0,-29 0-102 0 0,0 0 1 0 0,0 0-1 0 0,1 0 0 0 0,9-2 1 0 0,3-5-19 0 0,-16 6 7 0 0,0 0 0 0 0,1 0 0 0 0,-1 0 0 0 0,0 0 0 0 0,1 0 0 0 0,-1 1 1 0 0,0-1-1 0 0,1 1 0 0 0,4-1 0 0 0,-2 1 6 0 0,1 0-1 0 0,-1-1 1 0 0,1 0-1 0 0,0 0 1 0 0,-1 0-1 0 0,0-1 1 0 0,1 0-1 0 0,-1 0 1 0 0,0 0-1 0 0,7-4 1 0 0,-9 5-20 0 0,-1 1-1 0 0,1-1 1 0 0,0 1 0 0 0,-1-1-1 0 0,1 1 1 0 0,0 0 0 0 0,4 1-1 0 0,0-1 56 0 0,-6 0 36 0 0,-37-2 72 0 0,8 3-186 0 0,0 1 1 0 0,1 2-1 0 0,-33 8 1 0 0,-82 27-265 0 0,93-24 220 0 0,-188 64 121 0 0,-13 4-11 0 0,117-50-15 0 0,-32 9 67 0 0,37-6-42 0 0,61-18-65 0 0,60-16 23 0 0,-133 33 129 0 0,136-34-122 0 0,-1 0 0 0 0,1 1-1 0 0,0-1 1 0 0,-1 1 0 0 0,1 0 0 0 0,0 0-1 0 0,0 1 1 0 0,0-1 0 0 0,1 1-1 0 0,-1 0 1 0 0,1-1 0 0 0,-1 2 0 0 0,1-1-1 0 0,-3 4 1 0 0,0-3-15 0 0,-1 0 0 0 0,1 0 1 0 0,-1-1-1 0 0,0 0 0 0 0,0 0 0 0 0,0 0 1 0 0,-9 1-1 0 0,2 0 11 0 0,12-3 0 0 0,0 1-1 0 0,-1-1 1 0 0,1 0 0 0 0,0 1 0 0 0,0 0 0 0 0,0-1 0 0 0,0 1-1 0 0,0 0 1 0 0,0 0 0 0 0,0 0 0 0 0,1 0 0 0 0,-1 1 0 0 0,1-1-1 0 0,0 0 1 0 0,-2 5 0 0 0,3-7-10 0 0,18-2-3 0 0,1-2 0 0 0,-1 1 0 0 0,0-2 0 0 0,23-9 0 0 0,-12 5-2 0 0,108-41-60 0 0,-83 32 47 0 0,81-39 0 0 0,-98 41 11 0 0,474-185-30 0 0,23 19 27 0 0,-488 168 8 0 0,54-9 1 0 0,-64 20 206 0 0,-20 3-5900 0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01.064"/>
    </inkml:context>
    <inkml:brush xml:id="br0">
      <inkml:brushProperty name="width" value="0.05" units="cm"/>
      <inkml:brushProperty name="height" value="0.05" units="cm"/>
    </inkml:brush>
  </inkml:definitions>
  <inkml:trace contextRef="#ctx0" brushRef="#br0">82 778 2817 0 0,'0'0'492'0'0,"-8"-20"1384"0"0,-4-24-736 0 0,3-1-1 0 0,1 0 1 0 0,-3-78 0 0 0,11 118-1054 0 0,-4-40 393 0 0,-2-42 412 0 0,8-67 1177 0 0,-2 155-2051 0 0,1-1 1 0 0,0 0-1 0 0,0 0 0 0 0,-1 1 1 0 0,1-1-1 0 0,0 0 0 0 0,-1 1 0 0 0,1-1 1 0 0,0 0-1 0 0,-1 1 0 0 0,1-1 0 0 0,-1 1 1 0 0,1-1-1 0 0,-1 1 0 0 0,1 0 0 0 0,-1-1 1 0 0,1 1-1 0 0,0 0 0 0 0,36 91 125 0 0,5 11-10 0 0,0 41-62 0 0,35 230 1 0 0,-63-249-47 0 0,10 59 24 0 0,-12-117-6 0 0,6 108 0 0 0,-13 68-12 0 0,-5-231-37 0 0,10 241 84 0 0,0 2-32 0 0,-5-86-41 0 0,-1-92 13 0 0,-3 1 1 0 0,-18 146-1 0 0,-9 27 149 0 0,22-195 27 0 0,2 10 78 0 0,2-38-111 0 0,-5 33 0 0 0,2-33 278 0 0,2 43 0 0 0,1-44 198 0 0,0-27-548 0 0,0-22 66 0 0,-4-56-110 0 0,-4 1 0 0 0,-3 0 0 0 0,-33-120 0 0 0,22 120-35 0 0,-15-115 1 0 0,7-82 57 0 0,22 155-55 0 0,-9-80 22 0 0,-1 74-38 0 0,-3-17 20 0 0,-4-192 1 0 0,26 216 22 0 0,-4-144 203 0 0,-12 115 41 0 0,-4-99-189 0 0,19-260 18 0 0,2 479-116 0 0,8-48 0 0 0,-2 17-86 0 0,-7 56 153 0 0,2-21-544 0 0,2 19 47 0 0,1 14 202 0 0,39 140 165 0 0,-3-11 18 0 0,-6-27 11 0 0,-5 2-1 0 0,-5 0 1 0 0,18 185 0 0 0,-25 86-125 0 0,-6-59 198 0 0,-1 54 11 0 0,-11-306-39 0 0,-12 262 72 0 0,2-247-13 0 0,4 1 0 0 0,9 137 0 0 0,9-144 28 0 0,-8-53 18 0 0,0 1 0 0 0,-1 35 0 0 0,-4-65-68 0 0,-1-18 13 0 0,1 0 0 0 0,2-23 1 0 0,0-14 7 0 0,-65-566 68 0 0,20 279-113 0 0,9-58-52 0 0,11 113 44 0 0,15 203-17 0 0,-18-238 40 0 0,24 0 100 0 0,26 105-76 0 0,-11 120-78 0 0,-4 69-261 0 0,-9 27 266 0 0,0-1 0 0 0,1 1-1 0 0,-1 0 1 0 0,0-1 0 0 0,0 1 0 0 0,0 0-1 0 0,1 0 1 0 0,-1-1 0 0 0,0 1 0 0 0,0 0-1 0 0,0-1 1 0 0,1 1 0 0 0,-1 0 0 0 0,0 0-1 0 0,1 0 1 0 0,-1-1 0 0 0,0 1 0 0 0,1 0-1 0 0,-1 0 1 0 0,0 0 0 0 0,1 0 0 0 0,-1 0-1 0 0,0-1 1 0 0,1 1 0 0 0,-1 0 0 0 0,1 0-1 0 0,0 1 4 0 0,-1-1 0 0 0,1 1 0 0 0,-1-1 0 0 0,1 1 0 0 0,0 0-1 0 0,-1-1 1 0 0,1 1 0 0 0,-1 0 0 0 0,0-1 0 0 0,1 1 0 0 0,-1 0-1 0 0,1 0 1 0 0,-1-1 0 0 0,0 1 0 0 0,0 0 0 0 0,0 0 0 0 0,1 0-1 0 0,-1 0 1 0 0,22 121-104 0 0,-8-33 54 0 0,33 199-207 0 0,-41-250 140 0 0,18 68-1 0 0,-17-74 33 0 0,-1 0-1 0 0,3 58 1 0 0,-8 67-158 0 0,-1-111 177 0 0,-25 434-524 0 0,1 36 684 0 0,24-469-50 0 0,-1 44 105 0 0,17 135 1 0 0,-14-214-87 0 0,-1 0 1 0 0,0 0-1 0 0,-1 0 0 0 0,0 0 1 0 0,-3 14-1 0 0,3-24-60 0 0,-1 0 0 0 0,0 0 0 0 0,0 0-1 0 0,0 0 1 0 0,0 0 0 0 0,0 0 0 0 0,0 0-1 0 0,-1 0 1 0 0,1 0 0 0 0,-1-1 0 0 0,-1 3-1 0 0,-14 6-4299 0 0,9-8 2286 0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09.992"/>
    </inkml:context>
    <inkml:brush xml:id="br0">
      <inkml:brushProperty name="width" value="0.05" units="cm"/>
      <inkml:brushProperty name="height" value="0.05" units="cm"/>
    </inkml:brush>
  </inkml:definitions>
  <inkml:trace contextRef="#ctx0" brushRef="#br0">124 117 200 0 0,'0'0'205'0'0,"-18"-28"5347"0"0,15 11-4387 0 0,2-1 0 0 0,0-26 0 0 0,1 34-826 0 0,1 10-318 0 0,-1 1 0 0 0,1-1 0 0 0,0 0-1 0 0,0 0 1 0 0,-1 0 0 0 0,1 1 0 0 0,0-1-1 0 0,0 0 1 0 0,-1 1 0 0 0,1-1-1 0 0,0 0 1 0 0,-1 1 0 0 0,1-1 0 0 0,-1 1-1 0 0,1-1 1 0 0,0 1 0 0 0,-1-1 0 0 0,1 1-1 0 0,-1 0 1 0 0,1-1 0 0 0,0 2 0 0 0,2 15 20 0 0,0-1 0 0 0,-2 0 1 0 0,1 1-1 0 0,-3 26 1 0 0,-11 68 71 0 0,11-100-97 0 0,-13 81-2 0 0,-8 79 1 0 0,-26 128 100 0 0,44-278-91 0 0,4-20-196 0 0,-7 25 695 0 0,1-16-1199 0 0,6-10 598 0 0,0 0-1 0 0,-1 1 0 0 0,1-1 1 0 0,0 0-1 0 0,0 0 1 0 0,0 0-1 0 0,-1 0 1 0 0,1 0-1 0 0,0 0 1 0 0,0 0-1 0 0,-1 0 1 0 0,1 0-1 0 0,0 0 1 0 0,0 0-1 0 0,0 0 0 0 0,-1 0 1 0 0,1 0-1 0 0,0 0 1 0 0,0 0-1 0 0,0 0 1 0 0,-1 0-1 0 0,1-1 1 0 0,0 1-1 0 0,0 0 1 0 0,0 0-1 0 0,-1 0 0 0 0,1 0 1 0 0,0 0-1 0 0,0 0 1 0 0,0-1-1 0 0,0 1 1 0 0,0 0-1 0 0,-1 0 1 0 0,1 0-1 0 0,0 0 1 0 0,0-1-1 0 0,0 1 0 0 0,0 0 1 0 0,0 0-1 0 0,0-1 1 0 0,-2-2-1768 0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0.640"/>
    </inkml:context>
    <inkml:brush xml:id="br0">
      <inkml:brushProperty name="width" value="0.05" units="cm"/>
      <inkml:brushProperty name="height" value="0.05" units="cm"/>
    </inkml:brush>
  </inkml:definitions>
  <inkml:trace contextRef="#ctx0" brushRef="#br0">58 46 5809 0 0,'10'-19'1167'0'0,"1"15"-1050"0"0,0-1 1 0 0,1 1-1 0 0,-1 1 0 0 0,1 0 0 0 0,0 0 1 0 0,0 1-1 0 0,0 1 0 0 0,0 0 0 0 0,0 1 1 0 0,0 0-1 0 0,0 0 0 0 0,0 2 0 0 0,0-1 1 0 0,-1 2-1 0 0,1-1 0 0 0,0 2 0 0 0,-1-1 1 0 0,0 2-1 0 0,1 0 0 0 0,-2 0 0 0 0,1 0 1 0 0,-1 2-1 0 0,0-1 0 0 0,15 13 0 0 0,-23-17-90 0 0,1 0 0 0 0,-1 1-1 0 0,1-1 1 0 0,-1 1-1 0 0,0-1 1 0 0,0 1 0 0 0,0 0-1 0 0,0 0 1 0 0,0 0-1 0 0,0 0 1 0 0,1 5-1 0 0,1 2 20 0 0,2 2 29 0 0,-3-7-46 0 0,-1 0 0 0 0,1 0 0 0 0,-1 0 0 0 0,0 0 0 0 0,0 1 0 0 0,-1-1 0 0 0,1 1 1 0 0,-1-1-1 0 0,0 1 0 0 0,-1 0 0 0 0,0-1 0 0 0,0 1 0 0 0,-1 11 0 0 0,0-11-10 0 0,-1 0 0 0 0,0 0 0 0 0,-1 0 0 0 0,1-1 0 0 0,-6 9 0 0 0,-5 14 22 0 0,9-20-19 0 0,1-1-1 0 0,-1 0 1 0 0,0 0-1 0 0,-1-1 1 0 0,0 1-1 0 0,0-1 1 0 0,0 0 0 0 0,-8 6-1 0 0,-53 42 254 0 0,58-47-249 0 0,-9 4 13 0 0,0-1 0 0 0,-23 11 0 0 0,-17 11-4 0 0,47-27-14 0 0,1 0-1 0 0,-1 0 1 0 0,-15 4 0 0 0,16-6 8 0 0,-1 0 0 0 0,1 1 0 0 0,0 0 0 0 0,-13 9 0 0 0,19-11 29 0 0,-13 9 75 0 0,15-11-131 0 0,1 0 0 0 0,0 0 0 0 0,-1 1-1 0 0,1-1 1 0 0,0 0 0 0 0,0 0 0 0 0,-1 0 0 0 0,1 0 0 0 0,0 0 0 0 0,0 1 0 0 0,-1-1 0 0 0,1 0 0 0 0,0 0 0 0 0,0 0 0 0 0,0 1 0 0 0,-1-1 0 0 0,1 0 0 0 0,0 0 0 0 0,0 0 0 0 0,0 1 0 0 0,0-1 0 0 0,0 0 0 0 0,-1 1 0 0 0,1-1 0 0 0,0 0 0 0 0,0 0 0 0 0,0 1 0 0 0,0-1 0 0 0,0 0 0 0 0,0 1 0 0 0,0-1 0 0 0,0 0 0 0 0,0 0 0 0 0,0 1 0 0 0,0-1 0 0 0,0 0-1 0 0,0 1 1 0 0,0-1 0 0 0,0 0 0 0 0,0 0 0 0 0,1 1 0 0 0,-1-1 0 0 0,0 1 0 0 0,42 6 29 0 0,-8 7-15 0 0,0 2-1 0 0,-2 1 1 0 0,0 1-1 0 0,44 35 1 0 0,-21-16 43 0 0,-52-35-49 0 0,0 0 0 0 0,0 1 0 0 0,0-1 0 0 0,0 1 0 0 0,-1-1 0 0 0,1 1 0 0 0,0 0 0 0 0,-1 0 0 0 0,0 0 0 0 0,3 5 0 0 0,14 12 38 0 0,-9-11-2306 0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3.762"/>
    </inkml:context>
    <inkml:brush xml:id="br0">
      <inkml:brushProperty name="width" value="0.05" units="cm"/>
      <inkml:brushProperty name="height" value="0.05" units="cm"/>
    </inkml:brush>
  </inkml:definitions>
  <inkml:trace contextRef="#ctx0" brushRef="#br0">153 118 376 0 0,'0'0'422'0'0,"-10"-17"2469"0"0,9 15-2698 0 0,0 1 1 0 0,0-1-1 0 0,0 0 0 0 0,0 0 1 0 0,0 1-1 0 0,0-1 1 0 0,0 0-1 0 0,0 0 1 0 0,1 0-1 0 0,-1 0 0 0 0,1 0 1 0 0,0 0-1 0 0,-1 0 1 0 0,1 0-1 0 0,0-4 0 0 0,-4-18 1051 0 0,4 24-1227 0 0,0 0 0 0 0,0 0-1 0 0,0 0 1 0 0,-1-1 0 0 0,1 1-1 0 0,0 0 1 0 0,0 0 0 0 0,0 0 0 0 0,0 0-1 0 0,0 0 1 0 0,0-1 0 0 0,0 1 0 0 0,0 0-1 0 0,-1 0 1 0 0,1 0 0 0 0,0 0 0 0 0,0 0-1 0 0,0 0 1 0 0,0 0 0 0 0,0 0 0 0 0,0-1-1 0 0,-1 1 1 0 0,1 0 0 0 0,0 0-1 0 0,0 0 1 0 0,0 0 0 0 0,0 0 0 0 0,-1 0-1 0 0,1 0 1 0 0,0 0 0 0 0,0 0 0 0 0,0 0-1 0 0,0 0 1 0 0,-1 0 0 0 0,1 0 0 0 0,0 0-1 0 0,0 0 1 0 0,0 0 0 0 0,0 0 0 0 0,-1 0-1 0 0,1 1 1 0 0,0-1 0 0 0,0 0-1 0 0,0 0 1 0 0,0 0 0 0 0,0 0 0 0 0,-1 0-1 0 0,1 0 1 0 0,0 0 0 0 0,-7 12 244 0 0,-4 13-225 0 0,11-24 5 0 0,-25 82 221 0 0,4 1 1 0 0,-11 99-1 0 0,22-119 114 0 0,7-48-27 0 0,1 3-10 0 0,0-14-182 0 0,1-6 1 0 0,-2-30-147 0 0,1 0 1 0 0,1-1-1 0 0,1 1 1 0 0,2 0-1 0 0,9-47 1 0 0,-6 53-8 0 0,1 0 0 0 0,1 1 1 0 0,1 0-1 0 0,2 1 1 0 0,0 0-1 0 0,1 0 0 0 0,19-28 1 0 0,-27 48-1 0 0,-1-1-4 0 0,0 0 0 0 0,1 0 0 0 0,0 0 1 0 0,-1 1-1 0 0,1 0 0 0 0,0-1 0 0 0,1 1 0 0 0,-1 0 0 0 0,1 0 1 0 0,-1 1-1 0 0,1-1 0 0 0,0 1 0 0 0,0 0 0 0 0,7-3 0 0 0,13-6-17 0 0,-20 8 38 0 0,1 0-1 0 0,-1 1 0 0 0,1 0 0 0 0,0 0 1 0 0,0 1-1 0 0,5-2 0 0 0,-9 3-17 0 0,0 0 0 0 0,1 0 0 0 0,-1 0 0 0 0,0 0 0 0 0,1 0 0 0 0,-1 0 0 0 0,0 0 0 0 0,1 1 0 0 0,-1-1 0 0 0,0 1 0 0 0,0-1 0 0 0,1 0 0 0 0,-1 1 0 0 0,0 0 0 0 0,0-1 0 0 0,0 1 0 0 0,0 0 0 0 0,0 0-1 0 0,0 0 1 0 0,0-1 0 0 0,0 1 0 0 0,0 0 0 0 0,0 0 0 0 0,0 0 0 0 0,-1 1 0 0 0,1-1 0 0 0,0 0 0 0 0,0 2 0 0 0,3 7 18 0 0,-1 0 0 0 0,0 0 1 0 0,-1 0-1 0 0,0 1 0 0 0,-1-1 0 0 0,0 0 0 0 0,0 1 0 0 0,-1 0 0 0 0,-1-1 0 0 0,1 1 0 0 0,-4 11 1 0 0,3-18-16 0 0,0 0 0 0 0,0 0 0 0 0,-1-1 1 0 0,1 1-1 0 0,-1 0 0 0 0,0-1 1 0 0,0 1-1 0 0,0-1 0 0 0,0 0 1 0 0,-1 0-1 0 0,1 0 0 0 0,-1 0 0 0 0,0 0 1 0 0,-3 3-1 0 0,-5 1 12 0 0,0 1-1 0 0,-23 10 1 0 0,17-8-23 0 0,-34 12 23 0 0,15 0 12 0 0,36-22-29 0 0,-1 0-1 0 0,1 1 0 0 0,-1-1 0 0 0,1 0 1 0 0,-1 0-1 0 0,1 1 0 0 0,-1-1 1 0 0,1 0-1 0 0,0 1 0 0 0,-1-1 0 0 0,1 1 1 0 0,0-1-1 0 0,-1 0 0 0 0,1 1 0 0 0,0-1 1 0 0,-1 1-1 0 0,1-1 0 0 0,0 1 1 0 0,0-1-1 0 0,0 1 0 0 0,0-1 0 0 0,-1 1 1 0 0,1-1-1 0 0,0 1 0 0 0,0-1 1 0 0,0 1-1 0 0,0-1 0 0 0,0 1 0 0 0,0-1 1 0 0,0 1-1 0 0,0-1 0 0 0,0 1 1 0 0,1-1-1 0 0,-1 1 0 0 0,0 0 0 0 0,0-1 1 0 0,1 1-1 0 0,1 6 5 0 0,1-1 0 0 0,1 0 0 0 0,-1 0 0 0 0,1 0 0 0 0,0 0 0 0 0,1 0 0 0 0,-1-1 0 0 0,1 0 1 0 0,0 0-1 0 0,1 0 0 0 0,-1-1 0 0 0,1 0 0 0 0,0 0 0 0 0,9 6 0 0 0,28 10 104 0 0,-19-10-40 0 0,36 22 0 0 0,-41-13 105 0 0,-18-18-224 0 0,-1-1 0 0 0,1 1-1 0 0,-1-1 1 0 0,0 0 0 0 0,1 1-1 0 0,-1-1 1 0 0,0 1 0 0 0,1-1-1 0 0,-1 1 1 0 0,0-1 0 0 0,0 1-1 0 0,0-1 1 0 0,1 1 0 0 0,-1-1-1 0 0,0 1 1 0 0,0 0 0 0 0,0-1-1 0 0,0 1 1 0 0,0-1-1 0 0,0 1 1 0 0,0-1 0 0 0,0 1-1 0 0,0-1 1 0 0,0 1 0 0 0,0 0-1 0 0,0-1 1 0 0,-1 1 0 0 0,1-1-1 0 0,0 1 1 0 0,0-1 0 0 0,-1 1-1 0 0,1-1 1 0 0,0 1 0 0 0,0-1-1 0 0,-1 1 1 0 0,1-1 0 0 0,-1 0-1 0 0,1 1 1 0 0,0-1 0 0 0,-1 0-1 0 0,1 1 1 0 0,-1-1 0 0 0,0 1-1 0 0,-7-1-5186 0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4.268"/>
    </inkml:context>
    <inkml:brush xml:id="br0">
      <inkml:brushProperty name="width" value="0.05" units="cm"/>
      <inkml:brushProperty name="height" value="0.05" units="cm"/>
    </inkml:brush>
  </inkml:definitions>
  <inkml:trace contextRef="#ctx0" brushRef="#br0">59 26 3233 0 0,'-10'-14'2683'0'0,"9"14"-2605"0"0,0 0 0 0 0,1 0 0 0 0,-1 0 0 0 0,1-1 0 0 0,-1 1 0 0 0,1 0 0 0 0,-1 0-1 0 0,0 0 1 0 0,1-1 0 0 0,-1 1 0 0 0,1 0 0 0 0,-1-1 0 0 0,1 1 0 0 0,0 0 0 0 0,-1-1 0 0 0,1 1 0 0 0,-1-1 0 0 0,1 1 0 0 0,0-1 0 0 0,-1 1 0 0 0,1-1 0 0 0,0 1 0 0 0,-1-1 0 0 0,1 1 0 0 0,0-1 0 0 0,0 1-1 0 0,-1-3 1199 0 0,0 8-596 0 0,1 2-729 0 0,-4 20 173 0 0,-11 44-1 0 0,4-21 43 0 0,9-35-48 0 0,0 1 0 0 0,1-1 1 0 0,2 17-1 0 0,-1-8 119 0 0,1-22-212 0 0,-1-1-1 0 0,0 1 1 0 0,1-1-1 0 0,0 0 1 0 0,-1 1-1 0 0,1-1 1 0 0,0 0-1 0 0,0 0 0 0 0,0 0 1 0 0,0 1-1 0 0,0-1 1 0 0,0 0-1 0 0,0 0 1 0 0,0 0-1 0 0,0 0 1 0 0,0-1-1 0 0,0 1 1 0 0,1 0-1 0 0,-1 0 0 0 0,0-1 1 0 0,1 1-1 0 0,-1-1 1 0 0,0 1-1 0 0,4 0 1 0 0,34 7 77 0 0,-32-7-88 0 0,0-1 1 0 0,0 0 0 0 0,0 0-1 0 0,0-1 1 0 0,0 0-1 0 0,-1 0 1 0 0,1-1 0 0 0,0 1-1 0 0,-1-2 1 0 0,12-4-1 0 0,-13 5-763 0 0,-1-1-1 0 0,1 0 1 0 0,-1 0-1 0 0,0 0 1 0 0,4-5-1 0 0,-6 7-628 0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4.661"/>
    </inkml:context>
    <inkml:brush xml:id="br0">
      <inkml:brushProperty name="width" value="0.05" units="cm"/>
      <inkml:brushProperty name="height" value="0.05" units="cm"/>
    </inkml:brush>
  </inkml:definitions>
  <inkml:trace contextRef="#ctx0" brushRef="#br0">16 25 2401 0 0,'-15'0'6765'0'0,"154"-7"-5353"0"0,-107 8-1326 0 0,-22 0-88 0 0,1 0 0 0 0,0-1 0 0 0,0 0 0 0 0,17-3 0 0 0,-27 2-179 0 0,1 1-1 0 0,-1-1 0 0 0,0 1 1 0 0,0-1-1 0 0,0 1 1 0 0,0-1-1 0 0,1 0 0 0 0,-1 1 1 0 0,0-1-1 0 0,0 0 0 0 0,0 0 1 0 0,0 0-1 0 0,0 0 1 0 0,-1 0-1 0 0,3-2 0 0 0,-2 0-1557 0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4.994"/>
    </inkml:context>
    <inkml:brush xml:id="br0">
      <inkml:brushProperty name="width" value="0.05" units="cm"/>
      <inkml:brushProperty name="height" value="0.05" units="cm"/>
    </inkml:brush>
  </inkml:definitions>
  <inkml:trace contextRef="#ctx0" brushRef="#br0">8 51 4793 0 0,'0'0'137'0'0,"0"0"0"0"0,-1 0 0 0 0,1 0-1 0 0,0 0 1 0 0,-1 0 0 0 0,1 0 0 0 0,0 0 0 0 0,-1 0-1 0 0,1 0 1 0 0,0 0 0 0 0,0 0 0 0 0,-1 0 0 0 0,1 0 0 0 0,0-1-1 0 0,-1 1 1 0 0,1 0 0 0 0,0 0 0 0 0,0 0 0 0 0,-1 0 0 0 0,1-1-1 0 0,0 1 1 0 0,0 0 0 0 0,-1 0 0 0 0,1-1 0 0 0,0 1-1 0 0,0-1 1 0 0,0 1-106 0 0,0 0 0 0 0,0-1 0 0 0,0 1-1 0 0,0 0 1 0 0,0-1 0 0 0,0 1 0 0 0,0 0-1 0 0,0 0 1 0 0,0-1 0 0 0,0 1 0 0 0,0 0-1 0 0,0-1 1 0 0,0 1 0 0 0,0 0 0 0 0,0 0-1 0 0,1-1 1 0 0,-1 1 0 0 0,0 0 0 0 0,0 0 0 0 0,0-1-1 0 0,1 1 1 0 0,-1 0 0 0 0,0 0 0 0 0,0 0-1 0 0,0 0 1 0 0,1-1 0 0 0,-1 1 0 0 0,0 0-1 0 0,0 0 1 0 0,1 0 0 0 0,-1 0 0 0 0,0 0-1 0 0,1 0 1 0 0,-1-1 0 0 0,0 1 0 0 0,0 0-1 0 0,1 0 1 0 0,-1 0 0 0 0,0 0 0 0 0,1 0-1 0 0,-1 0 1 0 0,0 0 0 0 0,1 1 0 0 0,31-3 364 0 0,52-9 0 0 0,6 0 34 0 0,17-1-2035 0 0,-83 9-1593 0 0,-18 3 1249 0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5.538"/>
    </inkml:context>
    <inkml:brush xml:id="br0">
      <inkml:brushProperty name="width" value="0.05" units="cm"/>
      <inkml:brushProperty name="height" value="0.05" units="cm"/>
    </inkml:brush>
  </inkml:definitions>
  <inkml:trace contextRef="#ctx0" brushRef="#br0">84 1 8834 0 0,'0'0'33'0'0,"-1"0"-1"0"0,0 0 1 0 0,0 1 0 0 0,0-1 0 0 0,1 1 0 0 0,-1-1-1 0 0,0 1 1 0 0,0-1 0 0 0,1 1 0 0 0,-1-1-1 0 0,1 1 1 0 0,-1 0 0 0 0,0-1 0 0 0,1 1-1 0 0,-1 0 1 0 0,1 0 0 0 0,-1-1 0 0 0,1 1 0 0 0,0 0-1 0 0,-1 0 1 0 0,1 0 0 0 0,0-1 0 0 0,0 1-1 0 0,-1 0 1 0 0,1 0 0 0 0,0 1 0 0 0,-6 34-82 0 0,4-21 176 0 0,-21 85 828 0 0,12-62-672 0 0,2-1 0 0 0,2 2 0 0 0,-3 69 0 0 0,10 41-28 0 0,-1-222-541 0 0,3-107-153 0 0,0 139 365 0 0,2 1 1 0 0,14-58-1 0 0,-17 93 76 0 0,0 0 1 0 0,1 0-1 0 0,0 0 0 0 0,0 0 0 0 0,0 0 1 0 0,1 0-1 0 0,-1 1 0 0 0,1-1 0 0 0,4-5 1 0 0,26-9 170 0 0,-26 16-154 0 0,3-1 14 0 0,0 0 0 0 0,0 0 1 0 0,0 2-1 0 0,1-1 1 0 0,-1 1-1 0 0,21-2 0 0 0,66 5 108 0 0,-43 0-778 0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5.870"/>
    </inkml:context>
    <inkml:brush xml:id="br0">
      <inkml:brushProperty name="width" value="0.05" units="cm"/>
      <inkml:brushProperty name="height" value="0.05" units="cm"/>
    </inkml:brush>
  </inkml:definitions>
  <inkml:trace contextRef="#ctx0" brushRef="#br0">1 65 6817 0 0,'0'0'975'0'0,"14"10"-188"0"0,1-10-340 0 0,0-1 0 0 0,1-1-1 0 0,-1 0 1 0 0,0-1 0 0 0,0-1 0 0 0,-1 0-1 0 0,1-1 1 0 0,22-11 0 0 0,-24 10-453 0 0,0 1 0 0 0,1 0 0 0 0,0 0-1 0 0,0 1 1 0 0,0 1 0 0 0,0 1 0 0 0,20-2 0 0 0,-24 1-2343 0 0,-8 3 781 0 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8.543"/>
    </inkml:context>
    <inkml:brush xml:id="br0">
      <inkml:brushProperty name="width" value="0.05" units="cm"/>
      <inkml:brushProperty name="height" value="0.05" units="cm"/>
    </inkml:brush>
  </inkml:definitions>
  <inkml:trace contextRef="#ctx0" brushRef="#br0">54 453 384 0 0,'0'0'156'0'0,"-7"-15"1230"0"0,4-11-704 0 0,2 0 0 0 0,1 1 0 0 0,1-1 0 0 0,5-27 0 0 0,26-184 2839 0 0,-30 193-2275 0 0,-3 44-1213 0 0,-1 0 0 0 0,0 0-1 0 0,1 0 1 0 0,-1 0 0 0 0,0 0-1 0 0,1 0 1 0 0,-1 1-1 0 0,1-1 1 0 0,-1 1 0 0 0,0-1-1 0 0,1 1 1 0 0,-3 1 0 0 0,1 0-4 0 0,0 1 0 0 0,0-1 0 0 0,1 1 0 0 0,-1 0 0 0 0,1 0 0 0 0,0 0 0 0 0,0 0 0 0 0,0 0 0 0 0,0 1 1 0 0,0-1-1 0 0,1 1 0 0 0,0-1 0 0 0,-1 1 0 0 0,1-1 0 0 0,1 1 0 0 0,-1 0 0 0 0,0-1 0 0 0,1 1 0 0 0,0 0 1 0 0,0 0-1 0 0,1 7 0 0 0,22 401 53 0 0,-5-70 58 0 0,-15-320-91 0 0,-2 1-1 0 0,-1-1 0 0 0,-1 1 0 0 0,0-1 1 0 0,-2 0-1 0 0,-1 0 0 0 0,0 0 0 0 0,-2 0 1 0 0,0 0-1 0 0,-2-1 0 0 0,-13 28 0 0 0,17-39-11 0 0,0-1-1 0 0,1 1 0 0 0,-3 12 0 0 0,5-16-30 0 0,0-4-11 0 0,1-1 0 0 0,0 0 1 0 0,0 0-1 0 0,0 0 0 0 0,0 0 0 0 0,0 0 0 0 0,0 0 1 0 0,0 0-1 0 0,0 0 0 0 0,1 0 0 0 0,-1 0 0 0 0,0 1 1 0 0,1-1-1 0 0,-1 0 0 0 0,1 1 0 0 0,3 12-58 0 0,2-7-583 0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19.230"/>
    </inkml:context>
    <inkml:brush xml:id="br0">
      <inkml:brushProperty name="width" value="0.05" units="cm"/>
      <inkml:brushProperty name="height" value="0.05" units="cm"/>
    </inkml:brush>
  </inkml:definitions>
  <inkml:trace contextRef="#ctx0" brushRef="#br0">13 208 2136 0 0,'0'0'1094'0'0,"-9"-16"1703"0"0,6-105 2796 0 0,4 124-5521 0 0,0 1 0 0 0,1-1 0 0 0,-1 0 0 0 0,1 0 0 0 0,0 0 0 0 0,3 5 0 0 0,1 2-3 0 0,4 8 80 0 0,50 103 481 0 0,-52-102-582 0 0,-1-1-1 0 0,-2 2 1 0 0,1-1 0 0 0,3 36 0 0 0,-9-52-48 0 0,3 25 145 0 0,8 35-1 0 0,-10-61-124 0 0,0 0 1 0 0,0 0-1 0 0,0 0 0 0 0,0 0 0 0 0,0 0 0 0 0,0-1 0 0 0,0 1 0 0 0,1 0 1 0 0,-1-1-1 0 0,1 1 0 0 0,2 2 0 0 0,-3-4-16 0 0,-1 0-1 0 0,1 1 1 0 0,-1-1-1 0 0,1 1 0 0 0,0-1 1 0 0,-1 0-1 0 0,1 1 1 0 0,-1-1-1 0 0,1 0 1 0 0,0 0-1 0 0,-1 0 1 0 0,1 1-1 0 0,0-1 1 0 0,-1 0-1 0 0,1 0 1 0 0,0 0-1 0 0,-1 0 1 0 0,1 0-1 0 0,0 0 1 0 0,-1 0-1 0 0,1 0 1 0 0,0 0-1 0 0,-1-1 0 0 0,1 1 1 0 0,0 0-1 0 0,-1 0 1 0 0,1-1-1 0 0,-1 1 1 0 0,1 0-1 0 0,0-1 1 0 0,-1 1-1 0 0,1 0 1 0 0,-1-1-1 0 0,1 1 1 0 0,-1-1-1 0 0,1 1 1 0 0,-1-1-1 0 0,0 1 1 0 0,1-1-1 0 0,-1 1 1 0 0,1-1-1 0 0,-1 1 1 0 0,1-2-1 0 0,2-5 2 0 0,0-1 1 0 0,-1 1-1 0 0,4-16 0 0 0,5-18 10 0 0,32-68-58 0 0,69-124-1 0 0,-83 193-23 0 0,-14 21-2598 0 0,-13 16 1347 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1.626"/>
    </inkml:context>
    <inkml:brush xml:id="br0">
      <inkml:brushProperty name="width" value="0.05" units="cm"/>
      <inkml:brushProperty name="height" value="0.05" units="cm"/>
    </inkml:brush>
  </inkml:definitions>
  <inkml:trace contextRef="#ctx0" brushRef="#br0">302 484 824 0 0,'0'0'94'0'0,"-7"-19"1014"0"0,-1-36 313 0 0,3-1 0 0 0,2-95 0 0 0,4 97-786 0 0,-1 45-495 0 0,1 0-1 0 0,1 1 1 0 0,-1-1 0 0 0,2 1-1 0 0,-1-1 1 0 0,6-10-1 0 0,6-28 286 0 0,-1 16 1039 0 0,-13 31-1304 0 0,-2 23 143 0 0,-21 136-148 0 0,-8 77-9 0 0,20-148 26 0 0,-34 143-1 0 0,39-214-111 0 0,0 0 1 0 0,-1 0-1 0 0,-14 23 0 0 0,5-9 26 0 0,15-30-73 0 0,0 0-1 0 0,0 1 1 0 0,-1-1 0 0 0,1 0 0 0 0,0 0 0 0 0,-1 0 0 0 0,1 0-1 0 0,-1 0 1 0 0,1 0 0 0 0,-1 0 0 0 0,1-1 0 0 0,-1 1 0 0 0,0 0 0 0 0,1-1-1 0 0,-1 1 1 0 0,0-1 0 0 0,0 0 0 0 0,-1 1 0 0 0,-1-1 13 0 0,1 1 0 0 0,-1-1 0 0 0,0 0 1 0 0,1 0-1 0 0,-1 0 0 0 0,0 0 0 0 0,1-1 1 0 0,-4-1-1 0 0,-63-23 30 0 0,63 21-78 0 0,-6 0 141 0 0,13 4-68 0 0,32-10 97 0 0,14 2 49 0 0,1 2 0 0 0,0 2 0 0 0,48 3 0 0 0,60-1 427 0 0,-155 2-650 0 0,-22-24-4711 0 0,5-2 360 0 0,12 17 2345 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2.053"/>
    </inkml:context>
    <inkml:brush xml:id="br0">
      <inkml:brushProperty name="width" value="0.05" units="cm"/>
      <inkml:brushProperty name="height" value="0.05" units="cm"/>
    </inkml:brush>
  </inkml:definitions>
  <inkml:trace contextRef="#ctx0" brushRef="#br0">1 107 3689 0 0,'0'-3'3601'0'0,"2"-8"-2260"0"0,10 5-1070 0 0,0 1-1 0 0,0 1 0 0 0,0-1 1 0 0,1 2-1 0 0,-1 0 1 0 0,1 0-1 0 0,21-1 0 0 0,-4 0 233 0 0,70-7 356 0 0,-68 9-844 0 0,-1-2 0 0 0,1-1 0 0 0,43-12 0 0 0,-44 2-4603 0 0,-27 13 2769 0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3.028"/>
    </inkml:context>
    <inkml:brush xml:id="br0">
      <inkml:brushProperty name="width" value="0.05" units="cm"/>
      <inkml:brushProperty name="height" value="0.05" units="cm"/>
    </inkml:brush>
  </inkml:definitions>
  <inkml:trace contextRef="#ctx0" brushRef="#br0">116 98 2497 0 0,'0'0'1069'0'0,"-14"-20"4162"0"0,12 58-4716 0 0,-2 0 0 0 0,-14 62 0 0 0,5-38-75 0 0,-14 57 304 0 0,-6 41-46 0 0,32-150-551 0 0,-1 8 292 0 0,1-16-257 0 0,1-8-107 0 0,10-238-214 0 0,-5 208 110 0 0,1 1 0 0 0,2 0 0 0 0,1 1 0 0 0,26-64 0 0 0,-32 89 34 0 0,3-5-3 0 0,1 0 0 0 0,11-17 0 0 0,-15 27-1 0 0,0 0 1 0 0,0 0-1 0 0,0 1 0 0 0,0-1 1 0 0,1 1-1 0 0,-1 0 0 0 0,1 0 0 0 0,0 0 1 0 0,0 0-1 0 0,0 1 0 0 0,8-4 0 0 0,12-5 54 0 0,-21 9-46 0 0,0 0 1 0 0,0 0-1 0 0,-1 1 1 0 0,1-1-1 0 0,0 1 1 0 0,1 0-1 0 0,-1 0 1 0 0,0 0-1 0 0,0 0 1 0 0,0 1-1 0 0,1-1 1 0 0,-1 1 0 0 0,0 0-1 0 0,0 0 1 0 0,1 0-1 0 0,-1 0 1 0 0,0 1-1 0 0,0-1 1 0 0,1 1-1 0 0,-1 0 1 0 0,0 0-1 0 0,5 2 1 0 0,-7-2-6 0 0,1 0 1 0 0,-1 0 0 0 0,0 0-1 0 0,0 0 1 0 0,0 0-1 0 0,-1 0 1 0 0,1 1 0 0 0,0-1-1 0 0,0 0 1 0 0,-1 1-1 0 0,1-1 1 0 0,-1 0 0 0 0,1 1-1 0 0,-1-1 1 0 0,1 0-1 0 0,-1 1 1 0 0,0-1 0 0 0,0 3-1 0 0,3 31 33 0 0,-3-22-19 0 0,1-8-12 0 0,0 0-1 0 0,0 0 0 0 0,1 0 0 0 0,-1-1 0 0 0,1 1 0 0 0,0-1 1 0 0,4 7-1 0 0,-4-7-4 0 0,1 0 0 0 0,-1 1 0 0 0,0-1 0 0 0,-1 1 0 0 0,1-1 0 0 0,-1 1 0 0 0,0 0 0 0 0,1 5 0 0 0,-2-4 12 0 0,1-1-1 0 0,-1 0 1 0 0,-1 0 0 0 0,1 0-1 0 0,-1 0 1 0 0,0 0-1 0 0,0 0 1 0 0,0 0 0 0 0,-1 0-1 0 0,0 0 1 0 0,0 0-1 0 0,-2 5 1 0 0,2-7-11 0 0,-1-1 1 0 0,1 1-1 0 0,0 0 1 0 0,-1-1-1 0 0,0 1 1 0 0,1-1-1 0 0,-1 0 1 0 0,0 1-1 0 0,0-2 1 0 0,0 1-1 0 0,0 0 1 0 0,-1-1-1 0 0,1 1 1 0 0,0-1-1 0 0,-1 0 0 0 0,1 0 1 0 0,-1 0-1 0 0,-3 0 1 0 0,0 1 11 0 0,1 0 1 0 0,-1 0-1 0 0,1 0 0 0 0,-12 7 1 0 0,-18 6-3 0 0,17-11-9 0 0,15-3-2 0 0,0 0-1 0 0,0-1 0 0 0,0 2 1 0 0,0-1-1 0 0,0 0 0 0 0,0 1 1 0 0,-7 3-1 0 0,11-5 0 0 0,-1 1 1 0 0,1 0-1 0 0,-1-1 1 0 0,0 1-1 0 0,1-1 1 0 0,-1 1-1 0 0,1 0 0 0 0,0-1 1 0 0,-1 1-1 0 0,1 0 1 0 0,-1-1-1 0 0,1 1 1 0 0,0 0-1 0 0,0 0 0 0 0,-1-1 1 0 0,1 1-1 0 0,0 0 1 0 0,0 1-1 0 0,0 0 2 0 0,0 0-1 0 0,0 0 1 0 0,1-1 0 0 0,-1 1-1 0 0,1 0 1 0 0,-1 0-1 0 0,1-1 1 0 0,-1 1-1 0 0,1 0 1 0 0,0-1 0 0 0,1 3-1 0 0,2 1-8 0 0,-1-1 0 0 0,1 0-1 0 0,-1 0 1 0 0,1 0 0 0 0,0 0 0 0 0,6 4-1 0 0,-5-5 14 0 0,-1 1-1 0 0,0 0 0 0 0,1-1 0 0 0,-2 2 0 0 0,1-1 0 0 0,4 6 1 0 0,26 68 71 0 0,-32-73-66 0 0,0 1 0 0 0,1-1 0 0 0,-2 1 0 0 0,1-1 0 0 0,-1 1 0 0 0,0-1 0 0 0,1 8 0 0 0,3 14 53 0 0,2-10 566 0 0,-2-10-1664 0 0,-2 1-5291 0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3.585"/>
    </inkml:context>
    <inkml:brush xml:id="br0">
      <inkml:brushProperty name="width" value="0.05" units="cm"/>
      <inkml:brushProperty name="height" value="0.05" units="cm"/>
    </inkml:brush>
  </inkml:definitions>
  <inkml:trace contextRef="#ctx0" brushRef="#br0">71 9 5001 0 0,'0'0'3241'0'0,"-1"-8"-961"0"0,-1 10-2259 0 0,0 1 0 0 0,0 0 0 0 0,1 0-1 0 0,-1 0 1 0 0,1 0 0 0 0,0 1 0 0 0,0-1 0 0 0,-1 6 0 0 0,-3 7 23 0 0,-7 20 65 0 0,1 0-1 0 0,2 0 0 0 0,-8 63 1 0 0,17-97-70 0 0,-1 0-1 0 0,1 0 1 0 0,0 1 0 0 0,-1-1 0 0 0,1 0 0 0 0,0 0 0 0 0,0 0 0 0 0,1 0 0 0 0,-1 0-1 0 0,0 0 1 0 0,1 0 0 0 0,-1 0 0 0 0,1 0 0 0 0,0 0 0 0 0,0 0 0 0 0,0 0 0 0 0,0 0-1 0 0,0 0 1 0 0,0 0 0 0 0,0 0 0 0 0,2 2 0 0 0,0-3 4 0 0,0 1-1 0 0,1-1 1 0 0,-1 1 0 0 0,0-1 0 0 0,0 0-1 0 0,0-1 1 0 0,1 1 0 0 0,-1 0 0 0 0,0-1-1 0 0,1 0 1 0 0,-1 0 0 0 0,6 0 0 0 0,0 0 75 0 0,-1 0 1 0 0,1-1 0 0 0,-1 0 0 0 0,17-4-1 0 0,-23 4-248 0 0,1 0-1 0 0,-1 0 1 0 0,0 0-1 0 0,0 0 1 0 0,1 0-1 0 0,-1 0 1 0 0,0-1-1 0 0,0 1 1 0 0,2-4-1 0 0,-3 4-297 0 0,1 0 0 0 0,-1-1 0 0 0,-1 1 0 0 0,1 0 1 0 0,0-1-1 0 0,0 1 0 0 0,0-1 0 0 0,-1 0 0 0 0,1 1 0 0 0,-1-1 0 0 0,1 0 0 0 0,-1 1 0 0 0,0-1 0 0 0,0 0 0 0 0,0-2 0 0 0,0 0-1163 0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3.912"/>
    </inkml:context>
    <inkml:brush xml:id="br0">
      <inkml:brushProperty name="width" value="0.05" units="cm"/>
      <inkml:brushProperty name="height" value="0.05" units="cm"/>
    </inkml:brush>
  </inkml:definitions>
  <inkml:trace contextRef="#ctx0" brushRef="#br0">0 4 5825 0 0,'0'0'702'0'0,"26"9"1806"0"0,-11-5-2163 0 0,0 0-1 0 0,0-1 1 0 0,0 0-1 0 0,1-2 1 0 0,-1 0-1 0 0,0 0 1 0 0,1-1-1 0 0,-1-1 1 0 0,27-5-1 0 0,-37 5-660 0 0,20-5 797 0 0,-24 6-619 0 0,-1 0-1 0 0,1 0 1 0 0,-1 0 0 0 0,1 0-1 0 0,-1 0 1 0 0,1-1-1 0 0,-1 1 1 0 0,1 0 0 0 0,-1 0-1 0 0,1 0 1 0 0,-1-1-1 0 0,1 1 1 0 0,-1 0-1 0 0,0 0 1 0 0,1-1 0 0 0,-1 1-1 0 0,1 0 1 0 0,-1-1-1 0 0,0 1 1 0 0,1 0-1 0 0,-1-1 1 0 0,0 1 0 0 0,0-1-1 0 0,1 1 1 0 0,-1 0-1 0 0,0-1 1 0 0,0 1 0 0 0,1-1-1 0 0,-1 1 1 0 0,0-1-1 0 0,0 1 1 0 0,0-1-1 0 0,0 1 1 0 0,0-1 0 0 0,0 1-1 0 0,0-1 1 0 0,0 1-1 0 0,0-2 1 0 0,-1 1-1264 0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4.246"/>
    </inkml:context>
    <inkml:brush xml:id="br0">
      <inkml:brushProperty name="width" value="0.05" units="cm"/>
      <inkml:brushProperty name="height" value="0.05" units="cm"/>
    </inkml:brush>
  </inkml:definitions>
  <inkml:trace contextRef="#ctx0" brushRef="#br0">0 8 6921 0 0,'0'0'1809'0'0,"14"1"-956"0"0,25 4-929 0 0,-9-1 478 0 0,33 0 1 0 0,-55-4-889 0 0,1-1 0 0 0,-1 1 1 0 0,1-1-1 0 0,-1-1 1 0 0,0 0-1 0 0,1 0 0 0 0,-1 0 1 0 0,12-6-1 0 0,-13 4-1518 0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4.719"/>
    </inkml:context>
    <inkml:brush xml:id="br0">
      <inkml:brushProperty name="width" value="0.05" units="cm"/>
      <inkml:brushProperty name="height" value="0.05" units="cm"/>
    </inkml:brush>
  </inkml:definitions>
  <inkml:trace contextRef="#ctx0" brushRef="#br0">99 21 5417 0 0,'0'0'564'0'0,"-11"5"2792"0"0,8 4-3239 0 0,0 1 0 0 0,1-1 0 0 0,1 1 0 0 0,-1 0 0 0 0,2-1 0 0 0,-1 15 0 0 0,1-6 11 0 0,-10 201 1258 0 0,8-110-311 0 0,2-110-1070 0 0,0 1 0 0 0,-1 0 0 0 0,1-1-1 0 0,0 1 1 0 0,0 0 0 0 0,0-1-1 0 0,0 1 1 0 0,-1 0 0 0 0,1 0-1 0 0,0-1 1 0 0,0 1 0 0 0,0 0 0 0 0,-1 0-1 0 0,1-1 1 0 0,0 1 0 0 0,-1 0-1 0 0,1 0 1 0 0,0-1 0 0 0,0 1 0 0 0,-1 0-1 0 0,1 0 1 0 0,0 0 0 0 0,-1 0-1 0 0,1 0 1 0 0,0 0 0 0 0,-1-1 0 0 0,1 1-1 0 0,0 0 1 0 0,-1 0 0 0 0,1 0-1 0 0,0 0 1 0 0,-1 0 0 0 0,1 0 0 0 0,-1 0-1 0 0,1 0 1 0 0,0 1 0 0 0,-1-1-1 0 0,1 0 1 0 0,0 0 0 0 0,-1 0-1 0 0,1 0 1 0 0,0 0 0 0 0,-1 1 0 0 0,1-1-1 0 0,0 0 1 0 0,0 0 0 0 0,-1 0-1 0 0,1 1 1 0 0,0-1 0 0 0,0 0 0 0 0,-1 0-1 0 0,1 1 1 0 0,0-1 0 0 0,0 0-1 0 0,0 1 1 0 0,-1-1 0 0 0,1 0 0 0 0,0 1-1 0 0,0-1 1 0 0,0 0 0 0 0,0 1-1 0 0,0-1 1 0 0,0 1 0 0 0,-22-132-762 0 0,9 38 354 0 0,13 91 402 0 0,-5-24-48 0 0,-2-35 0 0 0,7 55 48 0 0,0 0-1 0 0,0 0 0 0 0,0-1 0 0 0,1 1 1 0 0,-1 0-1 0 0,2 0 0 0 0,-1 0 1 0 0,1 0-1 0 0,-1 0 0 0 0,2 0 1 0 0,4-9-1 0 0,19-1 118 0 0,-20 12-58 0 0,1 1 0 0 0,0 0 0 0 0,-1 0 0 0 0,1 0 0 0 0,0 1 0 0 0,1 0 0 0 0,-1 0 0 0 0,0 1 0 0 0,8-1 0 0 0,12 0 177 0 0,32 3 1 0 0,-19 0-318 0 0,-34-6-1076 0 0,-5 5 886 0 0,-1-1 0 0 0,0 1 0 0 0,0-1 0 0 0,0 1-1 0 0,1 0 1 0 0,-1-1 0 0 0,0 1 0 0 0,0-1 0 0 0,0 1-1 0 0,0-1 1 0 0,0 1 0 0 0,0-1 0 0 0,0 1 0 0 0,0-1 0 0 0,0 1-1 0 0,0 0 1 0 0,0-1 0 0 0,0 1 0 0 0,0-1 0 0 0,0 1-1 0 0,0-1 1 0 0,-1 1 0 0 0,1-1 0 0 0,0 1 0 0 0,0 0-1 0 0,-1-1 1 0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5.048"/>
    </inkml:context>
    <inkml:brush xml:id="br0">
      <inkml:brushProperty name="width" value="0.05" units="cm"/>
      <inkml:brushProperty name="height" value="0.05" units="cm"/>
    </inkml:brush>
  </inkml:definitions>
  <inkml:trace contextRef="#ctx0" brushRef="#br0">0 16 5865 0 0,'0'0'1293'0'0,"17"7"1171"0"0,47-10 327 0 0,29-13-2720 0 0,-74 14-1778 0 0,-15 1 108 0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29.865"/>
    </inkml:context>
    <inkml:brush xml:id="br0">
      <inkml:brushProperty name="width" value="0.05" units="cm"/>
      <inkml:brushProperty name="height" value="0.05" units="cm"/>
    </inkml:brush>
  </inkml:definitions>
  <inkml:trace contextRef="#ctx0" brushRef="#br0">288 236 232 0 0,'0'0'309'0'0,"-19"-19"-35"0"0,10 6-211 0 0,6 10 80 0 0,1 0 1 0 0,0 1-1 0 0,0-1 0 0 0,0 0 1 0 0,0 0-1 0 0,1-1 1 0 0,-1 1-1 0 0,1 0 0 0 0,0-1 1 0 0,-2-6-1 0 0,2 9-87 0 0,1 0 0 0 0,-1 0 0 0 0,0 0 0 0 0,0-1 0 0 0,0 1 0 0 0,1 0 0 0 0,-1 0 0 0 0,0 0 0 0 0,0 0 0 0 0,-1 0 0 0 0,1 1 0 0 0,0-1-1 0 0,0 0 1 0 0,0 0 0 0 0,-3 0 0 0 0,-14-13 1856 0 0,15 7-1565 0 0,0 0 1 0 0,-1 0-1 0 0,2 0 0 0 0,-1-1 0 0 0,1 1 0 0 0,1-1 0 0 0,-1 1 0 0 0,0-9 0 0 0,2 12-182 0 0,0 1-1 0 0,-1 0 1 0 0,0-1 0 0 0,0 1-1 0 0,0 0 1 0 0,0 0 0 0 0,0 0 0 0 0,-1 0-1 0 0,0 0 1 0 0,1 0 0 0 0,-1 0 0 0 0,0 0-1 0 0,0 1 1 0 0,0-1 0 0 0,-1 1 0 0 0,1-1-1 0 0,-1 1 1 0 0,-3-3 0 0 0,5 5-128 0 0,0 0 0 0 0,0 0 1 0 0,0-1-1 0 0,0 1 0 0 0,0 0 1 0 0,1 0-1 0 0,-1 0 0 0 0,0 0 1 0 0,0 1-1 0 0,0-1 0 0 0,0 0 0 0 0,0 0 1 0 0,1 0-1 0 0,-1 1 0 0 0,0-1 1 0 0,0 0-1 0 0,0 1 0 0 0,1-1 1 0 0,-1 1-1 0 0,0-1 0 0 0,0 1 0 0 0,1-1 1 0 0,-1 1-1 0 0,1-1 0 0 0,-1 1 1 0 0,0 0-1 0 0,1-1 0 0 0,-1 1 1 0 0,1 0-1 0 0,-1 0 0 0 0,1-1 0 0 0,0 1 1 0 0,-1 0-1 0 0,1 0 0 0 0,0 0 1 0 0,-1 1-1 0 0,-11 36-82 0 0,11-34 113 0 0,-6 27-40 0 0,1-1-1 0 0,2 1 1 0 0,0 37 0 0 0,7 95-14 0 0,1-38-19 0 0,-4-96-10 0 0,1 43 66 0 0,-3 0 1 0 0,-17 104 0 0 0,-33 153 147 0 0,49-290-62 0 0,2 59 1 0 0,-1 19 60 0 0,-6-74-130 0 0,5-32-23 0 0,1 0 1 0 0,0 0-1 0 0,0 15 0 0 0,2-25-14 0 0,1-2-31 0 0,1 1 1 0 0,-1 0 0 0 0,0-1 0 0 0,0 1 0 0 0,0-1 0 0 0,0 1 0 0 0,0-1 0 0 0,0 0 0 0 0,0 1 0 0 0,0-1 0 0 0,0 0 0 0 0,0 0 0 0 0,0 1 0 0 0,-1-1 0 0 0,1 0 0 0 0,0 0 0 0 0,0-1 0 0 0,0 0 2 0 0,0 1-1 0 0,0 0 1 0 0,0-1-1 0 0,0 1 0 0 0,0 0 1 0 0,0 0-1 0 0,1 0 1 0 0,-1 0-1 0 0,0 0 1 0 0,1 0-1 0 0,-1 0 1 0 0,0 1-1 0 0,1-1 1 0 0,-1 0-1 0 0,1 1 1 0 0,-1-1-1 0 0,1 1 1 0 0,2-1-1 0 0,8 1 3 0 0,1 0 0 0 0,-1 1 1 0 0,0 0-1 0 0,0 1 0 0 0,0 0 0 0 0,0 1 0 0 0,19 7 0 0 0,13 9 17 0 0,-2 2 0 0 0,70 46 0 0 0,-84-52-1 0 0,-22-13-20 0 0,0 1 1 0 0,0 0 0 0 0,0 1-1 0 0,5 4 1 0 0,37 35 13 0 0,45 55 0 0 0,-63-66-9 0 0,16 16 41 0 0,3-2 1 0 0,2-2-1 0 0,88 58 0 0 0,-34-40 406 0 0,8 5 77 0 0,-112-66-545 0 0,1 1 1 0 0,0 0-1 0 0,0-1 0 0 0,-1 1 0 0 0,1 0 0 0 0,-1 0 0 0 0,1 0 1 0 0,-1 0-1 0 0,0 0 0 0 0,0 0 0 0 0,0 0 0 0 0,1 4 0 0 0,1 8-7893 0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30.605"/>
    </inkml:context>
    <inkml:brush xml:id="br0">
      <inkml:brushProperty name="width" value="0.05" units="cm"/>
      <inkml:brushProperty name="height" value="0.05" units="cm"/>
    </inkml:brush>
  </inkml:definitions>
  <inkml:trace contextRef="#ctx0" brushRef="#br0">49 50 5929 0 0,'0'-31'1143'0'0,"-4"14"2332"0"0,0 15-2040 0 0,-3 11-1316 0 0,3 2-55 0 0,1 0 0 0 0,0 0 1 0 0,0 1-1 0 0,2-1 0 0 0,-1 0 0 0 0,1 23 0 0 0,-1-2 43 0 0,-13 387 746 0 0,26 1-875 0 0,-5-261 108 0 0,2-16 88 0 0,47 260 1 0 0,7-31 616 0 0,-56-323-1436 0 0,0 58 0 0 0,-13-99-4561 0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31.283"/>
    </inkml:context>
    <inkml:brush xml:id="br0">
      <inkml:brushProperty name="width" value="0.05" units="cm"/>
      <inkml:brushProperty name="height" value="0.05" units="cm"/>
    </inkml:brush>
  </inkml:definitions>
  <inkml:trace contextRef="#ctx0" brushRef="#br0">1235 0 6113 0 0,'0'0'3546'0'0,"-11"19"-556"0"0,-20 0-2498 0 0,17-10-425 0 0,-1 1 1 0 0,-20 17 0 0 0,-390 418 773 0 0,281-285-298 0 0,53-55-254 0 0,35-40 12 0 0,-86 79 0 0 0,46-52 442 0 0,31-28-373 0 0,40-45-305 0 0,20-16-53 0 0,0 1-1 0 0,0-1 1 0 0,0 1 0 0 0,0 0 0 0 0,-4 6 0 0 0,-6 7 2 0 0,10-13-29 0 0,1 1 1 0 0,0-1 0 0 0,1 1 0 0 0,-6 9-1 0 0,7-11-68 0 0,0 1-1 0 0,1 0 1 0 0,0 0 0 0 0,-1 0-1 0 0,0 7 1 0 0,1 3-3860 0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31.770"/>
    </inkml:context>
    <inkml:brush xml:id="br0">
      <inkml:brushProperty name="width" value="0.05" units="cm"/>
      <inkml:brushProperty name="height" value="0.05" units="cm"/>
    </inkml:brush>
  </inkml:definitions>
  <inkml:trace contextRef="#ctx0" brushRef="#br0">241 1 7810 0 0,'0'0'444'0'0,"-1"21"2126"0"0,0-9-2360 0 0,0-1 0 0 0,-1 1 1 0 0,-1 0-1 0 0,-5 16 0 0 0,6-23-129 0 0,-1 0 0 0 0,1-1 0 0 0,-1 1 0 0 0,1 0 0 0 0,-1-1 0 0 0,-1 1-1 0 0,1-1 1 0 0,0 0 0 0 0,-1 0 0 0 0,0-1 0 0 0,0 1 0 0 0,-6 3 0 0 0,-6 4 51 0 0,1 1 0 0 0,0 1 0 0 0,-16 17 0 0 0,24-22-122 0 0,0 0 0 0 0,1 0 1 0 0,-1 1-1 0 0,2-1 0 0 0,-1 2 0 0 0,1-1 0 0 0,-5 14 0 0 0,-10 22 66 0 0,14-35-50 0 0,1 0 1 0 0,1 1-1 0 0,-6 18 1 0 0,9-26 35 0 0,1 1 1 0 0,-1 0-1 0 0,1-1 1 0 0,0 1-1 0 0,0 0 1 0 0,0-1-1 0 0,0 1 1 0 0,1 0-1 0 0,-1-1 1 0 0,1 1-1 0 0,0-1 1 0 0,0 1-1 0 0,0-1 1 0 0,1 1-1 0 0,2 5 1 0 0,-2-7-32 0 0,0 0 0 0 0,0 0 0 0 0,1 0 0 0 0,-1 0 0 0 0,0-1 0 0 0,1 1 0 0 0,-1-1 0 0 0,1 1 0 0 0,0-1 0 0 0,-1 0 1 0 0,1 0-1 0 0,0 0 0 0 0,0 0 0 0 0,0-1 0 0 0,0 1 0 0 0,-1-1 0 0 0,7 1 0 0 0,22 6 139 0 0,-23-3-128 0 0,4 2-8 0 0,-1 0 0 0 0,2-1 0 0 0,-1 0 0 0 0,1-1 0 0 0,-1 0 0 0 0,1-1-1 0 0,0-1 1 0 0,13 1 0 0 0,88-2 201 0 0,-61-1-6314 0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32.588"/>
    </inkml:context>
    <inkml:brush xml:id="br0">
      <inkml:brushProperty name="width" value="0.05" units="cm"/>
      <inkml:brushProperty name="height" value="0.05" units="cm"/>
    </inkml:brush>
  </inkml:definitions>
  <inkml:trace contextRef="#ctx0" brushRef="#br0">61 14 1176 0 0,'-10'-13'5364'0'0,"8"13"-5017"0"0,1-1 1 0 0,-1 1-1 0 0,0 0 1 0 0,1 0-1 0 0,-1 0 1 0 0,1 1-1 0 0,-1-1 1 0 0,0 0-1 0 0,1 1 0 0 0,-1-1 1 0 0,1 1-1 0 0,-1-1 1 0 0,1 1-1 0 0,-1 0 1 0 0,1-1-1 0 0,-1 1 0 0 0,1 0 1 0 0,0 0-1 0 0,-3 2 1 0 0,3 0-227 0 0,0-1-1 0 0,0 1 1 0 0,0-1 0 0 0,1 1 0 0 0,-1-1-1 0 0,0 1 1 0 0,1 0 0 0 0,0 0 0 0 0,0-1-1 0 0,0 1 1 0 0,0 4 0 0 0,12 379 873 0 0,-6-238-956 0 0,-17 495 22 0 0,0-366-47 0 0,11-265-13 0 0,-8 828 120 0 0,10-496-136 0 0,-2-208 6 0 0,0-99-101 0 0,3 110 4 0 0,-1-125-88 0 0,1 0 0 0 0,1 0 0 0 0,1 0 0 0 0,11 31 1 0 0,-12-42-165 0 0,-1 2-1051 0 0,1-6-3218 0 0,-1-3 1833 0 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35.166"/>
    </inkml:context>
    <inkml:brush xml:id="br0">
      <inkml:brushProperty name="width" value="0.05" units="cm"/>
      <inkml:brushProperty name="height" value="0.05" units="cm"/>
    </inkml:brush>
  </inkml:definitions>
  <inkml:trace contextRef="#ctx0" brushRef="#br0">196 1 2825 0 0,'0'0'389'0'0,"-22"0"1234"0"0,-6 7-1564 0 0,20-5 212 0 0,1 0 1 0 0,0-1-1 0 0,0 0 0 0 0,-12 1 0 0 0,12-2 326 0 0,0 1 1 0 0,0 0-1 0 0,0 0 1 0 0,0 0-1 0 0,0 1 1 0 0,-8 3-1 0 0,11-3 167 0 0,-22 8 1157 0 0,26-10-1894 0 0,-1 0 0 0 0,0 0 1 0 0,1 1-1 0 0,-1-1 0 0 0,1 0 0 0 0,-1 1 0 0 0,1-1 1 0 0,-1 0-1 0 0,1 1 0 0 0,-1-1 0 0 0,1 1 1 0 0,-1-1-1 0 0,1 1 0 0 0,-1-1 0 0 0,1 1 1 0 0,0-1-1 0 0,-1 1 0 0 0,1-1 0 0 0,0 1 0 0 0,0 0 1 0 0,-1-1-1 0 0,1 1 0 0 0,0 0 0 0 0,0-1 1 0 0,0 1-1 0 0,0-1 0 0 0,0 1 0 0 0,0 0 0 0 0,0-1 1 0 0,0 1-1 0 0,0 0 0 0 0,0-1 0 0 0,0 1 1 0 0,0 0-1 0 0,1 0 0 0 0,1 2 24 0 0,0-1 0 0 0,1 0-1 0 0,-1 0 1 0 0,1 0 0 0 0,-1 0 0 0 0,1-1 0 0 0,0 1 0 0 0,-1-1-1 0 0,1 1 1 0 0,5 0 0 0 0,1 2-11 0 0,27 13 15 0 0,1-2 0 0 0,0-2-1 0 0,1-1 1 0 0,0-3 0 0 0,59 9 0 0 0,199 0-8 0 0,893-7 93 0 0,-645-6-99 0 0,-255 1-27 0 0,573-15-14 0 0,-224-30-124 0 0,-82 3 97 0 0,-400 32 12 0 0,-89 4-4847 0 0,-57 0 3508 0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37.251"/>
    </inkml:context>
    <inkml:brush xml:id="br0">
      <inkml:brushProperty name="width" value="0.05" units="cm"/>
      <inkml:brushProperty name="height" value="0.05" units="cm"/>
    </inkml:brush>
  </inkml:definitions>
  <inkml:trace contextRef="#ctx0" brushRef="#br0">8 6 5305 0 0,'0'0'315'0'0,"-7"5"4054"0"0,7-4-4281 0 0,1 0 0 0 0,-1 0 0 0 0,1 0-1 0 0,-1-1 1 0 0,1 1 0 0 0,0 0 0 0 0,-1-1 0 0 0,1 1 0 0 0,0 0 0 0 0,-1-1 0 0 0,1 1 0 0 0,0-1 0 0 0,0 1 0 0 0,-1-1 0 0 0,1 1-1 0 0,0-1 1 0 0,0 0 0 0 0,0 1 0 0 0,0-1 0 0 0,0 0 0 0 0,0 0 0 0 0,0 1 0 0 0,-1-1 0 0 0,1 0 0 0 0,0 0 0 0 0,0 0 0 0 0,0 0-1 0 0,1-1 1 0 0,39 2-448 0 0,-31-2 569 0 0,99 4-36 0 0,196 32 0 0 0,-213-23-55 0 0,134 2 0 0 0,95-20 285 0 0,-61 1-244 0 0,370-29 60 0 0,-391 15-158 0 0,-187 15-47 0 0,567-14 176 0 0,-502 18 534 0 0,-115 0-693 0 0,-1 1-1 0 0,0-1 1 0 0,1 0-1 0 0,-1 0 1 0 0,0 1-1 0 0,0-1 1 0 0,0 1 0 0 0,1-1-1 0 0,-1 1 1 0 0,0 0-1 0 0,0-1 1 0 0,0 1-1 0 0,0 0 1 0 0,0 0-1 0 0,0 0 1 0 0,0 0-1 0 0,0 0 1 0 0,0 0 0 0 0,-1 0-1 0 0,1 0 1 0 0,0 0-1 0 0,-1 0 1 0 0,1 0-1 0 0,0 0 1 0 0,-1 0-1 0 0,0 1 1 0 0,1-1-1 0 0,-1 0 1 0 0,0 0 0 0 0,1 1-1 0 0,-1-1 1 0 0,0 2-1 0 0,1 6 15 0 0,0 1-1 0 0,-1 0 0 0 0,0 12 1 0 0,-1-10 33 0 0,4 280 153 0 0,-1 143-212 0 0,-17-77-2 0 0,10-147 42 0 0,-3 258 198 0 0,8-464-243 0 0,0 1 0 0 0,1 0 0 0 0,0-1 0 0 0,3 10 0 0 0,-2-10 13 0 0,-1 1 0 0 0,1-1 0 0 0,-1 1 0 0 0,0 9 1 0 0,-1-5-22 0 0,1 0 0 0 0,-1 0 0 0 0,2 0 1 0 0,0-1-1 0 0,0 1 0 0 0,0 0 0 0 0,1-1 1 0 0,1 0-1 0 0,5 13 0 0 0,4 18 78 0 0,-12-35-30 0 0,0-1 0 0 0,0 1 0 0 0,1 0-1 0 0,0 0 1 0 0,0 0 0 0 0,0-1-1 0 0,0 1 1 0 0,0-1 0 0 0,1 1-1 0 0,5 6 1 0 0,-7-10-50 0 0,-1-1 0 0 0,1 1 0 0 0,-1 0 0 0 0,1 0-1 0 0,-1-1 1 0 0,0 1 0 0 0,1 0 0 0 0,-1 0 0 0 0,0 0 0 0 0,0 0 0 0 0,0 0 0 0 0,0-1 0 0 0,0 1-1 0 0,0 0 1 0 0,0 0 0 0 0,0 0 0 0 0,0 1 0 0 0,0 4-11 0 0,0-6 91 0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40.322"/>
    </inkml:context>
    <inkml:brush xml:id="br0">
      <inkml:brushProperty name="width" value="0.05" units="cm"/>
      <inkml:brushProperty name="height" value="0.05" units="cm"/>
    </inkml:brush>
  </inkml:definitions>
  <inkml:trace contextRef="#ctx0" brushRef="#br0">107 140 1336 0 0,'0'0'1681'0'0,"-1"-10"3945"0"0,-1-9-3839 0 0,2 18-1739 0 0,0 0-1 0 0,0 0 0 0 0,0 1 1 0 0,0-1-1 0 0,0 0 0 0 0,0 0 1 0 0,0 0-1 0 0,0 0 1 0 0,0 0-1 0 0,-1 1 0 0 0,1-1 1 0 0,0 0-1 0 0,-1 0 0 0 0,1 0 1 0 0,0 1-1 0 0,-1-1 1 0 0,1 0-1 0 0,-1 0 0 0 0,1 1 1 0 0,-1-1-1 0 0,1 1 0 0 0,-1-1 1 0 0,0 0-1 0 0,1 1 1 0 0,-1-1-1 0 0,0 1 0 0 0,1-1 1 0 0,-1 1-1 0 0,0-1 0 0 0,0 1 1 0 0,1 0-1 0 0,-1-1 0 0 0,0 1 1 0 0,0 0-1 0 0,0 0 1 0 0,1 0-1 0 0,-1-1 0 0 0,0 1 1 0 0,0 0-1 0 0,0 0 0 0 0,0 0 1 0 0,0 1-1 0 0,-1-1-28 0 0,1 0-1 0 0,-1 1 0 0 0,1-1 0 0 0,0 1 1 0 0,-1-1-1 0 0,1 1 0 0 0,0 0 1 0 0,-1-1-1 0 0,1 1 0 0 0,0 0 0 0 0,0 0 1 0 0,0 0-1 0 0,0 0 0 0 0,0 0 1 0 0,0 0-1 0 0,0 0 0 0 0,0 0 0 0 0,0 1 1 0 0,1-1-1 0 0,-1 0 0 0 0,0 0 1 0 0,1 1-1 0 0,-1-1 0 0 0,1 1 0 0 0,-1 1 1 0 0,-14 41 94 0 0,12-38-77 0 0,1 0-1 0 0,-1 1 0 0 0,1-1 1 0 0,0 1-1 0 0,1 0 0 0 0,0 0 1 0 0,-1 10-1 0 0,2-12 5 0 0,0 0 0 0 0,1 0 0 0 0,-1-1 0 0 0,1 1 0 0 0,1 6 0 0 0,-1-9-32 0 0,-1-1 0 0 0,1 0 0 0 0,0 1 0 0 0,-1-1 1 0 0,1 1-1 0 0,0-1 0 0 0,0 0 0 0 0,0 0 0 0 0,0 1 0 0 0,0-1 0 0 0,0 0 0 0 0,0 0 0 0 0,0 0 0 0 0,1 0 0 0 0,-1 0 0 0 0,0 0 0 0 0,1-1 0 0 0,-1 1 0 0 0,0 0 0 0 0,2 0 0 0 0,40 17 90 0 0,-37-14-67 0 0,1 0 0 0 0,0-1 0 0 0,0 0 0 0 0,1-1 0 0 0,-1 0-1 0 0,0 0 1 0 0,1 0 0 0 0,0-1 0 0 0,10 1 0 0 0,-16-2-21 0 0,17-2 72 0 0,-18 2-74 0 0,0 0 0 0 0,-1 0 0 0 0,1 0 1 0 0,0 0-1 0 0,0 0 0 0 0,-1-1 0 0 0,1 1 0 0 0,0 0 0 0 0,0-1 1 0 0,-1 1-1 0 0,1 0 0 0 0,0-1 0 0 0,-1 1 0 0 0,1-1 1 0 0,-1 1-1 0 0,1-1 0 0 0,0 1 0 0 0,-1-1 0 0 0,1 0 0 0 0,-1 1 1 0 0,0-1-1 0 0,1 1 0 0 0,0-2 0 0 0,11-28 122 0 0,-10 26-127 0 0,0 1 0 0 0,0-1 1 0 0,-1 1-1 0 0,1-1 0 0 0,-1 0 1 0 0,0 0-1 0 0,0 1 1 0 0,0-1-1 0 0,-1 0 0 0 0,1 0 1 0 0,-1 0-1 0 0,0 0 0 0 0,0 0 1 0 0,-1-8-1 0 0,-1 6 22 0 0,1 0-1 0 0,-1 0 0 0 0,-1 0 1 0 0,1 0-1 0 0,-1 1 1 0 0,-7-11-1 0 0,9 13-11 0 0,-1 1-1 0 0,0-1 1 0 0,0 1 0 0 0,0 0-1 0 0,-1 0 1 0 0,1 0-1 0 0,0 0 1 0 0,-1 0-1 0 0,1 0 1 0 0,-1 1-1 0 0,0-1 1 0 0,0 1 0 0 0,1 0-1 0 0,-1 0 1 0 0,-5-1-1 0 0,-18-10 58 0 0,24 11-65 0 0,-1-1-1 0 0,0 1 1 0 0,1-1 0 0 0,-1 1 0 0 0,0 0-1 0 0,1 0 1 0 0,-1 0 0 0 0,0 1 0 0 0,0-1-1 0 0,0 1 1 0 0,-4-1 0 0 0,6 1-4 0 0,-1 0 0 0 0,1 0 0 0 0,-1 0 0 0 0,0 0 0 0 0,1 1 0 0 0,-1-1 0 0 0,1 0 0 0 0,-1 1 0 0 0,1-1 0 0 0,-1 1 0 0 0,1 0 0 0 0,-1-1 0 0 0,1 1 0 0 0,0 0 0 0 0,-1 0 0 0 0,1 0 0 0 0,0 0 0 0 0,0 0 0 0 0,-1 0 0 0 0,-1 3 0 0 0,1 0 4 0 0,-1 0 0 0 0,1 1-1 0 0,0-1 1 0 0,0 1 0 0 0,-1 6 0 0 0,-10 21 8 0 0,11-28-4 0 0,-1 1 1 0 0,0 0 0 0 0,1 0 0 0 0,0 0 0 0 0,0 0 0 0 0,1 1 0 0 0,-1-1 0 0 0,1 0 0 0 0,0 1 0 0 0,1-1 0 0 0,-1 1 0 0 0,1-1 0 0 0,0 1-1 0 0,1 0 1 0 0,-1-1 0 0 0,1 0 0 0 0,0 1 0 0 0,0-1 0 0 0,1 1 0 0 0,0-1 0 0 0,0 0 0 0 0,0 0 0 0 0,0 0 0 0 0,4 5 0 0 0,-4-8-1 0 0,0 0 1 0 0,1 0-1 0 0,-1 0 1 0 0,0 0-1 0 0,1 0 1 0 0,-1-1-1 0 0,1 0 1 0 0,-1 1-1 0 0,1-1 1 0 0,0 0-1 0 0,0 0 1 0 0,-1 0-1 0 0,1-1 1 0 0,0 1-1 0 0,5 0 1 0 0,-3-1 10 0 0,-1 1-1 0 0,0 0 1 0 0,0 0 0 0 0,0 0 0 0 0,0 1 0 0 0,7 3-1 0 0,-7-2 9 0 0,0-1-1 0 0,1 1 1 0 0,0-1-1 0 0,-1 0 1 0 0,1 0-1 0 0,0-1 0 0 0,0 1 1 0 0,0-1-1 0 0,6 1 1 0 0,-9-2-15 0 0,0 0 1 0 0,0 0 0 0 0,1 0-1 0 0,-1 0 1 0 0,0 0 0 0 0,0-1-1 0 0,0 1 1 0 0,0-1 0 0 0,1 1-1 0 0,-1-1 1 0 0,0 0 0 0 0,0 0-1 0 0,0 0 1 0 0,0 0 0 0 0,-1 0-1 0 0,1 0 1 0 0,0 0 0 0 0,0-1-1 0 0,-1 1 1 0 0,1-1 0 0 0,-1 1-1 0 0,1-1 1 0 0,-1 0 0 0 0,1 0-1 0 0,0-2 1 0 0,3-4-6 0 0,0 0 0 0 0,-1-1 0 0 0,0 0 0 0 0,-1 0 0 0 0,0 0 0 0 0,0-1 0 0 0,-1 1 0 0 0,0-1 0 0 0,-1 1 0 0 0,1-12 0 0 0,-2 17-5 0 0,0-1 0 0 0,-1 1 0 0 0,1-1 1 0 0,-1 1-1 0 0,0-1 0 0 0,0 1 0 0 0,0 0 0 0 0,-1 0 1 0 0,1-1-1 0 0,-1 1 0 0 0,0 0 0 0 0,-1 1 0 0 0,1-1 1 0 0,-1 0-1 0 0,1 0 0 0 0,-1 1 0 0 0,0 0 0 0 0,0-1 1 0 0,-1 1-1 0 0,1 1 0 0 0,-1-1 0 0 0,1 0 0 0 0,-1 1 1 0 0,-7-4-1 0 0,-6-3 0 0 0,7 3 5 0 0,-1 1 0 0 0,1 0 0 0 0,-16-4 0 0 0,22 8-7 0 0,1 0 0 0 0,-1 1 0 0 0,1-1 0 0 0,-1 1 0 0 0,1 0 0 0 0,-1 0 0 0 0,1 0 0 0 0,-1 0 0 0 0,1 1 0 0 0,0-1 0 0 0,-1 1 0 0 0,1 0 0 0 0,-1 0 0 0 0,1 0 0 0 0,-6 3 0 0 0,7-2-1 0 0,0 0 0 0 0,-1 0 0 0 0,1 1 0 0 0,0-1 1 0 0,0 0-1 0 0,1 1 0 0 0,-1-1 0 0 0,1 1 1 0 0,-1 0-1 0 0,1-1 0 0 0,0 1 0 0 0,-1 0 1 0 0,2 0-1 0 0,-1 0 0 0 0,0 0 0 0 0,0 0 1 0 0,1 0-1 0 0,0 4 0 0 0,-1-2-5 0 0,0 0 0 0 0,0 0 0 0 0,-1 0 0 0 0,1 0 0 0 0,-1 0 0 0 0,-3 5 0 0 0,2-5 11 0 0,1 0-1 0 0,-1 0 1 0 0,1 1-1 0 0,0-1 1 0 0,0 1 0 0 0,1-1-1 0 0,-2 11 1 0 0,3-13-4 0 0,-1 1 0 0 0,1-1 0 0 0,0 0 0 0 0,0 0-1 0 0,1 0 1 0 0,-1 0 0 0 0,0 0 0 0 0,1 0 0 0 0,0 0 0 0 0,0 0 0 0 0,0 0 0 0 0,0 0 0 0 0,0 0 0 0 0,0-1-1 0 0,1 1 1 0 0,2 4 0 0 0,-1-5 1 0 0,-1-1-1 0 0,1 1 1 0 0,0 0-1 0 0,0-1 1 0 0,0 1-1 0 0,-1-1 1 0 0,1 0-1 0 0,6 1 1 0 0,14 7 1 0 0,-17-5 8 0 0,1-1 0 0 0,0 0 0 0 0,0-1-1 0 0,0 1 1 0 0,0-1 0 0 0,1-1 0 0 0,-1 1 0 0 0,0-1 0 0 0,1-1 0 0 0,-1 1 0 0 0,1-1-1 0 0,-1 0 1 0 0,0-1 0 0 0,1 0 0 0 0,-1 0 0 0 0,1-1 0 0 0,-1 0 0 0 0,0 0 0 0 0,0 0 0 0 0,0-1-1 0 0,11-6 1 0 0,-17 8-8 0 0,2 0-2 0 0,0-1 1 0 0,0 1 0 0 0,0-1 0 0 0,0 0 0 0 0,-1 0 0 0 0,1 0 0 0 0,0 0 0 0 0,-1-1 0 0 0,0 1 0 0 0,0-1 0 0 0,0 1 0 0 0,0-1 0 0 0,0 0 0 0 0,0 0-1 0 0,0 0 1 0 0,-1 0 0 0 0,2-3 0 0 0,20-55 72 0 0,-19 54-70 0 0,-1 0-1 0 0,-1 1 1 0 0,1-2 0 0 0,-1 1 0 0 0,0 0-1 0 0,-1 0 1 0 0,1-1 0 0 0,-2 1 0 0 0,1-1-1 0 0,-1 1 1 0 0,0 0 0 0 0,0-1 0 0 0,-1 1-1 0 0,0-1 1 0 0,-1 1 0 0 0,1 0 0 0 0,-1-1-1 0 0,-1 1 1 0 0,1 0 0 0 0,-1 1 0 0 0,-1-1-1 0 0,1 0 1 0 0,-1 1 0 0 0,-6-8 0 0 0,7 11 0 0 0,-1 0 0 0 0,0 0 0 0 0,1 1 0 0 0,-1-1 0 0 0,0 1 0 0 0,0 0 0 0 0,-8-3 1 0 0,-9-4 1 0 0,16 6-14 0 0,0 0-1 0 0,0 1 1 0 0,0 0 0 0 0,0 0 0 0 0,-1 0 0 0 0,1 1 0 0 0,0 0 0 0 0,-1 0 0 0 0,1 0 0 0 0,-1 1-1 0 0,1-1 1 0 0,-1 1 0 0 0,0 1 0 0 0,1-1 0 0 0,-1 1 0 0 0,1 0 0 0 0,0 0 0 0 0,-1 1 0 0 0,1-1-1 0 0,0 1 1 0 0,0 0 0 0 0,0 1 0 0 0,0-1 0 0 0,0 1 0 0 0,0 0 0 0 0,1 0 0 0 0,-1 1 0 0 0,1-1-1 0 0,0 1 1 0 0,0 0 0 0 0,0 0 0 0 0,-5 9 0 0 0,-5 11 31 0 0,-14 39 1 0 0,21-47-10 0 0,0 1 14 0 0,3-10-29 0 0,1-1 0 0 0,0 2-1 0 0,0-1 1 0 0,-2 12-1 0 0,5-17 6 0 0,-1 0-1 0 0,1 0 0 0 0,0 0 1 0 0,0 1-1 0 0,0-1 1 0 0,1 0-1 0 0,-1 0 1 0 0,0 0-1 0 0,1 0 0 0 0,-1 0 1 0 0,1 1-1 0 0,0-1 1 0 0,-1 0-1 0 0,1 0 1 0 0,0 0-1 0 0,1-1 0 0 0,-1 1 1 0 0,0 0-1 0 0,0 0 1 0 0,4 3-1 0 0,-4-4 0 0 0,1 0 1 0 0,0 0-1 0 0,0 0 0 0 0,0 0 0 0 0,0 0 1 0 0,0 0-1 0 0,1 0 0 0 0,-1-1 1 0 0,0 1-1 0 0,0-1 0 0 0,0 1 0 0 0,1-1 1 0 0,-1 0-1 0 0,4 0 0 0 0,20 4 73 0 0,-4 6-24 0 0,-17-7-36 0 0,0 0 0 0 0,1-1 0 0 0,-1 0 0 0 0,0 0 0 0 0,1 0-1 0 0,0-1 1 0 0,9 2 0 0 0,-3-2 0 0 0,1-1 0 0 0,0 0-1 0 0,20-4 1 0 0,-27 3-10 0 0,0 0 0 0 0,0-1 1 0 0,-1 1-1 0 0,1-1 0 0 0,-1 0 1 0 0,1-1-1 0 0,-1 1 0 0 0,0-1 1 0 0,0 0-1 0 0,7-6 0 0 0,-9 6 0 0 0,0-1 0 0 0,0 0 0 0 0,0 0 1 0 0,-1 0-1 0 0,1 0 0 0 0,-1 0 0 0 0,0 0 0 0 0,0-1 0 0 0,0 1 0 0 0,-1-1 0 0 0,1 1 0 0 0,-1-1 1 0 0,0 0-1 0 0,-1 1 0 0 0,1-1 0 0 0,-1 0 0 0 0,0-9 0 0 0,-2 12-8 0 0,1 0 0 0 0,0 1 0 0 0,-1-1 0 0 0,1 0 0 0 0,-1 1-1 0 0,0-1 1 0 0,1 1 0 0 0,-1 0 0 0 0,0 0 0 0 0,0 0 0 0 0,0 0 0 0 0,0 0 0 0 0,-4-2 0 0 0,3 2 1 0 0,-3-1-1 0 0,0 0-1 0 0,0 0 1 0 0,-1 1-1 0 0,1-1 1 0 0,-1 1-1 0 0,1 1 1 0 0,-1-1 0 0 0,1 1-1 0 0,-1 1 1 0 0,1-1-1 0 0,-1 1 1 0 0,1 0-1 0 0,0 0 1 0 0,-1 1-1 0 0,1 0 1 0 0,0 0-1 0 0,0 1 1 0 0,0-1-1 0 0,0 1 1 0 0,1 0-1 0 0,-1 1 1 0 0,1 0-1 0 0,-1-1 1 0 0,-7 10-1 0 0,6-5 7 0 0,1 1 1 0 0,0 0-1 0 0,1 0 0 0 0,-5 11 1 0 0,10-20 5 0 0,0 1 0 0 0,-1 0 0 0 0,1 0 0 0 0,-1 0 0 0 0,1 0-1 0 0,0 0 1 0 0,0-1 0 0 0,0 1 0 0 0,-1 0 0 0 0,1 0 0 0 0,0 0 0 0 0,0 0 0 0 0,0 0 0 0 0,0 0 0 0 0,1 0 0 0 0,-1 0 0 0 0,0 0 0 0 0,0 0 0 0 0,0-1 0 0 0,1 1 0 0 0,-1 0 0 0 0,0 0 0 0 0,1 0 0 0 0,-1 0-1 0 0,1-1 1 0 0,-1 1 0 0 0,1 0 0 0 0,0 1 0 0 0,1-1 2 0 0,0 0 0 0 0,-1 0 0 0 0,1 0 0 0 0,0 0 1 0 0,0-1-1 0 0,-1 1 0 0 0,1 0 0 0 0,0-1 0 0 0,0 1 0 0 0,0-1 0 0 0,0 0 0 0 0,0 0 0 0 0,2 1 0 0 0,0-1 5 0 0,-1 0 0 0 0,0 0-1 0 0,1 0 1 0 0,-1-1 0 0 0,0 1 0 0 0,0-1 0 0 0,1 0-1 0 0,-1 1 1 0 0,0-1 0 0 0,0-1 0 0 0,0 1 0 0 0,0 0-1 0 0,0-1 1 0 0,0 0 0 0 0,0 0 0 0 0,4-4 0 0 0,-6 6-17 0 0,0-1 0 0 0,-1 0-1 0 0,1 0 1 0 0,-1 0 0 0 0,1 1 0 0 0,-1-1 0 0 0,1 0 0 0 0,-1 0 0 0 0,0 0 0 0 0,1 0 0 0 0,-1 0 0 0 0,0 0 0 0 0,0 0 0 0 0,0 0 0 0 0,0 0 0 0 0,0 0 0 0 0,0 0 0 0 0,0 0 0 0 0,0 0 0 0 0,0 0 0 0 0,0 0 0 0 0,-1 0-1 0 0,1 0 1 0 0,0 1 0 0 0,0-1 0 0 0,-1 0 0 0 0,1 0 0 0 0,-1 0 0 0 0,1 0 0 0 0,-1 0 0 0 0,1 1 0 0 0,-1-1 0 0 0,0 0 0 0 0,1 0 0 0 0,-1 1 0 0 0,0-1 0 0 0,0 0 0 0 0,1 1 0 0 0,-2-2 0 0 0,-1 1-539 0 0,0-1 0 0 0,0 1 0 0 0,-1 0 0 0 0,1-1 0 0 0,0 1 0 0 0,0 1 0 0 0,0-1 0 0 0,-1 0 0 0 0,1 1 0 0 0,-5-1 0 0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42.061"/>
    </inkml:context>
    <inkml:brush xml:id="br0">
      <inkml:brushProperty name="width" value="0.05" units="cm"/>
      <inkml:brushProperty name="height" value="0.05" units="cm"/>
    </inkml:brush>
  </inkml:definitions>
  <inkml:trace contextRef="#ctx0" brushRef="#br0">96 37 4185 0 0,'-1'-3'361'0'0,"1"1"0"0"0,-1-1 0 0 0,0 1-1 0 0,1-1 1 0 0,-1 1 0 0 0,0-1 0 0 0,0 1 0 0 0,-1 0 0 0 0,1-1 0 0 0,0 1 0 0 0,-1 0 0 0 0,-2-3 0 0 0,4 5-308 0 0,0 0 1 0 0,-1-1-1 0 0,1 1 1 0 0,-1 0-1 0 0,1 0 1 0 0,-1-1 0 0 0,1 1-1 0 0,0 0 1 0 0,-1 0-1 0 0,1 0 1 0 0,-1-1-1 0 0,1 1 1 0 0,-1 0 0 0 0,1 0-1 0 0,-1 0 1 0 0,1 0-1 0 0,-1 0 1 0 0,1 0-1 0 0,-1 0 1 0 0,1 0 0 0 0,-1 0-1 0 0,1 1 1 0 0,-1-1-1 0 0,1 0 1 0 0,-1 0-1 0 0,1 0 1 0 0,-1 0 0 0 0,1 1-1 0 0,-1-1 1 0 0,1 0-1 0 0,0 1 1 0 0,-1-1-1 0 0,1 0 1 0 0,0 0 0 0 0,-1 1-1 0 0,1-1 1 0 0,0 1-1 0 0,-1-1 1 0 0,1 0-1 0 0,0 1 1 0 0,-1-1 0 0 0,1 1-1 0 0,0-1 1 0 0,0 1-1 0 0,-12 24 25 0 0,11-23 3 0 0,-7 18-12 0 0,-11 24 90 0 0,16-39-138 0 0,1 1 0 0 0,-1-1 0 0 0,1 1 0 0 0,1 0 0 0 0,-1-1 0 0 0,1 1 0 0 0,0 0-1 0 0,0 0 1 0 0,0 0 0 0 0,1 9 0 0 0,0-11 58 0 0,0 1-1 0 0,0-1 1 0 0,1 0 0 0 0,0 0 0 0 0,0 1 0 0 0,0-1-1 0 0,0 0 1 0 0,1 0 0 0 0,-1 0 0 0 0,1 0-1 0 0,0 0 1 0 0,0-1 0 0 0,1 1 0 0 0,-1-1-1 0 0,4 4 1 0 0,16 5 294 0 0,-7-5-228 0 0,-14-6-123 0 0,1 1 0 0 0,0-1 1 0 0,0 0-1 0 0,0 0 0 0 0,0 0 1 0 0,-1-1-1 0 0,1 1 0 0 0,0 0 1 0 0,0-1-1 0 0,1 1 0 0 0,-1-1 1 0 0,0 0-1 0 0,0 0 0 0 0,0 0 1 0 0,0 0-1 0 0,0 0 0 0 0,0 0 1 0 0,0 0-1 0 0,0-1 0 0 0,0 1 1 0 0,0-1-1 0 0,3 0 0 0 0,-3-1-6 0 0,0 1-1 0 0,0-1 0 0 0,0 0 0 0 0,0 0 0 0 0,0 0 0 0 0,0 0 0 0 0,0 0 0 0 0,0 0 0 0 0,-1-1 0 0 0,1 1 0 0 0,-1-1 0 0 0,0 1 0 0 0,1-1 0 0 0,0-3 0 0 0,1-4 8 0 0,0 0 0 0 0,-1 0 0 0 0,0-1 0 0 0,-1 1 0 0 0,0 0 0 0 0,-1-1 0 0 0,-1-17-1 0 0,1 24 4 0 0,-1 0 0 0 0,1 0 0 0 0,-1 0 0 0 0,0 0 0 0 0,-1 1 0 0 0,1-1 0 0 0,0 0 0 0 0,-1 0 0 0 0,0 1 0 0 0,0-1 0 0 0,0 1-1 0 0,0 0 1 0 0,-6-6 0 0 0,6 8-16 0 0,1-1 0 0 0,-1 1 0 0 0,0 0 0 0 0,0 0 0 0 0,0 0 0 0 0,0 0 0 0 0,1 1 0 0 0,-1-1 0 0 0,0 1 0 0 0,0-1 0 0 0,-1 1-1 0 0,1-1 1 0 0,0 1 0 0 0,0 0 0 0 0,0 0 0 0 0,0 0 0 0 0,0 0 0 0 0,0 1 0 0 0,0-1 0 0 0,0 0 0 0 0,0 1 0 0 0,0 0 0 0 0,0-1 0 0 0,0 1 0 0 0,0 0-1 0 0,0 0 1 0 0,1 0 0 0 0,-3 1 0 0 0,2 0-6 0 0,0 0 1 0 0,0 0-1 0 0,0 0 0 0 0,0 0 0 0 0,0 1 0 0 0,1-1 0 0 0,-1 0 1 0 0,1 1-1 0 0,0-1 0 0 0,-1 1 0 0 0,1-1 0 0 0,-1 6 0 0 0,-9 35 48 0 0,8-29-42 0 0,2-8-3 0 0,0 0-1 0 0,0 0 1 0 0,-1-1-1 0 0,0 1 1 0 0,0 0-1 0 0,-5 8 1 0 0,5-10 8 0 0,0 1 1 0 0,-1-1-1 0 0,1 1 0 0 0,1 0 1 0 0,-1-1-1 0 0,1 1 1 0 0,-1 0-1 0 0,2 0 1 0 0,-1 0-1 0 0,0 0 1 0 0,1 0-1 0 0,0 0 0 0 0,0 0 1 0 0,1 0-1 0 0,-1 1 1 0 0,1-1-1 0 0,0-1 1 0 0,0 1-1 0 0,1 0 1 0 0,-1 0-1 0 0,1 0 0 0 0,0-1 1 0 0,5 8-1 0 0,-5-10 1 0 0,0 0 0 0 0,0 0 0 0 0,0-1 0 0 0,1 1 0 0 0,-1-1-1 0 0,0 1 1 0 0,1-1 0 0 0,-1 0 0 0 0,1 0 0 0 0,-1 0 0 0 0,1 0-1 0 0,0-1 1 0 0,-1 1 0 0 0,6 0 0 0 0,-4-1 2 0 0,0 1 1 0 0,0 0-1 0 0,0 0 1 0 0,0 0-1 0 0,0 1 1 0 0,4 2-1 0 0,-4-1-4 0 0,1-1 0 0 0,0 1 1 0 0,-1-1-1 0 0,1 0 0 0 0,0 0 0 0 0,0-1 0 0 0,0 0 1 0 0,0 0-1 0 0,0 0 0 0 0,0 0 0 0 0,0-1 0 0 0,0 1 1 0 0,0-1-1 0 0,0-1 0 0 0,1 1 0 0 0,-1-1 0 0 0,0 0 0 0 0,0 0 1 0 0,0 0-1 0 0,0-1 0 0 0,6-2 0 0 0,-10 3-7 0 0,1-1-1 0 0,-1 0 1 0 0,0 1-1 0 0,0-1 1 0 0,0 0-1 0 0,0 1 1 0 0,0-1 0 0 0,0 0-1 0 0,0 0 1 0 0,0-2-1 0 0,4-8-3 0 0,-2 8 3 0 0,0-1 0 0 0,-1 1 1 0 0,0-1-1 0 0,0 0 0 0 0,0 0 0 0 0,0 0 0 0 0,-1 0 1 0 0,0 0-1 0 0,0 0 0 0 0,0 0 0 0 0,-1 0 1 0 0,1-1-1 0 0,-1 1 0 0 0,-1 0 0 0 0,1 0 0 0 0,-1 0 1 0 0,0 0-1 0 0,0-1 0 0 0,0 1 0 0 0,-1 0 1 0 0,1 1-1 0 0,-1-1 0 0 0,-5-9 0 0 0,-13 5 67 0 0,9 5-58 0 0,9 2-14 0 0,-1 1 0 0 0,0-1 0 0 0,1 1 0 0 0,-1 0 0 0 0,0 0 0 0 0,0 0 0 0 0,0 0 0 0 0,0 0 0 0 0,0 1 0 0 0,0-1 0 0 0,0 1 0 0 0,0 0 0 0 0,0 0 0 0 0,0 0 0 0 0,0 0 0 0 0,0 0 0 0 0,0 1 0 0 0,0-1 0 0 0,0 1 0 0 0,0 0 0 0 0,0 0 0 0 0,0 0 0 0 0,0 1-1 0 0,-3 1 1 0 0,2 0 0 0 0,0 0 0 0 0,0 1 0 0 0,0-1 0 0 0,1 1 0 0 0,-1-1 0 0 0,1 1 0 0 0,0 0 0 0 0,0 1 0 0 0,1-1 0 0 0,-1 0 0 0 0,1 1 0 0 0,0 0 0 0 0,-3 8 0 0 0,-4 22 16 0 0,6-25 15 0 0,1 1 0 0 0,-2 0 0 0 0,1-1 0 0 0,-11 20 0 0 0,12-27-18 0 0,1 0 0 0 0,-1 1-1 0 0,1-1 1 0 0,0 1 0 0 0,0 0 0 0 0,0-1 0 0 0,0 1-1 0 0,1 0 1 0 0,-1-1 0 0 0,1 1 0 0 0,0 0 0 0 0,0 5 0 0 0,1 0 49 0 0,-1-8-56 0 0,1 0 1 0 0,-1 0-1 0 0,1 0 0 0 0,0 0 1 0 0,-1 0-1 0 0,1 0 1 0 0,0-1-1 0 0,0 1 0 0 0,0 0 1 0 0,0 0-1 0 0,0 0 1 0 0,-1-1-1 0 0,2 1 0 0 0,-1-1 1 0 0,0 1-1 0 0,0-1 1 0 0,0 1-1 0 0,0-1 0 0 0,0 1 1 0 0,2-1-1 0 0,24 8 26 0 0,-24-7-36 0 0,0-1 0 0 0,1 1 0 0 0,-1-1 0 0 0,0 0 0 0 0,1 0-1 0 0,-1 0 1 0 0,1 0 0 0 0,-1 0 0 0 0,0-1 0 0 0,0 1 0 0 0,1-1 0 0 0,-1 0 0 0 0,0 0 0 0 0,0-1 0 0 0,0 1 0 0 0,0 0 0 0 0,6-5 0 0 0,-6 4 3 0 0,-1-1 0 0 0,1 0-1 0 0,-1 0 1 0 0,0 0 0 0 0,1 0 0 0 0,-1 0 0 0 0,-1 0 0 0 0,1 0 0 0 0,0-1-1 0 0,-1 1 1 0 0,1-1 0 0 0,-1 1 0 0 0,0-1 0 0 0,-1 0 0 0 0,2-5-1 0 0,0 1-2 0 0,0 0-1 0 0,0 1 1 0 0,6-11-1 0 0,-4 10 3 0 0,-1 1 0 0 0,0-1 0 0 0,-1 0-1 0 0,0 0 1 0 0,2-11 0 0 0,-4 17-2 0 0,1 0 0 0 0,-1 0 0 0 0,-1-1 0 0 0,1 1 0 0 0,0 0-1 0 0,0 0 1 0 0,-1 0 0 0 0,1 0 0 0 0,-1 0 0 0 0,0 0 0 0 0,0 0 0 0 0,0 0 0 0 0,0 0 0 0 0,0 0 0 0 0,0 1 0 0 0,0-1 0 0 0,0 0 0 0 0,-1 0 0 0 0,1 1-1 0 0,-1-1 1 0 0,1 1 0 0 0,-1 0 0 0 0,1-1 0 0 0,-1 1 0 0 0,-3-2 0 0 0,1 1-7 0 0,0 0 0 0 0,0 0-1 0 0,0 1 1 0 0,0-1 0 0 0,-1 1-1 0 0,1 0 1 0 0,0 0 0 0 0,-1 0 0 0 0,1 1-1 0 0,-1-1 1 0 0,1 1 0 0 0,-7 1 0 0 0,8-1 6 0 0,1 0 0 0 0,-1 1 0 0 0,0-1 0 0 0,1 1 0 0 0,-1 0 0 0 0,0 0 0 0 0,1 0 0 0 0,-1 0 0 0 0,1 0 0 0 0,0 0 0 0 0,-1 1 0 0 0,1-1 0 0 0,0 1 0 0 0,0 0 0 0 0,0 0 0 0 0,0 0 0 0 0,0 0 0 0 0,0 0 0 0 0,1 0 0 0 0,-4 4 0 0 0,-25 64 54 0 0,30-69-48 0 0,-1 0-1 0 0,1 0 0 0 0,-1 0 1 0 0,1 0-1 0 0,-1 0 1 0 0,1 0-1 0 0,0 0 0 0 0,0 1 1 0 0,-1-1-1 0 0,1 0 1 0 0,0 0-1 0 0,0 0 0 0 0,0 0 1 0 0,0 0-1 0 0,0 0 1 0 0,0 0-1 0 0,0 1 0 0 0,1-1 1 0 0,-1 0-1 0 0,0 0 1 0 0,1 0-1 0 0,-1 0 0 0 0,1 0 1 0 0,-1 0-1 0 0,1 0 0 0 0,-1 0 1 0 0,1 0-1 0 0,-1 0 1 0 0,1 0-1 0 0,0-1 0 0 0,0 1 1 0 0,0 0-1 0 0,-1 0 1 0 0,1-1-1 0 0,0 1 0 0 0,0 0 1 0 0,0-1-1 0 0,0 1 1 0 0,0-1-1 0 0,0 1 0 0 0,0-1 1 0 0,0 0-1 0 0,0 1 1 0 0,0-1-1 0 0,0 0 0 0 0,1 0 1 0 0,-1 0-1 0 0,0 0 0 0 0,0 0 1 0 0,1 0-1 0 0,3 1 5 0 0,0-1 1 0 0,0 0-1 0 0,0 0 0 0 0,0-1 0 0 0,0 1 0 0 0,0-1 0 0 0,0 0 1 0 0,0 0-1 0 0,0-1 0 0 0,5-2 0 0 0,-6 2-2 0 0,-1-1-1 0 0,0 0 1 0 0,0 0-1 0 0,0 0 1 0 0,0 0-1 0 0,-1-1 1 0 0,1 1 0 0 0,-1 0-1 0 0,0-1 1 0 0,0 0-1 0 0,0 0 1 0 0,0 1-1 0 0,1-8 1 0 0,9-16-1 0 0,-10 25 7 0 0,-1-1-1 0 0,1 1 0 0 0,-1-1 0 0 0,0 0 0 0 0,0 0 1 0 0,0 0-1 0 0,0 0 0 0 0,-1 0 0 0 0,1 1 0 0 0,-1-1 1 0 0,0 0-1 0 0,1 0 0 0 0,-1 0 0 0 0,-1 0 0 0 0,0-5 1 0 0,1 6-15 0 0,-1 0 1 0 0,0 0 0 0 0,0 0 0 0 0,0 0 0 0 0,0 0 0 0 0,0 0 0 0 0,-1 0 0 0 0,1 1 0 0 0,0-1 0 0 0,-1 0 0 0 0,0 1 0 0 0,1-1-1 0 0,-1 1 1 0 0,0 0 0 0 0,0-1 0 0 0,1 1 0 0 0,-1 0 0 0 0,0 0 0 0 0,0 0 0 0 0,0 0 0 0 0,-3 0 0 0 0,-1-1-443 0 0,0 1 0 0 0,0 0 0 0 0,-1 0 0 0 0,1 1 0 0 0,0-1 0 0 0,-8 2 0 0 0,5-1-1948 0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51.400"/>
    </inkml:context>
    <inkml:brush xml:id="br0">
      <inkml:brushProperty name="width" value="0.05" units="cm"/>
      <inkml:brushProperty name="height" value="0.05" units="cm"/>
    </inkml:brush>
  </inkml:definitions>
  <inkml:trace contextRef="#ctx0" brushRef="#br0">89 176 3633 0 0,'0'0'149'0'0,"-24"-13"2770"0"0,1 6-1565 0 0,20 6-1092 0 0,1 1-1 0 0,-1-1 1 0 0,0 1-1 0 0,0-1 1 0 0,1 0-1 0 0,-1 0 1 0 0,1 0-1 0 0,-1-1 1 0 0,1 1-1 0 0,-1 0 0 0 0,1-1 1 0 0,-1 0-1 0 0,1 1 1 0 0,-3-4-1 0 0,5 4-241 0 0,0 1-1 0 0,0-1 0 0 0,0 1 0 0 0,0-1 1 0 0,0 1-1 0 0,0-1 0 0 0,0 1 1 0 0,0-1-1 0 0,0 1 0 0 0,1-1 1 0 0,-1 1-1 0 0,0-1 0 0 0,0 1 1 0 0,0 0-1 0 0,1-1 0 0 0,-1 1 0 0 0,0-1 1 0 0,0 1-1 0 0,1 0 0 0 0,-1-1 1 0 0,0 1-1 0 0,1 0 0 0 0,-1-1 1 0 0,0 1-1 0 0,1 0 0 0 0,-1-1 1 0 0,1 1-1 0 0,-1 0 0 0 0,1 0 0 0 0,-1 0 1 0 0,0-1-1 0 0,1 1 0 0 0,-1 0 1 0 0,2 0-1 0 0,18-7 96 0 0,-17 6-87 0 0,30-7 230 0 0,0 2 0 0 0,64-5 0 0 0,72 7 399 0 0,-136 4-618 0 0,57 1 159 0 0,291-7 560 0 0,-268 0-275 0 0,153-30-1 0 0,-19-3-251 0 0,-210 39-1031 0 0,-44 0-3912 0 0,-8 2 2849 0 0,-3 1-138 0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51.778"/>
    </inkml:context>
    <inkml:brush xml:id="br0">
      <inkml:brushProperty name="width" value="0.05" units="cm"/>
      <inkml:brushProperty name="height" value="0.05" units="cm"/>
    </inkml:brush>
  </inkml:definitions>
  <inkml:trace contextRef="#ctx0" brushRef="#br0">14 12 8242 0 0,'-13'5'4390'0'0,"233"-15"-3093"0"0,-114 4-1384 0 0,-47 6-3109 0 0,-52 0 1216 0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52.125"/>
    </inkml:context>
    <inkml:brush xml:id="br0">
      <inkml:brushProperty name="width" value="0.05" units="cm"/>
      <inkml:brushProperty name="height" value="0.05" units="cm"/>
    </inkml:brush>
  </inkml:definitions>
  <inkml:trace contextRef="#ctx0" brushRef="#br0">0 0 5169 0 0,'0'0'6113'0'0,"0"2"-5296"0"0,0-1-377 0 0,0 1-208 0 0,2 0-24 0 0,0 0-80 0 0,1-1 32 0 0,14 6-216 0 0,7 1-56 0 0,-1-2-48 0 0,0-3-24 0 0,-5-1-256 0 0,1-2-401 0 0,-1 0-111 0 0,4-2-256 0 0,-3-1-1961 0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04.317"/>
    </inkml:context>
    <inkml:brush xml:id="br0">
      <inkml:brushProperty name="width" value="0.05" units="cm"/>
      <inkml:brushProperty name="height" value="0.05" units="cm"/>
    </inkml:brush>
  </inkml:definitions>
  <inkml:trace contextRef="#ctx0" brushRef="#br0">74 147 2641 0 0,'0'0'1052'0'0,"-16"10"1183"0"0,10 2-1813 0 0,4-8 86 0 0,-1 0 0 0 0,1 0 0 0 0,0 0-1 0 0,0 1 1 0 0,1-1 0 0 0,-1 1-1 0 0,1-1 1 0 0,-1 7 0 0 0,3-11-449 0 0,1-1 1 0 0,-1 0 0 0 0,0 1-1 0 0,1-1 1 0 0,-1 0 0 0 0,0 0 0 0 0,0 0-1 0 0,1 0 1 0 0,-1 0 0 0 0,0 0-1 0 0,0 0 1 0 0,1-2 0 0 0,0-2 15 0 0,0-1-1 0 0,0 1 1 0 0,0-1 0 0 0,-1 1 0 0 0,0-1 0 0 0,0 0 0 0 0,-1 1-1 0 0,1-1 1 0 0,-1-10 0 0 0,0 16-84 0 0,19 24 193 0 0,-11-19-138 0 0,1 0 1 0 0,-1-1-1 0 0,1 0 1 0 0,0 0 0 0 0,1-1-1 0 0,-1 0 1 0 0,0 0-1 0 0,1-1 1 0 0,0-1 0 0 0,-1 0-1 0 0,1 0 1 0 0,0-1-1 0 0,0 0 1 0 0,-1 0 0 0 0,11-3-1 0 0,-17 3-24 0 0,0-1 0 0 0,1-1-1 0 0,-1 1 1 0 0,0 0 0 0 0,-1-1 0 0 0,1 1 0 0 0,0-1-1 0 0,0 0 1 0 0,-1 0 0 0 0,1 0 0 0 0,-1-1-1 0 0,0 1 1 0 0,1 0 0 0 0,-1-1 0 0 0,0 1-1 0 0,0-1 1 0 0,-1 0 0 0 0,1 0 0 0 0,-1 0-1 0 0,1 0 1 0 0,-1 0 0 0 0,0 0 0 0 0,0 0 0 0 0,1-6-1 0 0,-1 4-12 0 0,0 0 0 0 0,-1 1 0 0 0,1-1 0 0 0,-1 0 0 0 0,0 0 0 0 0,0 0 0 0 0,-1 1 0 0 0,0-1 0 0 0,0 0 1 0 0,0 0-1 0 0,0 1 0 0 0,0-1 0 0 0,-1 1 0 0 0,0-1 0 0 0,0 1 0 0 0,-3-5 0 0 0,2 7 0 0 0,-1-1 0 0 0,1 1 0 0 0,0 0 0 0 0,-1 0-1 0 0,0 0 1 0 0,1 0 0 0 0,-1 0 0 0 0,0 1 0 0 0,0 0 0 0 0,-7-2 0 0 0,-16-6-43 0 0,22 6 31 0 0,1 1 0 0 0,-1 0 0 0 0,0 0 0 0 0,0 1 1 0 0,0-1-1 0 0,0 1 0 0 0,0 0 0 0 0,0 0 0 0 0,0 1 1 0 0,-1-1-1 0 0,1 1 0 0 0,0 0 0 0 0,0 1 0 0 0,0-1 1 0 0,0 1-1 0 0,0 0 0 0 0,0 1 0 0 0,0-1 0 0 0,-9 4 1 0 0,12-4 1 0 0,-1 0 1 0 0,0 1 0 0 0,0-1-1 0 0,1 1 1 0 0,-1-1 0 0 0,1 1-1 0 0,-1 0 1 0 0,1 0 0 0 0,0 0-1 0 0,0 0 1 0 0,0 0 0 0 0,0 0-1 0 0,0 1 1 0 0,0-1 0 0 0,0 1-1 0 0,1-1 1 0 0,-1 1 0 0 0,1 0-1 0 0,-2 5 1 0 0,-11 41 21 0 0,13-40-18 0 0,-1-1-1 0 0,0 1 1 0 0,-1-1 0 0 0,0 0 0 0 0,-7 14-1 0 0,7-16 1 0 0,0-1 0 0 0,0 1-1 0 0,1 0 1 0 0,0-1-1 0 0,0 1 1 0 0,0 0 0 0 0,1 1-1 0 0,-1 6 1 0 0,1-10 6 0 0,1 0 1 0 0,0 0-1 0 0,0 1 1 0 0,0-1-1 0 0,0 0 1 0 0,0 0-1 0 0,1 0 0 0 0,0 0 1 0 0,-1 0-1 0 0,1 0 1 0 0,0 0-1 0 0,0 0 1 0 0,1 0-1 0 0,-1-1 0 0 0,1 1 1 0 0,-1 0-1 0 0,1-1 1 0 0,2 4-1 0 0,-1-5 11 0 0,-1 1-1 0 0,1 0 0 0 0,0-1 1 0 0,0 1-1 0 0,0-1 1 0 0,-1 0-1 0 0,1 0 1 0 0,0 0-1 0 0,4 0 1 0 0,17 7 12 0 0,-16-4-15 0 0,1-1 0 0 0,-1 0 0 0 0,1 0 1 0 0,0-1-1 0 0,0 0 0 0 0,0-1 0 0 0,0 0 0 0 0,0 0 1 0 0,0-1-1 0 0,0 0 0 0 0,0 0 0 0 0,0-1 1 0 0,0-1-1 0 0,0 1 0 0 0,0-1 0 0 0,-1-1 0 0 0,1 0 1 0 0,-1 0-1 0 0,1-1 0 0 0,-1 0 0 0 0,8-5 1 0 0,-14 7-13 0 0,0 0 1 0 0,-1 0 0 0 0,1 0 0 0 0,-1 0 0 0 0,0 0 0 0 0,1 0 0 0 0,-1-1 0 0 0,0 1 0 0 0,-1 0 0 0 0,1-1 0 0 0,1-3 0 0 0,5-12 1 0 0,-5 14-16 0 0,1 0 0 0 0,-1 0-1 0 0,0 0 1 0 0,0 0 0 0 0,-1-1-1 0 0,1 1 1 0 0,-1-1 0 0 0,0 1 0 0 0,0-1-1 0 0,0 0 1 0 0,-1 1 0 0 0,0-1-1 0 0,0-8 1 0 0,-1 10-146 0 0,1 0-1 0 0,-1 0 1 0 0,0-1 0 0 0,0 1-1 0 0,0 0 1 0 0,-1 0 0 0 0,1 0-1 0 0,-1 0 1 0 0,1 1 0 0 0,-1-1-1 0 0,0 0 1 0 0,0 1 0 0 0,0-1-1 0 0,-1 1 1 0 0,1 0 0 0 0,-1 0-1 0 0,1-1 1 0 0,-1 2 0 0 0,-5-4 0 0 0,-29-17-2313 0 0,20 14 283 0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05.699"/>
    </inkml:context>
    <inkml:brush xml:id="br0">
      <inkml:brushProperty name="width" value="0.05" units="cm"/>
      <inkml:brushProperty name="height" value="0.05" units="cm"/>
    </inkml:brush>
  </inkml:definitions>
  <inkml:trace contextRef="#ctx0" brushRef="#br0">191 449 2369 0 0,'0'-13'2313'0'0,"14"-392"6507"0"0,-14 395-8662 0 0,-1-9 565 0 0,2 17-375 0 0,-1 13-149 0 0,15 111-193 0 0,1 8 28 0 0,-11 724 23 0 0,-19-526 46 0 0,14-275-20 0 0,1-29 70 0 0,-2 1-1 0 0,-4 27 0 0 0,5-51-188 0 0,-7 24 400 0 0,7-24-462 0 0,0 0-1 0 0,0-1 1 0 0,0 1 0 0 0,0-1-1 0 0,0 1 1 0 0,-1 0 0 0 0,1-1-1 0 0,0 1 1 0 0,0-1-1 0 0,-1 1 1 0 0,1-1 0 0 0,0 1-1 0 0,-1-1 1 0 0,1 1-1 0 0,-1-1 1 0 0,1 1 0 0 0,-1-1-1 0 0,1 1 1 0 0,-1-1-1 0 0,1 0 1 0 0,-1 1 0 0 0,1-1-1 0 0,-1 0 1 0 0,1 0-1 0 0,-1 1 1 0 0,0-1 0 0 0,1 0-1 0 0,-1 0 1 0 0,1 0 0 0 0,-1 0-1 0 0,0 0 1 0 0,1 0-1 0 0,-1 0 1 0 0,0 0 0 0 0,1 0-1 0 0,-1 0 1 0 0,1 0-1 0 0,-1 0 1 0 0,0 0 0 0 0,-2-3-235 0 0,1 1 1 0 0,0-1-1 0 0,0 1 1 0 0,0-1 0 0 0,0 0-1 0 0,0 1 1 0 0,1-1 0 0 0,-1 0-1 0 0,1 0 1 0 0,-1-5-1 0 0,-5-6-86 0 0,-58-87-159 0 0,35 57 2523 0 0,17 25 162 0 0,0 1 0 0 0,-30-32 0 0 0,43 50-2097 0 0,0 0 0 0 0,0 0 0 0 0,0-1 0 0 0,0 1 0 0 0,0 0-1 0 0,0 0 1 0 0,0 0 0 0 0,0 0 0 0 0,0 0 0 0 0,0 0 0 0 0,0 0-1 0 0,0 0 1 0 0,0-1 0 0 0,0 1 0 0 0,-1 0 0 0 0,1 0 0 0 0,0 0-1 0 0,0 0 1 0 0,0 0 0 0 0,0 0 0 0 0,0 0 0 0 0,0 0 0 0 0,0 0-1 0 0,0 0 1 0 0,-1 0 0 0 0,1 0 0 0 0,0 0 0 0 0,0-1 0 0 0,0 1-1 0 0,0 0 1 0 0,0 0 0 0 0,0 0 0 0 0,-1 0 0 0 0,1 0 0 0 0,0 0-1 0 0,0 0 1 0 0,0 0 0 0 0,0 0 0 0 0,0 1 0 0 0,0-1 0 0 0,0 0-1 0 0,-1 0 1 0 0,1 0 0 0 0,0 0 0 0 0,0 0 0 0 0,0 0 0 0 0,0 0-1 0 0,0 0 1 0 0,0 0 0 0 0,0 0 0 0 0,0 0 0 0 0,-1 0 0 0 0,1 0-1 0 0,0 1 1 0 0,1 8 169 0 0,5 10-152 0 0,111 247 143 0 0,-19-41 294 0 0,-93-204-288 0 0,-4-18-41 0 0,0 0 1 0 0,-1 1 0 0 0,1-1-1 0 0,0 0 1 0 0,1 1 0 0 0,-1-1 0 0 0,4 5-1 0 0,0-42 344 0 0,16-59-437 0 0,-9 43 2 0 0,-2 0-1 0 0,-2-1 1 0 0,2-59-1 0 0,2 21-1759 0 0,-11 86 745 0 0,-1-1 1 0 0,2 0 0 0 0,-1 1 0 0 0,0-1-1 0 0,1 1 1 0 0,-1-1 0 0 0,1 1-1 0 0,4-5 1 0 0,-2 2-992 0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06.534"/>
    </inkml:context>
    <inkml:brush xml:id="br0">
      <inkml:brushProperty name="width" value="0.05" units="cm"/>
      <inkml:brushProperty name="height" value="0.05" units="cm"/>
    </inkml:brush>
  </inkml:definitions>
  <inkml:trace contextRef="#ctx0" brushRef="#br0">169 98 4585 0 0,'0'-6'5218'0'0,"0"-18"-4484"0"0,0-44 4051 0 0,-17 742-4358 0 0,16-650-368 0 0,0 0 1 0 0,-2 0-1 0 0,-1-1 0 0 0,0 1 1 0 0,-2-1-1 0 0,-9 26 1 0 0,13-45-34 0 0,0-1 0 0 0,-1 0 0 0 0,1 0 0 0 0,0 0 0 0 0,-1-1 1 0 0,0 1-1 0 0,0-1 0 0 0,0 1 0 0 0,0-1 0 0 0,0 0 0 0 0,0 0 0 0 0,0 0 0 0 0,-7 2 0 0 0,6-2 46 0 0,-1 0-1 0 0,1-1 1 0 0,0 1-1 0 0,0-1 0 0 0,-1 0 1 0 0,1-1-1 0 0,-1 1 0 0 0,1-1 1 0 0,-1 0-1 0 0,1 0 1 0 0,-1 0-1 0 0,-4-1 0 0 0,9 1-69 0 0,-1 0 0 0 0,1 0-1 0 0,0 0 1 0 0,-1 0-1 0 0,1 0 1 0 0,-1 0-1 0 0,1 0 1 0 0,0 0-1 0 0,-1 0 1 0 0,1 0 0 0 0,-1 0-1 0 0,1-1 1 0 0,0 1-1 0 0,-1 0 1 0 0,1 0-1 0 0,0-1 1 0 0,-1 1-1 0 0,1 0 1 0 0,0 0 0 0 0,-1-1-1 0 0,1 1 1 0 0,0 0-1 0 0,0-1 1 0 0,-1 1-1 0 0,1 0 1 0 0,0-1-1 0 0,0 1 1 0 0,-1 0 0 0 0,1-1-1 0 0,0 1 1 0 0,0 0-1 0 0,0-1 1 0 0,0 1-1 0 0,0-1 1 0 0,0 1 0 0 0,0-1-1 0 0,0 1 1 0 0,0 0-1 0 0,0-1 1 0 0,0 1-1 0 0,0-1 1 0 0,0 0 0 0 0,1 0 1 0 0,0 0 0 0 0,-1 1-1 0 0,1-1 1 0 0,-1 0-1 0 0,1 0 1 0 0,0 1 0 0 0,0-1-1 0 0,0 1 1 0 0,-1-1-1 0 0,1 0 1 0 0,0 1-1 0 0,0 0 1 0 0,0-1 0 0 0,0 1-1 0 0,0-1 1 0 0,1 1-1 0 0,47-11 13 0 0,1 3-1 0 0,1 1 1 0 0,50 1-1 0 0,-76 5 18 0 0,8 2-12 0 0,-26 0-14 0 0,1-1-1 0 0,-1 0 0 0 0,1 0 0 0 0,12-3 0 0 0,-19 3-81 0 0,0 0 0 0 0,-1 0-1 0 0,1 0 1 0 0,-1-1-1 0 0,1 1 1 0 0,0 0-1 0 0,-1 0 1 0 0,1-1-1 0 0,-1 1 1 0 0,1-1 0 0 0,-1 1-1 0 0,1 0 1 0 0,-1-1-1 0 0,1 1 1 0 0,-1-1-1 0 0,1 1 1 0 0,-1-1 0 0 0,0 1-1 0 0,1-1 1 0 0,-1 0-1 0 0,0 1 1 0 0,1-1-1 0 0,-1 1 1 0 0,0-1-1 0 0,0 0 1 0 0,0 1 0 0 0,1-2-1 0 0,-1 0-136 0 0,0 0 0 0 0,0 0-1 0 0,0 0 1 0 0,-1 0 0 0 0,1 0-1 0 0,0 0 1 0 0,-1 0 0 0 0,-1-4 0 0 0,-20-38-3617 0 0,22 43 3672 0 0,-27-32-2577 0 0,13 18 892 0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06.907"/>
    </inkml:context>
    <inkml:brush xml:id="br0">
      <inkml:brushProperty name="width" value="0.05" units="cm"/>
      <inkml:brushProperty name="height" value="0.05" units="cm"/>
    </inkml:brush>
  </inkml:definitions>
  <inkml:trace contextRef="#ctx0" brushRef="#br0">7 124 9122 0 0,'-5'-26'1434'0'0,"4"16"-657"0"0,1 9-670 0 0,0 1 1 0 0,0-1-1 0 0,-1 0 0 0 0,1 0 0 0 0,0 1 0 0 0,0-1 0 0 0,0 0 0 0 0,0 0 1 0 0,0 1-1 0 0,0-1 0 0 0,0 0 0 0 0,1 0 0 0 0,-1 1 0 0 0,0-1 0 0 0,0 0 1 0 0,1 0-1 0 0,-1 1 0 0 0,0-1 0 0 0,1 0 0 0 0,-1 1 0 0 0,0-1 0 0 0,1 0 1 0 0,-1 1-1 0 0,1-1 0 0 0,-1 1 0 0 0,1-1 0 0 0,0 1 0 0 0,-1-1 0 0 0,1 1 1 0 0,-1-1-1 0 0,1 1 0 0 0,0 0 0 0 0,-1-1 0 0 0,1 1 0 0 0,0 0 0 0 0,0-1 0 0 0,0 1 1 0 0,23-9 2 0 0,-1 2 0 0 0,1 0 0 0 0,1 2-1 0 0,39-5 1 0 0,33-7-1794 0 0,-67 9-4903 0 0,-26 6 3913 0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07.641"/>
    </inkml:context>
    <inkml:brush xml:id="br0">
      <inkml:brushProperty name="width" value="0.05" units="cm"/>
      <inkml:brushProperty name="height" value="0.05" units="cm"/>
    </inkml:brush>
  </inkml:definitions>
  <inkml:trace contextRef="#ctx0" brushRef="#br0">73 110 9250 0 0,'0'0'1199'0'0,"0"-29"1245"0"0,0 28-2316 0 0,0-1 0 0 0,0 1 0 0 0,-1-1 0 0 0,1 1 0 0 0,0-1 0 0 0,0 1 0 0 0,-1-1-1 0 0,1 1 1 0 0,-1-1 0 0 0,1 1 0 0 0,-1 0 0 0 0,1-1 0 0 0,-1 1 0 0 0,0 0 0 0 0,0-1-1 0 0,-1 0 1 0 0,2 1-118 0 0,-1 1 0 0 0,1 0-1 0 0,0 0 1 0 0,-1 0 0 0 0,1-1 0 0 0,0 1-1 0 0,-1 0 1 0 0,1 0 0 0 0,0 0-1 0 0,-1 0 1 0 0,1 0 0 0 0,0 0 0 0 0,-1 0-1 0 0,1 0 1 0 0,0 0 0 0 0,-1 0-1 0 0,1 0 1 0 0,0 0 0 0 0,-1 0 0 0 0,1 0-1 0 0,-1 0 1 0 0,1 0 0 0 0,0 0-1 0 0,-1 0 1 0 0,1 0 0 0 0,-1 1 0 0 0,-10 12 57 0 0,4 0-42 0 0,1 0 0 0 0,0 0 0 0 0,1 0 0 0 0,1 1 0 0 0,0 0 0 0 0,1-1 0 0 0,0 2 0 0 0,-1 20 0 0 0,3-25 59 0 0,1 0 0 0 0,1-1 0 0 0,0 1-1 0 0,0-1 1 0 0,0 1 0 0 0,2-1 0 0 0,-1 1 0 0 0,1-1 0 0 0,0 0-1 0 0,1 0 1 0 0,0 0 0 0 0,0-1 0 0 0,11 16 0 0 0,-12-21-56 0 0,0 0 0 0 0,1 0 0 0 0,-1-1 0 0 0,0 1 1 0 0,1-1-1 0 0,-1 0 0 0 0,1 0 0 0 0,0 0 1 0 0,0 0-1 0 0,0-1 0 0 0,0 0 0 0 0,5 2 1 0 0,-7-3-11 0 0,0 1 1 0 0,1 0 0 0 0,-1-1 0 0 0,1 0-1 0 0,-1 1 1 0 0,1-1 0 0 0,-1 0 0 0 0,1 0 0 0 0,-1 0-1 0 0,1-1 1 0 0,-1 1 0 0 0,0 0 0 0 0,1-1-1 0 0,-1 0 1 0 0,0 0 0 0 0,1 1 0 0 0,-1-1 0 0 0,0-1-1 0 0,0 1 1 0 0,1 0 0 0 0,-1 0 0 0 0,2-3-1 0 0,-2 0 2 0 0,0 1 0 0 0,0 0-1 0 0,-1-1 1 0 0,1 0-1 0 0,-1 1 1 0 0,0-1 0 0 0,0 0-1 0 0,-1 0 1 0 0,1 1-1 0 0,-1-1 1 0 0,0-6 0 0 0,6-25 67 0 0,6 7-60 0 0,-8 22-22 0 0,-1 0 0 0 0,-1 0-1 0 0,1 0 1 0 0,-1 0 0 0 0,-1-1 0 0 0,1 1 0 0 0,1-13 0 0 0,-2 4-1 0 0,-1 1 0 0 0,-1 0 1 0 0,-3-22-1 0 0,3 31-4 0 0,0 0 1 0 0,-1 0-1 0 0,1 0 0 0 0,-1 0 0 0 0,0 0 1 0 0,0 0-1 0 0,-1 0 0 0 0,0 1 1 0 0,1-1-1 0 0,-1 1 0 0 0,-1 0 1 0 0,-6-7-1 0 0,5 7-12 0 0,0 0 1 0 0,-1 1-1 0 0,0 0 1 0 0,0 0-1 0 0,-11-4 0 0 0,-14-7-33 0 0,28 12 23 0 0,0 1 0 0 0,0-1 0 0 0,-1 0 0 0 0,1 1 1 0 0,0 0-1 0 0,-1 0 0 0 0,1 0 0 0 0,0 0 0 0 0,-7 0 0 0 0,9 1 16 0 0,0 0 1 0 0,1 0-1 0 0,-1 0 0 0 0,1 0 1 0 0,-1 0-1 0 0,0 0 0 0 0,1 1 1 0 0,-1-1-1 0 0,1 0 0 0 0,-1 0 1 0 0,0 1-1 0 0,1-1 0 0 0,-1 0 1 0 0,1 1-1 0 0,-1-1 0 0 0,1 0 1 0 0,-1 1-1 0 0,1-1 0 0 0,-1 1 1 0 0,1-1-1 0 0,0 1 0 0 0,-1 0 1 0 0,0 0-9 0 0,1 0 0 0 0,0 0 0 0 0,-1 1 0 0 0,1-1 0 0 0,0 0 1 0 0,0 1-1 0 0,0-1 0 0 0,0 0 0 0 0,0 1 0 0 0,0-1 0 0 0,0 1 0 0 0,0-1 0 0 0,0 0 1 0 0,1 2-1 0 0,0 2-212 0 0,0 0 0 0 0,1-1-1 0 0,-1 1 1 0 0,1-1 0 0 0,0 1 0 0 0,1-1 0 0 0,3 7 0 0 0,-4-9-425 0 0,0 1 0 0 0,0-1 0 0 0,0 0 0 0 0,0 0 0 0 0,1 0 1 0 0,-1-1-1 0 0,0 1 0 0 0,5 2 0 0 0,-3-2-1396 0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08.110"/>
    </inkml:context>
    <inkml:brush xml:id="br0">
      <inkml:brushProperty name="width" value="0.05" units="cm"/>
      <inkml:brushProperty name="height" value="0.05" units="cm"/>
    </inkml:brush>
  </inkml:definitions>
  <inkml:trace contextRef="#ctx0" brushRef="#br0">41 9 6353 0 0,'-29'0'3473'0'0,"17"0"-1649"0"0,17 1-593 0 0,20 1-734 0 0,199-10 497 0 0,-134 6-362 0 0,-27 0-3947 0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08.471"/>
    </inkml:context>
    <inkml:brush xml:id="br0">
      <inkml:brushProperty name="width" value="0.05" units="cm"/>
      <inkml:brushProperty name="height" value="0.05" units="cm"/>
    </inkml:brush>
  </inkml:definitions>
  <inkml:trace contextRef="#ctx0" brushRef="#br0">38 1 7154 0 0,'-2'0'171'0'0,"1"1"0"0"0,-1-1 0 0 0,1 1 0 0 0,-1 0 1 0 0,0-1-1 0 0,1 1 0 0 0,0 0 0 0 0,-1 0 1 0 0,1 0-1 0 0,0 0 0 0 0,-1 1 0 0 0,1-1 1 0 0,0 0-1 0 0,0 0 0 0 0,0 1 0 0 0,0-1 0 0 0,0 1 1 0 0,0-1-1 0 0,0 1 0 0 0,1-1 0 0 0,-1 1 1 0 0,0 0-1 0 0,1-1 0 0 0,-1 1 0 0 0,1 3 0 0 0,-3 3-114 0 0,2 0-1 0 0,-1 0 1 0 0,1 0-1 0 0,0 10 1 0 0,1-17 61 0 0,0 0 0 0 0,0 0 0 0 0,0 0 0 0 0,0-1 0 0 0,0 1 0 0 0,0 0 0 0 0,1 0 0 0 0,-1 0 0 0 0,0 0 0 0 0,1 0 0 0 0,-1-1 0 0 0,0 1 0 0 0,1 0 0 0 0,-1 0 0 0 0,1-1 0 0 0,-1 1 0 0 0,1 0 0 0 0,0-1 0 0 0,-1 1 0 0 0,1 0 1 0 0,0-1-1 0 0,-1 1 0 0 0,1-1 0 0 0,1 1 0 0 0,0 0-58 0 0,1 0 0 0 0,-1 0 0 0 0,0 0 0 0 0,1-1 0 0 0,-1 1 0 0 0,1-1 0 0 0,-1 0 1 0 0,6 0-1 0 0,2 0-101 0 0,0-1 1 0 0,0-1-1 0 0,15-3 1 0 0,43-17 77 0 0,-43 12-21 0 0,1 2-1 0 0,37-6 1 0 0,-50 13-128 0 0,2-1-2044 0 0,-5-4-3386 0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0.678"/>
    </inkml:context>
    <inkml:brush xml:id="br0">
      <inkml:brushProperty name="width" value="0.05" units="cm"/>
      <inkml:brushProperty name="height" value="0.05" units="cm"/>
    </inkml:brush>
  </inkml:definitions>
  <inkml:trace contextRef="#ctx0" brushRef="#br0">352 134 3897 0 0,'-2'-3'339'0'0,"0"0"1"0"0,1 0-1 0 0,-1 0 0 0 0,1 0 1 0 0,0-1-1 0 0,-1 1 0 0 0,1 0 1 0 0,1-1-1 0 0,-1 1 0 0 0,0 0 1 0 0,0-7-1 0 0,1 6-221 0 0,-1-1 1 0 0,0 0-1 0 0,0 0 1 0 0,0 0-1 0 0,-1 1 0 0 0,-2-8 1 0 0,1 8 35 0 0,0 0 0 0 0,0 0 1 0 0,-1 1-1 0 0,1-1 0 0 0,-1 1 0 0 0,0 0 1 0 0,0 0-1 0 0,0 0 0 0 0,0 1 0 0 0,0-1 0 0 0,0 1 1 0 0,-1 0-1 0 0,1 1 0 0 0,-1-1 0 0 0,0 1 1 0 0,1-1-1 0 0,-1 1 0 0 0,0 1 0 0 0,0-1 1 0 0,0 1-1 0 0,1 0 0 0 0,-1 0 0 0 0,0 0 1 0 0,0 0-1 0 0,-9 3 0 0 0,9-1-144 0 0,-1 0-1 0 0,0 1 1 0 0,0-1 0 0 0,1 1 0 0 0,-1 1-1 0 0,1-1 1 0 0,0 1 0 0 0,0 0-1 0 0,0 0 1 0 0,1 0 0 0 0,-1 1-1 0 0,1-1 1 0 0,0 1 0 0 0,0 0-1 0 0,1 0 1 0 0,-1 1 0 0 0,1-1-1 0 0,-2 8 1 0 0,-11 24 89 0 0,2 1 0 0 0,2 1 0 0 0,1 0 0 0 0,3 1 0 0 0,1 0-1 0 0,-3 53 1 0 0,9-83-93 0 0,-1-1 0 0 0,1 0 0 0 0,-2 1 0 0 0,1-1 0 0 0,-7 13 0 0 0,5-12 10 0 0,0-1 0 0 0,1 1 0 0 0,1 0 0 0 0,-3 17 0 0 0,3-11 128 0 0,2 0-1 0 0,0 0 1 0 0,1 1 0 0 0,4 18-1 0 0,-4-28-50 0 0,0 0 1 0 0,1 0-1 0 0,0 0 0 0 0,1 0 0 0 0,0 0 0 0 0,0 0 1 0 0,0-1-1 0 0,1 1 0 0 0,-1-1 0 0 0,2 0 0 0 0,6 8 1 0 0,-8-11-71 0 0,0-1 0 0 0,0 0 1 0 0,0 0-1 0 0,1 0 0 0 0,-1-1 1 0 0,0 1-1 0 0,1-1 0 0 0,0 1 1 0 0,-1-1-1 0 0,5 0 0 0 0,-4 0-4 0 0,1 0 0 0 0,-1 1 0 0 0,0-1-1 0 0,0 1 1 0 0,1 0 0 0 0,5 4 0 0 0,-6-4 7 0 0,-1 1 1 0 0,1-1-1 0 0,0 0 1 0 0,0 0-1 0 0,0-1 1 0 0,0 1-1 0 0,0-1 1 0 0,0 0-1 0 0,0 0 0 0 0,0 0 1 0 0,0-1-1 0 0,1 0 1 0 0,-1 1-1 0 0,0-1 1 0 0,0-1-1 0 0,1 1 1 0 0,7-2-1 0 0,-9 1 8 0 0,1 0 1 0 0,-1 0-1 0 0,0 0 0 0 0,0-1 0 0 0,1 1 0 0 0,-1-1 0 0 0,0 0 1 0 0,0 1-1 0 0,-1-2 0 0 0,1 1 0 0 0,0 0 0 0 0,-1 0 0 0 0,1-1 1 0 0,-1 1-1 0 0,0-1 0 0 0,0 0 0 0 0,0 0 0 0 0,0 0 0 0 0,0 0 1 0 0,0 0-1 0 0,1-6 0 0 0,5-18 37 0 0,-3 0 1 0 0,5-42-1 0 0,-3 17-14 0 0,-5 42-63 0 0,1-1 0 0 0,0 1 0 0 0,8-16-1 0 0,-7 16 3 0 0,0 1-1 0 0,-1-1 0 0 0,0 0 0 0 0,2-11 1 0 0,-1-13 8 0 0,-2-1 1 0 0,-1 1-1 0 0,-5-37 1 0 0,2 49-9 0 0,-1-1-1 0 0,-1 1 1 0 0,-1 0-1 0 0,-1 0 1 0 0,-15-34 0 0 0,19 52-23 0 0,-1 0 0 0 0,1 1 1 0 0,0-1-1 0 0,-1 1 0 0 0,0-1 1 0 0,0 1-1 0 0,0 0 1 0 0,0 0-1 0 0,-1 0 0 0 0,1 1 1 0 0,-1-1-1 0 0,0 1 0 0 0,1-1 1 0 0,-1 1-1 0 0,-5-1 0 0 0,6 1 13 0 0,0 1-1 0 0,-1 0 1 0 0,1 0 0 0 0,-1 1-1 0 0,1-1 1 0 0,-1 1-1 0 0,1-1 1 0 0,-1 1 0 0 0,1 0-1 0 0,-1 0 1 0 0,0 1-1 0 0,1-1 1 0 0,-1 1-1 0 0,1 0 1 0 0,-1 0 0 0 0,1 0-1 0 0,0 0 1 0 0,-1 0-1 0 0,-3 3 1 0 0,4-2 11 0 0,1-1 0 0 0,-1 1 0 0 0,1 0 0 0 0,-1 0 0 0 0,1 0 0 0 0,0 0 0 0 0,0 1 0 0 0,0-1 0 0 0,0 1 0 0 0,0-1 0 0 0,-3 6 0 0 0,3-1-8 0 0,-1 1 1 0 0,1-1-1 0 0,-3 14 0 0 0,5-19 10 0 0,-4 32-31 0 0,3-24 31 0 0,0-1 0 0 0,0 1 0 0 0,-1-1 1 0 0,-3 10-1 0 0,-2-2 7 0 0,1-3-13 0 0,1 1 0 0 0,0 0-1 0 0,1 0 1 0 0,1 0 0 0 0,-3 31 0 0 0,6-27 15 0 0,1 1 1 0 0,1 0-1 0 0,1-1 1 0 0,0 1 0 0 0,2-1-1 0 0,8 24 1 0 0,-2-16-869 0 0,0 0-1 0 0,2-2 1 0 0,26 42 0 0 0,-38-65 553 0 0,0 0 1 0 0,0 0-1 0 0,1-1 1 0 0,-1 1 0 0 0,0 0-1 0 0,1-1 1 0 0,-1 1-1 0 0,1-1 1 0 0,-1 1-1 0 0,1-1 1 0 0,0 0-1 0 0,0 0 1 0 0,0 0-1 0 0,3 2 1 0 0,1 0-1531 0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1.022"/>
    </inkml:context>
    <inkml:brush xml:id="br0">
      <inkml:brushProperty name="width" value="0.05" units="cm"/>
      <inkml:brushProperty name="height" value="0.05" units="cm"/>
    </inkml:brush>
  </inkml:definitions>
  <inkml:trace contextRef="#ctx0" brushRef="#br0">5 0 10154 0 0,'0'0'71'0'0,"0"1"1"0"0,-1-1-1 0 0,1 0 0 0 0,0 0 0 0 0,0 0 1 0 0,0 0-1 0 0,-1 0 0 0 0,1 0 0 0 0,0 0 0 0 0,0 0 1 0 0,0 0-1 0 0,-1 0 0 0 0,1 1 0 0 0,0-1 1 0 0,0 0-1 0 0,0 0 0 0 0,-1 0 0 0 0,1 0 0 0 0,0 1 1 0 0,0-1-1 0 0,0 0 0 0 0,0 0 0 0 0,0 0 1 0 0,0 1-1 0 0,0-1 0 0 0,-1 0 0 0 0,1 0 1 0 0,0 0-1 0 0,0 1 0 0 0,0-1 0 0 0,0 0 0 0 0,0 0 1 0 0,0 1-1 0 0,0-1 0 0 0,2 14 693 0 0,8 21-1219 0 0,-7-25 734 0 0,3 5 170 0 0,-3-7-1273 0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1.941"/>
    </inkml:context>
    <inkml:brush xml:id="br0">
      <inkml:brushProperty name="width" value="0.05" units="cm"/>
      <inkml:brushProperty name="height" value="0.05" units="cm"/>
    </inkml:brush>
  </inkml:definitions>
  <inkml:trace contextRef="#ctx0" brushRef="#br0">190 123 5985 0 0,'0'0'867'0'0,"-13"-18"2909"0"0,13 17-3703 0 0,0 0 0 0 0,1 0 1 0 0,-1 0-1 0 0,0 0 0 0 0,1 0 1 0 0,-1 0-1 0 0,1 0 0 0 0,-1 1 1 0 0,1-1-1 0 0,-1 0 0 0 0,1 0 1 0 0,0 1-1 0 0,-1-1 0 0 0,1 0 1 0 0,0 1-1 0 0,0-1 0 0 0,0 0 1 0 0,-1 1-1 0 0,1-1 0 0 0,1 1 1 0 0,22-12 208 0 0,-15 8-99 0 0,-2 1-80 0 0,0 1-1 0 0,0-1 0 0 0,15-2 0 0 0,-16 4-71 0 0,0 0-1 0 0,-1-1 1 0 0,1 1-1 0 0,0-1 1 0 0,-1-1 0 0 0,10-4-1 0 0,-8 3-10 0 0,0 0 0 0 0,1 1 0 0 0,-1-1 0 0 0,1 2-1 0 0,-1-1 1 0 0,9-1 0 0 0,21-7 321 0 0,-33 10-94 0 0,-2 0-173 0 0,-1 0-1 0 0,1 0 0 0 0,0 0 1 0 0,-1 1-1 0 0,1-1 1 0 0,0 1-1 0 0,0-1 1 0 0,0 1-1 0 0,-1 0 0 0 0,1-1 1 0 0,0 1-1 0 0,0 0 1 0 0,0 0-1 0 0,0 1 0 0 0,3 0 1 0 0,-17 7 122 0 0,11-7-191 0 0,0 0 0 0 0,0 0 0 0 0,0 0 1 0 0,0 0-1 0 0,0-1 0 0 0,-1 1 0 0 0,1 0 1 0 0,0 0-1 0 0,0-1 0 0 0,-1 1 1 0 0,1-1-1 0 0,-1 0 0 0 0,1 1 0 0 0,-3-1 1 0 0,-11 2 35 0 0,0 0 0 0 0,0 1 1 0 0,1 0-1 0 0,-1 1 0 0 0,1 1 1 0 0,0 0-1 0 0,0 1 0 0 0,-25 15 1 0 0,32-17-40 0 0,3-2 3 0 0,0 1 0 0 0,0-1 1 0 0,1 1-1 0 0,-1 0 0 0 0,0 0 1 0 0,1 0-1 0 0,0 0 0 0 0,-1 1 0 0 0,1-1 1 0 0,1 1-1 0 0,-1 0 0 0 0,0 0 1 0 0,1 0-1 0 0,0 0 0 0 0,-2 6 0 0 0,-17 42 3 0 0,12-30-3 0 0,1-1 1 0 0,-7 28-1 0 0,0-19 133 0 0,-2 3 99 0 0,17-32-230 0 0,-1 0-1 0 0,1 1 1 0 0,-1-1-1 0 0,1 0 1 0 0,0 1-1 0 0,-1-1 1 0 0,1 1-1 0 0,0-1 0 0 0,0 0 1 0 0,0 1-1 0 0,0-1 1 0 0,1 1-1 0 0,-1-1 1 0 0,0 0-1 0 0,0 1 1 0 0,1-1-1 0 0,-1 1 1 0 0,1-1-1 0 0,1 2 1 0 0,-1-2-3 0 0,0 0 0 0 0,0 0 0 0 0,0 0 0 0 0,0 0 0 0 0,1-1 0 0 0,-1 1 0 0 0,0 0 0 0 0,1-1 0 0 0,-1 1 0 0 0,0-1 0 0 0,1 1 0 0 0,-1-1 0 0 0,1 0 0 0 0,-1 0 0 0 0,0 0 0 0 0,1 0 1 0 0,-1 0-1 0 0,3 0 0 0 0,29-3 86 0 0,-29 3-87 0 0,62-15 68 0 0,-52 10-48 0 0,0 2 0 0 0,0 0 0 0 0,0 0 1 0 0,1 2-1 0 0,16-1 0 0 0,-20 2-17 0 0,-1 1 1 0 0,1 0 0 0 0,-1 0-1 0 0,0 1 1 0 0,1 1 0 0 0,-1 0-1 0 0,0 0 1 0 0,17 9 0 0 0,-13-5 7 0 0,-10-5-11 0 0,0 0 0 0 0,0 0-1 0 0,0 0 1 0 0,0 1 0 0 0,-1-1 0 0 0,1 1 0 0 0,-1 0 0 0 0,5 5 0 0 0,-2-1 12 0 0,-1 0 1 0 0,0 0 0 0 0,0 1 0 0 0,-1 0-1 0 0,0 0 1 0 0,0 0 0 0 0,0 0 0 0 0,-1 0-1 0 0,-1 1 1 0 0,3 14 0 0 0,-3-15 3 0 0,0 0 0 0 0,1 1 0 0 0,-1-2 0 0 0,7 12 1 0 0,-6-12-8 0 0,0-1 1 0 0,-1 1-1 0 0,1 0 1 0 0,-1-1-1 0 0,-1 1 1 0 0,1 0-1 0 0,-1 0 1 0 0,0 8-1 0 0,-1-9 8 0 0,0-1 1 0 0,0 1-1 0 0,-1-1 1 0 0,0 1-1 0 0,0 0 0 0 0,0-1 1 0 0,0 0-1 0 0,-1 1 0 0 0,0-1 1 0 0,0 0-1 0 0,-1 0 1 0 0,1 0-1 0 0,-1 0 0 0 0,0 0 1 0 0,-1-1-1 0 0,1 1 0 0 0,-1-1 1 0 0,0 0-1 0 0,0 0 1 0 0,0 0-1 0 0,0 0 0 0 0,-1-1 1 0 0,0 0-1 0 0,-8 5 0 0 0,-18 6 67 0 0,0-1 0 0 0,-1-1-1 0 0,0-2 1 0 0,-1-1-1 0 0,1-2 1 0 0,-2-1-1 0 0,-44 3 1 0 0,67-8-17 0 0,0 1 1 0 0,0 1-1 0 0,0 0 0 0 0,1 0 1 0 0,-12 6-1 0 0,13-5-20 0 0,0-1 0 0 0,-1 1 0 0 0,0-2-1 0 0,0 1 1 0 0,0-1 0 0 0,-19 1-1 0 0,-27-3-809 0 0,78-14-1668 0 0,150-71-6978 0 0,-148 72 7484 0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2.787"/>
    </inkml:context>
    <inkml:brush xml:id="br0">
      <inkml:brushProperty name="width" value="0.05" units="cm"/>
      <inkml:brushProperty name="height" value="0.05" units="cm"/>
    </inkml:brush>
  </inkml:definitions>
  <inkml:trace contextRef="#ctx0" brushRef="#br0">1 157 6737 0 0,'0'0'95'0'0,"13"-18"2646"0"0,-12 16-2479 0 0,0 1 0 0 0,0 0 1 0 0,0 0-1 0 0,0 0 0 0 0,0 0 1 0 0,0 0-1 0 0,0 1 0 0 0,1-1 1 0 0,-1 0-1 0 0,0 0 0 0 0,0 1 1 0 0,1-1-1 0 0,-1 1 0 0 0,0-1 1 0 0,1 1-1 0 0,1-1 0 0 0,-2 1-216 0 0,0 1 0 0 0,0 0 0 0 0,0-1 0 0 0,0 1 0 0 0,0 0-1 0 0,-1-1 1 0 0,1 1 0 0 0,0 0 0 0 0,0 0 0 0 0,-1 0 0 0 0,1 0 0 0 0,-1 0 0 0 0,1-1-1 0 0,-1 1 1 0 0,1 0 0 0 0,-1 0 0 0 0,1 0 0 0 0,-1 1 0 0 0,0-1 0 0 0,0 0-1 0 0,1 0 1 0 0,-1 2 0 0 0,7 27 53 0 0,-1 1-1 0 0,3 56 1 0 0,-7 67 746 0 0,-2-106-167 0 0,0-47-530 0 0,-5-23-135 0 0,1 0 0 0 0,2 0 0 0 0,0-1-1 0 0,2 1 1 0 0,0 0 0 0 0,1 0 0 0 0,1-1-1 0 0,6-21 1 0 0,-2 18-6 0 0,1 0 0 0 0,1 0 1 0 0,1 0-1 0 0,1 1 0 0 0,2 1 0 0 0,19-31 1 0 0,-30 53-11 0 0,0 1 0 0 0,1-1 0 0 0,-1 1 1 0 0,1 0-1 0 0,0 0 0 0 0,0-1 0 0 0,-1 1 1 0 0,1 0-1 0 0,0 0 0 0 0,0 1 0 0 0,0-1 1 0 0,0 0-1 0 0,0 1 0 0 0,0-1 0 0 0,3 0 1 0 0,20-8-21 0 0,-23 8 24 0 0,1-1-1 0 0,-1 1 1 0 0,1 0-1 0 0,-1 0 1 0 0,1 0 0 0 0,0 0-1 0 0,-1 0 1 0 0,1 1 0 0 0,0-1-1 0 0,-1 1 1 0 0,1 0-1 0 0,0-1 1 0 0,3 1 0 0 0,-4 1-1 0 0,-1-1 0 0 0,1 0 0 0 0,0 0 0 0 0,-1 1 1 0 0,1-1-1 0 0,-1 1 0 0 0,1-1 0 0 0,-1 1 0 0 0,1 0 0 0 0,-1 0 1 0 0,0-1-1 0 0,1 1 0 0 0,-1 0 0 0 0,0 0 0 0 0,0 0 1 0 0,1 0-1 0 0,-1 1 0 0 0,0-1 0 0 0,0 0 0 0 0,0 0 0 0 0,-1 1 1 0 0,1-1-1 0 0,0 1 0 0 0,0-1 0 0 0,0 3 0 0 0,6 22 0 0 0,-1 0-1 0 0,-2 0 0 0 0,2 48 1 0 0,-5-65 9 0 0,1 0 0 0 0,0 0-1 0 0,0 0 1 0 0,1 0 0 0 0,6 14 0 0 0,-5-14 8 0 0,0 0 0 0 0,-1 0 0 0 0,0 0 0 0 0,-1 0 0 0 0,2 12-1 0 0,-4 68 455 0 0,0-89-466 0 0,0 0 0 0 0,0 0 0 0 0,0 0 0 0 0,0 0 0 0 0,0 0 0 0 0,0 0 0 0 0,0 0 0 0 0,0 1 0 0 0,0-1 0 0 0,0 0 0 0 0,0 0-1 0 0,0 0 1 0 0,0 0 0 0 0,0 0 0 0 0,0 0 0 0 0,0 0 0 0 0,0 1 0 0 0,0-1 0 0 0,0 0 0 0 0,0 0 0 0 0,0 0 0 0 0,0 0 0 0 0,0 0 0 0 0,0 0 0 0 0,0 0 0 0 0,0 0 0 0 0,-1 1 0 0 0,1-1 0 0 0,0 0-1 0 0,0 0 1 0 0,0 0 0 0 0,0 0 0 0 0,0 0 0 0 0,0 0 0 0 0,0 0 0 0 0,0 0 0 0 0,-1 0 0 0 0,1 0 0 0 0,0 0 0 0 0,0 0 0 0 0,0 0 0 0 0,0 0 0 0 0,0 0 0 0 0,0 0 0 0 0,-1 0 0 0 0,1 0 0 0 0,0 0 0 0 0,0 0-1 0 0,0 0 1 0 0,0 0 0 0 0,0 0 0 0 0,0 0 0 0 0,0 0 0 0 0,-1 0 0 0 0,1 0 0 0 0,0 0 0 0 0,0 0 0 0 0,0 0 0 0 0,0 0 0 0 0,0 0 0 0 0,0-1 0 0 0,-7-7 87 0 0,2-8-101 0 0,0-1 0 0 0,1 0 0 0 0,1 1-1 0 0,1-1 1 0 0,0-1 0 0 0,1 1 0 0 0,1 0 0 0 0,0 0 0 0 0,2 0 0 0 0,0-1 0 0 0,1 1-1 0 0,0 1 1 0 0,1-1 0 0 0,1 0 0 0 0,1 1 0 0 0,0 0 0 0 0,1 0 0 0 0,19-29 0 0 0,-23 41 4 0 0,0 0 1 0 0,0-1-1 0 0,0 1 1 0 0,1 0-1 0 0,0 1 1 0 0,0-1-1 0 0,0 1 1 0 0,0 0 0 0 0,0 0-1 0 0,1 0 1 0 0,-1 0-1 0 0,1 1 1 0 0,0-1-1 0 0,5-1 1 0 0,3-2 2 0 0,-6 2-4 0 0,-1 1 0 0 0,1 0 0 0 0,0 0 1 0 0,13-3-1 0 0,-18 5 7 0 0,-1 1 1 0 0,1 0-1 0 0,-1 0 1 0 0,1 0-1 0 0,-1 0 0 0 0,1 0 1 0 0,-1 0-1 0 0,1 0 1 0 0,-1 0-1 0 0,1 0 1 0 0,-1 1-1 0 0,0-1 0 0 0,1 1 1 0 0,-1-1-1 0 0,1 1 1 0 0,-1-1-1 0 0,0 1 1 0 0,1 0-1 0 0,-1 0 0 0 0,0-1 1 0 0,0 1-1 0 0,0 0 1 0 0,0 0-1 0 0,0 0 0 0 0,0 1 1 0 0,0-1-1 0 0,0 0 1 0 0,0 0-1 0 0,0 0 1 0 0,0 1-1 0 0,0 1 1 0 0,4 12-2 0 0,0 1 0 0 0,0 0 0 0 0,-2 1 0 0 0,0-1 1 0 0,1 32-1 0 0,-3-40-1 0 0,0 0 0 0 0,1-1 0 0 0,0 1 0 0 0,1 0 1 0 0,-1-1-1 0 0,5 9 0 0 0,-3-8-3 0 0,0 0 0 0 0,-1 1 0 0 0,-1-1 0 0 0,4 18 1 0 0,-4 57-436 0 0,-2-55-936 0 0,0-27 1251 0 0,0-1 0 0 0,0 1 0 0 0,0 0 0 0 0,0-1 0 0 0,1 1 0 0 0,-1 0 0 0 0,0-1 0 0 0,0 1 0 0 0,1-1 0 0 0,-1 1 0 0 0,0 0 0 0 0,1-1 0 0 0,-1 1 0 0 0,0-1 0 0 0,1 1 0 0 0,-1-1 0 0 0,1 1 0 0 0,-1-1 0 0 0,1 1 0 0 0,-1-1 0 0 0,1 0 0 0 0,0 1 1 0 0,-1-1-1 0 0,1 0 0 0 0,-1 1 0 0 0,1-1 0 0 0,0 0 0 0 0,-1 0 0 0 0,1 1 0 0 0,0-1 0 0 0,-1 0 0 0 0,1 0 0 0 0,0 0 0 0 0,-1 0 0 0 0,1 0 0 0 0,0 0 0 0 0,-1 0 0 0 0,1 0 0 0 0,1-1 0 0 0,26-4-2167 0 0,-27 5 2134 0 0,13-5-1600 0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3.378"/>
    </inkml:context>
    <inkml:brush xml:id="br0">
      <inkml:brushProperty name="width" value="0.05" units="cm"/>
      <inkml:brushProperty name="height" value="0.05" units="cm"/>
    </inkml:brush>
  </inkml:definitions>
  <inkml:trace contextRef="#ctx0" brushRef="#br0">287 286 6457 0 0,'0'-6'4443'0'0,"-2"-18"-2848"0"0,1 24-1538 0 0,0 0-1 0 0,1 0 1 0 0,-1 0 0 0 0,0 0 0 0 0,0 0 0 0 0,1 0 0 0 0,-1 0-1 0 0,0 0 1 0 0,0 0 0 0 0,1 0 0 0 0,-1 1 0 0 0,0-1 0 0 0,0 0-1 0 0,1 1 1 0 0,-1-1 0 0 0,0 0 0 0 0,1 1 0 0 0,-1-1 0 0 0,0 1-1 0 0,0 0 1 0 0,-15 12 122 0 0,1 5 106 0 0,1 1 1 0 0,1 1 0 0 0,0 0-1 0 0,2 1 1 0 0,-16 38-1 0 0,5-10 164 0 0,-1-3-288 0 0,3 2 0 0 0,1 1 1 0 0,3 0-1 0 0,-14 74 1 0 0,22-92 66 0 0,7-29-154 0 0,1 0 0 0 0,-1-1 0 0 0,0 1-1 0 0,0 0 1 0 0,1-1 0 0 0,-1 1 0 0 0,0-1-1 0 0,-1 1 1 0 0,1-1 0 0 0,0 0 0 0 0,0 1-1 0 0,-1-1 1 0 0,1 0 0 0 0,-3 2 0 0 0,1-3 162 0 0,3-9-160 0 0,6-33-70 0 0,3 0 1 0 0,16-51-1 0 0,37-86-11 0 0,-42 124 15 0 0,-6 17-4 0 0,90-217 32 0 0,-89 217-40 0 0,-13 31 1 0 0,0 1 0 0 0,0 1 0 0 0,0-1 0 0 0,1 0 0 0 0,0 1 0 0 0,0-1 0 0 0,1 1 0 0 0,6-8 0 0 0,-6 9-13 0 0,0-1 1 0 0,1 1-1 0 0,-1 0 1 0 0,1 1-1 0 0,0-1 0 0 0,0 1 1 0 0,1 0-1 0 0,-1 0 1 0 0,10-3-1 0 0,-14 5 13 0 0,-1 1 1 0 0,0 0-1 0 0,1 0 0 0 0,-1 0 1 0 0,1 0-1 0 0,-1 0 0 0 0,0 0 1 0 0,1 0-1 0 0,-1 0 0 0 0,1 0 1 0 0,-1 1-1 0 0,0-1 0 0 0,1 0 1 0 0,-1 0-1 0 0,1 0 0 0 0,-1 0 1 0 0,0 0-1 0 0,1 1 1 0 0,-1-1-1 0 0,0 0 0 0 0,1 0 1 0 0,-1 1-1 0 0,0-1 0 0 0,1 0 1 0 0,-1 0-1 0 0,0 1 0 0 0,0-1 1 0 0,1 0-1 0 0,-1 1 0 0 0,0-1 1 0 0,0 1-1 0 0,0-1 0 0 0,1 1 1 0 0,2 15-17 0 0,-3-11 16 0 0,2 3-1 0 0,0 0 0 0 0,0 1 1 0 0,1-1-1 0 0,7 14 0 0 0,7 23-9 0 0,-4 12 13 0 0,6 65 0 0 0,-1-3 13 0 0,58 241 261 0 0,-73-343-266 0 0,-2 1 0 0 0,0 26 1 0 0,-1-35-2 0 0,0-8-78 0 0,0-1 0 0 0,0 1 1 0 0,0 0-1 0 0,0-1 0 0 0,0 1 1 0 0,0-1-1 0 0,0 1 0 0 0,-1 0 1 0 0,1-1-1 0 0,0 1 0 0 0,0-1 1 0 0,-1 1-1 0 0,1-1 0 0 0,0 1 1 0 0,-1-1-1 0 0,1 1 0 0 0,0-1 1 0 0,-1 1-1 0 0,1-1 0 0 0,-1 1 1 0 0,1-1-1 0 0,-1 1 0 0 0,1-1 1 0 0,-1 0-1 0 0,1 1 0 0 0,-2-1 1 0 0,1 1-130 0 0,-1-1 1 0 0,1 1-1 0 0,-1-1 1 0 0,0 0-1 0 0,0 0 1 0 0,1 1-1 0 0,-1-1 1 0 0,0 0 0 0 0,1-1-1 0 0,-3 1 1 0 0,1 0-227 0 0,-1-1-1 0 0,1 0 1 0 0,-1 0 0 0 0,1 0 0 0 0,-1 0 0 0 0,1-1 0 0 0,0 1 0 0 0,0-1 0 0 0,-6-3 0 0 0,-16-28-2070 0 0,11 14 985 0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3.705"/>
    </inkml:context>
    <inkml:brush xml:id="br0">
      <inkml:brushProperty name="width" value="0.05" units="cm"/>
      <inkml:brushProperty name="height" value="0.05" units="cm"/>
    </inkml:brush>
  </inkml:definitions>
  <inkml:trace contextRef="#ctx0" brushRef="#br0">12 11 10098 0 0,'-1'0'94'0'0,"1"0"0"0"0,0 0 0 0 0,-1 0 0 0 0,1 0 0 0 0,-1 0 0 0 0,1 0-1 0 0,0-1 1 0 0,-1 1 0 0 0,1 0 0 0 0,0 1 0 0 0,-1-1 0 0 0,1 0 0 0 0,-1 0 0 0 0,1 0 0 0 0,0 0 0 0 0,-1 0-1 0 0,1 0 1 0 0,0 0 0 0 0,-1 0 0 0 0,1 1 0 0 0,0-1 0 0 0,-1 0 0 0 0,1 0 0 0 0,0 1 0 0 0,-1-1 0 0 0,1 0-1 0 0,0 0 1 0 0,0 1 0 0 0,-1-1 0 0 0,1 0 0 0 0,0 1 0 0 0,-1-1 0 0 0,9 10 658 0 0,20 7-815 0 0,-13-10 295 0 0,1-1 0 0 0,0-1 1 0 0,0 0-1 0 0,1-1 0 0 0,-1 0 1 0 0,1-2-1 0 0,0 0 1 0 0,28 0-1 0 0,-1-4 95 0 0,1-1 0 0 0,45-9 0 0 0,26-13-627 0 0,-100 20-1344 0 0,0-1 0 0 0,25-13 1 0 0,-29 13-362 0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37.754"/>
    </inkml:context>
    <inkml:brush xml:id="br0">
      <inkml:brushProperty name="width" value="0.05" units="cm"/>
      <inkml:brushProperty name="height" value="0.05" units="cm"/>
    </inkml:brush>
  </inkml:definitions>
  <inkml:trace contextRef="#ctx0" brushRef="#br0">67 515 320 0 0,'0'0'2526'0'0,"17"-5"-882"0"0,-13 0-936 0 0,1 1 0 0 0,-1-2 1 0 0,0 1-1 0 0,0 0 0 0 0,4-8 0 0 0,-5 4-447 0 0,1 0 1 0 0,-1 0-1 0 0,-1 0 1 0 0,1 0-1 0 0,0-12 1 0 0,4-41 258 0 0,-3-1 0 0 0,-5-82 0 0 0,0 48 381 0 0,0 95-821 0 0,1-1 0 0 0,0 0-1 0 0,-1 0 1 0 0,0 0 0 0 0,0 0-1 0 0,0 0 1 0 0,0 1 0 0 0,0-1-1 0 0,-3-4 1 0 0,4 6-62 0 0,0 1 0 0 0,0 0 0 0 0,-1-1 0 0 0,1 1 0 0 0,0-1 0 0 0,-1 1 0 0 0,1 0 0 0 0,0-1 0 0 0,-1 1 0 0 0,1 0-1 0 0,0 0 1 0 0,-1-1 0 0 0,1 1 0 0 0,-1 0 0 0 0,1 0 0 0 0,-1-1 0 0 0,1 1 0 0 0,0 0 0 0 0,-1 0 0 0 0,1 0 0 0 0,-1 0 0 0 0,1 0 0 0 0,-1 0 0 0 0,0 0 0 0 0,0 0 1 0 0,0 1 1 0 0,1-1 0 0 0,-1 1-1 0 0,0-1 1 0 0,0 1 0 0 0,1-1-1 0 0,-1 1 1 0 0,0-1 0 0 0,1 1-1 0 0,-1 0 1 0 0,1 0 0 0 0,-1-1-1 0 0,1 1 1 0 0,-1 0 0 0 0,1 0-1 0 0,-1 0 1 0 0,1-1 0 0 0,-1 3-1 0 0,-7 18 69 0 0,1 1 0 0 0,1 0 0 0 0,1 0 0 0 0,1 0 0 0 0,-2 28 0 0 0,2 118 51 0 0,4-125-88 0 0,0 21 170 0 0,2 0 1 0 0,4-1-1 0 0,16 81 0 0 0,-18-123-191 0 0,-1-1-1 0 0,-1 1 0 0 0,-1 29 1 0 0,-16-65-238 0 0,8 3 209 0 0,0 0 0 0 0,-14-15 1 0 0,15 20 5 0 0,0 0 1 0 0,1-1 0 0 0,-1 0-1 0 0,2 0 1 0 0,-1 0 0 0 0,1 0-1 0 0,-4-12 1 0 0,2 7 45 0 0,5 11-48 0 0,0 1 1 0 0,1-1-1 0 0,-1 1 0 0 0,0-1 0 0 0,1 1 1 0 0,-1-1-1 0 0,1 1 0 0 0,-1-1 0 0 0,1 1 1 0 0,0-4-1 0 0,0 5 5 0 0,7 18 74 0 0,31 58 10 0 0,33 97 0 0 0,-71-172-70 0 0,1 0-1 0 0,-1 0 0 0 0,0 0 1 0 0,0 0-1 0 0,1 0 0 0 0,-1 0 0 0 0,0 0 1 0 0,1 0-1 0 0,-1 0 0 0 0,1 0 1 0 0,-1 0-1 0 0,1 0 0 0 0,0 0 0 0 0,-1-1 1 0 0,1 1-1 0 0,0 0 0 0 0,0-1 0 0 0,-1 1 1 0 0,1 0-1 0 0,0-1 0 0 0,0 1 1 0 0,0-1-1 0 0,0 1 0 0 0,0-1 0 0 0,0 1 1 0 0,0-1-1 0 0,0 0 0 0 0,0 1 1 0 0,0-1-1 0 0,0 0 0 0 0,0 0 0 0 0,0 0 1 0 0,0 0-1 0 0,0 0 0 0 0,1 0 0 0 0,-1-1-2 0 0,1 1-1 0 0,0-1 0 0 0,-1 0 0 0 0,1 0 0 0 0,-1 0 1 0 0,1 0-1 0 0,-1 0 0 0 0,0 0 0 0 0,1 0 0 0 0,-1-1 1 0 0,0 1-1 0 0,0 0 0 0 0,0-1 0 0 0,0 1 0 0 0,0-1 1 0 0,0 1-1 0 0,0-1 0 0 0,1-2 0 0 0,32-69 97 0 0,85-134 1 0 0,-105 193-130 0 0,-1-2-4761 0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38.815"/>
    </inkml:context>
    <inkml:brush xml:id="br0">
      <inkml:brushProperty name="width" value="0.05" units="cm"/>
      <inkml:brushProperty name="height" value="0.05" units="cm"/>
    </inkml:brush>
  </inkml:definitions>
  <inkml:trace contextRef="#ctx0" brushRef="#br0">120 368 2104 0 0,'-1'-16'2957'0'0,"-8"-39"-1458"0"0,3-1 1 0 0,3 1-1 0 0,3-60 0 0 0,1 48 1513 0 0,-1 67-3002 0 0,0 0-1 0 0,0 0 1 0 0,-1 1 0 0 0,1-1 0 0 0,0 0 0 0 0,0 0 0 0 0,0 0 0 0 0,0 0 0 0 0,0 0-1 0 0,0 0 1 0 0,-1 0 0 0 0,1 0 0 0 0,0 0 0 0 0,0 0 0 0 0,0 0 0 0 0,0 0 0 0 0,0 0-1 0 0,-1 0 1 0 0,1 0 0 0 0,0 0 0 0 0,0 0 0 0 0,0 0 0 0 0,0 0 0 0 0,0 0 0 0 0,-1 0-1 0 0,1 0 1 0 0,0 0 0 0 0,0 0 0 0 0,0 0 0 0 0,0 0 0 0 0,0 0 0 0 0,0 0 0 0 0,-1-1-1 0 0,1 1 1 0 0,0 0 0 0 0,0 0 0 0 0,0 0 0 0 0,0 0 0 0 0,0 0 0 0 0,0 0 0 0 0,0 0-1 0 0,0 0 1 0 0,0-1 0 0 0,0 1 0 0 0,-1 0 0 0 0,1 0 0 0 0,0 0 0 0 0,0 0 0 0 0,0 0 0 0 0,0-1-1 0 0,0 1 1 0 0,0 0 0 0 0,0 0 0 0 0,0 0 0 0 0,0 0 0 0 0,0 0 0 0 0,0-1 0 0 0,0 1-1 0 0,0 0 1 0 0,-7 14 80 0 0,-7 77 111 0 0,-4 168 0 0 0,12-123-28 0 0,-4 166 1308 0 0,10-302-1436 0 0,0-1-48 0 0,0 0 5 0 0,-1-1 0 0 0,1 1 1 0 0,0 0-1 0 0,-1 0 0 0 0,1-1 0 0 0,-1 1 1 0 0,0 0-1 0 0,1 0 0 0 0,-1 0 0 0 0,0 0 1 0 0,1 0-1 0 0,-1 0 0 0 0,0 0 0 0 0,-1-1 0 0 0,-19-18 28 0 0,11 12-109 0 0,24 1 131 0 0,0 2-1 0 0,24-7 1 0 0,27-7 82 0 0,1 3 0 0 0,125-13-1 0 0,-176 29-135 0 0,-12 1-77 0 0,0-1 0 0 0,0 1 0 0 0,0-1 0 0 0,1 0 0 0 0,-1 0 0 0 0,0-1 0 0 0,0 1 0 0 0,0-1 0 0 0,0 1 0 0 0,4-2 1 0 0,-7 1-192 0 0,0 1 0 0 0,0-1 1 0 0,1 1-1 0 0,-1-1 0 0 0,0 1 1 0 0,0-1-1 0 0,0 0 0 0 0,0 1 1 0 0,0-1-1 0 0,0 1 0 0 0,0-1 1 0 0,0 1-1 0 0,0-1 0 0 0,0 0 1 0 0,0 1-1 0 0,0-1 1 0 0,0 1-1 0 0,0-1 0 0 0,-1-1 1 0 0,-8-21-2736 0 0,7 20 2199 0 0,-3-7-1109 0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39.142"/>
    </inkml:context>
    <inkml:brush xml:id="br0">
      <inkml:brushProperty name="width" value="0.05" units="cm"/>
      <inkml:brushProperty name="height" value="0.05" units="cm"/>
    </inkml:brush>
  </inkml:definitions>
  <inkml:trace contextRef="#ctx0" brushRef="#br0">35 80 4361 0 0,'-8'0'4164'0'0,"-5"2"-2465"0"0,12-2-1608 0 0,0 0 0 0 0,1 1-1 0 0,-1-1 1 0 0,0 0 0 0 0,1 0-1 0 0,-1 1 1 0 0,1-1 0 0 0,-1 0-1 0 0,1 1 1 0 0,-1-1 0 0 0,1 0-1 0 0,-1 1 1 0 0,1-1 0 0 0,-1 1-1 0 0,1-1 1 0 0,-1 1 0 0 0,1-1-1 0 0,-1 1 1 0 0,1-1 0 0 0,0 1-1 0 0,0-1 1 0 0,-1 1-1 0 0,1 0 1 0 0,0-1 0 0 0,0 1-1 0 0,-1-1 1 0 0,1 1 0 0 0,0 0-1 0 0,0 1 1 0 0,16-5 1760 0 0,50-22-1633 0 0,97-29 777 0 0,-145 49-1792 0 0,0 2 0 0 0,0 0 0 0 0,0 1 1 0 0,0 1-1 0 0,0 0 0 0 0,1 1 0 0 0,23 4 0 0 0,-26-1-1186 0 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39.671"/>
    </inkml:context>
    <inkml:brush xml:id="br0">
      <inkml:brushProperty name="width" value="0.05" units="cm"/>
      <inkml:brushProperty name="height" value="0.05" units="cm"/>
    </inkml:brush>
  </inkml:definitions>
  <inkml:trace contextRef="#ctx0" brushRef="#br0">274 50 3553 0 0,'0'0'3866'0'0,"-20"-27"237"0"0,15 24-4003 0 0,-1 0-1 0 0,0 0 0 0 0,1 1 0 0 0,-1-1 1 0 0,0 1-1 0 0,0 1 0 0 0,0-1 0 0 0,0 1 1 0 0,-1 0-1 0 0,1 0 0 0 0,0 1 0 0 0,0 0 1 0 0,-1 0-1 0 0,1 0 0 0 0,-10 2 0 0 0,11-1-74 0 0,1 0 0 0 0,0 0 0 0 0,-1 1 0 0 0,1-1-1 0 0,0 1 1 0 0,0 0 0 0 0,0 0 0 0 0,0 0 0 0 0,1 1 0 0 0,-1-1-1 0 0,0 1 1 0 0,1 0 0 0 0,0 0 0 0 0,0 0 0 0 0,0 1 0 0 0,0-1 0 0 0,0 1-1 0 0,1-1 1 0 0,-1 1 0 0 0,1 0 0 0 0,0 0 0 0 0,-2 7 0 0 0,-28 92 617 0 0,30-96-557 0 0,0-1 0 0 0,0 0 0 0 0,-1 0 1 0 0,-4 6-1 0 0,5-7-11 0 0,-1 0 1 0 0,1 0-1 0 0,0 0 1 0 0,0 0-1 0 0,-2 10 1 0 0,3-11-6 0 0,0 1 1 0 0,0-1-1 0 0,0 1 1 0 0,1 0-1 0 0,0-1 1 0 0,0 1-1 0 0,0 0 1 0 0,0-1 0 0 0,1 1-1 0 0,0-1 1 0 0,0 1-1 0 0,3 8 1 0 0,-2-11-56 0 0,0-1 0 0 0,0 0 1 0 0,0 1-1 0 0,-1-1 0 0 0,2 0 0 0 0,-1 0 1 0 0,0 0-1 0 0,0 0 0 0 0,0-1 0 0 0,0 1 1 0 0,1 0-1 0 0,-1-1 0 0 0,0 0 0 0 0,0 1 1 0 0,1-1-1 0 0,-1 0 0 0 0,4-1 1 0 0,18 5 91 0 0,6 9-33 0 0,-23-9-86 0 0,1 0-1 0 0,-1-1 0 0 0,1 0 0 0 0,-1-1 0 0 0,1 1 0 0 0,0-2 1 0 0,0 1-1 0 0,13 0 0 0 0,-5-1-75 0 0,13 0-2560 0 0,-26-1 1890 0 0,-1-1 1 0 0,1 1 0 0 0,-1 0 0 0 0,1-1 0 0 0,-1 0 0 0 0,1 1 0 0 0,-1-1 0 0 0,4-2 0 0 0,-1 0-1165 0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39.997"/>
    </inkml:context>
    <inkml:brush xml:id="br0">
      <inkml:brushProperty name="width" value="0.05" units="cm"/>
      <inkml:brushProperty name="height" value="0.05" units="cm"/>
    </inkml:brush>
  </inkml:definitions>
  <inkml:trace contextRef="#ctx0" brushRef="#br0">131 1 8546 0 0,'-19'5'3087'0'0,"12"3"-2742"0"0,1 0 0 0 0,0 0 0 0 0,0 1 0 0 0,0 0 0 0 0,1 0 0 0 0,1 0 0 0 0,-1 1 0 0 0,2 0 0 0 0,-4 12 1 0 0,-3 17 135 0 0,-5 43 0 0 0,10-52-440 0 0,-14 109-670 0 0,12-45-4056 0 0,6-74 2186 0 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1.076"/>
    </inkml:context>
    <inkml:brush xml:id="br0">
      <inkml:brushProperty name="width" value="0.05" units="cm"/>
      <inkml:brushProperty name="height" value="0.05" units="cm"/>
    </inkml:brush>
  </inkml:definitions>
  <inkml:trace contextRef="#ctx0" brushRef="#br0">18 0 18260 0 0,'-1'1'6'0'0,"-1"1"1"0"0,0-1-1 0 0,1 1 0 0 0,0-1 1 0 0,-1 1-1 0 0,1 0 0 0 0,0 0 1 0 0,0-1-1 0 0,0 1 1 0 0,0 0-1 0 0,0 0 0 0 0,1 0 1 0 0,-1 0-1 0 0,1 0 0 0 0,-1 0 1 0 0,1 0-1 0 0,-1 0 1 0 0,1 0-1 0 0,0 0 0 0 0,0 0 1 0 0,0 0-1 0 0,0 1 0 0 0,1-1 1 0 0,0 3-1 0 0,0 4 34 0 0,1 0 0 0 0,0-1 0 0 0,0 1 0 0 0,5 12 0 0 0,-2-12-31 0 0,0 0 0 0 0,0-1 0 0 0,0 0-1 0 0,1 0 1 0 0,0 0 0 0 0,1 0 0 0 0,0-1 0 0 0,0 0 0 0 0,0-1 0 0 0,13 9 0 0 0,7 2 34 0 0,56 27 0 0 0,-14-10 57 0 0,-57-27-108 0 0,0-1 0 0 0,0 0 0 0 0,0-1 0 0 0,16 4 0 0 0,-19-7-19 0 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2.111"/>
    </inkml:context>
    <inkml:brush xml:id="br0">
      <inkml:brushProperty name="width" value="0.05" units="cm"/>
      <inkml:brushProperty name="height" value="0.05" units="cm"/>
    </inkml:brush>
  </inkml:definitions>
  <inkml:trace contextRef="#ctx0" brushRef="#br0">677 173 4417 0 0,'-19'-18'3031'0'0,"11"14"-2898"0"0,0-1-1 0 0,0 1 1 0 0,0 1-1 0 0,-1-1 1 0 0,1 2-1 0 0,-1-1 1 0 0,1 1 0 0 0,-1 0-1 0 0,0 1 1 0 0,0 0-1 0 0,0 0 1 0 0,0 1-1 0 0,0 0 1 0 0,0 1-1 0 0,-13 2 1 0 0,2 1 115 0 0,0 2 1 0 0,0 0-1 0 0,0 1 1 0 0,0 0-1 0 0,-28 17 1 0 0,24-13 58 0 0,19-9-252 0 0,0 0 0 0 0,0 0-1 0 0,0 1 1 0 0,0 0 0 0 0,1-1 0 0 0,-6 6 0 0 0,-17 17 133 0 0,1 1 0 0 0,1 1 0 0 0,2 2 0 0 0,0 0 0 0 0,2 2 0 0 0,2 0 0 0 0,1 1 0 0 0,1 1 0 0 0,1 1 0 0 0,-15 51 0 0 0,18-20 252 0 0,11-52-353 0 0,0-1-1 0 0,0 1 0 0 0,-1-1 1 0 0,-1 0-1 0 0,-6 15 1 0 0,8-23-66 0 0,0 1-1 0 0,0-1 1 0 0,0 1 0 0 0,1 0-1 0 0,0 0 1 0 0,0 0 0 0 0,0 0-1 0 0,0 0 1 0 0,1 0 0 0 0,-1 0-1 0 0,2 0 1 0 0,-1 0 0 0 0,0 0-1 0 0,1 0 1 0 0,0 0 0 0 0,0 0 0 0 0,0 0-1 0 0,1-1 1 0 0,0 1 0 0 0,0 0-1 0 0,0-1 1 0 0,0 1 0 0 0,1-1-1 0 0,-1 0 1 0 0,1 0 0 0 0,0 0-1 0 0,1 0 1 0 0,-1 0 0 0 0,1 0-1 0 0,-1-1 1 0 0,1 0 0 0 0,0 0 0 0 0,0 0-1 0 0,1 0 1 0 0,-1-1 0 0 0,6 3-1 0 0,20 4 62 0 0,11 6 10 0 0,-32-10-40 0 0,0-1 0 0 0,1-1 0 0 0,-1 0 1 0 0,1 0-1 0 0,0-1 0 0 0,0 0 0 0 0,0-1 0 0 0,0 0 1 0 0,0-1-1 0 0,0 0 0 0 0,0 0 0 0 0,0-1 0 0 0,0 0 1 0 0,12-3-1 0 0,6-3 34 0 0,0-1 0 0 0,-1-1 0 0 0,44-21 0 0 0,-11-1-56 0 0,-53 27-31 0 0,0 0-1 0 0,1 0 0 0 0,-2 0 1 0 0,1-1-1 0 0,0 0 1 0 0,-1-1-1 0 0,0 1 0 0 0,0-1 1 0 0,-1-1-1 0 0,6-6 1 0 0,-2 0-4 0 0,0 0 0 0 0,0-1 0 0 0,-2 0 1 0 0,9-19-1 0 0,0-10-44 0 0,-2 0 1 0 0,-2-1-1 0 0,-1 0 1 0 0,5-57-1 0 0,-14 91 21 0 0,0-1-1 0 0,1 0 1 0 0,7-19-1 0 0,-6 20 14 0 0,-1 1 0 0 0,0 0-1 0 0,-1-1 1 0 0,0 1 0 0 0,1-19 0 0 0,-2 13-56 0 0,-2-1 1 0 0,0 0 0 0 0,0 0-1 0 0,-2 0 1 0 0,0 0 0 0 0,-10-28-1 0 0,10 36 11 0 0,0 1-1 0 0,-1-1 0 0 0,0 1 1 0 0,0 0-1 0 0,0 0 0 0 0,-1 0 0 0 0,0 1 1 0 0,-1-1-1 0 0,1 1 0 0 0,-1 1 1 0 0,0-1-1 0 0,-1 1 0 0 0,1 0 1 0 0,-15-8-1 0 0,2 5-86 0 0,-33-11 1 0 0,-1 0 152 0 0,45 15-1 0 0,0 2-1 0 0,1-1 1 0 0,-1 1 0 0 0,0 0-1 0 0,0 1 1 0 0,0 0-1 0 0,0 0 1 0 0,-1 1-1 0 0,1 0 1 0 0,0 0 0 0 0,0 1-1 0 0,0 0 1 0 0,0 0-1 0 0,0 1 1 0 0,0 0 0 0 0,0 1-1 0 0,-8 3 1 0 0,-3 2 17 0 0,15-6-20 0 0,-1-1-1 0 0,1 1 0 0 0,0 0 1 0 0,0 0-1 0 0,1 0 0 0 0,-1 1 1 0 0,0-1-1 0 0,1 1 0 0 0,-1 0 1 0 0,1 0-1 0 0,-3 3 0 0 0,-7 10 10 0 0,1 1 0 0 0,1 0 0 0 0,1 0 0 0 0,0 1-1 0 0,1 0 1 0 0,1 1 0 0 0,1 0 0 0 0,1 0 0 0 0,0 1-1 0 0,-3 23 1 0 0,7-32-17 0 0,-1 0 0 0 0,-7 21 0 0 0,7-24-133 0 0,0 1-1 0 0,0-1 1 0 0,1 0 0 0 0,0 1-1 0 0,1 0 1 0 0,-1 11 0 0 0,2-9-393 0 0,1 0 0 0 0,0 1 0 0 0,0-2 0 0 0,6 19 1 0 0,-5-24-214 0 0,-1 0 0 0 0,1 0 1 0 0,1 0-1 0 0,-1 0 1 0 0,1-1-1 0 0,5 9 1 0 0,-3-9-1022 0 0,6 5 62 0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2.442"/>
    </inkml:context>
    <inkml:brush xml:id="br0">
      <inkml:brushProperty name="width" value="0.05" units="cm"/>
      <inkml:brushProperty name="height" value="0.05" units="cm"/>
    </inkml:brush>
  </inkml:definitions>
  <inkml:trace contextRef="#ctx0" brushRef="#br0">0 0 2312 0 0,'0'0'13382'0'0,"1"13"-12596"0"0,7 22-604 0 0,3 0 0 0 0,0-1 0 0 0,3 0 0 0 0,20 38 0 0 0,2 6-48 0 0,-20-41-44 0 0,2-1 1 0 0,26 39 0 0 0,-32-55-91 0 0,-11-16-1 0 0,1-1-1 0 0,0 0 1 0 0,0 1 0 0 0,0-1 0 0 0,1 0 0 0 0,-1 0-1 0 0,1 0 1 0 0,-1-1 0 0 0,1 1 0 0 0,5 3-1 0 0,12 9-130 0 0,12 7-867 0 0,-9-13-3057 0 0,-22-9 3679 0 0,1 0 1 0 0,-1 1-1 0 0,1-1 1 0 0,-1 0-1 0 0,0-1 1 0 0,1 1-1 0 0,-1 0 1 0 0,1 0-1 0 0,-1-1 1 0 0,0 1-1 0 0,1 0 1 0 0,1-2-1 0 0,4-1-1466 0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2.773"/>
    </inkml:context>
    <inkml:brush xml:id="br0">
      <inkml:brushProperty name="width" value="0.05" units="cm"/>
      <inkml:brushProperty name="height" value="0.05" units="cm"/>
    </inkml:brush>
  </inkml:definitions>
  <inkml:trace contextRef="#ctx0" brushRef="#br0">26 0 9378 0 0,'-1'6'6173'0'0,"-2"17"-5346"0"0,-8 182 531 0 0,0-1-125 0 0,11-7-5576 0 0,1-193 2532 0 0,0-1-762 0 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44.527"/>
    </inkml:context>
    <inkml:brush xml:id="br0">
      <inkml:brushProperty name="width" value="0.05" units="cm"/>
      <inkml:brushProperty name="height" value="0.05" units="cm"/>
    </inkml:brush>
  </inkml:definitions>
  <inkml:trace contextRef="#ctx0" brushRef="#br0">1 458 2160 0 0,'0'0'3475'0'0,"10"-24"-716"0"0,-2-43-1778 0 0,-2 1 1 0 0,-5-86 0 0 0,-1 94-370 0 0,-7-22 1275 0 0,7 70-1314 0 0,-2 17-240 0 0,-1 19-227 0 0,7 36-71 0 0,2 0 1 0 0,29 120 0 0 0,0-7-12 0 0,34 457-16 0 0,-61-357 82 0 0,-1-25-16 0 0,-7-121 83 0 0,-1-55 124 0 0,-2-51-307 0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45.185"/>
    </inkml:context>
    <inkml:brush xml:id="br0">
      <inkml:brushProperty name="width" value="0.05" units="cm"/>
      <inkml:brushProperty name="height" value="0.05" units="cm"/>
    </inkml:brush>
  </inkml:definitions>
  <inkml:trace contextRef="#ctx0" brushRef="#br0">45 4 3873 0 0,'0'0'699'0'0,"-26"-3"5731"0"0,11 6-4298 0 0,14-3-2094 0 0,1 0-1 0 0,0 1 0 0 0,0-1 0 0 0,0 0 0 0 0,-1 0 1 0 0,1 1-1 0 0,0-1 0 0 0,0 0 0 0 0,0 0 1 0 0,0 1-1 0 0,-1-1 0 0 0,1 0 0 0 0,0 1 0 0 0,0-1 1 0 0,0 0-1 0 0,0 0 0 0 0,0 1 0 0 0,0-1 1 0 0,0 0-1 0 0,0 1 0 0 0,0-1 0 0 0,0 0 1 0 0,0 1-1 0 0,0-1 0 0 0,0 0 0 0 0,0 1 0 0 0,0-1 1 0 0,2 3 28 0 0,-1 0 0 0 0,1 0 1 0 0,-1 0-1 0 0,1-1 0 0 0,0 1 1 0 0,0-1-1 0 0,3 4 0 0 0,22 19 153 0 0,0-1 1 0 0,61 40-1 0 0,-69-50-142 0 0,114 67 287 0 0,-13-8-105 0 0,-37-16-66 0 0,289 178 226 0 0,-315-200-153 0 0,-39-23-165 0 0,0-1 0 0 0,23 11 0 0 0,-4-4-24 0 0,-1 1-1 0 0,39 29 1 0 0,-73-46-413 0 0,1-1 0 0 0,-1 1 0 0 0,0 0 0 0 0,0 1 0 0 0,0-1 1 0 0,0 0-1 0 0,0 0 0 0 0,0 1 0 0 0,-1 0 0 0 0,1-1 0 0 0,1 6 1 0 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45.708"/>
    </inkml:context>
    <inkml:brush xml:id="br0">
      <inkml:brushProperty name="width" value="0.05" units="cm"/>
      <inkml:brushProperty name="height" value="0.05" units="cm"/>
    </inkml:brush>
  </inkml:definitions>
  <inkml:trace contextRef="#ctx0" brushRef="#br0">439 1 8322 0 0,'-16'6'961'0'0,"5"0"-600"0"0,1 0-1 0 0,0 1 1 0 0,1 0-1 0 0,-1 1 0 0 0,2 0 1 0 0,-1 0-1 0 0,1 1 1 0 0,0 0-1 0 0,1 0 0 0 0,0 1 1 0 0,-8 14-1 0 0,12-18-134 0 0,-1 1-17 0 0,0 1 0 0 0,1 0 0 0 0,-5 14 0 0 0,8-18-204 0 0,-1 0 0 0 0,1-1 0 0 0,0 1 1 0 0,0 0-1 0 0,0-1 0 0 0,0 1 0 0 0,1 0 1 0 0,-1 0-1 0 0,1-1 0 0 0,0 1 0 0 0,2 6 0 0 0,37 62 92 0 0,-35-60-94 0 0,1 0 1 0 0,0 0-1 0 0,1-1 1 0 0,0 0 0 0 0,17 19-1 0 0,52 48 47 0 0,-18-20 60 0 0,-51-51-68 0 0,20 25 95 0 0,-26-31-131 0 0,0 1 1 0 0,0-1-1 0 0,0 1 0 0 0,0 0 0 0 0,0-1 0 0 0,-1 1 1 0 0,1 0-1 0 0,0 0 0 0 0,-1 0 0 0 0,1 0 0 0 0,-1-1 0 0 0,0 1 1 0 0,0 0-1 0 0,1 0 0 0 0,-1 0 0 0 0,-1 0 0 0 0,1 3 1 0 0,-1-4-5 0 0,0 1 1 0 0,0-1 0 0 0,0 0-1 0 0,0 0 1 0 0,0 0 0 0 0,0 0-1 0 0,0 0 1 0 0,-1 0 0 0 0,1 0-1 0 0,0 0 1 0 0,0 0 0 0 0,-1 0-1 0 0,1-1 1 0 0,-1 1 0 0 0,1 0-1 0 0,-1-1 1 0 0,1 1 0 0 0,-1-1 0 0 0,1 0-1 0 0,-1 0 1 0 0,-1 1 0 0 0,-2 0 2 0 0,-66 17-3 0 0,-223 67 461 0 0,230-68-480 0 0,49-14-15 0 0,0 0-1 0 0,1 1 0 0 0,-15 7 0 0 0,19-6-27 0 0,2-1-1364 0 0,1-1-3183 0 0,4-2 2042 0 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48.046"/>
    </inkml:context>
    <inkml:brush xml:id="br0">
      <inkml:brushProperty name="width" value="0.05" units="cm"/>
      <inkml:brushProperty name="height" value="0.05" units="cm"/>
    </inkml:brush>
  </inkml:definitions>
  <inkml:trace contextRef="#ctx0" brushRef="#br0">251 503 1760 0 0,'0'0'566'0'0,"-25"-24"1068"0"0,20 15-1396 0 0,0-1 1 0 0,0 0-1 0 0,-5-20 1 0 0,7 21-128 0 0,-1-1 0 0 0,1 1 0 0 0,-1 0 0 0 0,-1 0 0 0 0,-5-9 0 0 0,6 14-84 0 0,1 0 0 0 0,1 0 0 0 0,-1 0 0 0 0,1 0 0 0 0,-1 0 0 0 0,1-1 0 0 0,0 1 0 0 0,1-1 1 0 0,-3-7-1 0 0,-10-20 279 0 0,10 27-239 0 0,2-1-1 0 0,-1 1 1 0 0,1 0 0 0 0,0-1 0 0 0,-2-7-1 0 0,2-2 222 0 0,0 1-1 0 0,2-1 0 0 0,1-24 0 0 0,0 23 588 0 0,-1 0 0 0 0,-2-30-1 0 0,0 30 654 0 0,0-30 0 0 0,2 35-77 0 0,0 27-798 0 0,-74 710 662 0 0,60-579-1170 0 0,7 1 1 0 0,14 179-1 0 0,4 218 150 0 0,-11-451-287 0 0,-7 218 41 0 0,5-248-30 0 0,-11 76 1 0 0,6-102-98 0 0,7-2-1602 0 0</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49.156"/>
    </inkml:context>
    <inkml:brush xml:id="br0">
      <inkml:brushProperty name="width" value="0.05" units="cm"/>
      <inkml:brushProperty name="height" value="0.05" units="cm"/>
    </inkml:brush>
  </inkml:definitions>
  <inkml:trace contextRef="#ctx0" brushRef="#br0">37 90 4497 0 0,'-7'-27'3915'0'0,"7"-36"616"0"0,-6 70-3781 0 0,-1 8-679 0 0,1 13-4 0 0,1-1-1 0 0,2 1 1 0 0,0 30-1 0 0,7 87 39 0 0,-3-117-98 0 0,12 167 72 0 0,1 38-66 0 0,46 507 227 0 0,-35-506-126 0 0,-5 177 1303 0 0,-22-66-2425 0 0,9-336-4406 0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49.834"/>
    </inkml:context>
    <inkml:brush xml:id="br0">
      <inkml:brushProperty name="width" value="0.05" units="cm"/>
      <inkml:brushProperty name="height" value="0.05" units="cm"/>
    </inkml:brush>
  </inkml:definitions>
  <inkml:trace contextRef="#ctx0" brushRef="#br0">124 45 8202 0 0,'-13'2'459'0'0,"0"0"0"0"0,0 0-1 0 0,0 2 1 0 0,-23 8 0 0 0,16-5-93 0 0,19-7-318 0 0,0 0 0 0 0,0 1 0 0 0,0-1 0 0 0,0 0 0 0 0,0 0 0 0 0,0 1 0 0 0,1-1 0 0 0,-1 0 0 0 0,0 1 0 0 0,0-1 0 0 0,0 1 0 0 0,1-1 0 0 0,-1 1 0 0 0,0-1 0 0 0,1 1 0 0 0,-1 0 0 0 0,0 0 0 0 0,12 2 677 0 0,28-4-404 0 0,38-7-160 0 0,129-9 804 0 0,131-9 315 0 0,126-6-563 0 0,-394 32-259 0 0,97 10 1 0 0,-163-9-406 0 0,0-1 1 0 0,-1 1 0 0 0,0 0 0 0 0,1 0 0 0 0,-1 0 0 0 0,1 1 0 0 0,-1-1-1 0 0,0 1 1 0 0,3 1 0 0 0,2 9-1223 0 0,-7-12 963 0 0,0 1 0 0 0,0-1 1 0 0,0 1-1 0 0,0-1 1 0 0,0 0-1 0 0,0 1 1 0 0,0-1-1 0 0,0 1 0 0 0,0-1 1 0 0,0 1-1 0 0,0-1 1 0 0,-1 1-1 0 0,1-1 1 0 0,0 0-1 0 0,0 1 0 0 0,0-1 1 0 0,-1 1-1 0 0,1-1 1 0 0,0 0-1 0 0,-1 1 1 0 0,1-1-1 0 0,0 0 1 0 0,-1 1-1 0 0,1-1 0 0 0,0 0 1 0 0,-2 1-1 0 0,-2 1-2005 0 0,-3 1-351 0 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50.167"/>
    </inkml:context>
    <inkml:brush xml:id="br0">
      <inkml:brushProperty name="width" value="0.05" units="cm"/>
      <inkml:brushProperty name="height" value="0.05" units="cm"/>
    </inkml:brush>
  </inkml:definitions>
  <inkml:trace contextRef="#ctx0" brushRef="#br0">11 1 7706 0 0,'0'0'66'0'0,"-1"0"-1"0"0,1 0 1 0 0,-1 0 0 0 0,1 0 0 0 0,-1 0 0 0 0,1 0 0 0 0,0 0 0 0 0,-1 1 0 0 0,1-1 0 0 0,-1 0 0 0 0,1 0 0 0 0,-1 1 0 0 0,1-1 0 0 0,0 0 0 0 0,-1 1-1 0 0,1-1 1 0 0,-1 0 0 0 0,1 1 0 0 0,0-1 0 0 0,0 0 0 0 0,-1 1 0 0 0,1-1 0 0 0,0 1 0 0 0,0-1 0 0 0,-1 1 0 0 0,1-1 0 0 0,0 0 0 0 0,0 1 0 0 0,0-1-1 0 0,0 1 1 0 0,0-1 0 0 0,0 1 0 0 0,0-1 0 0 0,-1 1 0 0 0,2-1 0 0 0,-1 1 0 0 0,0-1 0 0 0,0 1 0 0 0,0-1 0 0 0,0 1 0 0 0,0-1 0 0 0,0 1-1 0 0,0-1 1 0 0,1 1 0 0 0,-1-1 0 0 0,0 1 0 0 0,0-1 0 0 0,1 0 0 0 0,-1 1 0 0 0,0-1 0 0 0,0 1 0 0 0,1-1 0 0 0,-1 0 0 0 0,0 1 0 0 0,1-1 0 0 0,-1 0-1 0 0,1 0 1 0 0,-1 1 0 0 0,1-1 0 0 0,-1 0 0 0 0,0 0 0 0 0,1 1 0 0 0,-1-1 0 0 0,1 0 0 0 0,-1 0 0 0 0,1 0 0 0 0,-1 0 0 0 0,2 0 0 0 0,12 5 163 0 0,0-2 1 0 0,0 0 0 0 0,1 0 0 0 0,25 0 0 0 0,66-4-89 0 0,-44 0-1075 0 0,-50 1-2759 0 0,-9 0 1784 0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5:50.498"/>
    </inkml:context>
    <inkml:brush xml:id="br0">
      <inkml:brushProperty name="width" value="0.05" units="cm"/>
      <inkml:brushProperty name="height" value="0.05" units="cm"/>
    </inkml:brush>
  </inkml:definitions>
  <inkml:trace contextRef="#ctx0" brushRef="#br0">1 1 3857 0 0,'0'0'1866'0'0,"1"6"3011"0"0,4 11-4352 0 0,-3-15-512 0 0,0 1 0 0 0,1-1 0 0 0,-1 0 0 0 0,1 0 0 0 0,-1 0 0 0 0,1 0 0 0 0,0-1 0 0 0,0 1 0 0 0,-1-1 1 0 0,1 0-1 0 0,0 0 0 0 0,1 0 0 0 0,-1 0 0 0 0,4 0 0 0 0,23 10-153 0 0,-26-7-149 0 0,1-2 1 0 0,1 1-1 0 0,-1 0 1 0 0,0-1-1 0 0,1 0 0 0 0,-1 0 1 0 0,1-1-1 0 0,-1 0 0 0 0,1 0 1 0 0,0 0-1 0 0,7 0 1 0 0,-2-1-2405 0 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5.934"/>
    </inkml:context>
    <inkml:brush xml:id="br0">
      <inkml:brushProperty name="width" value="0.05" units="cm"/>
      <inkml:brushProperty name="height" value="0.05" units="cm"/>
    </inkml:brush>
  </inkml:definitions>
  <inkml:trace contextRef="#ctx0" brushRef="#br0">65 21 2529 0 0,'-17'-6'4972'0'0,"-3"0"-3603"0"0,0 8 695 0 0,13 1-952 0 0,12 2-151 0 0,18-3-315 0 0,-16-2-564 0 0,346-7 1830 0 0,-249 2-1592 0 0,-11 5-2020 0 0,-102-7-3512 0 0,3 6 3447 0 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6.313"/>
    </inkml:context>
    <inkml:brush xml:id="br0">
      <inkml:brushProperty name="width" value="0.05" units="cm"/>
      <inkml:brushProperty name="height" value="0.05" units="cm"/>
    </inkml:brush>
  </inkml:definitions>
  <inkml:trace contextRef="#ctx0" brushRef="#br0">24 8 8034 0 0,'-21'-8'4287'0'0,"21"11"-4023"0"0,-1-1-1 0 0,0 1 1 0 0,1-1 0 0 0,0 1-1 0 0,0 0 1 0 0,-1-1-1 0 0,1 1 1 0 0,1 0-1 0 0,-1 3 1 0 0,1 0-155 0 0,1 42 66 0 0,13 73-1 0 0,1 9-183 0 0,-13-77 10 0 0,1 25-8 0 0,23 126 1 0 0,-16-146-300 0 0,-3-11-4784 0 0,-6-38 2422 0 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6.880"/>
    </inkml:context>
    <inkml:brush xml:id="br0">
      <inkml:brushProperty name="width" value="0.05" units="cm"/>
      <inkml:brushProperty name="height" value="0.05" units="cm"/>
    </inkml:brush>
  </inkml:definitions>
  <inkml:trace contextRef="#ctx0" brushRef="#br0">1 82 7930 0 0,'0'0'4013'0'0,"11"0"-2413"0"0,20-3-1164 0 0,-1 0 1 0 0,0-2-1 0 0,0-1 1 0 0,45-16-1 0 0,51-10-376 0 0,-56 23-213 0 0,-40 7-3587 0 0,-26 2 1898 0 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7.655"/>
    </inkml:context>
    <inkml:brush xml:id="br0">
      <inkml:brushProperty name="width" value="0.05" units="cm"/>
      <inkml:brushProperty name="height" value="0.05" units="cm"/>
    </inkml:brush>
  </inkml:definitions>
  <inkml:trace contextRef="#ctx0" brushRef="#br0">265 165 6137 0 0,'-2'-1'165'0'0,"1"-1"0"0"0,-1 1 0 0 0,1-1 1 0 0,0 1-1 0 0,0-1 0 0 0,-1 1 0 0 0,1-1 0 0 0,0 0 0 0 0,0 1 0 0 0,1-1 0 0 0,-1 0 0 0 0,0 0 0 0 0,1 0 0 0 0,-1 0 0 0 0,1 0 0 0 0,-1 0 0 0 0,1 0 0 0 0,0 0 0 0 0,0 0 0 0 0,0 0 0 0 0,0 0 0 0 0,0 0 0 0 0,0 0 0 0 0,0 0 1 0 0,1 0-1 0 0,-1 1 0 0 0,1-1 0 0 0,0 0 0 0 0,-1 0 0 0 0,1 0 0 0 0,0 0 0 0 0,0 1 0 0 0,0-1 0 0 0,0 0 0 0 0,1 1 0 0 0,2-4 0 0 0,0 1 37 0 0,1-1 0 0 0,0 1 0 0 0,0 0 0 0 0,0 0 0 0 0,1 1 0 0 0,-1-1 0 0 0,1 1 0 0 0,0 1 0 0 0,0-1 0 0 0,9-2 0 0 0,16-3 603 0 0,53-6-1 0 0,-77 13-769 0 0,0-1 0 0 0,0 0-1 0 0,-1 0 1 0 0,1 0-1 0 0,8-5 1 0 0,-10 4-20 0 0,1 1 1 0 0,0 0-1 0 0,0-1 1 0 0,0 2-1 0 0,0-1 1 0 0,0 1-1 0 0,1 0 1 0 0,5 0-1 0 0,-8 1-13 0 0,0 0 0 0 0,-1 0 0 0 0,1 0 0 0 0,0 0 0 0 0,-1 1 0 0 0,1 0 1 0 0,-1 0-1 0 0,1 0 0 0 0,-1 0 0 0 0,1 1 0 0 0,-1-1 0 0 0,0 1 0 0 0,0 0 0 0 0,0 0 0 0 0,0 0 0 0 0,0 0 0 0 0,5 5 0 0 0,-3-1-2 0 0,-2-1 0 0 0,1 1 0 0 0,-1 0 0 0 0,0-1 0 0 0,0 1 0 0 0,0 1-1 0 0,-1-1 1 0 0,0 0 0 0 0,1 8 0 0 0,8 36 1 0 0,-8-31 4 0 0,1-1-1 0 0,12 34 0 0 0,-13-43 12 0 0,0 1 0 0 0,0 0 0 0 0,-1-1 1 0 0,0 1-1 0 0,-1 0 0 0 0,0 0 1 0 0,-1 0-1 0 0,0 0 0 0 0,0 0 1 0 0,-1 0-1 0 0,0 0 0 0 0,-5 17 1 0 0,-1-5 57 0 0,0 1 1 0 0,-2-1-1 0 0,0-1 0 0 0,-16 26 1 0 0,7-6 16 0 0,15-32-69 0 0,0 0-1 0 0,-1-1 1 0 0,-1 1-1 0 0,-7 11 0 0 0,-11 11 13 0 0,-2-1-1 0 0,-1-1 1 0 0,-1-1-1 0 0,-2-2 1 0 0,0-1 0 0 0,-61 40-1 0 0,72-56 22 0 0,1-1 0 0 0,-1-1 0 0 0,-1 0-1 0 0,1-2 1 0 0,-1 0 0 0 0,0-1 0 0 0,-22 2 0 0 0,37-5-31 0 0,0 0 1 0 0,0 0-1 0 0,0 0 1 0 0,0 0-1 0 0,0 1 1 0 0,-4 2 0 0 0,5-2-5 0 0,0-1 0 0 0,0 1 0 0 0,0-1 0 0 0,0 0 0 0 0,0 0 0 0 0,0 0 0 0 0,-1-1 0 0 0,1 1 0 0 0,0-1 0 0 0,-7 1 0 0 0,7-1-20 0 0,0-1 1 0 0,0 1-1 0 0,0 0 0 0 0,1-1 1 0 0,-1 0-1 0 0,0 1 0 0 0,0-1 1 0 0,1 0-1 0 0,-1-1 0 0 0,0 1 1 0 0,1 0-1 0 0,-1-1 0 0 0,1 1 1 0 0,-3-3-1 0 0,1-1-2 0 0,0 1 0 0 0,1 0 0 0 0,-1-1 0 0 0,1 0 0 0 0,-4-9 0 0 0,4 9-1 0 0,-2-4 9 0 0,0-1 0 0 0,0 0 0 0 0,1 0 0 0 0,-3-13-1 0 0,6 20-5 0 0,1-1 0 0 0,-1 1 0 0 0,1 0 0 0 0,0-1 0 0 0,0 1 0 0 0,0-1 0 0 0,0 1 0 0 0,1-1 0 0 0,0 1 0 0 0,-1-1 0 0 0,1 1 0 0 0,0-1 0 0 0,1 1 0 0 0,-1 0 0 0 0,0 0 0 0 0,1 0 0 0 0,2-4 0 0 0,-2 4-2 0 0,1 1 0 0 0,-1 0 1 0 0,0 0-1 0 0,1 0 1 0 0,-1 0-1 0 0,1 0 0 0 0,0 0 1 0 0,0 1-1 0 0,0-1 1 0 0,0 1-1 0 0,0 0 0 0 0,0 0 1 0 0,0 0-1 0 0,0 0 1 0 0,0 1-1 0 0,0-1 0 0 0,0 1 1 0 0,1 0-1 0 0,-1 0 1 0 0,3 0-1 0 0,1-1 3 0 0,-1 1 0 0 0,0-1 0 0 0,0 0-1 0 0,10-3 1 0 0,9-7 20 0 0,-19 7-26 0 0,1 1-1 0 0,0 0 1 0 0,0 0-1 0 0,0 1 1 0 0,1 0-1 0 0,10-1 1 0 0,-3 2 10 0 0,0 1-1 0 0,-1 1 1 0 0,1 1 0 0 0,0 0-1 0 0,-1 0 1 0 0,0 2 0 0 0,1 0-1 0 0,-1 0 1 0 0,-1 1 0 0 0,1 1-1 0 0,-1 0 1 0 0,0 1 0 0 0,22 16-1 0 0,28 11 46 0 0,-55-28-47 0 0,73 51 0 0 0,-71-50-8 0 0,1-1 0 0 0,0 0 0 0 0,1-1 0 0 0,-1 0 0 0 0,23 5 0 0 0,-25-8-69 0 0,0 1-1 0 0,0 1 1 0 0,0-1 0 0 0,11 8 0 0 0,-14-7-224 0 0,-1-1 0 0 0,1 0 0 0 0,1 0 0 0 0,-1-1 0 0 0,0 0 0 0 0,1 0 0 0 0,-1 0 0 0 0,1-1 0 0 0,-1 1 0 0 0,1-2 0 0 0,10 1 0 0 0,22-9-2868 0 0,-15 0 258 0 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18.336"/>
    </inkml:context>
    <inkml:brush xml:id="br0">
      <inkml:brushProperty name="width" value="0.05" units="cm"/>
      <inkml:brushProperty name="height" value="0.05" units="cm"/>
    </inkml:brush>
  </inkml:definitions>
  <inkml:trace contextRef="#ctx0" brushRef="#br0">34 131 8778 0 0,'0'0'304'0'0,"-27"-22"4593"0"0,26 22-4821 0 0,1 0 0 0 0,-1 1 0 0 0,1-1 1 0 0,-1 1-1 0 0,1-1 0 0 0,-1 1 0 0 0,1-1 0 0 0,0 1 0 0 0,-1 0 1 0 0,1-1-1 0 0,0 1 0 0 0,0-1 0 0 0,-1 1 0 0 0,1 0 0 0 0,0-1 0 0 0,0 1 1 0 0,0 0-1 0 0,0-1 0 0 0,0 1 0 0 0,0 0 0 0 0,0-1 0 0 0,0 1 1 0 0,0 1-1 0 0,0 24-173 0 0,0-18 265 0 0,4 64 197 0 0,13 84-1 0 0,4 56-91 0 0,-22 93 509 0 0,-2-92 692 0 0,3-212-1444 0 0,0 0-1 0 0,0 0 1 0 0,0 0 0 0 0,0 1-1 0 0,1-1 1 0 0,-1 0-1 0 0,1 0 1 0 0,-1 0 0 0 0,1 0-1 0 0,-1 0 1 0 0,1 0 0 0 0,0 2-1 0 0,6-1 221 0 0,2-11-137 0 0,63-125-241 0 0,63-167 0 0 0,-81 173 79 0 0,-46 109 24 0 0,-2-1 1 0 0,6-27 0 0 0,-9 28 15 0 0,2 0 1 0 0,13-32-1 0 0,-8 29 19 0 0,74-153-19 0 0,-66 142 46 0 0,1 1 1 0 0,2 1-1 0 0,27-32 1 0 0,-36 45-307 0 0,-10 5-5450 0 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3.801"/>
    </inkml:context>
    <inkml:brush xml:id="br0">
      <inkml:brushProperty name="width" value="0.05" units="cm"/>
      <inkml:brushProperty name="height" value="0.05" units="cm"/>
    </inkml:brush>
  </inkml:definitions>
  <inkml:trace contextRef="#ctx0" brushRef="#br0">647 88 8026 0 0,'1'-20'2230'0'0,"0"15"-2031"0"0,0 0 0 0 0,-1 0-1 0 0,0-1 1 0 0,0 1 0 0 0,-1 0 0 0 0,1-1 0 0 0,-1 1-1 0 0,-2-6 1 0 0,2 10-158 0 0,0 0-1 0 0,0-1 0 0 0,0 1 1 0 0,-1 0-1 0 0,1 0 1 0 0,0 0-1 0 0,-1 0 0 0 0,1 0 1 0 0,-1 1-1 0 0,1-1 0 0 0,-1 0 1 0 0,1 1-1 0 0,-1-1 1 0 0,0 1-1 0 0,1-1 0 0 0,-1 1 1 0 0,0 0-1 0 0,1 0 1 0 0,-4 0-1 0 0,-34 1 266 0 0,30 1-189 0 0,-1 1 1 0 0,1 0-1 0 0,0 0 1 0 0,0 1-1 0 0,-10 6 0 0 0,-9 4 132 0 0,14-7-146 0 0,1 0 1 0 0,0 1-1 0 0,0 1 0 0 0,1 0 0 0 0,-13 12 0 0 0,-54 58 314 0 0,66-65-360 0 0,-25 27 150 0 0,2 1 1 0 0,-45 71 0 0 0,64-85-107 0 0,1 0 0 0 0,1 1 0 0 0,2 0 0 0 0,1 1 0 0 0,-14 54 0 0 0,19-41 97 0 0,6-33-151 0 0,0-1 0 0 0,-1 1 1 0 0,0-1-1 0 0,0 1 1 0 0,-1-1-1 0 0,-6 11 1 0 0,7-15-29 0 0,-1 0 0 0 0,1 0 0 0 0,0 0 1 0 0,0 0-1 0 0,0 1 0 0 0,1-1 0 0 0,0 0 1 0 0,0 1-1 0 0,0-1 0 0 0,1 1 0 0 0,0-1 1 0 0,0 1-1 0 0,0-1 0 0 0,0 1 0 0 0,1-1 1 0 0,0 1-1 0 0,0-1 0 0 0,1 0 0 0 0,0 0 1 0 0,0 1-1 0 0,0-1 0 0 0,3 6 0 0 0,-3-10-3 0 0,0 1-1 0 0,-1 0 0 0 0,1-1 1 0 0,0 1-1 0 0,0-1 0 0 0,0 0 1 0 0,0 1-1 0 0,0-1 1 0 0,0 0-1 0 0,0 0 0 0 0,1 0 1 0 0,-1-1-1 0 0,0 1 0 0 0,0-1 1 0 0,1 1-1 0 0,-1-1 0 0 0,1 0 1 0 0,-1 1-1 0 0,4-2 0 0 0,23 7 160 0 0,-10 1-57 0 0,-14-4-97 0 0,0-1 0 0 0,1 0 0 0 0,-1 0 0 0 0,0 0-1 0 0,1-1 1 0 0,0 1 0 0 0,-1-1 0 0 0,1-1 0 0 0,11 1 0 0 0,-5-3 10 0 0,0 0 1 0 0,0-1 0 0 0,0-1 0 0 0,-1 1 0 0 0,1-2 0 0 0,18-9 0 0 0,-3 2 11 0 0,-19 8-39 0 0,0-1-1 0 0,-1 0 1 0 0,1 0-1 0 0,-1-1 0 0 0,0 0 1 0 0,0 0-1 0 0,-1 0 1 0 0,0-1-1 0 0,0 0 1 0 0,0-1-1 0 0,-1 1 0 0 0,0-1 1 0 0,-1 0-1 0 0,7-15 1 0 0,1-5-7 0 0,-2-1 1 0 0,-1-1-1 0 0,6-32 1 0 0,-8-4 18 0 0,-6 50-34 0 0,1 1-1 0 0,0-1 1 0 0,5-18-1 0 0,6-1-39 0 0,-9 25 37 0 0,0 0 1 0 0,-1 0-1 0 0,0 0 0 0 0,-1 0 0 0 0,2-15 1 0 0,-3 4-22 0 0,0 0 0 0 0,-2 1 0 0 0,0-1 0 0 0,-2 1 0 0 0,0-1 0 0 0,-1 1 0 0 0,-1 0 0 0 0,-1 0 0 0 0,0 0 0 0 0,-19-35 0 0 0,16 36-28 0 0,8 17 56 0 0,0-1 0 0 0,0 0 0 0 0,0 1 0 0 0,-1-1 0 0 0,1 1 0 0 0,-1-1 0 0 0,0 1 0 0 0,0 0 0 0 0,1 0 0 0 0,-2 0 0 0 0,1 0 0 0 0,0 0 0 0 0,0 0 0 0 0,-5-2 0 0 0,-2-2-24 0 0,0 1 0 0 0,-1 0 0 0 0,0 1 0 0 0,1 0 0 0 0,-13-3 0 0 0,19 6 38 0 0,-1 0 0 0 0,1 1 0 0 0,0-1 0 0 0,-1 1 0 0 0,1 0 0 0 0,0 0-1 0 0,-1 1 1 0 0,1-1 0 0 0,-1 1 0 0 0,1-1 0 0 0,0 1 0 0 0,0 0 0 0 0,-1 0 0 0 0,1 1 0 0 0,0-1 0 0 0,0 1 0 0 0,0-1 0 0 0,0 1 0 0 0,0 0 0 0 0,-3 3 0 0 0,2-1 6 0 0,1 0 0 0 0,1 0 0 0 0,-1 1 0 0 0,1-1 1 0 0,-1 0-1 0 0,1 1 0 0 0,0-1 0 0 0,1 1 0 0 0,-1 0 0 0 0,1 0 0 0 0,0 0 1 0 0,0 0-1 0 0,0 9 0 0 0,0-6-2 0 0,0-1 1 0 0,-1 1-1 0 0,0-1 0 0 0,0 1 0 0 0,-4 8 1 0 0,3-10 6 0 0,1 0 1 0 0,0 0-1 0 0,0 0 1 0 0,0 0-1 0 0,1 0 1 0 0,0 1 0 0 0,0-1-1 0 0,1 0 1 0 0,-1 1-1 0 0,2-1 1 0 0,-1 1-1 0 0,0-1 1 0 0,1 0-1 0 0,0 1 1 0 0,1-1-1 0 0,3 10 1 0 0,-1-6 3 0 0,0 0 0 0 0,0-1 0 0 0,1 1 0 0 0,1-1 0 0 0,0 0 0 0 0,0 0 0 0 0,0-1 0 0 0,1 0 0 0 0,10 9 0 0 0,44 44 331 0 0,92 118-1 0 0,-142-164-306 0 0,1 0 0 0 0,-2 0-1 0 0,0 2 1 0 0,-1-1 0 0 0,12 29-1 0 0,-11-27-16 0 0,2 4-1022 0 0,-12-22 532 0 0,0 1 0 0 0,1 0 0 0 0,-1 0 0 0 0,0-1 0 0 0,0 1 1 0 0,0 0-1 0 0,0 0 0 0 0,0-1 0 0 0,0 1 0 0 0,0 0 0 0 0,0 0 0 0 0,0 0 0 0 0,-1-1 1 0 0,1 1-1 0 0,-1 1 0 0 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6.249"/>
    </inkml:context>
    <inkml:brush xml:id="br0">
      <inkml:brushProperty name="width" value="0.05" units="cm"/>
      <inkml:brushProperty name="height" value="0.05" units="cm"/>
    </inkml:brush>
  </inkml:definitions>
  <inkml:trace contextRef="#ctx0" brushRef="#br0">200 330 6033 0 0,'0'0'411'0'0,"7"-16"2387"0"0,-3-5-2370 0 0,-1-1 1 0 0,0 1-1 0 0,-2 0 1 0 0,-1-27-1 0 0,1-4-25 0 0,-1-67 1800 0 0,-5 109-1161 0 0,5 10-1021 0 0,-1 0 1 0 0,1 0 0 0 0,0 0-1 0 0,-1 0 1 0 0,1 0 0 0 0,0 1-1 0 0,-1-1 1 0 0,1 0 0 0 0,0 0-1 0 0,-1 0 1 0 0,1 0 0 0 0,0 0-1 0 0,-1 1 1 0 0,1-1 0 0 0,0 0-1 0 0,-1 0 1 0 0,1 1 0 0 0,0-1-1 0 0,0 0 1 0 0,-1 0 0 0 0,1 1-1 0 0,0-1 1 0 0,0 0 0 0 0,-1 1-1 0 0,1-1 1 0 0,0 0-1 0 0,0 1 1 0 0,0-1 0 0 0,0 0-1 0 0,0 1 1 0 0,0-1 0 0 0,-1 0-1 0 0,1 1 1 0 0,0-1 0 0 0,0 0-1 0 0,0 1 1 0 0,0-1 0 0 0,0 1-1 0 0,1 0 1 0 0,-10 37 133 0 0,2 2 0 0 0,-3 62 0 0 0,7 88 115 0 0,1-28-135 0 0,-5-3-1198 0 0,7-159 1018 0 0,0 1 0 0 0,0-1 1 0 0,0 0-1 0 0,0 1 0 0 0,0-1 0 0 0,0 0 1 0 0,-1 1-1 0 0,1-1 0 0 0,0 0 0 0 0,0 1 1 0 0,0-1-1 0 0,0 0 0 0 0,-1 0 1 0 0,1 1-1 0 0,0-1 0 0 0,0 0 0 0 0,-1 0 1 0 0,1 1-1 0 0,0-1 0 0 0,0 0 1 0 0,-1 0-1 0 0,1 0 0 0 0,0 1 0 0 0,-1-1 1 0 0,1 0-1 0 0,0 0 0 0 0,-1 0 0 0 0,1 0 1 0 0,0 0-1 0 0,-1 0 0 0 0,1 0 1 0 0,0 0-1 0 0,-1 1 0 0 0,1-1 0 0 0,0-1 1 0 0,-1 1-1 0 0,1 0 0 0 0,0 0 0 0 0,-1 0 1 0 0,1 0-1 0 0,0 0 0 0 0,-1 0 1 0 0,1 0-1 0 0,0 0 0 0 0,-1 0 0 0 0,1-1 1 0 0,0 1-1 0 0,-1 0 0 0 0,1 0 1 0 0,0 0-1 0 0,-1-1 0 0 0,-20-11 43 0 0,19 11-43 0 0,-15-9 75 0 0,12 8 21 0 0,0-1 0 0 0,0 1 0 0 0,1-1 0 0 0,-1 0 0 0 0,1 0 0 0 0,0 0 0 0 0,0-1 0 0 0,0 0 0 0 0,0 1 0 0 0,0-1 0 0 0,1-1 0 0 0,0 1 0 0 0,0 0 0 0 0,0-1 0 0 0,-3-8 0 0 0,4 10 24 0 0,2 2-24 0 0,0 0 0 0 0,0 0 0 0 0,0 0 0 0 0,-1 0 0 0 0,1 0 0 0 0,0 0 0 0 0,-1 0 0 0 0,1 0 0 0 0,-1 0 0 0 0,1 0 0 0 0,-1 0 0 0 0,1 0 1 0 0,-1 1-1 0 0,0-1 0 0 0,0 0 0 0 0,1 0 0 0 0,-1 1 0 0 0,0-1 0 0 0,0 0 0 0 0,0 1 0 0 0,0-1 0 0 0,1 1 0 0 0,-1-1 0 0 0,0 1 0 0 0,0-1 0 0 0,0 1 0 0 0,0 0 0 0 0,0-1 0 0 0,0 1 0 0 0,-2 0 0 0 0,-5-4 144 0 0,-3-2 241 0 0,11 6-427 0 0,-1 0 1 0 0,1 0-1 0 0,0 1 0 0 0,0-1 1 0 0,-1 0-1 0 0,1 0 0 0 0,0 1 1 0 0,0-1-1 0 0,-1 0 0 0 0,1 0 1 0 0,0 1-1 0 0,0-1 0 0 0,0 0 1 0 0,-1 1-1 0 0,1-1 0 0 0,0 0 1 0 0,0 1-1 0 0,0-1 0 0 0,0 0 1 0 0,0 1-1 0 0,0-1 0 0 0,0 0 1 0 0,0 1-1 0 0,0-1 0 0 0,0 0 1 0 0,0 1-1 0 0,0-1 0 0 0,0 1 1 0 0,0-1-1 0 0,0 0 1 0 0,0 1-1 0 0,0-1 0 0 0,1 0 1 0 0,-1 1-1 0 0,0-1 0 0 0,0 0 1 0 0,0 0-1 0 0,0 1 0 0 0,1-1 1 0 0,9 32 78 0 0,1-1 0 0 0,2 0 0 0 0,1-1 0 0 0,1 0 0 0 0,2-1 0 0 0,22 29 0 0 0,-34-51 3 0 0,1-1-1 0 0,-1 0 1 0 0,1 0 0 0 0,0-1 0 0 0,0 1 0 0 0,1-1-1 0 0,-1-1 1 0 0,1 1 0 0 0,0-1 0 0 0,1-1 0 0 0,-1 1-1 0 0,9 2 1 0 0,-9-4-66 0 0,-1 0 1 0 0,1 0-1 0 0,-1-1 0 0 0,1 0 0 0 0,0 0 0 0 0,-1-1 0 0 0,1 1 1 0 0,0-2-1 0 0,0 1 0 0 0,-1-1 0 0 0,1 0 0 0 0,0 0 0 0 0,-1-1 0 0 0,1 1 1 0 0,7-5-1 0 0,-10 5-27 0 0,0-1 0 0 0,1 1 1 0 0,-1-1-1 0 0,0-1 1 0 0,0 1-1 0 0,-1 0 0 0 0,1-1 1 0 0,0 0-1 0 0,-1 0 0 0 0,0 0 1 0 0,1 0-1 0 0,-1-1 1 0 0,-1 1-1 0 0,1-1 0 0 0,0 0 1 0 0,-1 1-1 0 0,3-8 0 0 0,3-8-167 0 0,-2-1-1 0 0,0 0 1 0 0,-2 0-1 0 0,4-28 1 0 0,-1 6-880 0 0,-6 35 748 0 0,1 0-1 0 0,1 1 1 0 0,-1-1 0 0 0,7-12-1 0 0,-6 14-53 0 0,0 0 0 0 0,0-1 1 0 0,-1 1-1 0 0,0-1 0 0 0,0 0 0 0 0,-1 0 0 0 0,1 0 0 0 0,-1-6 0 0 0,0-5-1151 0 0,-1 2-814 0 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7.181"/>
    </inkml:context>
    <inkml:brush xml:id="br0">
      <inkml:brushProperty name="width" value="0.05" units="cm"/>
      <inkml:brushProperty name="height" value="0.05" units="cm"/>
    </inkml:brush>
  </inkml:definitions>
  <inkml:trace contextRef="#ctx0" brushRef="#br0">236 132 4401 0 0,'0'-6'979'0'0,"-1"0"0"0"0,0 0-1 0 0,0 0 1 0 0,-4-8 0 0 0,-2-18-98 0 0,6 22 92 0 0,0 1 1 0 0,-1-1-1 0 0,-4-13 1 0 0,6 22-651 0 0,-4-8 993 0 0,2 10-1026 0 0,-1 6-212 0 0,-2 40-13 0 0,1 1 1 0 0,4 74 0 0 0,1-77-49 0 0,-1 0 1 0 0,-2 1 0 0 0,-9 49 0 0 0,3-58-20 0 0,2-2 2 0 0,-1 0 0 0 0,-3-1 0 0 0,0 0 0 0 0,-21 45 0 0 0,29-77 1 0 0,1 0 0 0 0,-1 0-1 0 0,0 0 1 0 0,0 0 0 0 0,0 0-1 0 0,0 0 1 0 0,0-1 0 0 0,0 1-1 0 0,0-1 1 0 0,-1 1 0 0 0,1-1-1 0 0,0 0 1 0 0,-1 0 0 0 0,1 0-1 0 0,-1 0 1 0 0,-3 0-1 0 0,-2 1 27 0 0,0 0 0 0 0,0-1-1 0 0,0 0 1 0 0,-9 0 0 0 0,16-1-11 0 0,0 0 1 0 0,0 0 0 0 0,0 0-1 0 0,0 0 1 0 0,0 0 0 0 0,0 0-1 0 0,0 0 1 0 0,0 0 0 0 0,0 0-1 0 0,0-1 1 0 0,0 1 0 0 0,0 0-1 0 0,0-1 1 0 0,0 1 0 0 0,0-1-1 0 0,-2 0 1 0 0,3 0-10 0 0,0 1 1 0 0,0-1 0 0 0,0 1-1 0 0,0 0 1 0 0,0-1-1 0 0,0 1 1 0 0,0-1-1 0 0,0 1 1 0 0,0 0-1 0 0,0-1 1 0 0,0 1 0 0 0,0 0-1 0 0,1-1 1 0 0,-1 1-1 0 0,0-1 1 0 0,0 1-1 0 0,0 0 1 0 0,1-1-1 0 0,-1 1 1 0 0,0 0-1 0 0,0 0 1 0 0,1-1 0 0 0,-1 1-1 0 0,0 0 1 0 0,0-1-1 0 0,1 1 1 0 0,-1 0-1 0 0,1 0 1 0 0,31-20 154 0 0,-4 9-8 0 0,1 1 0 0 0,57-11 0 0 0,63-1 200 0 0,11 15-305 0 0,-160 7-109 0 0,0 0 0 0 0,1 0 0 0 0,-1 0 0 0 0,0 0-1 0 0,0 0 1 0 0,0 0 0 0 0,1 0 0 0 0,-1 0 0 0 0,0 0 0 0 0,0 0-1 0 0,1 0 1 0 0,-1 0 0 0 0,0 0 0 0 0,0 0 0 0 0,0 0-1 0 0,1-1 1 0 0,-1 1 0 0 0,0 0 0 0 0,0 0 0 0 0,0 0 0 0 0,1 0-1 0 0,-1 0 1 0 0,0 0 0 0 0,0-1 0 0 0,0 1 0 0 0,0 0 0 0 0,0 0-1 0 0,1 0 1 0 0,-1-1 0 0 0,0 1 0 0 0,0 0 0 0 0,0 0 0 0 0,0 0-1 0 0,0-1 1 0 0,0 1 0 0 0,0 0 0 0 0,0 0 0 0 0,0 0 0 0 0,0-1-1 0 0,0 1 1 0 0,0 0 0 0 0,-5-13-1830 0 0,-11-9 121 0 0,-20-8-523 0 0,26 23 987 0 0,0-1 0 0 0,1 0 0 0 0,-14-16 1 0 0,13 12-295 0 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7.512"/>
    </inkml:context>
    <inkml:brush xml:id="br0">
      <inkml:brushProperty name="width" value="0.05" units="cm"/>
      <inkml:brushProperty name="height" value="0.05" units="cm"/>
    </inkml:brush>
  </inkml:definitions>
  <inkml:trace contextRef="#ctx0" brushRef="#br0">50 237 3569 0 0,'-4'-10'3723'0'0,"-4"-4"-2861"0"0,1-2 0 0 0,1 1 0 0 0,0-1 0 0 0,1 0-1 0 0,1 0 1 0 0,0 0 0 0 0,-1-29 0 0 0,5 45-838 0 0,0-1-1 0 0,1 1 1 0 0,-1-1-1 0 0,0 1 1 0 0,1-1-1 0 0,-1 1 1 0 0,1-1-1 0 0,-1 1 0 0 0,0-1 1 0 0,1 1-1 0 0,-1 0 1 0 0,1-1-1 0 0,-1 1 1 0 0,1 0-1 0 0,0-1 1 0 0,-1 1-1 0 0,1 0 1 0 0,-1 0-1 0 0,1-1 1 0 0,0 1-1 0 0,-1 0 1 0 0,1 0-1 0 0,19-4 47 0 0,-17 3-20 0 0,16-2 5 0 0,-13 2-51 0 0,0 0 1 0 0,0 0-1 0 0,0-1 1 0 0,0 1-1 0 0,0-1 1 0 0,-1 0-1 0 0,9-5 1 0 0,-4 1-73 0 0,0 1 1 0 0,0 0-1 0 0,1 1 1 0 0,-1 1-1 0 0,1-1 1 0 0,20-2-1 0 0,-4 2-3075 0 0,46 1 0 0 0,-58 3 1485 0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7.891"/>
    </inkml:context>
    <inkml:brush xml:id="br0">
      <inkml:brushProperty name="width" value="0.05" units="cm"/>
      <inkml:brushProperty name="height" value="0.05" units="cm"/>
    </inkml:brush>
  </inkml:definitions>
  <inkml:trace contextRef="#ctx0" brushRef="#br0">211 21 6153 0 0,'-2'1'4346'0'0,"-8"3"-4019"0"0,8-4-98 0 0,-1-1-1 0 0,0 1 1 0 0,1 0-1 0 0,-1-1 1 0 0,0 0-1 0 0,1 1 1 0 0,-1-1-1 0 0,1 0 1 0 0,-1 0-1 0 0,1-1 1 0 0,0 1-1 0 0,-4-3 1 0 0,-1 0-207 0 0,2 3 48 0 0,1-1 0 0 0,-1 1 1 0 0,0-1-1 0 0,0 1 0 0 0,0 1 0 0 0,0-1 1 0 0,0 1-1 0 0,0 0 0 0 0,0 0 0 0 0,-8 1 1 0 0,10 0-58 0 0,0-1 0 0 0,1 1 1 0 0,-1 0-1 0 0,0-1 1 0 0,1 1-1 0 0,-1 1 0 0 0,0-1 1 0 0,1 0-1 0 0,-1 1 0 0 0,1-1 1 0 0,0 1-1 0 0,0 0 1 0 0,-1-1-1 0 0,1 1 0 0 0,0 0 1 0 0,0 0-1 0 0,1 1 0 0 0,-1-1 1 0 0,-2 3-1 0 0,-7 17 10 0 0,5-12 66 0 0,0 0 0 0 0,1 1-1 0 0,0 0 1 0 0,-4 16 0 0 0,8-23-34 0 0,1 1 0 0 0,-1-1 1 0 0,1 0-1 0 0,0 1 0 0 0,0-1 1 0 0,0 1-1 0 0,0-1 1 0 0,1 1-1 0 0,0-1 0 0 0,0 1 1 0 0,0-1-1 0 0,1 0 0 0 0,-1 0 1 0 0,1 1-1 0 0,3 4 0 0 0,-3-6-11 0 0,0 0 0 0 0,0 0-1 0 0,1 0 1 0 0,-1 0-1 0 0,1 0 1 0 0,-1-1-1 0 0,1 1 1 0 0,0-1-1 0 0,0 0 1 0 0,0 0-1 0 0,0 0 1 0 0,4 2-1 0 0,46 15 183 0 0,-42-16-245 0 0,0 0 1 0 0,0 1-1 0 0,12 7 1 0 0,-20-9-172 0 0,1 0 0 0 0,0 0 0 0 0,0-1 0 0 0,0 1 0 0 0,0-1 0 0 0,0 0 0 0 0,0 0 0 0 0,1 0 0 0 0,-1 0 0 0 0,0-1 0 0 0,6 0 0 0 0,-8 0-67 0 0,0 0-1 0 0,0 0 1 0 0,0-1 0 0 0,0 1 0 0 0,0-1-1 0 0,-1 1 1 0 0,1-1 0 0 0,0 0 0 0 0,0 0-1 0 0,0 0 1 0 0,-1 0 0 0 0,1 0 0 0 0,0 0-1 0 0,-1 0 1 0 0,1 0 0 0 0,-1-1 0 0 0,0 1-1 0 0,1-1 1 0 0,-1 1 0 0 0,0-1 0 0 0,0 1-1 0 0,0-1 1 0 0,0 0 0 0 0,0 0 0 0 0,1-3-1 0 0,3-9-1773 0 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6:48.333"/>
    </inkml:context>
    <inkml:brush xml:id="br0">
      <inkml:brushProperty name="width" value="0.05" units="cm"/>
      <inkml:brushProperty name="height" value="0.05" units="cm"/>
    </inkml:brush>
  </inkml:definitions>
  <inkml:trace contextRef="#ctx0" brushRef="#br0">28 10 10770 0 0,'-27'0'3048'0'0,"52"-7"-1879"0"0,-19 6-1163 0 0,0 0-1 0 0,1 1 0 0 0,-1 0 1 0 0,0 0-1 0 0,1 0 0 0 0,-1 1 1 0 0,13 3-1 0 0,-17-3 2 0 0,1 0 0 0 0,-1-1 0 0 0,1 1 1 0 0,-1 1-1 0 0,1-1 0 0 0,-1 0 0 0 0,0 1 0 0 0,1-1 1 0 0,-1 1-1 0 0,0 0 0 0 0,0 0 0 0 0,0-1 0 0 0,0 2 0 0 0,-1-1 1 0 0,1 0-1 0 0,0 0 0 0 0,-1 0 0 0 0,0 1 0 0 0,1-1 0 0 0,1 5 1 0 0,6 21 35 0 0,24 63 138 0 0,-29-81-147 0 0,0 0 0 0 0,-1 0 0 0 0,-1 0 0 0 0,0 0 0 0 0,0 0 0 0 0,-1 0 0 0 0,0 1 0 0 0,-1-1 0 0 0,0 0 1 0 0,0 1-1 0 0,-1-1 0 0 0,-1 0 0 0 0,1 1 0 0 0,-2-1 0 0 0,0 0 0 0 0,-7 17 0 0 0,-5 8 94 0 0,-3-1 0 0 0,0 0 0 0 0,-27 34 0 0 0,43-66-75 0 0,0 0 0 0 0,-1 0 0 0 0,1 0 0 0 0,-1 0 0 0 0,0 0 0 0 0,1-1 0 0 0,-1 1 0 0 0,0-1 0 0 0,0 0 0 0 0,0 0 0 0 0,0 0 0 0 0,0 0 0 0 0,0 0 0 0 0,0-1 0 0 0,-7 1 0 0 0,9-2-50 0 0,0 1 1 0 0,0-1-1 0 0,0 0 1 0 0,0 0-1 0 0,0 0 1 0 0,0 0-1 0 0,0 0 1 0 0,0 0-1 0 0,0 0 1 0 0,1 0-1 0 0,-1 0 1 0 0,0 0-1 0 0,0 0 1 0 0,1 0-1 0 0,-1-1 1 0 0,0-1-1 0 0,-6-21-16 0 0,6 22 16 0 0,0-7-6 0 0,0 1 0 0 0,0-1-1 0 0,1 0 1 0 0,0 0 0 0 0,0 1 0 0 0,1-1 0 0 0,1 0-1 0 0,-1 0 1 0 0,1 1 0 0 0,0-1 0 0 0,1 1 0 0 0,4-9-1 0 0,-4 7 17 0 0,22-3-4 0 0,-21 10-4 0 0,2 1-1 0 0,-1-1 1 0 0,0 1 0 0 0,0 0-1 0 0,1 1 1 0 0,-1 0 0 0 0,1-1 0 0 0,-1 2-1 0 0,1-1 1 0 0,-1 1 0 0 0,1-1-1 0 0,0 2 1 0 0,-1-1 0 0 0,1 1-1 0 0,0-1 1 0 0,-1 2 0 0 0,9 2-1 0 0,9 3 36 0 0,-1 2-1 0 0,39 20 0 0 0,-38-17-32 0 0,-3-2-470 0 0,0 0 0 0 0,1-1-1 0 0,0-2 1 0 0,1 0-1 0 0,28 6 1 0 0,-32-12-1400 0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4.461"/>
    </inkml:context>
    <inkml:brush xml:id="br0">
      <inkml:brushProperty name="width" value="0.05" units="cm"/>
      <inkml:brushProperty name="height" value="0.05" units="cm"/>
    </inkml:brush>
  </inkml:definitions>
  <inkml:trace contextRef="#ctx0" brushRef="#br0">238 286 2048 0 0,'0'-23'397'0'0,"0"6"166"0"0,0 0-1 0 0,-1 0 1 0 0,-1 0 0 0 0,-1 0 0 0 0,0 0 0 0 0,-9-24 0 0 0,10 30-442 0 0,-1 0-1 0 0,1 0 1 0 0,1-1 0 0 0,0 1-1 0 0,1-1 1 0 0,1-15-1 0 0,-1 2 1488 0 0,32 131 89 0 0,-22-49-1569 0 0,-3-1 0 0 0,-1 60 0 0 0,-10 115 5 0 0,2-187-54 0 0,-1 29 129 0 0,-21 124-1 0 0,23-192-193 0 0,0 0-1 0 0,0 0 1 0 0,0 0 0 0 0,-1 0-1 0 0,0 0 1 0 0,0-1 0 0 0,0 1 0 0 0,-5 7-1 0 0,5-10-5 0 0,0 0 0 0 0,0-1-1 0 0,0 1 1 0 0,0 0 0 0 0,0-1-1 0 0,0 0 1 0 0,0 1 0 0 0,0-1 0 0 0,-1 0-1 0 0,1 0 1 0 0,0 0 0 0 0,-1-1 0 0 0,1 1-1 0 0,-1-1 1 0 0,1 1 0 0 0,-1-1-1 0 0,1 0 1 0 0,-1 0 0 0 0,-3 0 0 0 0,-9-1-21 0 0,-1 0-1 0 0,1-1 1 0 0,-19-6 0 0 0,19 5 22 0 0,-1 0 0 0 0,0 0 0 0 0,-19 0-1 0 0,156-30 340 0 0,-56 18-296 0 0,132-23 403 0 0,-101 33-371 0 0,-96 5-89 0 0,0 0 1 0 0,0 0-1 0 0,-1 0 0 0 0,1 0 1 0 0,0-1-1 0 0,0 1 0 0 0,0 0 0 0 0,0 0 1 0 0,0 0-1 0 0,0 0 0 0 0,0 0 1 0 0,-1-1-1 0 0,1 1 0 0 0,0 0 1 0 0,0 0-1 0 0,0 0 0 0 0,0 0 0 0 0,0 0 1 0 0,0-1-1 0 0,0 1 0 0 0,0 0 1 0 0,0 0-1 0 0,0 0 0 0 0,0 0 1 0 0,0-1-1 0 0,0 1 0 0 0,0 0 0 0 0,0 0 1 0 0,0 0-1 0 0,0 0 0 0 0,0-1 1 0 0,0 1-1 0 0,0 0 0 0 0,0 0 0 0 0,1 0 1 0 0,-1 0-1 0 0,0 0 0 0 0,0-1 1 0 0,0 1-1 0 0,0 0 0 0 0,0 0 1 0 0,0 0-1 0 0,0 0 0 0 0,0 0 0 0 0,1 0 1 0 0,-1 0-1 0 0,0-1 0 0 0,0 1 1 0 0,0 0-1 0 0,0 0 0 0 0,0 0 1 0 0,1 0-1 0 0,-1 0 0 0 0,0 0 0 0 0,0 0 1 0 0,0 0-1 0 0,0 0 0 0 0,1 0 1 0 0,-1 0-1 0 0,0 0 0 0 0,0 0 1 0 0,1 0-1 0 0,-14-9-1134 0 0,-94-41-5390 0 0,88 40 4390 0 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4.824"/>
    </inkml:context>
    <inkml:brush xml:id="br0">
      <inkml:brushProperty name="width" value="0.05" units="cm"/>
      <inkml:brushProperty name="height" value="0.05" units="cm"/>
    </inkml:brush>
  </inkml:definitions>
  <inkml:trace contextRef="#ctx0" brushRef="#br0">10 116 8178 0 0,'-9'-16'683'0'0,"9"16"-685"0"0,0 0 1 0 0,0-1 0 0 0,-1 1 0 0 0,1 0 0 0 0,0-1 0 0 0,0 1-1 0 0,0 0 1 0 0,0-1 0 0 0,0 1 0 0 0,0-1 0 0 0,0 1 0 0 0,0 0-1 0 0,0-1 1 0 0,0 1 0 0 0,0 0 0 0 0,0-1 0 0 0,1 1 0 0 0,-1 0-1 0 0,0-1 1 0 0,0 1 0 0 0,0 0 0 0 0,0-1 0 0 0,1 1 0 0 0,-1 0-1 0 0,0-1 1 0 0,0 1 0 0 0,0 0 0 0 0,1 0 0 0 0,-1-1 0 0 0,0 1-1 0 0,1 0 1 0 0,-1 0 0 0 0,0-1 0 0 0,0 1 0 0 0,1 0 0 0 0,-1 0-1 0 0,0 0 1 0 0,1 0 0 0 0,-1 0 0 0 0,1 0 0 0 0,-1-1 0 0 0,0 1-1 0 0,1 0 1 0 0,-1 0 0 0 0,0 0 0 0 0,1 0 0 0 0,0 0 0 0 0,55-3 157 0 0,112-12 902 0 0,-54-7-94 0 0,-33 5-666 0 0,1 4 0 0 0,123-4 0 0 0,-194 17-420 0 0,94 0-280 0 0,-34 3-5086 0 0,-56-1 2952 0 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5.329"/>
    </inkml:context>
    <inkml:brush xml:id="br0">
      <inkml:brushProperty name="width" value="0.05" units="cm"/>
      <inkml:brushProperty name="height" value="0.05" units="cm"/>
    </inkml:brush>
  </inkml:definitions>
  <inkml:trace contextRef="#ctx0" brushRef="#br0">245 94 4345 0 0,'0'-1'222'0'0,"0"0"-1"0"0,0 0 1 0 0,0 0 0 0 0,0 0 0 0 0,0 1-1 0 0,1-1 1 0 0,-1 0 0 0 0,0 0 0 0 0,0 0-1 0 0,0 0 1 0 0,1 1 0 0 0,-1-1 0 0 0,1 0-1 0 0,-1 0 1 0 0,1-1 0 0 0,0 2-219 0 0,0-1 0 0 0,0 1-1 0 0,0-1 1 0 0,0 1 0 0 0,-1 0 0 0 0,1-1 0 0 0,0 1 0 0 0,0 0 0 0 0,0 0-1 0 0,0 0 1 0 0,0 0 0 0 0,0-1 0 0 0,0 1 0 0 0,0 0 0 0 0,0 1-1 0 0,1-1 1 0 0,-1 0 64 0 0,0 0-1 0 0,0 1 0 0 0,0-1 0 0 0,0 0 0 0 0,0 0 0 0 0,-1 0 1 0 0,1 0-1 0 0,0 0 0 0 0,0 0 0 0 0,0-1 0 0 0,0 1 1 0 0,0 0-1 0 0,0 0 0 0 0,0-1 0 0 0,0 1 0 0 0,-1 0 1 0 0,1-1-1 0 0,0 1 0 0 0,0-1 0 0 0,0 1 0 0 0,-1-1 1 0 0,1 1-1 0 0,0-1 0 0 0,-1 0 0 0 0,1 1 0 0 0,0-1 1 0 0,-1 0-1 0 0,1 0 0 0 0,-1 1 0 0 0,1-1 0 0 0,0-1 0 0 0,2-4 325 0 0,8-22 498 0 0,-11 28-880 0 0,0-1 0 0 0,0 0-1 0 0,1 0 1 0 0,-1 1 0 0 0,0-1 0 0 0,0 0 0 0 0,0 0-1 0 0,0 0 1 0 0,0 1 0 0 0,0-1 0 0 0,0 0 0 0 0,0 0-1 0 0,0 0 1 0 0,0 1 0 0 0,0-1 0 0 0,-1 0 0 0 0,1 0-1 0 0,0 1 1 0 0,0-1 0 0 0,-1 0 0 0 0,1 1 0 0 0,-1-1-1 0 0,1 0 1 0 0,0 1 0 0 0,-1-1 0 0 0,1 0 0 0 0,-1 1-1 0 0,0-1 1 0 0,1 1 0 0 0,-2-1 0 0 0,-2-1-12 0 0,0 1 0 0 0,0 0 0 0 0,0 0 0 0 0,-1 0-1 0 0,1 0 1 0 0,-1 1 0 0 0,1 0 0 0 0,0 0 0 0 0,-1 0 0 0 0,-5 1 0 0 0,0 0 26 0 0,0 0-20 0 0,0 2-1 0 0,-1-1 0 0 0,1 2 1 0 0,0-1-1 0 0,0 1 1 0 0,1 1-1 0 0,-1 0 0 0 0,1 0 1 0 0,-16 13-1 0 0,20-14 2 0 0,0 1 0 0 0,1 0 0 0 0,-1 0 0 0 0,1 0 0 0 0,0 1 0 0 0,1-1 0 0 0,-1 1 0 0 0,1 0 0 0 0,-4 10 0 0 0,-5 9-8 0 0,-40 82 94 0 0,49-102-82 0 0,1 0 0 0 0,0 0 0 0 0,1 0 0 0 0,-1 1 0 0 0,1-1 0 0 0,0 0 0 0 0,0 1 0 0 0,1-1 1 0 0,-1 1-1 0 0,1-1 0 0 0,1 0 0 0 0,-1 1 0 0 0,1-1 0 0 0,0 0 0 0 0,0 1 0 0 0,0-1 0 0 0,1 0 1 0 0,-1 0-1 0 0,2 0 0 0 0,-1 0 0 0 0,0 0 0 0 0,1 0 0 0 0,0-1 0 0 0,0 1 0 0 0,0-1 1 0 0,1 0-1 0 0,-1 0 0 0 0,1 0 0 0 0,0 0 0 0 0,0-1 0 0 0,0 1 0 0 0,1-1 0 0 0,-1 0 0 0 0,9 4 1 0 0,-4-4 5 0 0,0 0 1 0 0,0 0 0 0 0,0 0-1 0 0,13 0 1 0 0,-15-2-1 0 0,1 1 0 0 0,0-1 0 0 0,-1 1 0 0 0,0 1-1 0 0,1-1 1 0 0,12 7 0 0 0,-10-3-37 0 0,0-1 1 0 0,1 0-1 0 0,0-1 0 0 0,0 0 0 0 0,0 0 1 0 0,1-1-1 0 0,-1-1 0 0 0,1 0 0 0 0,-1-1 0 0 0,17 0 1 0 0,-14-1-668 0 0,1-1 0 0 0,-1 0 0 0 0,0-1 1 0 0,24-7-1 0 0,-23 4-983 0 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5.709"/>
    </inkml:context>
    <inkml:brush xml:id="br0">
      <inkml:brushProperty name="width" value="0.05" units="cm"/>
      <inkml:brushProperty name="height" value="0.05" units="cm"/>
    </inkml:brush>
  </inkml:definitions>
  <inkml:trace contextRef="#ctx0" brushRef="#br0">29 8 6809 0 0,'-3'-3'3431'0'0,"-1"-1"-3439"0"0,19 32-905 0 0,-9-19 897 0 0,-1 0 1 0 0,0 1-1 0 0,-1-1 1 0 0,0 1 0 0 0,0 0-1 0 0,-1 1 1 0 0,-1-1-1 0 0,1 1 1 0 0,0 19 0 0 0,-3-4 479 0 0,-2 1 0 0 0,-1 0 1 0 0,-10 45-1 0 0,-38 184-468 0 0,49-245-195 0 0,-2 16 82 0 0,8-14-2795 0 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6.057"/>
    </inkml:context>
    <inkml:brush xml:id="br0">
      <inkml:brushProperty name="width" value="0.05" units="cm"/>
      <inkml:brushProperty name="height" value="0.05" units="cm"/>
    </inkml:brush>
  </inkml:definitions>
  <inkml:trace contextRef="#ctx0" brushRef="#br0">6 1 6705 0 0,'0'0'231'0'0,"-6"0"1828"0"0,18 6-2226 0 0,40 17 575 0 0,-48-22-480 0 0,-1 0 0 0 0,1 0 1 0 0,0 0-1 0 0,0-1 0 0 0,0 1 1 0 0,0-1-1 0 0,0 0 1 0 0,0 0-1 0 0,-1-1 0 0 0,1 1 1 0 0,0-1-1 0 0,5-1 0 0 0,-4 0-1182 0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6.386"/>
    </inkml:context>
    <inkml:brush xml:id="br0">
      <inkml:brushProperty name="width" value="0.05" units="cm"/>
      <inkml:brushProperty name="height" value="0.05" units="cm"/>
    </inkml:brush>
  </inkml:definitions>
  <inkml:trace contextRef="#ctx0" brushRef="#br0">1 12 13379 0 0,'0'0'72'0'0,"0"-1"0"0"0,0-1-56 0 0,1 0 16 0 0,3 0-40 0 0,11-1 32 0 0,16 1-80 0 0,-1 2-96 0 0,2 2-8 0 0,-1 0-320 0 0,-3 1-160 0 0,0 1-9 0 0,-5-1-87 0 0,4 0-256 0 0,-5-1-480 0 0,2-2 87 0 0,-4-2-215 0 0,1-1 0 0 0</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6.796"/>
    </inkml:context>
    <inkml:brush xml:id="br0">
      <inkml:brushProperty name="width" value="0.05" units="cm"/>
      <inkml:brushProperty name="height" value="0.05" units="cm"/>
    </inkml:brush>
  </inkml:definitions>
  <inkml:trace contextRef="#ctx0" brushRef="#br0">47 111 11538 0 0,'-2'-21'63'0'0,"-2"-7"-267"0"0,5 26 94 0 0,-1 1 0 0 0,0 0 0 0 0,0 0-1 0 0,0 0 1 0 0,1 0 0 0 0,-1-1 0 0 0,1 1 0 0 0,-1 0 0 0 0,1 0 0 0 0,-1 0-1 0 0,1 0 1 0 0,0 0 0 0 0,-1 0 0 0 0,1 0 0 0 0,0 0 0 0 0,0 0 0 0 0,0 1-1 0 0,-1-1 1 0 0,1 0 0 0 0,0 0 0 0 0,2 0 0 0 0,3-2-247 0 0,1 0-1 0 0,0 0 1 0 0,0 0 0 0 0,0 1-1 0 0,0 1 1 0 0,0-1 0 0 0,15-1 0 0 0,56 4-73 0 0,-23 0 1948 0 0,54-12 1059 0 0,-76 7-2039 0 0,1 0-1 0 0,51 3 0 0 0,-82 1-525 0 0,0 0-1 0 0,-1 1 1 0 0,1-1 0 0 0,-1 1 0 0 0,1 0-1 0 0,-1-1 1 0 0,1 1 0 0 0,-1 0-1 0 0,0 0 1 0 0,1 1 0 0 0,-1-1-1 0 0,0 1 1 0 0,0-1 0 0 0,0 1 0 0 0,0-1-1 0 0,0 1 1 0 0,0 0 0 0 0,0 0-1 0 0,-1 0 1 0 0,1 0 0 0 0,-1 0-1 0 0,1 1 1 0 0,-1-1 0 0 0,0 0 0 0 0,0 1-1 0 0,1 3 1 0 0,0-2-3 0 0,-1 1-1 0 0,0-1 1 0 0,-1 1 0 0 0,1 0-1 0 0,-1 0 1 0 0,0-1-1 0 0,0 1 1 0 0,0 0 0 0 0,-1-1-1 0 0,0 1 1 0 0,0 0 0 0 0,0-1-1 0 0,0 1 1 0 0,-3 4 0 0 0,2-4-8 0 0,0 2 11 0 0,0-1-1 0 0,-1 0 1 0 0,0 0 0 0 0,0-1 0 0 0,-1 1 0 0 0,0 0 0 0 0,0-1 0 0 0,0 0 0 0 0,-8 7 0 0 0,-33 27 83 0 0,-3-3 0 0 0,0-2 0 0 0,-89 47 0 0 0,92-55 4 0 0,2 1 1 0 0,-47 39-1 0 0,80-58-63 0 0,1 0-1 0 0,1 0 1 0 0,0 0-1 0 0,-8 11 1 0 0,13-16-121 0 0,1 0 1 0 0,0 0-1 0 0,0 0 1 0 0,1 0-1 0 0,-1 0 0 0 0,1 0 1 0 0,-1 1-1 0 0,1-1 1 0 0,0 0-1 0 0,0 1 1 0 0,0-1-1 0 0,1 1 1 0 0,-1-1-1 0 0,1 1 1 0 0,0-1-1 0 0,0 1 1 0 0,1 6-1 0 0,-1-9-54 0 0,0 0-1 0 0,1 0 1 0 0,-1 0-1 0 0,1-1 1 0 0,-1 1-1 0 0,1 0 1 0 0,-1-1-1 0 0,1 1 0 0 0,-1 0 1 0 0,1-1-1 0 0,-1 1 1 0 0,1-1-1 0 0,0 1 1 0 0,-1-1-1 0 0,1 1 1 0 0,0-1-1 0 0,1 1 1 0 0,9 4-2338 0 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7.126"/>
    </inkml:context>
    <inkml:brush xml:id="br0">
      <inkml:brushProperty name="width" value="0.05" units="cm"/>
      <inkml:brushProperty name="height" value="0.05" units="cm"/>
    </inkml:brush>
  </inkml:definitions>
  <inkml:trace contextRef="#ctx0" brushRef="#br0">0 0 14899 0 0,'3'8'-232'0'0,"0"-1"0"0"0,0 1 0 0 0,9 13 0 0 0,-3-5-1000 0 0,13 34 1 0 0,-19-37 403 0 0,-3-11 543 0 0,1 1-1 0 0,-1-1 1 0 0,1 0-1 0 0,-1 1 1 0 0,1-1-1 0 0,0 1 0 0 0,0-1 1 0 0,0 0-1 0 0,0 0 1 0 0,0 1-1 0 0,0-1 0 0 0,1 0 1 0 0,-1 0-1 0 0,1 0 1 0 0,-1 0-1 0 0,1-1 0 0 0,2 3 1 0 0,-2-4-942 0 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7.821"/>
    </inkml:context>
    <inkml:brush xml:id="br0">
      <inkml:brushProperty name="width" value="0.05" units="cm"/>
      <inkml:brushProperty name="height" value="0.05" units="cm"/>
    </inkml:brush>
  </inkml:definitions>
  <inkml:trace contextRef="#ctx0" brushRef="#br0">7 77 11642 0 0,'-3'-25'260'0'0,"2"21"-407"0"0,0 0 1 0 0,0 1-1 0 0,1-1 0 0 0,0 0 0 0 0,0 0 0 0 0,0 0 1 0 0,0-4-1 0 0,1 7 127 0 0,-1 0 0 0 0,1 0 0 0 0,-1 0 1 0 0,0 0-1 0 0,1 0 0 0 0,0 0 0 0 0,-1 0 1 0 0,1 1-1 0 0,-1-1 0 0 0,1 0 0 0 0,0 0 1 0 0,0 1-1 0 0,-1-1 0 0 0,1 0 0 0 0,0 1 1 0 0,0-1-1 0 0,0 1 0 0 0,0-1 0 0 0,0 1 1 0 0,0 0-1 0 0,0-1 0 0 0,0 1 0 0 0,0 0 1 0 0,0-1-1 0 0,0 1 0 0 0,0 0 0 0 0,0 0 1 0 0,0 0-1 0 0,0 0 0 0 0,0 0 0 0 0,2 0 0 0 0,-1 1 155 0 0,0-1 0 0 0,0 0 0 0 0,0 0 0 0 0,1 1 0 0 0,-1-1 0 0 0,0 1 0 0 0,0-1 0 0 0,0 1 0 0 0,0 0 0 0 0,0 0-1 0 0,0 0 1 0 0,0 0 0 0 0,0 0 0 0 0,-1 0 0 0 0,1 1 0 0 0,0-1 0 0 0,1 3 0 0 0,0-1-60 0 0,0 1 0 0 0,0 0 1 0 0,-1-1-1 0 0,0 1 0 0 0,0 0 1 0 0,0 0-1 0 0,0 1 0 0 0,1 3 1 0 0,1 8-49 0 0,-1-1 0 0 0,0 1 1 0 0,1 28-1 0 0,-4 59 18 0 0,-5-1 1 0 0,-21 126-1 0 0,20-183-41 0 0,-10 124 85 0 0,16-140-66 0 0,0 1 0 0 0,2 0 0 0 0,10 48 0 0 0,-12-76-10 0 0,0-1 0 0 0,0 0 0 0 0,0 0 0 0 0,0 0 0 0 0,1 0 0 0 0,-1 1 0 0 0,0-1 0 0 0,1 0 0 0 0,-1 0 0 0 0,0 0 0 0 0,1 0 0 0 0,0 0 0 0 0,-1 0 0 0 0,1 0 0 0 0,0 0 0 0 0,-1 0 0 0 0,1 0 1 0 0,0 0-1 0 0,0 0 0 0 0,0-1 0 0 0,0 1 0 0 0,0 0 0 0 0,0-1 0 0 0,0 1 0 0 0,0 0 0 0 0,0-1 0 0 0,0 1 0 0 0,0-1 0 0 0,0 0 0 0 0,2 1 0 0 0,-1-1 1 0 0,0-1 0 0 0,0 0 0 0 0,-1 0 0 0 0,1 1 1 0 0,0-1-1 0 0,0 0 0 0 0,-1 0 0 0 0,1-1 0 0 0,-1 1 0 0 0,1 0 1 0 0,-1 0-1 0 0,1-1 0 0 0,-1 1 0 0 0,0-1 0 0 0,0 1 0 0 0,1-1 1 0 0,-1 0-1 0 0,-1 1 0 0 0,2-3 0 0 0,73-150 217 0 0,-36 70-186 0 0,37-79 8 0 0,122-230-18 0 0,-174 353-50 0 0,46-56 1 0 0,-67 94-95 0 0,0-1 0 0 0,0 1-1 0 0,1 0 1 0 0,-1 0 0 0 0,1 0 0 0 0,-1 0 0 0 0,1 0 0 0 0,0 1 0 0 0,0 0-1 0 0,-1 0 1 0 0,6-1 0 0 0,-9 2 34 0 0,1 0 0 0 0,-1 1-1 0 0,1-1 1 0 0,0 0 0 0 0,-1 1 0 0 0,1-1 0 0 0,-1 0-1 0 0,1 1 1 0 0,-1-1 0 0 0,1 1 0 0 0,-1-1-1 0 0,1 1 1 0 0,-1-1 0 0 0,0 1 0 0 0,1-1 0 0 0,-1 1-1 0 0,0 0 1 0 0,1-1 0 0 0,-1 1 0 0 0,0-1-1 0 0,0 1 1 0 0,0 0 0 0 0,1-1 0 0 0,-1 1-1 0 0,0 0 1 0 0,0-1 0 0 0,0 1 0 0 0,0-1 0 0 0,0 1-1 0 0,0 1 1 0 0,0 1-156 0 0,4 27-1565 0 0,-3 8-268 0 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8.502"/>
    </inkml:context>
    <inkml:brush xml:id="br0">
      <inkml:brushProperty name="width" value="0.05" units="cm"/>
      <inkml:brushProperty name="height" value="0.05" units="cm"/>
    </inkml:brush>
  </inkml:definitions>
  <inkml:trace contextRef="#ctx0" brushRef="#br0">213 108 8450 0 0,'2'-12'1662'0'0,"2"13"-3524"0"0,2 8 1071 0 0,-3 0 798 0 0,0 0-1 0 0,-1 0 1 0 0,0 0-1 0 0,0 1 1 0 0,0-1 0 0 0,-2 1-1 0 0,1-1 1 0 0,-1 0 0 0 0,0 1-1 0 0,-1-1 1 0 0,0 1-1 0 0,-1-1 1 0 0,0 0 0 0 0,0 1-1 0 0,-5 12 1 0 0,-8 15 755 0 0,-1 0-1 0 0,-28 46 1 0 0,37-70-655 0 0,2-3-7 0 0,1 0 0 0 0,-6 18 0 0 0,-6 17 127 0 0,-8 0 55 0 0,10-20 42 0 0,1 1-1 0 0,1 0 0 0 0,-11 39 1 0 0,23-64-306 0 0,-1 0 0 0 0,1 0 0 0 0,0-1 0 0 0,0 1 0 0 0,0 0 0 0 0,-1 0 0 0 0,1-1 0 0 0,0 1 0 0 0,-1 0 0 0 0,1 0 0 0 0,-1-1 0 0 0,1 1 0 0 0,-1 0 0 0 0,1-1 0 0 0,-1 1 0 0 0,1-1 0 0 0,-1 1 0 0 0,1-1 0 0 0,-1 1 0 0 0,0-1 0 0 0,1 1 0 0 0,-1-1 0 0 0,0 0 0 0 0,-1 1 0 0 0,2-1-11 0 0,-1 0 0 0 0,0 0 0 0 0,1-1 0 0 0,0 1 0 0 0,-1 0-1 0 0,1 0 1 0 0,-1-1 0 0 0,1 1 0 0 0,-1-1 0 0 0,1 1 0 0 0,-1 0 0 0 0,1-1 0 0 0,0 1 0 0 0,-1-1 0 0 0,1 1 0 0 0,0-1 0 0 0,0 1 0 0 0,-1-1 0 0 0,1 1 0 0 0,0-1 0 0 0,0 1 0 0 0,0-1 0 0 0,0 1 0 0 0,-1-1 0 0 0,1 0 0 0 0,0 1-1 0 0,0-1 1 0 0,0 1 0 0 0,0-1 0 0 0,0 1 0 0 0,0-1 0 0 0,1 1 0 0 0,-1-1 0 0 0,0 0 0 0 0,0 0 0 0 0,4-28 88 0 0,2 0 1 0 0,1 0-1 0 0,1 0 0 0 0,1 1 1 0 0,16-34-1 0 0,-6 14-88 0 0,110-272 140 0 0,-113 283-114 0 0,21-53 59 0 0,-36 89-94 0 0,-1 1 0 0 0,0-1 0 0 0,1 0-1 0 0,-1 0 1 0 0,1 0 0 0 0,-1 0 0 0 0,1 0 0 0 0,-1 1 0 0 0,1-1 0 0 0,-1 0 0 0 0,1 1 0 0 0,0-1-1 0 0,0 0 1 0 0,-1 1 0 0 0,1-1 0 0 0,0 1 0 0 0,0-1 0 0 0,0 1 0 0 0,-1-1 0 0 0,1 1 0 0 0,0-1-1 0 0,0 1 1 0 0,0 0 0 0 0,0 0 0 0 0,0-1 0 0 0,0 1 0 0 0,0 0 0 0 0,0 0 0 0 0,0 0 0 0 0,0 0-1 0 0,0 0 1 0 0,0 0 0 0 0,-1 0 0 0 0,1 1 0 0 0,0-1 0 0 0,0 0 0 0 0,0 0 0 0 0,0 1-1 0 0,0-1 1 0 0,0 1 0 0 0,0-1 0 0 0,-1 0 0 0 0,1 1 0 0 0,0 0 0 0 0,0-1 0 0 0,-1 1 0 0 0,1-1-1 0 0,0 1 1 0 0,-1 0 0 0 0,1 0 0 0 0,0-1 0 0 0,0 3 0 0 0,13 21-4 0 0,-1 1-1 0 0,-1 0 1 0 0,-2 1-1 0 0,0 0 1 0 0,-2 1 0 0 0,6 29-1 0 0,0 18 34 0 0,3 78-1 0 0,-15-127 12 0 0,-1 0 1 0 0,-2 0-1 0 0,0 0 1 0 0,-8 36-1 0 0,9-59-243 0 0,0-1-1 0 0,0 1 1 0 0,-1-1-1 0 0,1 0 1 0 0,0 1-1 0 0,-1-1 1 0 0,1 0 0 0 0,-1 0-1 0 0,1 1 1 0 0,-1-1-1 0 0,0 0 1 0 0,1 0 0 0 0,-1 0-1 0 0,0 0 1 0 0,0 0-1 0 0,0 1 1 0 0,0-2-1 0 0,0 1 1 0 0,0 0 0 0 0,0 0-1 0 0,0 0 1 0 0,0 0-1 0 0,0-1 1 0 0,0 1 0 0 0,-1 0-1 0 0,1-1 1 0 0,0 1-1 0 0,-1-1 1 0 0,1 0-1 0 0,0 1 1 0 0,-1-1 0 0 0,1 0-1 0 0,0 0 1 0 0,-1 0-1 0 0,-1 0 1 0 0,-2 0-1378 0 0</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8.881"/>
    </inkml:context>
    <inkml:brush xml:id="br0">
      <inkml:brushProperty name="width" value="0.05" units="cm"/>
      <inkml:brushProperty name="height" value="0.05" units="cm"/>
    </inkml:brush>
  </inkml:definitions>
  <inkml:trace contextRef="#ctx0" brushRef="#br0">1 51 12171 0 0,'0'0'30'0'0,"7"-5"-1399"0"0,130 15 468 0 0,-107-12 1333 0 0,1-1-1 0 0,-1-2 1 0 0,51-14-1 0 0,33-6-6179 0 0,-102 23 3080 0 0</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9.274"/>
    </inkml:context>
    <inkml:brush xml:id="br0">
      <inkml:brushProperty name="width" value="0.05" units="cm"/>
      <inkml:brushProperty name="height" value="0.05" units="cm"/>
    </inkml:brush>
  </inkml:definitions>
  <inkml:trace contextRef="#ctx0" brushRef="#br0">4 87 3969 0 0,'0'0'1475'0'0,"-3"-15"2827"0"0,6 12-4281 0 0,0 1 1 0 0,0 0-1 0 0,1 0 0 0 0,-1 0 0 0 0,1 0 0 0 0,-1 0 1 0 0,1 1-1 0 0,0 0 0 0 0,7-2 0 0 0,37-5 80 0 0,-43 7-75 0 0,246-19 1241 0 0,-194 17-1222 0 0,-44 3-101 0 0,14-1 264 0 0,-27 1-306 0 0,1 0 1 0 0,0 0 0 0 0,-1 0 0 0 0,1 0-1 0 0,-1 0 1 0 0,1 0 0 0 0,0-1 0 0 0,-1 1-1 0 0,1 0 1 0 0,-1 0 0 0 0,1-1 0 0 0,-1 1-1 0 0,1 0 1 0 0,-1-1 0 0 0,1 1 0 0 0,-1 0-1 0 0,1-1 1 0 0,-1 1 0 0 0,1-1-1 0 0,-1 1 1 0 0,0-1 0 0 0,1 1 0 0 0,-1-1-1 0 0,0 1 1 0 0,1-1 0 0 0,-1 0 0 0 0,0 1-1 0 0,0-1 1 0 0,1 1 0 0 0,-1-1 0 0 0,0 1-1 0 0,0-2 1 0 0,-3-3-3064 0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39.589"/>
    </inkml:context>
    <inkml:brush xml:id="br0">
      <inkml:brushProperty name="width" value="0.05" units="cm"/>
      <inkml:brushProperty name="height" value="0.05" units="cm"/>
    </inkml:brush>
  </inkml:definitions>
  <inkml:trace contextRef="#ctx0" brushRef="#br0">0 86 2777 0 0,'0'0'5896'0'0,"10"0"-4959"0"0,52-3-253 0 0,70-13 1 0 0,-37 4-572 0 0,-91 12-108 0 0,94-14-472 0 0,-85 11-597 0 0,1 0 0 0 0,-1-1-1 0 0,-1-1 1 0 0,1 0 0 0 0,14-8 0 0 0,-15 6-420 0 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40.112"/>
    </inkml:context>
    <inkml:brush xml:id="br0">
      <inkml:brushProperty name="width" value="0.05" units="cm"/>
      <inkml:brushProperty name="height" value="0.05" units="cm"/>
    </inkml:brush>
  </inkml:definitions>
  <inkml:trace contextRef="#ctx0" brushRef="#br0">230 26 8594 0 0,'-9'-12'925'0'0,"8"11"-962"0"0,1 0 0 0 0,-1 1 0 0 0,1-1 0 0 0,-1 0 0 0 0,0 0 0 0 0,1 0 0 0 0,-1 1 0 0 0,0-1 0 0 0,0 0 0 0 0,1 1 0 0 0,-1-1 0 0 0,0 0 0 0 0,0 1 0 0 0,0-1 0 0 0,0 1 0 0 0,0 0 0 0 0,0-1 0 0 0,1 1 0 0 0,-1 0 0 0 0,0-1 0 0 0,0 1 0 0 0,0 0 0 0 0,0 0 0 0 0,0 0 0 0 0,0 0 0 0 0,0 0 0 0 0,0 0 0 0 0,0 0 0 0 0,0 0 0 0 0,0 1 0 0 0,0-1 0 0 0,0 0 0 0 0,0 0 0 0 0,0 1 0 0 0,-2 0 0 0 0,-7 3 157 0 0,0 0 0 0 0,0 1 0 0 0,1 0 0 0 0,0 0 0 0 0,0 1 0 0 0,0 0 0 0 0,0 1 0 0 0,1 0 0 0 0,0 0 0 0 0,1 1 0 0 0,-1 0 0 0 0,2 0 0 0 0,-1 0 0 0 0,1 1 0 0 0,0 0 0 0 0,1 1 1 0 0,0-1-1 0 0,1 1 0 0 0,0 0 0 0 0,-4 13 0 0 0,6-18-15 0 0,1 0 1 0 0,-1 0-1 0 0,0 0 1 0 0,-5 8-1 0 0,4-8-42 0 0,1-1 0 0 0,0 0-1 0 0,0 1 1 0 0,0-1 0 0 0,1 1 0 0 0,-2 5-1 0 0,2-4-41 0 0,1 0-1 0 0,0 0 1 0 0,0 0-1 0 0,0-1 0 0 0,1 1 1 0 0,0 0-1 0 0,0 0 1 0 0,0 0-1 0 0,1-1 0 0 0,-1 1 1 0 0,2-1-1 0 0,-1 1 1 0 0,0-1-1 0 0,1 0 0 0 0,0 0 1 0 0,0 0-1 0 0,1 0 1 0 0,0 0-1 0 0,-1-1 0 0 0,1 1 1 0 0,1-1-1 0 0,6 5 1 0 0,9 7 26 0 0,1-2 0 0 0,1 0 0 0 0,44 20 0 0 0,-32-17 10 0 0,-17-9-23 0 0,-7-3 2 0 0,0-1 1 0 0,0 1-1 0 0,-1 1 1 0 0,0 0-1 0 0,0 0 1 0 0,0 1-1 0 0,-1 0 1 0 0,0 1 0 0 0,10 12-1 0 0,-17-20-12 0 0,0 1 0 0 0,-1-1 0 0 0,1 1-1 0 0,-1 0 1 0 0,1 0 0 0 0,-1-1 0 0 0,1 1 0 0 0,-1 0 0 0 0,1 0 0 0 0,-1-1-1 0 0,0 1 1 0 0,1 0 0 0 0,-1 0 0 0 0,0 0 0 0 0,0 0 0 0 0,0-1-1 0 0,0 1 1 0 0,0 0 0 0 0,0 0 0 0 0,0 0 0 0 0,0 0 0 0 0,0 0 0 0 0,0 0-1 0 0,0-1 1 0 0,0 1 0 0 0,-1 0 0 0 0,1 0 0 0 0,0 0 0 0 0,-1 0-1 0 0,1-1 1 0 0,0 1 0 0 0,-1 0 0 0 0,1 0 0 0 0,-1-1 0 0 0,1 1-1 0 0,-1 0 1 0 0,0-1 0 0 0,1 1 0 0 0,-1-1 0 0 0,0 1 0 0 0,1-1 0 0 0,-1 1-1 0 0,0-1 1 0 0,0 1 0 0 0,1-1 0 0 0,-3 1 0 0 0,-4 1-32 0 0,0 0 1 0 0,0 0 0 0 0,-1-1-1 0 0,-13 1 1 0 0,4 0 118 0 0,-32 7 106 0 0,-67 19-1 0 0,113-27-315 0 0,1 1-1 0 0,0-1 1 0 0,0 1-1 0 0,0-1 1 0 0,0 1-1 0 0,0-1 0 0 0,0 1 1 0 0,0 0-1 0 0,0 0 1 0 0,1 0-1 0 0,-1 0 0 0 0,1 0 1 0 0,-1 0-1 0 0,-1 5 1 0 0,12-19-5696 0 0,-6 0 4460 0 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40.885"/>
    </inkml:context>
    <inkml:brush xml:id="br0">
      <inkml:brushProperty name="width" value="0.05" units="cm"/>
      <inkml:brushProperty name="height" value="0.05" units="cm"/>
    </inkml:brush>
  </inkml:definitions>
  <inkml:trace contextRef="#ctx0" brushRef="#br0">1 181 10642 0 0,'0'0'35'0'0,"0"-1"-1"0"0,0 0 0 0 0,0 1 0 0 0,0-1 0 0 0,0 0 1 0 0,0 1-1 0 0,0-1 0 0 0,1 0 0 0 0,-1 1 1 0 0,0-1-1 0 0,0 0 0 0 0,1 1 0 0 0,-1-1 0 0 0,0 1 1 0 0,1-1-1 0 0,-1 0 0 0 0,1 1 0 0 0,-1-1 1 0 0,0 1-1 0 0,1-1 0 0 0,0 1 0 0 0,-1 0 1 0 0,1-1-1 0 0,-1 1 0 0 0,1-1 0 0 0,-1 1 0 0 0,1 0 1 0 0,0-1-1 0 0,-1 1 0 0 0,1 0 0 0 0,0 0 1 0 0,-1 0-1 0 0,1 0 0 0 0,0-1 0 0 0,-1 1 1 0 0,1 0-1 0 0,0 0 0 0 0,-1 0 0 0 0,2 1 0 0 0,11-4 12 0 0,12-7-69 0 0,-13 4-21 0 0,0 1 0 0 0,0 1 0 0 0,1 0 0 0 0,21-3 1 0 0,116 1-735 0 0,-15 1 945 0 0,-64-1-186 0 0,-1-3 0 0 0,0-4 1 0 0,82-25-1 0 0,-149 37-201 0 0,-1 0 0 0 0,0 0-1 0 0,0 0 1 0 0,1 0 0 0 0,-1-1 0 0 0,0 1 0 0 0,0-1 0 0 0,0 0-1 0 0,0 0 1 0 0,-1 1 0 0 0,1-1 0 0 0,0 0 0 0 0,2-5-1 0 0,9-9-884 0 0,-12 15 1023 0 0,7-4 1356 0 0,-7 5-1218 0 0,0 1-1 0 0,-1-1 0 0 0,1 1 0 0 0,-1-1 0 0 0,0 1 0 0 0,1-1 0 0 0,-1 1 0 0 0,1 0 0 0 0,-1-1 0 0 0,0 1 0 0 0,0 0 0 0 0,1-1 0 0 0,-1 1 0 0 0,0 0 0 0 0,0 0 0 0 0,0-1 0 0 0,0 1 0 0 0,0 0 0 0 0,0 1 0 0 0,7 35 1234 0 0,2 48 1 0 0,-9-68-1118 0 0,0 0-1 0 0,-1 0 1 0 0,-1-1-1 0 0,0 1 1 0 0,-7 23 0 0 0,-1-7-154 0 0,2 1 1 0 0,1 0-1 0 0,2 0 1 0 0,1 0-1 0 0,2 1 1 0 0,1 0-1 0 0,4 34 1 0 0,-3-65 9 0 0,1 0 1 0 0,-1 1 0 0 0,1-1-1 0 0,0 0 1 0 0,0 0-1 0 0,0 0 1 0 0,0 0 0 0 0,1 0-1 0 0,0 0 1 0 0,0 0 0 0 0,0 0-1 0 0,0-1 1 0 0,0 1-1 0 0,1-1 1 0 0,0 1 0 0 0,0-1-1 0 0,-1 0 1 0 0,2 0-1 0 0,-1-1 1 0 0,0 1 0 0 0,1 0-1 0 0,-1-1 1 0 0,1 0-1 0 0,0 0 1 0 0,-1 0 0 0 0,1 0-1 0 0,0-1 1 0 0,0 0 0 0 0,1 1-1 0 0,-1-1 1 0 0,0-1-1 0 0,8 2 1 0 0,-2 0 20 0 0,1 0 1 0 0,-1 1-1 0 0,16 6 0 0 0,-21-7 1 0 0,1 1 0 0 0,1-1 0 0 0,-1 0 0 0 0,0 0 0 0 0,1-1 0 0 0,-1 1 0 0 0,1-2 0 0 0,-1 1 0 0 0,1-1 0 0 0,-1 0-1 0 0,1 0 1 0 0,-1 0 0 0 0,11-3 0 0 0,-13 1-24 0 0,0 1 0 0 0,0-1-1 0 0,0 0 1 0 0,0 0 0 0 0,-1 0 0 0 0,1 0-1 0 0,0-1 1 0 0,-1 0 0 0 0,0 0-1 0 0,1 1 1 0 0,-1-2 0 0 0,-1 1 0 0 0,1 0-1 0 0,4-6 1 0 0,1-5 21 0 0,-1 0 0 0 0,10-26 0 0 0,-10 23-24 0 0,-3 6-15 0 0,-1-1 1 0 0,5-21-1 0 0,-7 25-6 0 0,0 0 0 0 0,1-1 0 0 0,1 1 0 0 0,-1 0 0 0 0,7-13 0 0 0,-4 12-2 0 0,-2 0 0 0 0,1 0 1 0 0,-2 0-1 0 0,1-1 0 0 0,-1 1 0 0 0,0-1 1 0 0,-1 0-1 0 0,0 1 0 0 0,-1-1 0 0 0,0 0 1 0 0,0 1-1 0 0,-1-1 0 0 0,0 0 0 0 0,-1 1 0 0 0,0-1 1 0 0,-1 1-1 0 0,0-1 0 0 0,0 1 0 0 0,-1 0 1 0 0,0 1-1 0 0,0-1 0 0 0,-10-13 0 0 0,10 19-107 0 0,0 0 0 0 0,0-1 0 0 0,-1 1 0 0 0,0 1 0 0 0,1-1 0 0 0,-1 1 0 0 0,0 0 0 0 0,0 0 0 0 0,0 0 0 0 0,-1 1 0 0 0,1 0 0 0 0,0 0 0 0 0,-9-1 0 0 0,-24-6-719 0 0,7-5-185 0 0,23 9 467 0 0,-1 0 1 0 0,1 1-1 0 0,-1 0 1 0 0,-16-3-1 0 0,-7 4-1156 0 0,-2 2-521 0 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41.976"/>
    </inkml:context>
    <inkml:brush xml:id="br0">
      <inkml:brushProperty name="width" value="0.05" units="cm"/>
      <inkml:brushProperty name="height" value="0.05" units="cm"/>
    </inkml:brush>
  </inkml:definitions>
  <inkml:trace contextRef="#ctx0" brushRef="#br0">220 97 3393 0 0,'0'-96'3376'0'0,"0"102"-3080"0"0,-7 192 1316 0 0,7-191-1602 0 0,-94 668 1034 0 0,49-438-495 0 0,-8 39-125 0 0,52-271-486 0 0,-4 10-130 0 0,5-14 63 0 0,0-1 0 0 0,0 0 0 0 0,-1 1 0 0 0,1-1-1 0 0,0 0 1 0 0,0 1 0 0 0,-1-1 0 0 0,1 0 0 0 0,0 1 0 0 0,0-1-1 0 0,-1 0 1 0 0,1 1 0 0 0,0-1 0 0 0,-1 0 0 0 0,1 0 0 0 0,-1 0 0 0 0,1 1-1 0 0,0-1 1 0 0,-1 0 0 0 0,1 0 0 0 0,0 0 0 0 0,-1 0 0 0 0,1 0-1 0 0,-1 0 1 0 0,1 0 0 0 0,-1 0 0 0 0,1 0 0 0 0,0 0 0 0 0,-1 0-1 0 0,1 0 1 0 0,-1 0 0 0 0,0 0 0 0 0,-2-1-1722 0 0</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42.595"/>
    </inkml:context>
    <inkml:brush xml:id="br0">
      <inkml:brushProperty name="width" value="0.05" units="cm"/>
      <inkml:brushProperty name="height" value="0.05" units="cm"/>
    </inkml:brush>
  </inkml:definitions>
  <inkml:trace contextRef="#ctx0" brushRef="#br0">1 71 11642 0 0,'0'-2'10'0'0,"0"1"0"0"0,1 0-1 0 0,-1-1 1 0 0,0 1 0 0 0,1 0-1 0 0,-1 0 1 0 0,1-1 0 0 0,0 1-1 0 0,-1 0 1 0 0,1 0 0 0 0,0 0-1 0 0,0 0 1 0 0,-1 0-1 0 0,1 0 1 0 0,0 0 0 0 0,0 0-1 0 0,0 0 1 0 0,0 0 0 0 0,0 1-1 0 0,3-2 1 0 0,25-12-132 0 0,-24 12 134 0 0,15-5-61 0 0,0 1 1 0 0,1 0 0 0 0,0 2 0 0 0,0 1 0 0 0,0 0 0 0 0,0 2 0 0 0,0 0 0 0 0,0 1 0 0 0,0 2 0 0 0,0 0 0 0 0,39 9 0 0 0,-55-10 77 0 0,1 1 0 0 0,-1 0 0 0 0,0 0 0 0 0,0 1-1 0 0,1-1 1 0 0,-2 1 0 0 0,1 0 0 0 0,0 0-1 0 0,-1 1 1 0 0,1 0 0 0 0,-1 0 0 0 0,0 0 0 0 0,0 0-1 0 0,4 5 1 0 0,-6-5 19 0 0,0 0 0 0 0,0 0-1 0 0,0 0 1 0 0,0 0 0 0 0,0 1 0 0 0,-1-1-1 0 0,0 0 1 0 0,0 1 0 0 0,0-1 0 0 0,0 1-1 0 0,-1-1 1 0 0,0 1 0 0 0,0-1 0 0 0,0 1-1 0 0,0-1 1 0 0,-1 1 0 0 0,0-1 0 0 0,-1 7-1 0 0,0-4-4 0 0,-1-1-1 0 0,0 1 0 0 0,0 0 0 0 0,0-1 0 0 0,0 0 1 0 0,-1 0-1 0 0,0 0 0 0 0,-1 0 0 0 0,1 0 1 0 0,-1-1-1 0 0,-8 7 0 0 0,-5 2-42 0 0,0 0 0 0 0,-26 14 0 0 0,5-3 12 0 0,27-19-43 0 0,10-6 23 0 0,0 1 1 0 0,-1 0-1 0 0,1-1 0 0 0,0 1 0 0 0,0 0 0 0 0,0 1 1 0 0,0-1-1 0 0,1 0 0 0 0,-1 0 0 0 0,0 1 0 0 0,0-1 0 0 0,1 1 1 0 0,-1 0-1 0 0,1-1 0 0 0,-3 4 0 0 0,5-4 1 0 0,-1 0 0 0 0,1 0 0 0 0,-1-1 0 0 0,1 1 0 0 0,0-1-1 0 0,-1 1 1 0 0,1 0 0 0 0,0-1 0 0 0,-1 1 0 0 0,1-1 0 0 0,0 1 0 0 0,0-1 0 0 0,-1 0-1 0 0,1 1 1 0 0,0-1 0 0 0,0 0 0 0 0,0 1 0 0 0,0-1 0 0 0,0 0 0 0 0,-1 0 0 0 0,1 0 0 0 0,0 0-1 0 0,1 0 1 0 0,3 1-1 0 0,50 13-68 0 0,81 23 26 0 0,-108-28 21 0 0,0 1-1 0 0,42 22 1 0 0,-47-16 194 0 0,-22-15-135 0 0,0-1 1 0 0,-1 1-1 0 0,1 0 1 0 0,0 0-1 0 0,-1 0 1 0 0,1-1-1 0 0,0 1 1 0 0,-1 0-1 0 0,1 0 0 0 0,-1 0 1 0 0,0 0-1 0 0,1 0 1 0 0,-1 0-1 0 0,0 0 1 0 0,1 0-1 0 0,-1 0 1 0 0,0 0-1 0 0,0 0 1 0 0,0 0-1 0 0,0 0 0 0 0,0 1 1 0 0,0-1-1 0 0,-1 1 1 0 0,-1 0-3 0 0,-1-1 0 0 0,0 1 0 0 0,0-1-1 0 0,0 1 1 0 0,0-1 0 0 0,0 0 0 0 0,0 0 0 0 0,0 0 0 0 0,0-1 0 0 0,-1 1 0 0 0,-3 0 0 0 0,1 0 17 0 0,-164 23 704 0 0,134-17-691 0 0,19-5-117 0 0,0 2 1 0 0,0 0-1 0 0,0 1 0 0 0,0 0 0 0 0,-30 16 1 0 0,41-18-592 0 0,-7 4-289 0 0</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43.005"/>
    </inkml:context>
    <inkml:brush xml:id="br0">
      <inkml:brushProperty name="width" value="0.05" units="cm"/>
      <inkml:brushProperty name="height" value="0.05" units="cm"/>
    </inkml:brush>
  </inkml:definitions>
  <inkml:trace contextRef="#ctx0" brushRef="#br0">10 1 1136 0 0,'0'0'383'0'0,"-10"15"5256"0"0,11-13-5492 0 0,-1 0 1 0 0,1-1-1 0 0,0 1 1 0 0,-1 0-1 0 0,1 0 1 0 0,0 0 0 0 0,0-1-1 0 0,0 1 1 0 0,0 0-1 0 0,1-1 1 0 0,-1 1-1 0 0,0-1 1 0 0,1 0 0 0 0,-1 1-1 0 0,1-1 1 0 0,-1 0-1 0 0,1 0 1 0 0,0 0-1 0 0,0 0 1 0 0,-1 0 0 0 0,1 0-1 0 0,0 0 1 0 0,0-1-1 0 0,0 1 1 0 0,0-1-1 0 0,2 1 1 0 0,6 2 67 0 0,0-1 1 0 0,1 0-1 0 0,18 1 1 0 0,5-3 90 0 0,-1-2-1 0 0,50-10 1 0 0,-46 6-777 0 0,63-2 1 0 0,-99 8 226 0 0,0-1 0 0 0,0 1 0 0 0,0 0-1 0 0,0-1 1 0 0,0 1 0 0 0,-1 0 0 0 0,1-1 0 0 0,0 1 0 0 0,0-1 0 0 0,0 1 0 0 0,-1-1-1 0 0,1 0 1 0 0,0 1 0 0 0,0-2 0 0 0,0 1-128 0 0</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43.384"/>
    </inkml:context>
    <inkml:brush xml:id="br0">
      <inkml:brushProperty name="width" value="0.05" units="cm"/>
      <inkml:brushProperty name="height" value="0.05" units="cm"/>
    </inkml:brush>
  </inkml:definitions>
  <inkml:trace contextRef="#ctx0" brushRef="#br0">0 11 8850 0 0,'0'0'1808'0'0,"2"-5"-1521"0"0,1 7-436 0 0,0-1 0 0 0,0 1 0 0 0,0 0 0 0 0,0-1 0 0 0,0 1 1 0 0,0-1-1 0 0,1 0 0 0 0,-1 0 0 0 0,6 1 0 0 0,17 6-16 0 0,-19-4 244 0 0,1 0-1 0 0,0 0 0 0 0,1-1 0 0 0,-1 0 1 0 0,0 0-1 0 0,1-1 0 0 0,0 0 1 0 0,0-1-1 0 0,-1 0 0 0 0,1 0 0 0 0,0-1 1 0 0,15-1-1 0 0,-9-2-176 0 0,0-1 1 0 0,0-1-1 0 0,0 0 0 0 0,0-1 1 0 0,16-10-1 0 0,-7 5-1453 0 0,-12 5-388 0 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43.747"/>
    </inkml:context>
    <inkml:brush xml:id="br0">
      <inkml:brushProperty name="width" value="0.05" units="cm"/>
      <inkml:brushProperty name="height" value="0.05" units="cm"/>
    </inkml:brush>
  </inkml:definitions>
  <inkml:trace contextRef="#ctx0" brushRef="#br0">111 193 6153 0 0,'0'-26'4349'0'0,"2"0"-3571"0"0,-1 16-1584 0 0,1 0 1 0 0,0 0-1 0 0,1-1 0 0 0,0 1 0 0 0,6-12 0 0 0,-8 16 1268 0 0,1 1-1 0 0,-1 0 1 0 0,0-1-1 0 0,0 1 1 0 0,-1-1-1 0 0,1 1 0 0 0,-1-1 1 0 0,0 0-1 0 0,-1 1 1 0 0,0-6-1 0 0,0 11-462 0 0,1 0-1 0 0,0 1 1 0 0,0-1 0 0 0,0 0-1 0 0,0 0 1 0 0,0 0 0 0 0,0 1-1 0 0,-1-1 1 0 0,1 0 0 0 0,0 0-1 0 0,0 0 1 0 0,0 1-1 0 0,-1-1 1 0 0,1 0 0 0 0,0 0-1 0 0,0 0 1 0 0,-1 0 0 0 0,1 0-1 0 0,0 0 1 0 0,0 1 0 0 0,-1-1-1 0 0,1 0 1 0 0,0 0 0 0 0,0 0-1 0 0,-1 0 1 0 0,1 0-1 0 0,0 0 1 0 0,0 0 0 0 0,-1 0-1 0 0,1 0 1 0 0,0 0 0 0 0,0 0-1 0 0,-1 0 1 0 0,1 0 0 0 0,0 0-1 0 0,0-1 1 0 0,-1 1-1 0 0,1 0 1 0 0,0 0 0 0 0,0 0-1 0 0,-1 0 1 0 0,1 0 0 0 0,0 0-1 0 0,0-1 1 0 0,0 1 0 0 0,-1 0-1 0 0,1 0 1 0 0,0 0 0 0 0,0-1-1 0 0,0 1 1 0 0,0 0-1 0 0,-1 0 1 0 0,1-1 0 0 0,0 1-1 0 0,0 0 1 0 0,0 0 0 0 0,0 0-1 0 0,0-1 1 0 0,0 1 0 0 0,0-1-1 0 0,-8 22-6 0 0,-22 112 53 0 0,-19 194 0 0 0,26-146-267 0 0,22-176-13 0 0,-2 17-297 0 0,3-21 326 0 0,0 0 1 0 0,-1-1-1 0 0,1 1 1 0 0,0 0-1 0 0,0-1 1 0 0,0 1-1 0 0,-1-1 1 0 0,1 1-1 0 0,0 0 1 0 0,0-1-1 0 0,-1 1 1 0 0,1-1-1 0 0,0 1 1 0 0,-1-1-1 0 0,1 1 1 0 0,-1-1-1 0 0,1 1 1 0 0,-1-1-1 0 0,1 0 1 0 0,-1 1-1 0 0,1-1 1 0 0,-1 0-1 0 0,1 1 1 0 0,-1-1-1 0 0,0 0 1 0 0,0 1-1 0 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6-15T09:47:44.444"/>
    </inkml:context>
    <inkml:brush xml:id="br0">
      <inkml:brushProperty name="width" value="0.05" units="cm"/>
      <inkml:brushProperty name="height" value="0.05" units="cm"/>
    </inkml:brush>
  </inkml:definitions>
  <inkml:trace contextRef="#ctx0" brushRef="#br0">158 32 8898 0 0,'0'0'316'0'0,"3"-8"1027"0"0,-2 11-1330 0 0,-1-1 0 0 0,0 1-1 0 0,0-1 1 0 0,0 1 0 0 0,0-1 0 0 0,0 1 0 0 0,0-1-1 0 0,-1 1 1 0 0,0 2 0 0 0,0-3-1 0 0,-2 12 20 0 0,-2 0 0 0 0,0-1 1 0 0,0 0-1 0 0,-1 0 0 0 0,-12 19 0 0 0,8-16 35 0 0,1 0 1 0 0,-9 26-1 0 0,10-22 28 0 0,-19 36 1 0 0,21-46-20 0 0,0 1 1 0 0,0 0-1 0 0,1 1 1 0 0,1-1-1 0 0,0 1 1 0 0,0 0-1 0 0,1 0 1 0 0,1 0-1 0 0,-2 22 1 0 0,4-31-29 0 0,0 0 0 0 0,0-1 0 0 0,0 1 0 0 0,0 0-1 0 0,1-1 1 0 0,-1 1 0 0 0,1 0 0 0 0,-1-1 0 0 0,1 1 0 0 0,0-1 0 0 0,0 1 0 0 0,1-1 0 0 0,1 4 0 0 0,0-3 13 0 0,1 1 1 0 0,-1-1-1 0 0,1 0 1 0 0,0 0 0 0 0,0 0-1 0 0,5 2 1 0 0,-8-4-67 0 0,6 3 31 0 0,0-1-1 0 0,0 0 1 0 0,0 0-1 0 0,0 0 0 0 0,1-1 1 0 0,-1 0-1 0 0,1 0 1 0 0,-1-1-1 0 0,1 0 0 0 0,0 0 1 0 0,13-1-1 0 0,-17 0-16 0 0,0 0 1 0 0,1-1-1 0 0,-1 1 0 0 0,0-1 0 0 0,0 0 0 0 0,0 0 0 0 0,0-1 1 0 0,0 1-1 0 0,0-1 0 0 0,0 0 0 0 0,0 0 0 0 0,-1 0 1 0 0,1 0-1 0 0,-1-1 0 0 0,1 0 0 0 0,-1 1 0 0 0,0-1 1 0 0,0-1-1 0 0,0 1 0 0 0,-1 0 0 0 0,1 0 0 0 0,3-7 1 0 0,4-11 21 0 0,-1 0 0 0 0,-1-1 1 0 0,-1 0-1 0 0,-1-1 1 0 0,0 1-1 0 0,2-31 1 0 0,-7 44-21 0 0,1 1-1 0 0,0 0 1 0 0,1 0 0 0 0,5-13 0 0 0,-5 14 6 0 0,0-1 0 0 0,-1 1 0 0 0,1-1 0 0 0,-1 0 0 0 0,1-15 0 0 0,-3 10 11 0 0,-1 1 0 0 0,0-1 0 0 0,-1 0 0 0 0,-4-18 0 0 0,0 5-170 0 0,6 24 106 0 0,0 0 0 0 0,0 1 0 0 0,0-1 0 0 0,0 0 0 0 0,0 1 0 0 0,0-1 0 0 0,1 0 0 0 0,-1 1 0 0 0,1-1 0 0 0,-1 1 0 0 0,1-1 0 0 0,0 1 0 0 0,-1-1 0 0 0,1 1 0 0 0,0-1 0 0 0,0 1 0 0 0,0 0 0 0 0,0 0 0 0 0,0-1 0 0 0,0 1 0 0 0,1 0 0 0 0,-1 0 0 0 0,0 0 0 0 0,1 0 0 0 0,-1 0 0 0 0,0 0 0 0 0,1 1 0 0 0,1-2 0 0 0,5-2 64 0 0,0 1-1 0 0,0-1 1 0 0,17-3 0 0 0,-6 3-27 0 0,0 0 0 0 0,0 2 0 0 0,0 0 0 0 0,1 1 0 0 0,-1 1 0 0 0,0 0 0 0 0,1 2 0 0 0,-1 0 0 0 0,30 8 0 0 0,-46-9 1 0 0,0 1 0 0 0,0-1 0 0 0,0 0 0 0 0,0 1 0 0 0,0 0-1 0 0,0-1 1 0 0,0 1 0 0 0,-1 0 0 0 0,1 1 0 0 0,-1-1 0 0 0,1 0-1 0 0,-1 1 1 0 0,0-1 0 0 0,0 1 0 0 0,0 0 0 0 0,0 0-1 0 0,-1 0 1 0 0,1-1 0 0 0,-1 2 0 0 0,0-1 0 0 0,1 0 0 0 0,-1 0-1 0 0,-1 0 1 0 0,1 0 0 0 0,0 1 0 0 0,-1-1 0 0 0,0 0 0 0 0,0 1-1 0 0,0-1 1 0 0,0 0 0 0 0,-1 4 0 0 0,0 6 6 0 0,-1 0 1 0 0,-1 0 0 0 0,0-1-1 0 0,0 1 1 0 0,-1-1 0 0 0,-10 20-1 0 0,1-6 11 0 0,1-4 70 0 0,-14 42 1 0 0,24-58-78 0 0,0 0 1 0 0,1 0-1 0 0,-1 0 0 0 0,1 1 0 0 0,1-1 0 0 0,-1 0 0 0 0,1 1 0 0 0,0-1 1 0 0,1 0-1 0 0,-1 0 0 0 0,1 1 0 0 0,3 7 0 0 0,-3-12 19 0 0,0 1-1 0 0,1-1 1 0 0,0 0-1 0 0,-1 0 1 0 0,1 0-1 0 0,0 0 1 0 0,0-1-1 0 0,0 1 1 0 0,0 0-1 0 0,0-1 1 0 0,1 1-1 0 0,-1-1 1 0 0,0 0-1 0 0,1 0 1 0 0,-1 0-1 0 0,1 0 1 0 0,2 1-1 0 0,2 0 19 0 0,0 0 1 0 0,0 0-1 0 0,0 0 1 0 0,1-1-1 0 0,8 0 1 0 0,-6-1-26 0 0,-1-1 0 0 0,0-1 0 0 0,0 1 1 0 0,-1-1-1 0 0,1-1 0 0 0,0 1 0 0 0,0-2 1 0 0,-1 1-1 0 0,0-1 0 0 0,0 0 0 0 0,0-1 0 0 0,0 0 1 0 0,-1 0-1 0 0,0-1 0 0 0,0 0 0 0 0,0 0 1 0 0,-1-1-1 0 0,8-8 0 0 0,-6 4 32 0 0,0 0 0 0 0,0 0 0 0 0,-1-1 1 0 0,-1 0-1 0 0,0 0 0 0 0,0-1 0 0 0,-1 1 0 0 0,-1-1 0 0 0,0-1 0 0 0,-1 1 0 0 0,2-23 0 0 0,-4 30 5 0 0,0 1 0 0 0,1 0-1 0 0,-1 0 1 0 0,1-1 0 0 0,0 1 0 0 0,4-7-1 0 0,-4 9-72 0 0,0 0 0 0 0,-1 0 0 0 0,1 0-1 0 0,-1 0 1 0 0,0 0 0 0 0,0 0 0 0 0,0 0-1 0 0,0-1 1 0 0,-1 1 0 0 0,1 0 0 0 0,-1 0-1 0 0,0-1 1 0 0,0 1 0 0 0,0 0 0 0 0,0-1 0 0 0,-1 1-1 0 0,1 0 1 0 0,-1 0 0 0 0,0-1 0 0 0,-1-3-1 0 0,2 7 3 0 0,0-1-8 0 0,0 1 0 0 0,-1 0-1 0 0,1-1 1 0 0,0 1 0 0 0,0 0 0 0 0,0 0-1 0 0,-1-1 1 0 0,1 1 0 0 0,0 0 0 0 0,0-1-1 0 0,-1 1 1 0 0,1 0 0 0 0,0 0 0 0 0,-1 0 0 0 0,1-1-1 0 0,0 1 1 0 0,-1 0 0 0 0,1 0 0 0 0,0 0-1 0 0,-1 0 1 0 0,1 0 0 0 0,0 0 0 0 0,-1-1-1 0 0,1 1 1 0 0,0 0 0 0 0,-1 0 0 0 0,-50-14-1316 0 0,34 8 799 0 0,1 1 0 0 0,-1 1 1 0 0,-29-4-1 0 0,-35 6-1767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BE66A34-496B-42E3-AD90-504AB2C072BD}" type="datetimeFigureOut">
              <a:rPr lang="en-AU" smtClean="0"/>
              <a:t>9/8/2024</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D46CAED-4298-4B71-ADC5-3446C00CCBE9}" type="slidenum">
              <a:rPr lang="en-AU" smtClean="0"/>
              <a:t>‹#›</a:t>
            </a:fld>
            <a:endParaRPr lang="en-AU"/>
          </a:p>
        </p:txBody>
      </p:sp>
    </p:spTree>
    <p:extLst>
      <p:ext uri="{BB962C8B-B14F-4D97-AF65-F5344CB8AC3E}">
        <p14:creationId xmlns:p14="http://schemas.microsoft.com/office/powerpoint/2010/main" val="878601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ED46CAED-4298-4B71-ADC5-3446C00CCBE9}" type="slidenum">
              <a:rPr lang="en-AU" smtClean="0"/>
              <a:t>1</a:t>
            </a:fld>
            <a:endParaRPr lang="en-AU"/>
          </a:p>
        </p:txBody>
      </p:sp>
    </p:spTree>
    <p:extLst>
      <p:ext uri="{BB962C8B-B14F-4D97-AF65-F5344CB8AC3E}">
        <p14:creationId xmlns:p14="http://schemas.microsoft.com/office/powerpoint/2010/main" val="2528000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9034E306-1497-4200-B70B-62CF4F7328F2}" type="datetimeFigureOut">
              <a:rPr lang="en-AU" smtClean="0"/>
              <a:t>9/8/2024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3334947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9034E306-1497-4200-B70B-62CF4F7328F2}" type="datetimeFigureOut">
              <a:rPr lang="en-AU" smtClean="0"/>
              <a:t>9/8/2024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3184732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34E306-1497-4200-B70B-62CF4F7328F2}" type="datetimeFigureOut">
              <a:rPr lang="en-AU" smtClean="0"/>
              <a:t>9/8/2024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2436027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9034E306-1497-4200-B70B-62CF4F7328F2}" type="datetimeFigureOut">
              <a:rPr lang="en-AU" smtClean="0"/>
              <a:t>9/8/2024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814425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9034E306-1497-4200-B70B-62CF4F7328F2}" type="datetimeFigureOut">
              <a:rPr lang="en-AU" smtClean="0"/>
              <a:t>9/8/2024</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129913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9034E306-1497-4200-B70B-62CF4F7328F2}" type="datetimeFigureOut">
              <a:rPr lang="en-AU" smtClean="0"/>
              <a:t>9/8/2024</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718725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34E306-1497-4200-B70B-62CF4F7328F2}" type="datetimeFigureOut">
              <a:rPr lang="en-AU" smtClean="0"/>
              <a:t>9/8/2024</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428099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34E306-1497-4200-B70B-62CF4F7328F2}" type="datetimeFigureOut">
              <a:rPr lang="en-AU" smtClean="0"/>
              <a:t>9/8/2024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1884644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34E306-1497-4200-B70B-62CF4F7328F2}" type="datetimeFigureOut">
              <a:rPr lang="en-AU" smtClean="0"/>
              <a:t>9/8/2024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34984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9034E306-1497-4200-B70B-62CF4F7328F2}" type="datetimeFigureOut">
              <a:rPr lang="en-AU" smtClean="0"/>
              <a:t>9/8/2024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3707473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9034E306-1497-4200-B70B-62CF4F7328F2}" type="datetimeFigureOut">
              <a:rPr lang="en-AU" smtClean="0"/>
              <a:t>9/8/2024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3EEF79B-F426-458A-B17F-54A38C2B863C}" type="slidenum">
              <a:rPr lang="en-AU" smtClean="0"/>
              <a:t>‹#›</a:t>
            </a:fld>
            <a:endParaRPr lang="en-AU"/>
          </a:p>
        </p:txBody>
      </p:sp>
    </p:spTree>
    <p:extLst>
      <p:ext uri="{BB962C8B-B14F-4D97-AF65-F5344CB8AC3E}">
        <p14:creationId xmlns:p14="http://schemas.microsoft.com/office/powerpoint/2010/main" val="397187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34E306-1497-4200-B70B-62CF4F7328F2}" type="datetimeFigureOut">
              <a:rPr lang="en-AU" smtClean="0"/>
              <a:t>9/8/2024</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EF79B-F426-458A-B17F-54A38C2B863C}" type="slidenum">
              <a:rPr lang="en-AU" smtClean="0"/>
              <a:t>‹#›</a:t>
            </a:fld>
            <a:endParaRPr lang="en-AU"/>
          </a:p>
        </p:txBody>
      </p:sp>
    </p:spTree>
    <p:extLst>
      <p:ext uri="{BB962C8B-B14F-4D97-AF65-F5344CB8AC3E}">
        <p14:creationId xmlns:p14="http://schemas.microsoft.com/office/powerpoint/2010/main" val="2155214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6" Type="http://schemas.openxmlformats.org/officeDocument/2006/relationships/customXml" Target="../ink/ink12.xml"/><Relationship Id="rId21" Type="http://schemas.openxmlformats.org/officeDocument/2006/relationships/image" Target="../media/image12.png"/><Relationship Id="rId42" Type="http://schemas.openxmlformats.org/officeDocument/2006/relationships/customXml" Target="../ink/ink20.xml"/><Relationship Id="rId47" Type="http://schemas.openxmlformats.org/officeDocument/2006/relationships/image" Target="../media/image25.png"/><Relationship Id="rId63" Type="http://schemas.openxmlformats.org/officeDocument/2006/relationships/image" Target="../media/image33.png"/><Relationship Id="rId68" Type="http://schemas.openxmlformats.org/officeDocument/2006/relationships/customXml" Target="../ink/ink33.xml"/><Relationship Id="rId84" Type="http://schemas.openxmlformats.org/officeDocument/2006/relationships/image" Target="../media/image44.png"/><Relationship Id="rId89" Type="http://schemas.openxmlformats.org/officeDocument/2006/relationships/customXml" Target="../ink/ink43.xml"/><Relationship Id="rId16" Type="http://schemas.openxmlformats.org/officeDocument/2006/relationships/customXml" Target="../ink/ink7.xml"/><Relationship Id="rId11" Type="http://schemas.openxmlformats.org/officeDocument/2006/relationships/image" Target="../media/image7.png"/><Relationship Id="rId32" Type="http://schemas.openxmlformats.org/officeDocument/2006/relationships/customXml" Target="../ink/ink15.xml"/><Relationship Id="rId37" Type="http://schemas.openxmlformats.org/officeDocument/2006/relationships/image" Target="../media/image20.png"/><Relationship Id="rId53" Type="http://schemas.openxmlformats.org/officeDocument/2006/relationships/image" Target="../media/image28.png"/><Relationship Id="rId58" Type="http://schemas.openxmlformats.org/officeDocument/2006/relationships/customXml" Target="../ink/ink28.xml"/><Relationship Id="rId74" Type="http://schemas.openxmlformats.org/officeDocument/2006/relationships/customXml" Target="../ink/ink36.xml"/><Relationship Id="rId79" Type="http://schemas.openxmlformats.org/officeDocument/2006/relationships/customXml" Target="../ink/ink38.xml"/><Relationship Id="rId102" Type="http://schemas.openxmlformats.org/officeDocument/2006/relationships/image" Target="../media/image53.png"/><Relationship Id="rId5" Type="http://schemas.openxmlformats.org/officeDocument/2006/relationships/image" Target="../media/image4.png"/><Relationship Id="rId90" Type="http://schemas.openxmlformats.org/officeDocument/2006/relationships/image" Target="../media/image47.png"/><Relationship Id="rId95" Type="http://schemas.openxmlformats.org/officeDocument/2006/relationships/customXml" Target="../ink/ink46.xml"/><Relationship Id="rId22" Type="http://schemas.openxmlformats.org/officeDocument/2006/relationships/customXml" Target="../ink/ink10.xml"/><Relationship Id="rId27" Type="http://schemas.openxmlformats.org/officeDocument/2006/relationships/image" Target="../media/image15.png"/><Relationship Id="rId43" Type="http://schemas.openxmlformats.org/officeDocument/2006/relationships/image" Target="../media/image23.png"/><Relationship Id="rId48" Type="http://schemas.openxmlformats.org/officeDocument/2006/relationships/customXml" Target="../ink/ink23.xml"/><Relationship Id="rId64" Type="http://schemas.openxmlformats.org/officeDocument/2006/relationships/customXml" Target="../ink/ink31.xml"/><Relationship Id="rId69" Type="http://schemas.openxmlformats.org/officeDocument/2006/relationships/image" Target="../media/image36.png"/><Relationship Id="rId80" Type="http://schemas.openxmlformats.org/officeDocument/2006/relationships/image" Target="../media/image42.png"/><Relationship Id="rId85" Type="http://schemas.openxmlformats.org/officeDocument/2006/relationships/customXml" Target="../ink/ink41.xml"/><Relationship Id="rId12" Type="http://schemas.openxmlformats.org/officeDocument/2006/relationships/customXml" Target="../ink/ink5.xml"/><Relationship Id="rId17" Type="http://schemas.openxmlformats.org/officeDocument/2006/relationships/image" Target="../media/image10.png"/><Relationship Id="rId25" Type="http://schemas.openxmlformats.org/officeDocument/2006/relationships/image" Target="../media/image14.png"/><Relationship Id="rId33" Type="http://schemas.openxmlformats.org/officeDocument/2006/relationships/image" Target="../media/image18.png"/><Relationship Id="rId38" Type="http://schemas.openxmlformats.org/officeDocument/2006/relationships/customXml" Target="../ink/ink18.xml"/><Relationship Id="rId46" Type="http://schemas.openxmlformats.org/officeDocument/2006/relationships/customXml" Target="../ink/ink22.xml"/><Relationship Id="rId59" Type="http://schemas.openxmlformats.org/officeDocument/2006/relationships/image" Target="../media/image31.png"/><Relationship Id="rId67" Type="http://schemas.openxmlformats.org/officeDocument/2006/relationships/image" Target="../media/image35.png"/><Relationship Id="rId20" Type="http://schemas.openxmlformats.org/officeDocument/2006/relationships/customXml" Target="../ink/ink9.xml"/><Relationship Id="rId41" Type="http://schemas.openxmlformats.org/officeDocument/2006/relationships/image" Target="../media/image22.png"/><Relationship Id="rId54" Type="http://schemas.openxmlformats.org/officeDocument/2006/relationships/customXml" Target="../ink/ink26.xml"/><Relationship Id="rId62" Type="http://schemas.openxmlformats.org/officeDocument/2006/relationships/customXml" Target="../ink/ink30.xml"/><Relationship Id="rId70" Type="http://schemas.openxmlformats.org/officeDocument/2006/relationships/customXml" Target="../ink/ink34.xml"/><Relationship Id="rId75" Type="http://schemas.openxmlformats.org/officeDocument/2006/relationships/image" Target="../media/image39.png"/><Relationship Id="rId83" Type="http://schemas.openxmlformats.org/officeDocument/2006/relationships/customXml" Target="../ink/ink40.xml"/><Relationship Id="rId88" Type="http://schemas.openxmlformats.org/officeDocument/2006/relationships/image" Target="../media/image46.png"/><Relationship Id="rId91" Type="http://schemas.openxmlformats.org/officeDocument/2006/relationships/customXml" Target="../ink/ink44.xml"/><Relationship Id="rId96"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customXml" Target="../ink/ink2.xml"/><Relationship Id="rId15" Type="http://schemas.openxmlformats.org/officeDocument/2006/relationships/image" Target="../media/image9.png"/><Relationship Id="rId23" Type="http://schemas.openxmlformats.org/officeDocument/2006/relationships/image" Target="../media/image13.png"/><Relationship Id="rId28" Type="http://schemas.openxmlformats.org/officeDocument/2006/relationships/customXml" Target="../ink/ink13.xml"/><Relationship Id="rId36" Type="http://schemas.openxmlformats.org/officeDocument/2006/relationships/customXml" Target="../ink/ink17.xml"/><Relationship Id="rId49" Type="http://schemas.openxmlformats.org/officeDocument/2006/relationships/image" Target="../media/image26.png"/><Relationship Id="rId57" Type="http://schemas.openxmlformats.org/officeDocument/2006/relationships/image" Target="../media/image30.png"/><Relationship Id="rId10" Type="http://schemas.openxmlformats.org/officeDocument/2006/relationships/customXml" Target="../ink/ink4.xml"/><Relationship Id="rId31" Type="http://schemas.openxmlformats.org/officeDocument/2006/relationships/image" Target="../media/image17.png"/><Relationship Id="rId44" Type="http://schemas.openxmlformats.org/officeDocument/2006/relationships/customXml" Target="../ink/ink21.xml"/><Relationship Id="rId52" Type="http://schemas.openxmlformats.org/officeDocument/2006/relationships/customXml" Target="../ink/ink25.xml"/><Relationship Id="rId60" Type="http://schemas.openxmlformats.org/officeDocument/2006/relationships/customXml" Target="../ink/ink29.xml"/><Relationship Id="rId65" Type="http://schemas.openxmlformats.org/officeDocument/2006/relationships/image" Target="../media/image34.png"/><Relationship Id="rId73" Type="http://schemas.openxmlformats.org/officeDocument/2006/relationships/image" Target="../media/image38.png"/><Relationship Id="rId78" Type="http://schemas.openxmlformats.org/officeDocument/2006/relationships/image" Target="../media/image41.png"/><Relationship Id="rId81" Type="http://schemas.openxmlformats.org/officeDocument/2006/relationships/customXml" Target="../ink/ink39.xml"/><Relationship Id="rId86" Type="http://schemas.openxmlformats.org/officeDocument/2006/relationships/image" Target="../media/image45.png"/><Relationship Id="rId94" Type="http://schemas.openxmlformats.org/officeDocument/2006/relationships/image" Target="../media/image49.png"/><Relationship Id="rId99" Type="http://schemas.openxmlformats.org/officeDocument/2006/relationships/customXml" Target="../ink/ink48.xml"/><Relationship Id="rId101" Type="http://schemas.openxmlformats.org/officeDocument/2006/relationships/customXml" Target="../ink/ink49.xml"/><Relationship Id="rId4" Type="http://schemas.openxmlformats.org/officeDocument/2006/relationships/customXml" Target="../ink/ink1.xml"/><Relationship Id="rId9" Type="http://schemas.openxmlformats.org/officeDocument/2006/relationships/image" Target="../media/image6.png"/><Relationship Id="rId13" Type="http://schemas.openxmlformats.org/officeDocument/2006/relationships/image" Target="../media/image8.png"/><Relationship Id="rId18" Type="http://schemas.openxmlformats.org/officeDocument/2006/relationships/customXml" Target="../ink/ink8.xml"/><Relationship Id="rId39" Type="http://schemas.openxmlformats.org/officeDocument/2006/relationships/image" Target="../media/image21.png"/><Relationship Id="rId34" Type="http://schemas.openxmlformats.org/officeDocument/2006/relationships/customXml" Target="../ink/ink16.xml"/><Relationship Id="rId50" Type="http://schemas.openxmlformats.org/officeDocument/2006/relationships/customXml" Target="../ink/ink24.xml"/><Relationship Id="rId55" Type="http://schemas.openxmlformats.org/officeDocument/2006/relationships/image" Target="../media/image29.png"/><Relationship Id="rId76" Type="http://schemas.openxmlformats.org/officeDocument/2006/relationships/customXml" Target="../ink/ink37.xml"/><Relationship Id="rId97" Type="http://schemas.openxmlformats.org/officeDocument/2006/relationships/customXml" Target="../ink/ink47.xml"/><Relationship Id="rId7" Type="http://schemas.openxmlformats.org/officeDocument/2006/relationships/image" Target="../media/image5.png"/><Relationship Id="rId71" Type="http://schemas.openxmlformats.org/officeDocument/2006/relationships/image" Target="../media/image37.png"/><Relationship Id="rId92" Type="http://schemas.openxmlformats.org/officeDocument/2006/relationships/image" Target="../media/image48.png"/><Relationship Id="rId2" Type="http://schemas.openxmlformats.org/officeDocument/2006/relationships/image" Target="../media/image2.png"/><Relationship Id="rId29" Type="http://schemas.openxmlformats.org/officeDocument/2006/relationships/image" Target="../media/image16.png"/><Relationship Id="rId24" Type="http://schemas.openxmlformats.org/officeDocument/2006/relationships/customXml" Target="../ink/ink11.xml"/><Relationship Id="rId40" Type="http://schemas.openxmlformats.org/officeDocument/2006/relationships/customXml" Target="../ink/ink19.xml"/><Relationship Id="rId45" Type="http://schemas.openxmlformats.org/officeDocument/2006/relationships/image" Target="../media/image24.png"/><Relationship Id="rId66" Type="http://schemas.openxmlformats.org/officeDocument/2006/relationships/customXml" Target="../ink/ink32.xml"/><Relationship Id="rId87" Type="http://schemas.openxmlformats.org/officeDocument/2006/relationships/customXml" Target="../ink/ink42.xml"/><Relationship Id="rId61" Type="http://schemas.openxmlformats.org/officeDocument/2006/relationships/image" Target="../media/image32.png"/><Relationship Id="rId82" Type="http://schemas.openxmlformats.org/officeDocument/2006/relationships/image" Target="../media/image43.png"/><Relationship Id="rId19" Type="http://schemas.openxmlformats.org/officeDocument/2006/relationships/image" Target="../media/image11.png"/><Relationship Id="rId14" Type="http://schemas.openxmlformats.org/officeDocument/2006/relationships/customXml" Target="../ink/ink6.xml"/><Relationship Id="rId30" Type="http://schemas.openxmlformats.org/officeDocument/2006/relationships/customXml" Target="../ink/ink14.xml"/><Relationship Id="rId35" Type="http://schemas.openxmlformats.org/officeDocument/2006/relationships/image" Target="../media/image19.png"/><Relationship Id="rId56" Type="http://schemas.openxmlformats.org/officeDocument/2006/relationships/customXml" Target="../ink/ink27.xml"/><Relationship Id="rId77" Type="http://schemas.openxmlformats.org/officeDocument/2006/relationships/image" Target="../media/image40.png"/><Relationship Id="rId100" Type="http://schemas.openxmlformats.org/officeDocument/2006/relationships/image" Target="../media/image52.png"/><Relationship Id="rId8" Type="http://schemas.openxmlformats.org/officeDocument/2006/relationships/customXml" Target="../ink/ink3.xml"/><Relationship Id="rId51" Type="http://schemas.openxmlformats.org/officeDocument/2006/relationships/image" Target="../media/image27.png"/><Relationship Id="rId72" Type="http://schemas.openxmlformats.org/officeDocument/2006/relationships/customXml" Target="../ink/ink35.xml"/><Relationship Id="rId93" Type="http://schemas.openxmlformats.org/officeDocument/2006/relationships/customXml" Target="../ink/ink45.xml"/><Relationship Id="rId98" Type="http://schemas.openxmlformats.org/officeDocument/2006/relationships/image" Target="../media/image51.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3" Type="http://schemas.openxmlformats.org/officeDocument/2006/relationships/customXml" Target="../ink/ink52.xml"/><Relationship Id="rId18" Type="http://schemas.openxmlformats.org/officeDocument/2006/relationships/image" Target="../media/image64.png"/><Relationship Id="rId26" Type="http://schemas.openxmlformats.org/officeDocument/2006/relationships/image" Target="../media/image68.png"/><Relationship Id="rId39" Type="http://schemas.openxmlformats.org/officeDocument/2006/relationships/customXml" Target="../ink/ink65.xml"/><Relationship Id="rId21" Type="http://schemas.openxmlformats.org/officeDocument/2006/relationships/customXml" Target="../ink/ink56.xml"/><Relationship Id="rId34" Type="http://schemas.openxmlformats.org/officeDocument/2006/relationships/image" Target="../media/image72.png"/><Relationship Id="rId42" Type="http://schemas.openxmlformats.org/officeDocument/2006/relationships/image" Target="../media/image76.png"/><Relationship Id="rId47" Type="http://schemas.openxmlformats.org/officeDocument/2006/relationships/customXml" Target="../ink/ink69.xml"/><Relationship Id="rId50" Type="http://schemas.openxmlformats.org/officeDocument/2006/relationships/image" Target="../media/image80.png"/><Relationship Id="rId55" Type="http://schemas.openxmlformats.org/officeDocument/2006/relationships/customXml" Target="../ink/ink73.xml"/><Relationship Id="rId7" Type="http://schemas.openxmlformats.org/officeDocument/2006/relationships/image" Target="../media/image58.png"/><Relationship Id="rId2" Type="http://schemas.openxmlformats.org/officeDocument/2006/relationships/image" Target="../media/image2.png"/><Relationship Id="rId16" Type="http://schemas.openxmlformats.org/officeDocument/2006/relationships/image" Target="../media/image63.png"/><Relationship Id="rId29" Type="http://schemas.openxmlformats.org/officeDocument/2006/relationships/customXml" Target="../ink/ink60.xml"/><Relationship Id="rId11" Type="http://schemas.openxmlformats.org/officeDocument/2006/relationships/customXml" Target="../ink/ink51.xml"/><Relationship Id="rId24" Type="http://schemas.openxmlformats.org/officeDocument/2006/relationships/image" Target="../media/image67.png"/><Relationship Id="rId32" Type="http://schemas.openxmlformats.org/officeDocument/2006/relationships/image" Target="../media/image71.png"/><Relationship Id="rId37" Type="http://schemas.openxmlformats.org/officeDocument/2006/relationships/customXml" Target="../ink/ink64.xml"/><Relationship Id="rId40" Type="http://schemas.openxmlformats.org/officeDocument/2006/relationships/image" Target="../media/image75.png"/><Relationship Id="rId45" Type="http://schemas.openxmlformats.org/officeDocument/2006/relationships/customXml" Target="../ink/ink68.xml"/><Relationship Id="rId53" Type="http://schemas.openxmlformats.org/officeDocument/2006/relationships/customXml" Target="../ink/ink72.xml"/><Relationship Id="rId58" Type="http://schemas.openxmlformats.org/officeDocument/2006/relationships/image" Target="../media/image84.png"/><Relationship Id="rId5" Type="http://schemas.openxmlformats.org/officeDocument/2006/relationships/image" Target="../media/image56.png"/><Relationship Id="rId61" Type="http://schemas.openxmlformats.org/officeDocument/2006/relationships/customXml" Target="../ink/ink76.xml"/><Relationship Id="rId19" Type="http://schemas.openxmlformats.org/officeDocument/2006/relationships/customXml" Target="../ink/ink55.xml"/><Relationship Id="rId14" Type="http://schemas.openxmlformats.org/officeDocument/2006/relationships/image" Target="../media/image62.png"/><Relationship Id="rId22" Type="http://schemas.openxmlformats.org/officeDocument/2006/relationships/image" Target="../media/image66.png"/><Relationship Id="rId27" Type="http://schemas.openxmlformats.org/officeDocument/2006/relationships/customXml" Target="../ink/ink59.xml"/><Relationship Id="rId30" Type="http://schemas.openxmlformats.org/officeDocument/2006/relationships/image" Target="../media/image70.png"/><Relationship Id="rId35" Type="http://schemas.openxmlformats.org/officeDocument/2006/relationships/customXml" Target="../ink/ink63.xml"/><Relationship Id="rId43" Type="http://schemas.openxmlformats.org/officeDocument/2006/relationships/customXml" Target="../ink/ink67.xml"/><Relationship Id="rId48" Type="http://schemas.openxmlformats.org/officeDocument/2006/relationships/image" Target="../media/image79.png"/><Relationship Id="rId56" Type="http://schemas.openxmlformats.org/officeDocument/2006/relationships/image" Target="../media/image83.png"/><Relationship Id="rId8" Type="http://schemas.openxmlformats.org/officeDocument/2006/relationships/image" Target="../media/image59.png"/><Relationship Id="rId51" Type="http://schemas.openxmlformats.org/officeDocument/2006/relationships/customXml" Target="../ink/ink71.xml"/><Relationship Id="rId3" Type="http://schemas.openxmlformats.org/officeDocument/2006/relationships/image" Target="../media/image54.png"/><Relationship Id="rId12" Type="http://schemas.openxmlformats.org/officeDocument/2006/relationships/image" Target="../media/image61.png"/><Relationship Id="rId17" Type="http://schemas.openxmlformats.org/officeDocument/2006/relationships/customXml" Target="../ink/ink54.xml"/><Relationship Id="rId25" Type="http://schemas.openxmlformats.org/officeDocument/2006/relationships/customXml" Target="../ink/ink58.xml"/><Relationship Id="rId33" Type="http://schemas.openxmlformats.org/officeDocument/2006/relationships/customXml" Target="../ink/ink62.xml"/><Relationship Id="rId38" Type="http://schemas.openxmlformats.org/officeDocument/2006/relationships/image" Target="../media/image74.png"/><Relationship Id="rId46" Type="http://schemas.openxmlformats.org/officeDocument/2006/relationships/image" Target="../media/image78.png"/><Relationship Id="rId59" Type="http://schemas.openxmlformats.org/officeDocument/2006/relationships/customXml" Target="../ink/ink75.xml"/><Relationship Id="rId20" Type="http://schemas.openxmlformats.org/officeDocument/2006/relationships/image" Target="../media/image65.png"/><Relationship Id="rId41" Type="http://schemas.openxmlformats.org/officeDocument/2006/relationships/customXml" Target="../ink/ink66.xml"/><Relationship Id="rId54" Type="http://schemas.openxmlformats.org/officeDocument/2006/relationships/image" Target="../media/image82.png"/><Relationship Id="rId6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57.png"/><Relationship Id="rId15" Type="http://schemas.openxmlformats.org/officeDocument/2006/relationships/customXml" Target="../ink/ink53.xml"/><Relationship Id="rId23" Type="http://schemas.openxmlformats.org/officeDocument/2006/relationships/customXml" Target="../ink/ink57.xml"/><Relationship Id="rId28" Type="http://schemas.openxmlformats.org/officeDocument/2006/relationships/image" Target="../media/image69.png"/><Relationship Id="rId36" Type="http://schemas.openxmlformats.org/officeDocument/2006/relationships/image" Target="../media/image73.png"/><Relationship Id="rId49" Type="http://schemas.openxmlformats.org/officeDocument/2006/relationships/customXml" Target="../ink/ink70.xml"/><Relationship Id="rId57" Type="http://schemas.openxmlformats.org/officeDocument/2006/relationships/customXml" Target="../ink/ink74.xml"/><Relationship Id="rId10" Type="http://schemas.openxmlformats.org/officeDocument/2006/relationships/image" Target="../media/image60.png"/><Relationship Id="rId31" Type="http://schemas.openxmlformats.org/officeDocument/2006/relationships/customXml" Target="../ink/ink61.xml"/><Relationship Id="rId44" Type="http://schemas.openxmlformats.org/officeDocument/2006/relationships/image" Target="../media/image77.png"/><Relationship Id="rId52" Type="http://schemas.openxmlformats.org/officeDocument/2006/relationships/image" Target="../media/image81.png"/><Relationship Id="rId60" Type="http://schemas.openxmlformats.org/officeDocument/2006/relationships/image" Target="../media/image85.png"/><Relationship Id="rId4" Type="http://schemas.openxmlformats.org/officeDocument/2006/relationships/image" Target="../media/image55.png"/><Relationship Id="rId9" Type="http://schemas.openxmlformats.org/officeDocument/2006/relationships/customXml" Target="../ink/ink50.xml"/></Relationships>
</file>

<file path=ppt/slides/_rels/slide5.xml.rels><?xml version="1.0" encoding="UTF-8" standalone="yes"?>
<Relationships xmlns="http://schemas.openxmlformats.org/package/2006/relationships"><Relationship Id="rId8" Type="http://schemas.openxmlformats.org/officeDocument/2006/relationships/customXml" Target="../ink/ink79.xml"/><Relationship Id="rId13" Type="http://schemas.openxmlformats.org/officeDocument/2006/relationships/image" Target="../media/image89.png"/><Relationship Id="rId18" Type="http://schemas.openxmlformats.org/officeDocument/2006/relationships/customXml" Target="../ink/ink84.xml"/><Relationship Id="rId26" Type="http://schemas.openxmlformats.org/officeDocument/2006/relationships/image" Target="../media/image95.png"/><Relationship Id="rId3" Type="http://schemas.openxmlformats.org/officeDocument/2006/relationships/image" Target="../media/image87.png"/><Relationship Id="rId21" Type="http://schemas.openxmlformats.org/officeDocument/2006/relationships/image" Target="../media/image86.png"/><Relationship Id="rId7" Type="http://schemas.openxmlformats.org/officeDocument/2006/relationships/image" Target="../media/image65.png"/><Relationship Id="rId12" Type="http://schemas.openxmlformats.org/officeDocument/2006/relationships/customXml" Target="../ink/ink81.xml"/><Relationship Id="rId17" Type="http://schemas.openxmlformats.org/officeDocument/2006/relationships/image" Target="../media/image73.png"/><Relationship Id="rId25" Type="http://schemas.openxmlformats.org/officeDocument/2006/relationships/image" Target="../media/image94.png"/><Relationship Id="rId2" Type="http://schemas.openxmlformats.org/officeDocument/2006/relationships/image" Target="../media/image2.png"/><Relationship Id="rId16" Type="http://schemas.openxmlformats.org/officeDocument/2006/relationships/customXml" Target="../ink/ink83.xml"/><Relationship Id="rId20" Type="http://schemas.openxmlformats.org/officeDocument/2006/relationships/customXml" Target="../ink/ink85.xml"/><Relationship Id="rId1" Type="http://schemas.openxmlformats.org/officeDocument/2006/relationships/slideLayout" Target="../slideLayouts/slideLayout2.xml"/><Relationship Id="rId6" Type="http://schemas.openxmlformats.org/officeDocument/2006/relationships/customXml" Target="../ink/ink78.xml"/><Relationship Id="rId11" Type="http://schemas.openxmlformats.org/officeDocument/2006/relationships/image" Target="../media/image88.png"/><Relationship Id="rId24" Type="http://schemas.openxmlformats.org/officeDocument/2006/relationships/image" Target="../media/image93.png"/><Relationship Id="rId5" Type="http://schemas.openxmlformats.org/officeDocument/2006/relationships/image" Target="../media/image60.png"/><Relationship Id="rId15" Type="http://schemas.openxmlformats.org/officeDocument/2006/relationships/image" Target="../media/image90.png"/><Relationship Id="rId23" Type="http://schemas.openxmlformats.org/officeDocument/2006/relationships/image" Target="../media/image92.png"/><Relationship Id="rId10" Type="http://schemas.openxmlformats.org/officeDocument/2006/relationships/customXml" Target="../ink/ink80.xml"/><Relationship Id="rId19" Type="http://schemas.openxmlformats.org/officeDocument/2006/relationships/image" Target="../media/image74.png"/><Relationship Id="rId4" Type="http://schemas.openxmlformats.org/officeDocument/2006/relationships/customXml" Target="../ink/ink77.xml"/><Relationship Id="rId9" Type="http://schemas.openxmlformats.org/officeDocument/2006/relationships/image" Target="../media/image66.png"/><Relationship Id="rId14" Type="http://schemas.openxmlformats.org/officeDocument/2006/relationships/customXml" Target="../ink/ink82.xml"/><Relationship Id="rId22" Type="http://schemas.openxmlformats.org/officeDocument/2006/relationships/image" Target="../media/image91.png"/><Relationship Id="rId27" Type="http://schemas.openxmlformats.org/officeDocument/2006/relationships/image" Target="../media/image96.png"/></Relationships>
</file>

<file path=ppt/slides/_rels/slide6.xml.rels><?xml version="1.0" encoding="UTF-8" standalone="yes"?>
<Relationships xmlns="http://schemas.openxmlformats.org/package/2006/relationships"><Relationship Id="rId8" Type="http://schemas.openxmlformats.org/officeDocument/2006/relationships/customXml" Target="../ink/ink88.xml"/><Relationship Id="rId13" Type="http://schemas.openxmlformats.org/officeDocument/2006/relationships/image" Target="../media/image89.png"/><Relationship Id="rId18" Type="http://schemas.openxmlformats.org/officeDocument/2006/relationships/customXml" Target="../ink/ink93.xml"/><Relationship Id="rId26" Type="http://schemas.openxmlformats.org/officeDocument/2006/relationships/image" Target="../media/image95.png"/><Relationship Id="rId3" Type="http://schemas.openxmlformats.org/officeDocument/2006/relationships/image" Target="../media/image87.png"/><Relationship Id="rId21" Type="http://schemas.openxmlformats.org/officeDocument/2006/relationships/image" Target="../media/image86.png"/><Relationship Id="rId7" Type="http://schemas.openxmlformats.org/officeDocument/2006/relationships/image" Target="../media/image65.png"/><Relationship Id="rId12" Type="http://schemas.openxmlformats.org/officeDocument/2006/relationships/customXml" Target="../ink/ink90.xml"/><Relationship Id="rId17" Type="http://schemas.openxmlformats.org/officeDocument/2006/relationships/image" Target="../media/image73.png"/><Relationship Id="rId25" Type="http://schemas.openxmlformats.org/officeDocument/2006/relationships/image" Target="../media/image94.png"/><Relationship Id="rId2" Type="http://schemas.openxmlformats.org/officeDocument/2006/relationships/image" Target="../media/image2.png"/><Relationship Id="rId16" Type="http://schemas.openxmlformats.org/officeDocument/2006/relationships/customXml" Target="../ink/ink92.xml"/><Relationship Id="rId20" Type="http://schemas.openxmlformats.org/officeDocument/2006/relationships/customXml" Target="../ink/ink94.xml"/><Relationship Id="rId1" Type="http://schemas.openxmlformats.org/officeDocument/2006/relationships/slideLayout" Target="../slideLayouts/slideLayout2.xml"/><Relationship Id="rId6" Type="http://schemas.openxmlformats.org/officeDocument/2006/relationships/customXml" Target="../ink/ink87.xml"/><Relationship Id="rId11" Type="http://schemas.openxmlformats.org/officeDocument/2006/relationships/image" Target="../media/image88.png"/><Relationship Id="rId24" Type="http://schemas.openxmlformats.org/officeDocument/2006/relationships/image" Target="../media/image93.png"/><Relationship Id="rId5" Type="http://schemas.openxmlformats.org/officeDocument/2006/relationships/image" Target="../media/image60.png"/><Relationship Id="rId15" Type="http://schemas.openxmlformats.org/officeDocument/2006/relationships/image" Target="../media/image90.png"/><Relationship Id="rId23" Type="http://schemas.openxmlformats.org/officeDocument/2006/relationships/image" Target="../media/image92.png"/><Relationship Id="rId10" Type="http://schemas.openxmlformats.org/officeDocument/2006/relationships/customXml" Target="../ink/ink89.xml"/><Relationship Id="rId19" Type="http://schemas.openxmlformats.org/officeDocument/2006/relationships/image" Target="../media/image74.png"/><Relationship Id="rId4" Type="http://schemas.openxmlformats.org/officeDocument/2006/relationships/customXml" Target="../ink/ink86.xml"/><Relationship Id="rId9" Type="http://schemas.openxmlformats.org/officeDocument/2006/relationships/image" Target="../media/image66.png"/><Relationship Id="rId14" Type="http://schemas.openxmlformats.org/officeDocument/2006/relationships/customXml" Target="../ink/ink91.xml"/><Relationship Id="rId22" Type="http://schemas.openxmlformats.org/officeDocument/2006/relationships/image" Target="../media/image91.png"/><Relationship Id="rId27" Type="http://schemas.openxmlformats.org/officeDocument/2006/relationships/image" Target="../media/image96.png"/></Relationships>
</file>

<file path=ppt/slides/_rels/slide7.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customXml" Target="../ink/ink100.xml"/><Relationship Id="rId18" Type="http://schemas.openxmlformats.org/officeDocument/2006/relationships/image" Target="../media/image98.png"/><Relationship Id="rId3" Type="http://schemas.openxmlformats.org/officeDocument/2006/relationships/customXml" Target="../ink/ink95.xml"/><Relationship Id="rId21" Type="http://schemas.openxmlformats.org/officeDocument/2006/relationships/image" Target="../media/image101.png"/><Relationship Id="rId7" Type="http://schemas.openxmlformats.org/officeDocument/2006/relationships/customXml" Target="../ink/ink97.xml"/><Relationship Id="rId12" Type="http://schemas.openxmlformats.org/officeDocument/2006/relationships/image" Target="../media/image73.png"/><Relationship Id="rId17" Type="http://schemas.openxmlformats.org/officeDocument/2006/relationships/image" Target="../media/image97.png"/><Relationship Id="rId25" Type="http://schemas.openxmlformats.org/officeDocument/2006/relationships/image" Target="../media/image105.png"/><Relationship Id="rId2" Type="http://schemas.openxmlformats.org/officeDocument/2006/relationships/image" Target="../media/image2.png"/><Relationship Id="rId16" Type="http://schemas.openxmlformats.org/officeDocument/2006/relationships/image" Target="../media/image86.png"/><Relationship Id="rId20"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88.png"/><Relationship Id="rId11" Type="http://schemas.openxmlformats.org/officeDocument/2006/relationships/customXml" Target="../ink/ink99.xml"/><Relationship Id="rId24" Type="http://schemas.openxmlformats.org/officeDocument/2006/relationships/image" Target="../media/image104.png"/><Relationship Id="rId5" Type="http://schemas.openxmlformats.org/officeDocument/2006/relationships/customXml" Target="../ink/ink96.xml"/><Relationship Id="rId15" Type="http://schemas.openxmlformats.org/officeDocument/2006/relationships/customXml" Target="../ink/ink101.xml"/><Relationship Id="rId23" Type="http://schemas.openxmlformats.org/officeDocument/2006/relationships/image" Target="../media/image103.png"/><Relationship Id="rId10" Type="http://schemas.openxmlformats.org/officeDocument/2006/relationships/image" Target="../media/image90.png"/><Relationship Id="rId19" Type="http://schemas.openxmlformats.org/officeDocument/2006/relationships/image" Target="../media/image99.png"/><Relationship Id="rId4" Type="http://schemas.openxmlformats.org/officeDocument/2006/relationships/image" Target="../media/image60.png"/><Relationship Id="rId9" Type="http://schemas.openxmlformats.org/officeDocument/2006/relationships/customXml" Target="../ink/ink98.xml"/><Relationship Id="rId14" Type="http://schemas.openxmlformats.org/officeDocument/2006/relationships/image" Target="../media/image74.png"/><Relationship Id="rId22" Type="http://schemas.openxmlformats.org/officeDocument/2006/relationships/image" Target="../media/image102.png"/></Relationships>
</file>

<file path=ppt/slides/_rels/slide8.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customXml" Target="../ink/ink107.xml"/><Relationship Id="rId18" Type="http://schemas.openxmlformats.org/officeDocument/2006/relationships/image" Target="../media/image109.png"/><Relationship Id="rId3" Type="http://schemas.openxmlformats.org/officeDocument/2006/relationships/customXml" Target="../ink/ink102.xml"/><Relationship Id="rId7" Type="http://schemas.openxmlformats.org/officeDocument/2006/relationships/customXml" Target="../ink/ink104.xml"/><Relationship Id="rId12" Type="http://schemas.openxmlformats.org/officeDocument/2006/relationships/image" Target="../media/image73.png"/><Relationship Id="rId17" Type="http://schemas.openxmlformats.org/officeDocument/2006/relationships/image" Target="../media/image108.png"/><Relationship Id="rId2" Type="http://schemas.openxmlformats.org/officeDocument/2006/relationships/image" Target="../media/image2.png"/><Relationship Id="rId16" Type="http://schemas.openxmlformats.org/officeDocument/2006/relationships/image" Target="../media/image107.png"/><Relationship Id="rId1" Type="http://schemas.openxmlformats.org/officeDocument/2006/relationships/slideLayout" Target="../slideLayouts/slideLayout2.xml"/><Relationship Id="rId6" Type="http://schemas.openxmlformats.org/officeDocument/2006/relationships/image" Target="../media/image88.png"/><Relationship Id="rId11" Type="http://schemas.openxmlformats.org/officeDocument/2006/relationships/customXml" Target="../ink/ink106.xml"/><Relationship Id="rId5" Type="http://schemas.openxmlformats.org/officeDocument/2006/relationships/customXml" Target="../ink/ink103.xml"/><Relationship Id="rId15" Type="http://schemas.openxmlformats.org/officeDocument/2006/relationships/image" Target="../media/image106.png"/><Relationship Id="rId10" Type="http://schemas.openxmlformats.org/officeDocument/2006/relationships/image" Target="../media/image90.png"/><Relationship Id="rId19" Type="http://schemas.openxmlformats.org/officeDocument/2006/relationships/image" Target="../media/image110.png"/><Relationship Id="rId4" Type="http://schemas.openxmlformats.org/officeDocument/2006/relationships/image" Target="../media/image60.png"/><Relationship Id="rId9" Type="http://schemas.openxmlformats.org/officeDocument/2006/relationships/customXml" Target="../ink/ink105.xml"/><Relationship Id="rId14" Type="http://schemas.openxmlformats.org/officeDocument/2006/relationships/image" Target="../media/image74.png"/></Relationships>
</file>

<file path=ppt/slides/_rels/slide9.xml.rels><?xml version="1.0" encoding="UTF-8" standalone="yes"?>
<Relationships xmlns="http://schemas.openxmlformats.org/package/2006/relationships"><Relationship Id="rId3" Type="http://schemas.openxmlformats.org/officeDocument/2006/relationships/customXml" Target="../ink/ink108.xml"/><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11.png"/><Relationship Id="rId4" Type="http://schemas.openxmlformats.org/officeDocument/2006/relationships/image" Target="../media/image60.png"/></Relationships>
</file>

<file path=ppt/slides/_rels/slide10.xml.rels><?xml version="1.0" encoding="UTF-8" standalone="yes"?>
<Relationships xmlns="http://schemas.openxmlformats.org/package/2006/relationships"><Relationship Id="rId3" Type="http://schemas.openxmlformats.org/officeDocument/2006/relationships/customXml" Target="../ink/ink109.xml"/><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12.png"/><Relationship Id="rId4" Type="http://schemas.openxmlformats.org/officeDocument/2006/relationships/image" Target="../media/image60.png"/></Relationships>
</file>

<file path=ppt/slides/_rels/slide11.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21.png"/><Relationship Id="rId3" Type="http://schemas.openxmlformats.org/officeDocument/2006/relationships/customXml" Target="../ink/ink110.xml"/><Relationship Id="rId7" Type="http://schemas.openxmlformats.org/officeDocument/2006/relationships/image" Target="../media/image115.png"/><Relationship Id="rId12" Type="http://schemas.openxmlformats.org/officeDocument/2006/relationships/image" Target="../media/image12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14.png"/><Relationship Id="rId11" Type="http://schemas.openxmlformats.org/officeDocument/2006/relationships/image" Target="../media/image119.png"/><Relationship Id="rId5" Type="http://schemas.openxmlformats.org/officeDocument/2006/relationships/image" Target="../media/image113.png"/><Relationship Id="rId10" Type="http://schemas.openxmlformats.org/officeDocument/2006/relationships/image" Target="../media/image118.png"/><Relationship Id="rId4" Type="http://schemas.openxmlformats.org/officeDocument/2006/relationships/image" Target="../media/image60.png"/><Relationship Id="rId9" Type="http://schemas.openxmlformats.org/officeDocument/2006/relationships/image" Target="../media/image117.png"/><Relationship Id="rId14" Type="http://schemas.openxmlformats.org/officeDocument/2006/relationships/image" Target="../media/image122.png"/></Relationships>
</file>

<file path=ppt/slides/_rels/slide12.xml.rels><?xml version="1.0" encoding="UTF-8" standalone="yes"?>
<Relationships xmlns="http://schemas.openxmlformats.org/package/2006/relationships"><Relationship Id="rId3" Type="http://schemas.openxmlformats.org/officeDocument/2006/relationships/customXml" Target="../ink/ink111.xml"/><Relationship Id="rId7" Type="http://schemas.openxmlformats.org/officeDocument/2006/relationships/image" Target="../media/image12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60.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28.png"/><Relationship Id="rId4" Type="http://schemas.openxmlformats.org/officeDocument/2006/relationships/image" Target="../media/image127.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image" Target="../media/image129.png"/><Relationship Id="rId7" Type="http://schemas.openxmlformats.org/officeDocument/2006/relationships/image" Target="../media/image13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32.png"/><Relationship Id="rId11" Type="http://schemas.openxmlformats.org/officeDocument/2006/relationships/image" Target="../media/image137.png"/><Relationship Id="rId5" Type="http://schemas.openxmlformats.org/officeDocument/2006/relationships/image" Target="../media/image131.png"/><Relationship Id="rId10" Type="http://schemas.openxmlformats.org/officeDocument/2006/relationships/image" Target="../media/image136.png"/><Relationship Id="rId4" Type="http://schemas.openxmlformats.org/officeDocument/2006/relationships/image" Target="../media/image130.png"/><Relationship Id="rId9" Type="http://schemas.openxmlformats.org/officeDocument/2006/relationships/image" Target="../media/image135.png"/></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40.png"/><Relationship Id="rId4" Type="http://schemas.openxmlformats.org/officeDocument/2006/relationships/image" Target="../media/image139.png"/></Relationships>
</file>

<file path=ppt/slides/_rels/slide20.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42.png"/></Relationships>
</file>

<file path=ppt/slides/_rels/slide2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6" Type="http://schemas.openxmlformats.org/officeDocument/2006/relationships/image" Target="../media/image155.png"/><Relationship Id="rId21" Type="http://schemas.openxmlformats.org/officeDocument/2006/relationships/customXml" Target="../ink/ink121.xml"/><Relationship Id="rId42" Type="http://schemas.openxmlformats.org/officeDocument/2006/relationships/image" Target="../media/image163.png"/><Relationship Id="rId47" Type="http://schemas.openxmlformats.org/officeDocument/2006/relationships/customXml" Target="../ink/ink134.xml"/><Relationship Id="rId63" Type="http://schemas.openxmlformats.org/officeDocument/2006/relationships/customXml" Target="../ink/ink142.xml"/><Relationship Id="rId68" Type="http://schemas.openxmlformats.org/officeDocument/2006/relationships/image" Target="../media/image176.png"/><Relationship Id="rId84" Type="http://schemas.openxmlformats.org/officeDocument/2006/relationships/image" Target="../media/image184.png"/><Relationship Id="rId16" Type="http://schemas.openxmlformats.org/officeDocument/2006/relationships/image" Target="../media/image150.png"/><Relationship Id="rId11" Type="http://schemas.openxmlformats.org/officeDocument/2006/relationships/customXml" Target="../ink/ink116.xml"/><Relationship Id="rId32" Type="http://schemas.openxmlformats.org/officeDocument/2006/relationships/image" Target="../media/image158.png"/><Relationship Id="rId37" Type="http://schemas.openxmlformats.org/officeDocument/2006/relationships/customXml" Target="../ink/ink129.xml"/><Relationship Id="rId53" Type="http://schemas.openxmlformats.org/officeDocument/2006/relationships/customXml" Target="../ink/ink137.xml"/><Relationship Id="rId58" Type="http://schemas.openxmlformats.org/officeDocument/2006/relationships/image" Target="../media/image171.png"/><Relationship Id="rId74" Type="http://schemas.openxmlformats.org/officeDocument/2006/relationships/image" Target="../media/image179.png"/><Relationship Id="rId79" Type="http://schemas.openxmlformats.org/officeDocument/2006/relationships/customXml" Target="../ink/ink150.xml"/><Relationship Id="rId5" Type="http://schemas.openxmlformats.org/officeDocument/2006/relationships/customXml" Target="../ink/ink113.xml"/><Relationship Id="rId19" Type="http://schemas.openxmlformats.org/officeDocument/2006/relationships/customXml" Target="../ink/ink120.xml"/><Relationship Id="rId14" Type="http://schemas.openxmlformats.org/officeDocument/2006/relationships/image" Target="../media/image149.png"/><Relationship Id="rId22" Type="http://schemas.openxmlformats.org/officeDocument/2006/relationships/image" Target="../media/image153.png"/><Relationship Id="rId27" Type="http://schemas.openxmlformats.org/officeDocument/2006/relationships/customXml" Target="../ink/ink124.xml"/><Relationship Id="rId30" Type="http://schemas.openxmlformats.org/officeDocument/2006/relationships/image" Target="../media/image157.png"/><Relationship Id="rId35" Type="http://schemas.openxmlformats.org/officeDocument/2006/relationships/customXml" Target="../ink/ink128.xml"/><Relationship Id="rId43" Type="http://schemas.openxmlformats.org/officeDocument/2006/relationships/customXml" Target="../ink/ink132.xml"/><Relationship Id="rId48" Type="http://schemas.openxmlformats.org/officeDocument/2006/relationships/image" Target="../media/image166.png"/><Relationship Id="rId56" Type="http://schemas.openxmlformats.org/officeDocument/2006/relationships/image" Target="../media/image170.png"/><Relationship Id="rId64" Type="http://schemas.openxmlformats.org/officeDocument/2006/relationships/image" Target="../media/image174.png"/><Relationship Id="rId69" Type="http://schemas.openxmlformats.org/officeDocument/2006/relationships/customXml" Target="../ink/ink145.xml"/><Relationship Id="rId77" Type="http://schemas.openxmlformats.org/officeDocument/2006/relationships/customXml" Target="../ink/ink149.xml"/><Relationship Id="rId8" Type="http://schemas.openxmlformats.org/officeDocument/2006/relationships/image" Target="../media/image146.png"/><Relationship Id="rId51" Type="http://schemas.openxmlformats.org/officeDocument/2006/relationships/customXml" Target="../ink/ink136.xml"/><Relationship Id="rId72" Type="http://schemas.openxmlformats.org/officeDocument/2006/relationships/image" Target="../media/image178.png"/><Relationship Id="rId80" Type="http://schemas.openxmlformats.org/officeDocument/2006/relationships/image" Target="../media/image182.png"/><Relationship Id="rId85" Type="http://schemas.openxmlformats.org/officeDocument/2006/relationships/customXml" Target="../ink/ink153.xml"/><Relationship Id="rId3" Type="http://schemas.openxmlformats.org/officeDocument/2006/relationships/customXml" Target="../ink/ink112.xml"/><Relationship Id="rId12" Type="http://schemas.openxmlformats.org/officeDocument/2006/relationships/image" Target="../media/image148.png"/><Relationship Id="rId17" Type="http://schemas.openxmlformats.org/officeDocument/2006/relationships/customXml" Target="../ink/ink119.xml"/><Relationship Id="rId25" Type="http://schemas.openxmlformats.org/officeDocument/2006/relationships/customXml" Target="../ink/ink123.xml"/><Relationship Id="rId33" Type="http://schemas.openxmlformats.org/officeDocument/2006/relationships/customXml" Target="../ink/ink127.xml"/><Relationship Id="rId38" Type="http://schemas.openxmlformats.org/officeDocument/2006/relationships/image" Target="../media/image161.png"/><Relationship Id="rId46" Type="http://schemas.openxmlformats.org/officeDocument/2006/relationships/image" Target="../media/image165.png"/><Relationship Id="rId59" Type="http://schemas.openxmlformats.org/officeDocument/2006/relationships/customXml" Target="../ink/ink140.xml"/><Relationship Id="rId67" Type="http://schemas.openxmlformats.org/officeDocument/2006/relationships/customXml" Target="../ink/ink144.xml"/><Relationship Id="rId20" Type="http://schemas.openxmlformats.org/officeDocument/2006/relationships/image" Target="../media/image152.png"/><Relationship Id="rId41" Type="http://schemas.openxmlformats.org/officeDocument/2006/relationships/customXml" Target="../ink/ink131.xml"/><Relationship Id="rId54" Type="http://schemas.openxmlformats.org/officeDocument/2006/relationships/image" Target="../media/image169.png"/><Relationship Id="rId62" Type="http://schemas.openxmlformats.org/officeDocument/2006/relationships/image" Target="../media/image173.png"/><Relationship Id="rId70" Type="http://schemas.openxmlformats.org/officeDocument/2006/relationships/image" Target="../media/image177.png"/><Relationship Id="rId75" Type="http://schemas.openxmlformats.org/officeDocument/2006/relationships/customXml" Target="../ink/ink148.xml"/><Relationship Id="rId83" Type="http://schemas.openxmlformats.org/officeDocument/2006/relationships/customXml" Target="../ink/ink152.xml"/><Relationship Id="rId88" Type="http://schemas.openxmlformats.org/officeDocument/2006/relationships/image" Target="../media/image186.png"/><Relationship Id="rId1" Type="http://schemas.openxmlformats.org/officeDocument/2006/relationships/slideLayout" Target="../slideLayouts/slideLayout2.xml"/><Relationship Id="rId6" Type="http://schemas.openxmlformats.org/officeDocument/2006/relationships/image" Target="../media/image145.png"/><Relationship Id="rId15" Type="http://schemas.openxmlformats.org/officeDocument/2006/relationships/customXml" Target="../ink/ink118.xml"/><Relationship Id="rId23" Type="http://schemas.openxmlformats.org/officeDocument/2006/relationships/customXml" Target="../ink/ink122.xml"/><Relationship Id="rId28" Type="http://schemas.openxmlformats.org/officeDocument/2006/relationships/image" Target="../media/image156.png"/><Relationship Id="rId36" Type="http://schemas.openxmlformats.org/officeDocument/2006/relationships/image" Target="../media/image160.png"/><Relationship Id="rId49" Type="http://schemas.openxmlformats.org/officeDocument/2006/relationships/customXml" Target="../ink/ink135.xml"/><Relationship Id="rId57" Type="http://schemas.openxmlformats.org/officeDocument/2006/relationships/customXml" Target="../ink/ink139.xml"/><Relationship Id="rId10" Type="http://schemas.openxmlformats.org/officeDocument/2006/relationships/image" Target="../media/image147.png"/><Relationship Id="rId31" Type="http://schemas.openxmlformats.org/officeDocument/2006/relationships/customXml" Target="../ink/ink126.xml"/><Relationship Id="rId44" Type="http://schemas.openxmlformats.org/officeDocument/2006/relationships/image" Target="../media/image164.png"/><Relationship Id="rId52" Type="http://schemas.openxmlformats.org/officeDocument/2006/relationships/image" Target="../media/image168.png"/><Relationship Id="rId60" Type="http://schemas.openxmlformats.org/officeDocument/2006/relationships/image" Target="../media/image172.png"/><Relationship Id="rId65" Type="http://schemas.openxmlformats.org/officeDocument/2006/relationships/customXml" Target="../ink/ink143.xml"/><Relationship Id="rId73" Type="http://schemas.openxmlformats.org/officeDocument/2006/relationships/customXml" Target="../ink/ink147.xml"/><Relationship Id="rId78" Type="http://schemas.openxmlformats.org/officeDocument/2006/relationships/image" Target="../media/image181.png"/><Relationship Id="rId81" Type="http://schemas.openxmlformats.org/officeDocument/2006/relationships/customXml" Target="../ink/ink151.xml"/><Relationship Id="rId86" Type="http://schemas.openxmlformats.org/officeDocument/2006/relationships/image" Target="../media/image185.png"/><Relationship Id="rId4" Type="http://schemas.openxmlformats.org/officeDocument/2006/relationships/image" Target="../media/image144.png"/><Relationship Id="rId9" Type="http://schemas.openxmlformats.org/officeDocument/2006/relationships/customXml" Target="../ink/ink115.xml"/><Relationship Id="rId13" Type="http://schemas.openxmlformats.org/officeDocument/2006/relationships/customXml" Target="../ink/ink117.xml"/><Relationship Id="rId18" Type="http://schemas.openxmlformats.org/officeDocument/2006/relationships/image" Target="../media/image151.png"/><Relationship Id="rId39" Type="http://schemas.openxmlformats.org/officeDocument/2006/relationships/customXml" Target="../ink/ink130.xml"/><Relationship Id="rId34" Type="http://schemas.openxmlformats.org/officeDocument/2006/relationships/image" Target="../media/image159.png"/><Relationship Id="rId50" Type="http://schemas.openxmlformats.org/officeDocument/2006/relationships/image" Target="../media/image167.png"/><Relationship Id="rId55" Type="http://schemas.openxmlformats.org/officeDocument/2006/relationships/customXml" Target="../ink/ink138.xml"/><Relationship Id="rId76" Type="http://schemas.openxmlformats.org/officeDocument/2006/relationships/image" Target="../media/image180.png"/><Relationship Id="rId7" Type="http://schemas.openxmlformats.org/officeDocument/2006/relationships/customXml" Target="../ink/ink114.xml"/><Relationship Id="rId71" Type="http://schemas.openxmlformats.org/officeDocument/2006/relationships/customXml" Target="../ink/ink146.xml"/><Relationship Id="rId2" Type="http://schemas.openxmlformats.org/officeDocument/2006/relationships/image" Target="../media/image2.png"/><Relationship Id="rId29" Type="http://schemas.openxmlformats.org/officeDocument/2006/relationships/customXml" Target="../ink/ink125.xml"/><Relationship Id="rId24" Type="http://schemas.openxmlformats.org/officeDocument/2006/relationships/image" Target="../media/image154.png"/><Relationship Id="rId40" Type="http://schemas.openxmlformats.org/officeDocument/2006/relationships/image" Target="../media/image162.png"/><Relationship Id="rId45" Type="http://schemas.openxmlformats.org/officeDocument/2006/relationships/customXml" Target="../ink/ink133.xml"/><Relationship Id="rId66" Type="http://schemas.openxmlformats.org/officeDocument/2006/relationships/image" Target="../media/image175.png"/><Relationship Id="rId87" Type="http://schemas.openxmlformats.org/officeDocument/2006/relationships/customXml" Target="../ink/ink154.xml"/><Relationship Id="rId61" Type="http://schemas.openxmlformats.org/officeDocument/2006/relationships/customXml" Target="../ink/ink141.xml"/><Relationship Id="rId82" Type="http://schemas.openxmlformats.org/officeDocument/2006/relationships/image" Target="../media/image183.png"/></Relationships>
</file>

<file path=ppt/slides/_rels/slide28.xml.rels><?xml version="1.0" encoding="UTF-8" standalone="yes"?>
<Relationships xmlns="http://schemas.openxmlformats.org/package/2006/relationships"><Relationship Id="rId117" Type="http://schemas.openxmlformats.org/officeDocument/2006/relationships/customXml" Target="../ink/ink212.xml"/><Relationship Id="rId21" Type="http://schemas.openxmlformats.org/officeDocument/2006/relationships/customXml" Target="../ink/ink164.xml"/><Relationship Id="rId42" Type="http://schemas.openxmlformats.org/officeDocument/2006/relationships/image" Target="../media/image206.png"/><Relationship Id="rId63" Type="http://schemas.openxmlformats.org/officeDocument/2006/relationships/customXml" Target="../ink/ink185.xml"/><Relationship Id="rId84" Type="http://schemas.openxmlformats.org/officeDocument/2006/relationships/image" Target="../media/image227.png"/><Relationship Id="rId138" Type="http://schemas.openxmlformats.org/officeDocument/2006/relationships/image" Target="../media/image254.png"/><Relationship Id="rId159" Type="http://schemas.openxmlformats.org/officeDocument/2006/relationships/customXml" Target="../ink/ink233.xml"/><Relationship Id="rId170" Type="http://schemas.openxmlformats.org/officeDocument/2006/relationships/image" Target="../media/image270.png"/><Relationship Id="rId191" Type="http://schemas.openxmlformats.org/officeDocument/2006/relationships/customXml" Target="../ink/ink249.xml"/><Relationship Id="rId107" Type="http://schemas.openxmlformats.org/officeDocument/2006/relationships/customXml" Target="../ink/ink207.xml"/><Relationship Id="rId11" Type="http://schemas.openxmlformats.org/officeDocument/2006/relationships/customXml" Target="../ink/ink159.xml"/><Relationship Id="rId32" Type="http://schemas.openxmlformats.org/officeDocument/2006/relationships/image" Target="../media/image201.png"/><Relationship Id="rId53" Type="http://schemas.openxmlformats.org/officeDocument/2006/relationships/customXml" Target="../ink/ink180.xml"/><Relationship Id="rId74" Type="http://schemas.openxmlformats.org/officeDocument/2006/relationships/image" Target="../media/image222.png"/><Relationship Id="rId128" Type="http://schemas.openxmlformats.org/officeDocument/2006/relationships/image" Target="../media/image249.png"/><Relationship Id="rId149" Type="http://schemas.openxmlformats.org/officeDocument/2006/relationships/customXml" Target="../ink/ink228.xml"/><Relationship Id="rId5" Type="http://schemas.openxmlformats.org/officeDocument/2006/relationships/customXml" Target="../ink/ink156.xml"/><Relationship Id="rId95" Type="http://schemas.openxmlformats.org/officeDocument/2006/relationships/customXml" Target="../ink/ink201.xml"/><Relationship Id="rId160" Type="http://schemas.openxmlformats.org/officeDocument/2006/relationships/image" Target="../media/image265.png"/><Relationship Id="rId181" Type="http://schemas.openxmlformats.org/officeDocument/2006/relationships/customXml" Target="../ink/ink244.xml"/><Relationship Id="rId22" Type="http://schemas.openxmlformats.org/officeDocument/2006/relationships/image" Target="../media/image196.png"/><Relationship Id="rId43" Type="http://schemas.openxmlformats.org/officeDocument/2006/relationships/customXml" Target="../ink/ink175.xml"/><Relationship Id="rId64" Type="http://schemas.openxmlformats.org/officeDocument/2006/relationships/image" Target="../media/image217.png"/><Relationship Id="rId118" Type="http://schemas.openxmlformats.org/officeDocument/2006/relationships/image" Target="../media/image244.png"/><Relationship Id="rId139" Type="http://schemas.openxmlformats.org/officeDocument/2006/relationships/customXml" Target="../ink/ink223.xml"/><Relationship Id="rId85" Type="http://schemas.openxmlformats.org/officeDocument/2006/relationships/customXml" Target="../ink/ink196.xml"/><Relationship Id="rId150" Type="http://schemas.openxmlformats.org/officeDocument/2006/relationships/image" Target="../media/image260.png"/><Relationship Id="rId171" Type="http://schemas.openxmlformats.org/officeDocument/2006/relationships/customXml" Target="../ink/ink239.xml"/><Relationship Id="rId192" Type="http://schemas.openxmlformats.org/officeDocument/2006/relationships/image" Target="../media/image281.png"/><Relationship Id="rId12" Type="http://schemas.openxmlformats.org/officeDocument/2006/relationships/image" Target="../media/image191.png"/><Relationship Id="rId33" Type="http://schemas.openxmlformats.org/officeDocument/2006/relationships/customXml" Target="../ink/ink170.xml"/><Relationship Id="rId108" Type="http://schemas.openxmlformats.org/officeDocument/2006/relationships/image" Target="../media/image239.png"/><Relationship Id="rId129" Type="http://schemas.openxmlformats.org/officeDocument/2006/relationships/customXml" Target="../ink/ink218.xml"/><Relationship Id="rId54" Type="http://schemas.openxmlformats.org/officeDocument/2006/relationships/image" Target="../media/image212.png"/><Relationship Id="rId75" Type="http://schemas.openxmlformats.org/officeDocument/2006/relationships/customXml" Target="../ink/ink191.xml"/><Relationship Id="rId96" Type="http://schemas.openxmlformats.org/officeDocument/2006/relationships/image" Target="../media/image233.png"/><Relationship Id="rId140" Type="http://schemas.openxmlformats.org/officeDocument/2006/relationships/image" Target="../media/image255.png"/><Relationship Id="rId161" Type="http://schemas.openxmlformats.org/officeDocument/2006/relationships/customXml" Target="../ink/ink234.xml"/><Relationship Id="rId182" Type="http://schemas.openxmlformats.org/officeDocument/2006/relationships/image" Target="../media/image276.png"/><Relationship Id="rId6" Type="http://schemas.openxmlformats.org/officeDocument/2006/relationships/image" Target="../media/image188.png"/><Relationship Id="rId23" Type="http://schemas.openxmlformats.org/officeDocument/2006/relationships/customXml" Target="../ink/ink165.xml"/><Relationship Id="rId119" Type="http://schemas.openxmlformats.org/officeDocument/2006/relationships/customXml" Target="../ink/ink213.xml"/><Relationship Id="rId44" Type="http://schemas.openxmlformats.org/officeDocument/2006/relationships/image" Target="../media/image207.png"/><Relationship Id="rId65" Type="http://schemas.openxmlformats.org/officeDocument/2006/relationships/customXml" Target="../ink/ink186.xml"/><Relationship Id="rId86" Type="http://schemas.openxmlformats.org/officeDocument/2006/relationships/image" Target="../media/image228.png"/><Relationship Id="rId130" Type="http://schemas.openxmlformats.org/officeDocument/2006/relationships/image" Target="../media/image250.png"/><Relationship Id="rId151" Type="http://schemas.openxmlformats.org/officeDocument/2006/relationships/customXml" Target="../ink/ink229.xml"/><Relationship Id="rId172" Type="http://schemas.openxmlformats.org/officeDocument/2006/relationships/image" Target="../media/image271.png"/><Relationship Id="rId193" Type="http://schemas.openxmlformats.org/officeDocument/2006/relationships/customXml" Target="../ink/ink250.xml"/><Relationship Id="rId13" Type="http://schemas.openxmlformats.org/officeDocument/2006/relationships/customXml" Target="../ink/ink160.xml"/><Relationship Id="rId109" Type="http://schemas.openxmlformats.org/officeDocument/2006/relationships/customXml" Target="../ink/ink208.xml"/><Relationship Id="rId34" Type="http://schemas.openxmlformats.org/officeDocument/2006/relationships/image" Target="../media/image202.png"/><Relationship Id="rId50" Type="http://schemas.openxmlformats.org/officeDocument/2006/relationships/image" Target="../media/image210.png"/><Relationship Id="rId55" Type="http://schemas.openxmlformats.org/officeDocument/2006/relationships/customXml" Target="../ink/ink181.xml"/><Relationship Id="rId76" Type="http://schemas.openxmlformats.org/officeDocument/2006/relationships/image" Target="../media/image223.png"/><Relationship Id="rId97" Type="http://schemas.openxmlformats.org/officeDocument/2006/relationships/customXml" Target="../ink/ink202.xml"/><Relationship Id="rId104" Type="http://schemas.openxmlformats.org/officeDocument/2006/relationships/image" Target="../media/image237.png"/><Relationship Id="rId120" Type="http://schemas.openxmlformats.org/officeDocument/2006/relationships/image" Target="../media/image245.png"/><Relationship Id="rId125" Type="http://schemas.openxmlformats.org/officeDocument/2006/relationships/customXml" Target="../ink/ink216.xml"/><Relationship Id="rId141" Type="http://schemas.openxmlformats.org/officeDocument/2006/relationships/customXml" Target="../ink/ink224.xml"/><Relationship Id="rId146" Type="http://schemas.openxmlformats.org/officeDocument/2006/relationships/image" Target="../media/image258.png"/><Relationship Id="rId167" Type="http://schemas.openxmlformats.org/officeDocument/2006/relationships/customXml" Target="../ink/ink237.xml"/><Relationship Id="rId188" Type="http://schemas.openxmlformats.org/officeDocument/2006/relationships/image" Target="../media/image279.png"/><Relationship Id="rId7" Type="http://schemas.openxmlformats.org/officeDocument/2006/relationships/customXml" Target="../ink/ink157.xml"/><Relationship Id="rId71" Type="http://schemas.openxmlformats.org/officeDocument/2006/relationships/customXml" Target="../ink/ink189.xml"/><Relationship Id="rId92" Type="http://schemas.openxmlformats.org/officeDocument/2006/relationships/image" Target="../media/image231.png"/><Relationship Id="rId162" Type="http://schemas.openxmlformats.org/officeDocument/2006/relationships/image" Target="../media/image266.png"/><Relationship Id="rId183" Type="http://schemas.openxmlformats.org/officeDocument/2006/relationships/customXml" Target="../ink/ink245.xml"/><Relationship Id="rId2" Type="http://schemas.openxmlformats.org/officeDocument/2006/relationships/image" Target="../media/image2.png"/><Relationship Id="rId29" Type="http://schemas.openxmlformats.org/officeDocument/2006/relationships/customXml" Target="../ink/ink168.xml"/><Relationship Id="rId24" Type="http://schemas.openxmlformats.org/officeDocument/2006/relationships/image" Target="../media/image197.png"/><Relationship Id="rId40" Type="http://schemas.openxmlformats.org/officeDocument/2006/relationships/image" Target="../media/image205.png"/><Relationship Id="rId45" Type="http://schemas.openxmlformats.org/officeDocument/2006/relationships/customXml" Target="../ink/ink176.xml"/><Relationship Id="rId66" Type="http://schemas.openxmlformats.org/officeDocument/2006/relationships/image" Target="../media/image218.png"/><Relationship Id="rId87" Type="http://schemas.openxmlformats.org/officeDocument/2006/relationships/customXml" Target="../ink/ink197.xml"/><Relationship Id="rId110" Type="http://schemas.openxmlformats.org/officeDocument/2006/relationships/image" Target="../media/image240.png"/><Relationship Id="rId115" Type="http://schemas.openxmlformats.org/officeDocument/2006/relationships/customXml" Target="../ink/ink211.xml"/><Relationship Id="rId131" Type="http://schemas.openxmlformats.org/officeDocument/2006/relationships/customXml" Target="../ink/ink219.xml"/><Relationship Id="rId136" Type="http://schemas.openxmlformats.org/officeDocument/2006/relationships/image" Target="../media/image253.png"/><Relationship Id="rId157" Type="http://schemas.openxmlformats.org/officeDocument/2006/relationships/customXml" Target="../ink/ink232.xml"/><Relationship Id="rId178" Type="http://schemas.openxmlformats.org/officeDocument/2006/relationships/image" Target="../media/image274.png"/><Relationship Id="rId61" Type="http://schemas.openxmlformats.org/officeDocument/2006/relationships/customXml" Target="../ink/ink184.xml"/><Relationship Id="rId82" Type="http://schemas.openxmlformats.org/officeDocument/2006/relationships/image" Target="../media/image226.png"/><Relationship Id="rId152" Type="http://schemas.openxmlformats.org/officeDocument/2006/relationships/image" Target="../media/image261.png"/><Relationship Id="rId173" Type="http://schemas.openxmlformats.org/officeDocument/2006/relationships/customXml" Target="../ink/ink240.xml"/><Relationship Id="rId194" Type="http://schemas.openxmlformats.org/officeDocument/2006/relationships/image" Target="../media/image282.png"/><Relationship Id="rId19" Type="http://schemas.openxmlformats.org/officeDocument/2006/relationships/customXml" Target="../ink/ink163.xml"/><Relationship Id="rId14" Type="http://schemas.openxmlformats.org/officeDocument/2006/relationships/image" Target="../media/image192.png"/><Relationship Id="rId30" Type="http://schemas.openxmlformats.org/officeDocument/2006/relationships/image" Target="../media/image200.png"/><Relationship Id="rId35" Type="http://schemas.openxmlformats.org/officeDocument/2006/relationships/customXml" Target="../ink/ink171.xml"/><Relationship Id="rId56" Type="http://schemas.openxmlformats.org/officeDocument/2006/relationships/image" Target="../media/image213.png"/><Relationship Id="rId77" Type="http://schemas.openxmlformats.org/officeDocument/2006/relationships/customXml" Target="../ink/ink192.xml"/><Relationship Id="rId100" Type="http://schemas.openxmlformats.org/officeDocument/2006/relationships/image" Target="../media/image235.png"/><Relationship Id="rId105" Type="http://schemas.openxmlformats.org/officeDocument/2006/relationships/customXml" Target="../ink/ink206.xml"/><Relationship Id="rId126" Type="http://schemas.openxmlformats.org/officeDocument/2006/relationships/image" Target="../media/image248.png"/><Relationship Id="rId147" Type="http://schemas.openxmlformats.org/officeDocument/2006/relationships/customXml" Target="../ink/ink227.xml"/><Relationship Id="rId168" Type="http://schemas.openxmlformats.org/officeDocument/2006/relationships/image" Target="../media/image269.png"/><Relationship Id="rId8" Type="http://schemas.openxmlformats.org/officeDocument/2006/relationships/image" Target="../media/image189.png"/><Relationship Id="rId51" Type="http://schemas.openxmlformats.org/officeDocument/2006/relationships/customXml" Target="../ink/ink179.xml"/><Relationship Id="rId72" Type="http://schemas.openxmlformats.org/officeDocument/2006/relationships/image" Target="../media/image221.png"/><Relationship Id="rId93" Type="http://schemas.openxmlformats.org/officeDocument/2006/relationships/customXml" Target="../ink/ink200.xml"/><Relationship Id="rId98" Type="http://schemas.openxmlformats.org/officeDocument/2006/relationships/image" Target="../media/image234.png"/><Relationship Id="rId121" Type="http://schemas.openxmlformats.org/officeDocument/2006/relationships/customXml" Target="../ink/ink214.xml"/><Relationship Id="rId142" Type="http://schemas.openxmlformats.org/officeDocument/2006/relationships/image" Target="../media/image256.png"/><Relationship Id="rId163" Type="http://schemas.openxmlformats.org/officeDocument/2006/relationships/customXml" Target="../ink/ink235.xml"/><Relationship Id="rId184" Type="http://schemas.openxmlformats.org/officeDocument/2006/relationships/image" Target="../media/image277.png"/><Relationship Id="rId189" Type="http://schemas.openxmlformats.org/officeDocument/2006/relationships/customXml" Target="../ink/ink248.xml"/><Relationship Id="rId3" Type="http://schemas.openxmlformats.org/officeDocument/2006/relationships/customXml" Target="../ink/ink155.xml"/><Relationship Id="rId25" Type="http://schemas.openxmlformats.org/officeDocument/2006/relationships/customXml" Target="../ink/ink166.xml"/><Relationship Id="rId46" Type="http://schemas.openxmlformats.org/officeDocument/2006/relationships/image" Target="../media/image208.png"/><Relationship Id="rId67" Type="http://schemas.openxmlformats.org/officeDocument/2006/relationships/customXml" Target="../ink/ink187.xml"/><Relationship Id="rId116" Type="http://schemas.openxmlformats.org/officeDocument/2006/relationships/image" Target="../media/image243.png"/><Relationship Id="rId137" Type="http://schemas.openxmlformats.org/officeDocument/2006/relationships/customXml" Target="../ink/ink222.xml"/><Relationship Id="rId158" Type="http://schemas.openxmlformats.org/officeDocument/2006/relationships/image" Target="../media/image264.png"/><Relationship Id="rId20" Type="http://schemas.openxmlformats.org/officeDocument/2006/relationships/image" Target="../media/image195.png"/><Relationship Id="rId41" Type="http://schemas.openxmlformats.org/officeDocument/2006/relationships/customXml" Target="../ink/ink174.xml"/><Relationship Id="rId62" Type="http://schemas.openxmlformats.org/officeDocument/2006/relationships/image" Target="../media/image216.png"/><Relationship Id="rId83" Type="http://schemas.openxmlformats.org/officeDocument/2006/relationships/customXml" Target="../ink/ink195.xml"/><Relationship Id="rId88" Type="http://schemas.openxmlformats.org/officeDocument/2006/relationships/image" Target="../media/image229.png"/><Relationship Id="rId111" Type="http://schemas.openxmlformats.org/officeDocument/2006/relationships/customXml" Target="../ink/ink209.xml"/><Relationship Id="rId132" Type="http://schemas.openxmlformats.org/officeDocument/2006/relationships/image" Target="../media/image251.png"/><Relationship Id="rId153" Type="http://schemas.openxmlformats.org/officeDocument/2006/relationships/customXml" Target="../ink/ink230.xml"/><Relationship Id="rId174" Type="http://schemas.openxmlformats.org/officeDocument/2006/relationships/image" Target="../media/image272.png"/><Relationship Id="rId179" Type="http://schemas.openxmlformats.org/officeDocument/2006/relationships/customXml" Target="../ink/ink243.xml"/><Relationship Id="rId190" Type="http://schemas.openxmlformats.org/officeDocument/2006/relationships/image" Target="../media/image280.png"/><Relationship Id="rId15" Type="http://schemas.openxmlformats.org/officeDocument/2006/relationships/customXml" Target="../ink/ink161.xml"/><Relationship Id="rId36" Type="http://schemas.openxmlformats.org/officeDocument/2006/relationships/image" Target="../media/image203.png"/><Relationship Id="rId57" Type="http://schemas.openxmlformats.org/officeDocument/2006/relationships/customXml" Target="../ink/ink182.xml"/><Relationship Id="rId106" Type="http://schemas.openxmlformats.org/officeDocument/2006/relationships/image" Target="../media/image238.png"/><Relationship Id="rId127" Type="http://schemas.openxmlformats.org/officeDocument/2006/relationships/customXml" Target="../ink/ink217.xml"/><Relationship Id="rId10" Type="http://schemas.openxmlformats.org/officeDocument/2006/relationships/image" Target="../media/image190.png"/><Relationship Id="rId31" Type="http://schemas.openxmlformats.org/officeDocument/2006/relationships/customXml" Target="../ink/ink169.xml"/><Relationship Id="rId52" Type="http://schemas.openxmlformats.org/officeDocument/2006/relationships/image" Target="../media/image211.png"/><Relationship Id="rId73" Type="http://schemas.openxmlformats.org/officeDocument/2006/relationships/customXml" Target="../ink/ink190.xml"/><Relationship Id="rId78" Type="http://schemas.openxmlformats.org/officeDocument/2006/relationships/image" Target="../media/image224.png"/><Relationship Id="rId94" Type="http://schemas.openxmlformats.org/officeDocument/2006/relationships/image" Target="../media/image232.png"/><Relationship Id="rId99" Type="http://schemas.openxmlformats.org/officeDocument/2006/relationships/customXml" Target="../ink/ink203.xml"/><Relationship Id="rId101" Type="http://schemas.openxmlformats.org/officeDocument/2006/relationships/customXml" Target="../ink/ink204.xml"/><Relationship Id="rId122" Type="http://schemas.openxmlformats.org/officeDocument/2006/relationships/image" Target="../media/image246.png"/><Relationship Id="rId143" Type="http://schemas.openxmlformats.org/officeDocument/2006/relationships/customXml" Target="../ink/ink225.xml"/><Relationship Id="rId148" Type="http://schemas.openxmlformats.org/officeDocument/2006/relationships/image" Target="../media/image259.png"/><Relationship Id="rId164" Type="http://schemas.openxmlformats.org/officeDocument/2006/relationships/image" Target="../media/image267.png"/><Relationship Id="rId169" Type="http://schemas.openxmlformats.org/officeDocument/2006/relationships/customXml" Target="../ink/ink238.xml"/><Relationship Id="rId185" Type="http://schemas.openxmlformats.org/officeDocument/2006/relationships/customXml" Target="../ink/ink246.xml"/><Relationship Id="rId4" Type="http://schemas.openxmlformats.org/officeDocument/2006/relationships/image" Target="../media/image187.png"/><Relationship Id="rId9" Type="http://schemas.openxmlformats.org/officeDocument/2006/relationships/customXml" Target="../ink/ink158.xml"/><Relationship Id="rId180" Type="http://schemas.openxmlformats.org/officeDocument/2006/relationships/image" Target="../media/image275.png"/><Relationship Id="rId26" Type="http://schemas.openxmlformats.org/officeDocument/2006/relationships/image" Target="../media/image198.png"/><Relationship Id="rId47" Type="http://schemas.openxmlformats.org/officeDocument/2006/relationships/customXml" Target="../ink/ink177.xml"/><Relationship Id="rId68" Type="http://schemas.openxmlformats.org/officeDocument/2006/relationships/image" Target="../media/image219.png"/><Relationship Id="rId89" Type="http://schemas.openxmlformats.org/officeDocument/2006/relationships/customXml" Target="../ink/ink198.xml"/><Relationship Id="rId112" Type="http://schemas.openxmlformats.org/officeDocument/2006/relationships/image" Target="../media/image241.png"/><Relationship Id="rId133" Type="http://schemas.openxmlformats.org/officeDocument/2006/relationships/customXml" Target="../ink/ink220.xml"/><Relationship Id="rId154" Type="http://schemas.openxmlformats.org/officeDocument/2006/relationships/image" Target="../media/image262.png"/><Relationship Id="rId175" Type="http://schemas.openxmlformats.org/officeDocument/2006/relationships/customXml" Target="../ink/ink241.xml"/><Relationship Id="rId16" Type="http://schemas.openxmlformats.org/officeDocument/2006/relationships/image" Target="../media/image193.png"/><Relationship Id="rId37" Type="http://schemas.openxmlformats.org/officeDocument/2006/relationships/customXml" Target="../ink/ink172.xml"/><Relationship Id="rId58" Type="http://schemas.openxmlformats.org/officeDocument/2006/relationships/image" Target="../media/image214.png"/><Relationship Id="rId79" Type="http://schemas.openxmlformats.org/officeDocument/2006/relationships/customXml" Target="../ink/ink193.xml"/><Relationship Id="rId102" Type="http://schemas.openxmlformats.org/officeDocument/2006/relationships/image" Target="../media/image236.png"/><Relationship Id="rId123" Type="http://schemas.openxmlformats.org/officeDocument/2006/relationships/customXml" Target="../ink/ink215.xml"/><Relationship Id="rId144" Type="http://schemas.openxmlformats.org/officeDocument/2006/relationships/image" Target="../media/image257.png"/><Relationship Id="rId90" Type="http://schemas.openxmlformats.org/officeDocument/2006/relationships/image" Target="../media/image230.png"/><Relationship Id="rId165" Type="http://schemas.openxmlformats.org/officeDocument/2006/relationships/customXml" Target="../ink/ink236.xml"/><Relationship Id="rId186" Type="http://schemas.openxmlformats.org/officeDocument/2006/relationships/image" Target="../media/image278.png"/><Relationship Id="rId27" Type="http://schemas.openxmlformats.org/officeDocument/2006/relationships/customXml" Target="../ink/ink167.xml"/><Relationship Id="rId48" Type="http://schemas.openxmlformats.org/officeDocument/2006/relationships/image" Target="../media/image209.png"/><Relationship Id="rId69" Type="http://schemas.openxmlformats.org/officeDocument/2006/relationships/customXml" Target="../ink/ink188.xml"/><Relationship Id="rId113" Type="http://schemas.openxmlformats.org/officeDocument/2006/relationships/customXml" Target="../ink/ink210.xml"/><Relationship Id="rId134" Type="http://schemas.openxmlformats.org/officeDocument/2006/relationships/image" Target="../media/image252.png"/><Relationship Id="rId80" Type="http://schemas.openxmlformats.org/officeDocument/2006/relationships/image" Target="../media/image225.png"/><Relationship Id="rId155" Type="http://schemas.openxmlformats.org/officeDocument/2006/relationships/customXml" Target="../ink/ink231.xml"/><Relationship Id="rId176" Type="http://schemas.openxmlformats.org/officeDocument/2006/relationships/image" Target="../media/image273.png"/><Relationship Id="rId17" Type="http://schemas.openxmlformats.org/officeDocument/2006/relationships/customXml" Target="../ink/ink162.xml"/><Relationship Id="rId38" Type="http://schemas.openxmlformats.org/officeDocument/2006/relationships/image" Target="../media/image204.png"/><Relationship Id="rId59" Type="http://schemas.openxmlformats.org/officeDocument/2006/relationships/customXml" Target="../ink/ink183.xml"/><Relationship Id="rId103" Type="http://schemas.openxmlformats.org/officeDocument/2006/relationships/customXml" Target="../ink/ink205.xml"/><Relationship Id="rId124" Type="http://schemas.openxmlformats.org/officeDocument/2006/relationships/image" Target="../media/image247.png"/><Relationship Id="rId70" Type="http://schemas.openxmlformats.org/officeDocument/2006/relationships/image" Target="../media/image220.png"/><Relationship Id="rId91" Type="http://schemas.openxmlformats.org/officeDocument/2006/relationships/customXml" Target="../ink/ink199.xml"/><Relationship Id="rId145" Type="http://schemas.openxmlformats.org/officeDocument/2006/relationships/customXml" Target="../ink/ink226.xml"/><Relationship Id="rId166" Type="http://schemas.openxmlformats.org/officeDocument/2006/relationships/image" Target="../media/image268.png"/><Relationship Id="rId187" Type="http://schemas.openxmlformats.org/officeDocument/2006/relationships/customXml" Target="../ink/ink247.xml"/><Relationship Id="rId1" Type="http://schemas.openxmlformats.org/officeDocument/2006/relationships/slideLayout" Target="../slideLayouts/slideLayout2.xml"/><Relationship Id="rId28" Type="http://schemas.openxmlformats.org/officeDocument/2006/relationships/image" Target="../media/image199.png"/><Relationship Id="rId49" Type="http://schemas.openxmlformats.org/officeDocument/2006/relationships/customXml" Target="../ink/ink178.xml"/><Relationship Id="rId114" Type="http://schemas.openxmlformats.org/officeDocument/2006/relationships/image" Target="../media/image242.png"/><Relationship Id="rId60" Type="http://schemas.openxmlformats.org/officeDocument/2006/relationships/image" Target="../media/image215.png"/><Relationship Id="rId81" Type="http://schemas.openxmlformats.org/officeDocument/2006/relationships/customXml" Target="../ink/ink194.xml"/><Relationship Id="rId135" Type="http://schemas.openxmlformats.org/officeDocument/2006/relationships/customXml" Target="../ink/ink221.xml"/><Relationship Id="rId156" Type="http://schemas.openxmlformats.org/officeDocument/2006/relationships/image" Target="../media/image263.png"/><Relationship Id="rId177" Type="http://schemas.openxmlformats.org/officeDocument/2006/relationships/customXml" Target="../ink/ink242.xml"/><Relationship Id="rId18" Type="http://schemas.openxmlformats.org/officeDocument/2006/relationships/image" Target="../media/image194.png"/><Relationship Id="rId39" Type="http://schemas.openxmlformats.org/officeDocument/2006/relationships/customXml" Target="../ink/ink173.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85.png"/></Relationships>
</file>

<file path=ppt/slides/_rels/slide32.xml.rels><?xml version="1.0" encoding="UTF-8" standalone="yes"?>
<Relationships xmlns="http://schemas.openxmlformats.org/package/2006/relationships"><Relationship Id="rId8" Type="http://schemas.openxmlformats.org/officeDocument/2006/relationships/image" Target="../media/image290.png"/><Relationship Id="rId3" Type="http://schemas.openxmlformats.org/officeDocument/2006/relationships/image" Target="../media/image286.png"/><Relationship Id="rId7" Type="http://schemas.openxmlformats.org/officeDocument/2006/relationships/image" Target="../media/image289.png"/><Relationship Id="rId12" Type="http://schemas.openxmlformats.org/officeDocument/2006/relationships/image" Target="../media/image294.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293.png"/><Relationship Id="rId5" Type="http://schemas.openxmlformats.org/officeDocument/2006/relationships/image" Target="../media/image288.png"/><Relationship Id="rId10" Type="http://schemas.openxmlformats.org/officeDocument/2006/relationships/image" Target="../media/image292.png"/><Relationship Id="rId4" Type="http://schemas.openxmlformats.org/officeDocument/2006/relationships/image" Target="../media/image287.png"/><Relationship Id="rId9" Type="http://schemas.openxmlformats.org/officeDocument/2006/relationships/image" Target="../media/image291.png"/></Relationships>
</file>

<file path=ppt/slides/_rels/slide33.xml.rels><?xml version="1.0" encoding="UTF-8" standalone="yes"?>
<Relationships xmlns="http://schemas.openxmlformats.org/package/2006/relationships"><Relationship Id="rId8" Type="http://schemas.openxmlformats.org/officeDocument/2006/relationships/image" Target="../media/image300.png"/><Relationship Id="rId3" Type="http://schemas.openxmlformats.org/officeDocument/2006/relationships/image" Target="../media/image295.png"/><Relationship Id="rId7" Type="http://schemas.openxmlformats.org/officeDocument/2006/relationships/image" Target="../media/image299.png"/><Relationship Id="rId12" Type="http://schemas.openxmlformats.org/officeDocument/2006/relationships/image" Target="../media/image304.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98.png"/><Relationship Id="rId11" Type="http://schemas.openxmlformats.org/officeDocument/2006/relationships/image" Target="../media/image303.png"/><Relationship Id="rId5" Type="http://schemas.openxmlformats.org/officeDocument/2006/relationships/image" Target="../media/image297.png"/><Relationship Id="rId10" Type="http://schemas.openxmlformats.org/officeDocument/2006/relationships/image" Target="../media/image302.png"/><Relationship Id="rId4" Type="http://schemas.openxmlformats.org/officeDocument/2006/relationships/image" Target="../media/image296.png"/><Relationship Id="rId9" Type="http://schemas.openxmlformats.org/officeDocument/2006/relationships/image" Target="../media/image301.png"/></Relationships>
</file>

<file path=ppt/slides/_rels/slide34.xml.rels><?xml version="1.0" encoding="UTF-8" standalone="yes"?>
<Relationships xmlns="http://schemas.openxmlformats.org/package/2006/relationships"><Relationship Id="rId3" Type="http://schemas.openxmlformats.org/officeDocument/2006/relationships/image" Target="../media/image305.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07.png"/><Relationship Id="rId4" Type="http://schemas.openxmlformats.org/officeDocument/2006/relationships/image" Target="../media/image306.png"/></Relationships>
</file>

<file path=ppt/slides/_rels/slide35.xml.rels><?xml version="1.0" encoding="UTF-8" standalone="yes"?>
<Relationships xmlns="http://schemas.openxmlformats.org/package/2006/relationships"><Relationship Id="rId117" Type="http://schemas.openxmlformats.org/officeDocument/2006/relationships/customXml" Target="../ink/ink308.xml"/><Relationship Id="rId21" Type="http://schemas.openxmlformats.org/officeDocument/2006/relationships/customXml" Target="../ink/ink260.xml"/><Relationship Id="rId63" Type="http://schemas.openxmlformats.org/officeDocument/2006/relationships/customXml" Target="../ink/ink281.xml"/><Relationship Id="rId159" Type="http://schemas.openxmlformats.org/officeDocument/2006/relationships/customXml" Target="../ink/ink329.xml"/><Relationship Id="rId170" Type="http://schemas.openxmlformats.org/officeDocument/2006/relationships/image" Target="../media/image391.png"/><Relationship Id="rId226" Type="http://schemas.openxmlformats.org/officeDocument/2006/relationships/image" Target="../media/image419.png"/><Relationship Id="rId268" Type="http://schemas.openxmlformats.org/officeDocument/2006/relationships/image" Target="../media/image440.png"/><Relationship Id="rId11" Type="http://schemas.openxmlformats.org/officeDocument/2006/relationships/customXml" Target="../ink/ink255.xml"/><Relationship Id="rId32" Type="http://schemas.openxmlformats.org/officeDocument/2006/relationships/image" Target="../media/image322.png"/><Relationship Id="rId53" Type="http://schemas.openxmlformats.org/officeDocument/2006/relationships/customXml" Target="../ink/ink276.xml"/><Relationship Id="rId74" Type="http://schemas.openxmlformats.org/officeDocument/2006/relationships/image" Target="../media/image343.png"/><Relationship Id="rId128" Type="http://schemas.openxmlformats.org/officeDocument/2006/relationships/image" Target="../media/image370.png"/><Relationship Id="rId149" Type="http://schemas.openxmlformats.org/officeDocument/2006/relationships/customXml" Target="../ink/ink324.xml"/><Relationship Id="rId5" Type="http://schemas.openxmlformats.org/officeDocument/2006/relationships/customXml" Target="../ink/ink252.xml"/><Relationship Id="rId95" Type="http://schemas.openxmlformats.org/officeDocument/2006/relationships/customXml" Target="../ink/ink297.xml"/><Relationship Id="rId160" Type="http://schemas.openxmlformats.org/officeDocument/2006/relationships/image" Target="../media/image386.png"/><Relationship Id="rId181" Type="http://schemas.openxmlformats.org/officeDocument/2006/relationships/customXml" Target="../ink/ink340.xml"/><Relationship Id="rId216" Type="http://schemas.openxmlformats.org/officeDocument/2006/relationships/image" Target="../media/image414.png"/><Relationship Id="rId237" Type="http://schemas.openxmlformats.org/officeDocument/2006/relationships/customXml" Target="../ink/ink368.xml"/><Relationship Id="rId258" Type="http://schemas.openxmlformats.org/officeDocument/2006/relationships/image" Target="../media/image435.png"/><Relationship Id="rId22" Type="http://schemas.openxmlformats.org/officeDocument/2006/relationships/image" Target="../media/image317.png"/><Relationship Id="rId43" Type="http://schemas.openxmlformats.org/officeDocument/2006/relationships/customXml" Target="../ink/ink271.xml"/><Relationship Id="rId64" Type="http://schemas.openxmlformats.org/officeDocument/2006/relationships/image" Target="../media/image338.png"/><Relationship Id="rId118" Type="http://schemas.openxmlformats.org/officeDocument/2006/relationships/image" Target="../media/image365.png"/><Relationship Id="rId139" Type="http://schemas.openxmlformats.org/officeDocument/2006/relationships/customXml" Target="../ink/ink319.xml"/><Relationship Id="rId85" Type="http://schemas.openxmlformats.org/officeDocument/2006/relationships/customXml" Target="../ink/ink292.xml"/><Relationship Id="rId150" Type="http://schemas.openxmlformats.org/officeDocument/2006/relationships/image" Target="../media/image381.png"/><Relationship Id="rId171" Type="http://schemas.openxmlformats.org/officeDocument/2006/relationships/customXml" Target="../ink/ink335.xml"/><Relationship Id="rId192" Type="http://schemas.openxmlformats.org/officeDocument/2006/relationships/image" Target="../media/image402.png"/><Relationship Id="rId206" Type="http://schemas.openxmlformats.org/officeDocument/2006/relationships/image" Target="../media/image409.png"/><Relationship Id="rId227" Type="http://schemas.openxmlformats.org/officeDocument/2006/relationships/customXml" Target="../ink/ink363.xml"/><Relationship Id="rId248" Type="http://schemas.openxmlformats.org/officeDocument/2006/relationships/image" Target="../media/image430.png"/><Relationship Id="rId269" Type="http://schemas.openxmlformats.org/officeDocument/2006/relationships/customXml" Target="../ink/ink384.xml"/><Relationship Id="rId12" Type="http://schemas.openxmlformats.org/officeDocument/2006/relationships/image" Target="../media/image312.png"/><Relationship Id="rId33" Type="http://schemas.openxmlformats.org/officeDocument/2006/relationships/customXml" Target="../ink/ink266.xml"/><Relationship Id="rId108" Type="http://schemas.openxmlformats.org/officeDocument/2006/relationships/image" Target="../media/image360.png"/><Relationship Id="rId129" Type="http://schemas.openxmlformats.org/officeDocument/2006/relationships/customXml" Target="../ink/ink314.xml"/><Relationship Id="rId54" Type="http://schemas.openxmlformats.org/officeDocument/2006/relationships/image" Target="../media/image333.png"/><Relationship Id="rId75" Type="http://schemas.openxmlformats.org/officeDocument/2006/relationships/customXml" Target="../ink/ink287.xml"/><Relationship Id="rId96" Type="http://schemas.openxmlformats.org/officeDocument/2006/relationships/image" Target="../media/image354.png"/><Relationship Id="rId140" Type="http://schemas.openxmlformats.org/officeDocument/2006/relationships/image" Target="../media/image376.png"/><Relationship Id="rId161" Type="http://schemas.openxmlformats.org/officeDocument/2006/relationships/customXml" Target="../ink/ink330.xml"/><Relationship Id="rId182" Type="http://schemas.openxmlformats.org/officeDocument/2006/relationships/image" Target="../media/image397.png"/><Relationship Id="rId217" Type="http://schemas.openxmlformats.org/officeDocument/2006/relationships/customXml" Target="../ink/ink358.xml"/><Relationship Id="rId6" Type="http://schemas.openxmlformats.org/officeDocument/2006/relationships/image" Target="../media/image309.png"/><Relationship Id="rId238" Type="http://schemas.openxmlformats.org/officeDocument/2006/relationships/image" Target="../media/image425.png"/><Relationship Id="rId259" Type="http://schemas.openxmlformats.org/officeDocument/2006/relationships/customXml" Target="../ink/ink379.xml"/><Relationship Id="rId23" Type="http://schemas.openxmlformats.org/officeDocument/2006/relationships/customXml" Target="../ink/ink261.xml"/><Relationship Id="rId119" Type="http://schemas.openxmlformats.org/officeDocument/2006/relationships/customXml" Target="../ink/ink309.xml"/><Relationship Id="rId270" Type="http://schemas.openxmlformats.org/officeDocument/2006/relationships/image" Target="../media/image441.png"/><Relationship Id="rId44" Type="http://schemas.openxmlformats.org/officeDocument/2006/relationships/image" Target="../media/image328.png"/><Relationship Id="rId65" Type="http://schemas.openxmlformats.org/officeDocument/2006/relationships/customXml" Target="../ink/ink282.xml"/><Relationship Id="rId86" Type="http://schemas.openxmlformats.org/officeDocument/2006/relationships/image" Target="../media/image349.png"/><Relationship Id="rId130" Type="http://schemas.openxmlformats.org/officeDocument/2006/relationships/image" Target="../media/image371.png"/><Relationship Id="rId151" Type="http://schemas.openxmlformats.org/officeDocument/2006/relationships/customXml" Target="../ink/ink325.xml"/><Relationship Id="rId172" Type="http://schemas.openxmlformats.org/officeDocument/2006/relationships/image" Target="../media/image392.png"/><Relationship Id="rId193" Type="http://schemas.openxmlformats.org/officeDocument/2006/relationships/customXml" Target="../ink/ink346.xml"/><Relationship Id="rId207" Type="http://schemas.openxmlformats.org/officeDocument/2006/relationships/customXml" Target="../ink/ink353.xml"/><Relationship Id="rId228" Type="http://schemas.openxmlformats.org/officeDocument/2006/relationships/image" Target="../media/image420.png"/><Relationship Id="rId249" Type="http://schemas.openxmlformats.org/officeDocument/2006/relationships/customXml" Target="../ink/ink374.xml"/><Relationship Id="rId13" Type="http://schemas.openxmlformats.org/officeDocument/2006/relationships/customXml" Target="../ink/ink256.xml"/><Relationship Id="rId109" Type="http://schemas.openxmlformats.org/officeDocument/2006/relationships/customXml" Target="../ink/ink304.xml"/><Relationship Id="rId260" Type="http://schemas.openxmlformats.org/officeDocument/2006/relationships/image" Target="../media/image436.png"/><Relationship Id="rId34" Type="http://schemas.openxmlformats.org/officeDocument/2006/relationships/image" Target="../media/image323.png"/><Relationship Id="rId55" Type="http://schemas.openxmlformats.org/officeDocument/2006/relationships/customXml" Target="../ink/ink277.xml"/><Relationship Id="rId76" Type="http://schemas.openxmlformats.org/officeDocument/2006/relationships/image" Target="../media/image344.png"/><Relationship Id="rId97" Type="http://schemas.openxmlformats.org/officeDocument/2006/relationships/customXml" Target="../ink/ink298.xml"/><Relationship Id="rId120" Type="http://schemas.openxmlformats.org/officeDocument/2006/relationships/image" Target="../media/image366.png"/><Relationship Id="rId141" Type="http://schemas.openxmlformats.org/officeDocument/2006/relationships/customXml" Target="../ink/ink320.xml"/><Relationship Id="rId7" Type="http://schemas.openxmlformats.org/officeDocument/2006/relationships/customXml" Target="../ink/ink253.xml"/><Relationship Id="rId162" Type="http://schemas.openxmlformats.org/officeDocument/2006/relationships/image" Target="../media/image387.png"/><Relationship Id="rId183" Type="http://schemas.openxmlformats.org/officeDocument/2006/relationships/customXml" Target="../ink/ink341.xml"/><Relationship Id="rId218" Type="http://schemas.openxmlformats.org/officeDocument/2006/relationships/image" Target="../media/image415.png"/><Relationship Id="rId239" Type="http://schemas.openxmlformats.org/officeDocument/2006/relationships/customXml" Target="../ink/ink369.xml"/><Relationship Id="rId250" Type="http://schemas.openxmlformats.org/officeDocument/2006/relationships/image" Target="../media/image431.png"/><Relationship Id="rId24" Type="http://schemas.openxmlformats.org/officeDocument/2006/relationships/image" Target="../media/image318.png"/><Relationship Id="rId45" Type="http://schemas.openxmlformats.org/officeDocument/2006/relationships/customXml" Target="../ink/ink272.xml"/><Relationship Id="rId66" Type="http://schemas.openxmlformats.org/officeDocument/2006/relationships/image" Target="../media/image339.png"/><Relationship Id="rId87" Type="http://schemas.openxmlformats.org/officeDocument/2006/relationships/customXml" Target="../ink/ink293.xml"/><Relationship Id="rId110" Type="http://schemas.openxmlformats.org/officeDocument/2006/relationships/image" Target="../media/image361.png"/><Relationship Id="rId131" Type="http://schemas.openxmlformats.org/officeDocument/2006/relationships/customXml" Target="../ink/ink315.xml"/><Relationship Id="rId152" Type="http://schemas.openxmlformats.org/officeDocument/2006/relationships/image" Target="../media/image382.png"/><Relationship Id="rId173" Type="http://schemas.openxmlformats.org/officeDocument/2006/relationships/customXml" Target="../ink/ink336.xml"/><Relationship Id="rId194" Type="http://schemas.openxmlformats.org/officeDocument/2006/relationships/image" Target="../media/image403.png"/><Relationship Id="rId208" Type="http://schemas.openxmlformats.org/officeDocument/2006/relationships/image" Target="../media/image410.png"/><Relationship Id="rId229" Type="http://schemas.openxmlformats.org/officeDocument/2006/relationships/customXml" Target="../ink/ink364.xml"/><Relationship Id="rId240" Type="http://schemas.openxmlformats.org/officeDocument/2006/relationships/image" Target="../media/image426.png"/><Relationship Id="rId261" Type="http://schemas.openxmlformats.org/officeDocument/2006/relationships/customXml" Target="../ink/ink380.xml"/><Relationship Id="rId14" Type="http://schemas.openxmlformats.org/officeDocument/2006/relationships/image" Target="../media/image313.png"/><Relationship Id="rId35" Type="http://schemas.openxmlformats.org/officeDocument/2006/relationships/customXml" Target="../ink/ink267.xml"/><Relationship Id="rId56" Type="http://schemas.openxmlformats.org/officeDocument/2006/relationships/image" Target="../media/image334.png"/><Relationship Id="rId77" Type="http://schemas.openxmlformats.org/officeDocument/2006/relationships/customXml" Target="../ink/ink288.xml"/><Relationship Id="rId100" Type="http://schemas.openxmlformats.org/officeDocument/2006/relationships/image" Target="../media/image356.png"/><Relationship Id="rId8" Type="http://schemas.openxmlformats.org/officeDocument/2006/relationships/image" Target="../media/image310.png"/><Relationship Id="rId98" Type="http://schemas.openxmlformats.org/officeDocument/2006/relationships/image" Target="../media/image355.png"/><Relationship Id="rId121" Type="http://schemas.openxmlformats.org/officeDocument/2006/relationships/customXml" Target="../ink/ink310.xml"/><Relationship Id="rId142" Type="http://schemas.openxmlformats.org/officeDocument/2006/relationships/image" Target="../media/image377.png"/><Relationship Id="rId163" Type="http://schemas.openxmlformats.org/officeDocument/2006/relationships/customXml" Target="../ink/ink331.xml"/><Relationship Id="rId184" Type="http://schemas.openxmlformats.org/officeDocument/2006/relationships/image" Target="../media/image398.png"/><Relationship Id="rId219" Type="http://schemas.openxmlformats.org/officeDocument/2006/relationships/customXml" Target="../ink/ink359.xml"/><Relationship Id="rId230" Type="http://schemas.openxmlformats.org/officeDocument/2006/relationships/image" Target="../media/image421.png"/><Relationship Id="rId251" Type="http://schemas.openxmlformats.org/officeDocument/2006/relationships/customXml" Target="../ink/ink375.xml"/><Relationship Id="rId25" Type="http://schemas.openxmlformats.org/officeDocument/2006/relationships/customXml" Target="../ink/ink262.xml"/><Relationship Id="rId46" Type="http://schemas.openxmlformats.org/officeDocument/2006/relationships/image" Target="../media/image329.png"/><Relationship Id="rId67" Type="http://schemas.openxmlformats.org/officeDocument/2006/relationships/customXml" Target="../ink/ink283.xml"/><Relationship Id="rId88" Type="http://schemas.openxmlformats.org/officeDocument/2006/relationships/image" Target="../media/image350.png"/><Relationship Id="rId111" Type="http://schemas.openxmlformats.org/officeDocument/2006/relationships/customXml" Target="../ink/ink305.xml"/><Relationship Id="rId132" Type="http://schemas.openxmlformats.org/officeDocument/2006/relationships/image" Target="../media/image372.png"/><Relationship Id="rId153" Type="http://schemas.openxmlformats.org/officeDocument/2006/relationships/customXml" Target="../ink/ink326.xml"/><Relationship Id="rId174" Type="http://schemas.openxmlformats.org/officeDocument/2006/relationships/image" Target="../media/image393.png"/><Relationship Id="rId195" Type="http://schemas.openxmlformats.org/officeDocument/2006/relationships/customXml" Target="../ink/ink347.xml"/><Relationship Id="rId209" Type="http://schemas.openxmlformats.org/officeDocument/2006/relationships/customXml" Target="../ink/ink354.xml"/><Relationship Id="rId220" Type="http://schemas.openxmlformats.org/officeDocument/2006/relationships/image" Target="../media/image416.png"/><Relationship Id="rId241" Type="http://schemas.openxmlformats.org/officeDocument/2006/relationships/customXml" Target="../ink/ink370.xml"/><Relationship Id="rId15" Type="http://schemas.openxmlformats.org/officeDocument/2006/relationships/customXml" Target="../ink/ink257.xml"/><Relationship Id="rId36" Type="http://schemas.openxmlformats.org/officeDocument/2006/relationships/image" Target="../media/image324.png"/><Relationship Id="rId57" Type="http://schemas.openxmlformats.org/officeDocument/2006/relationships/customXml" Target="../ink/ink278.xml"/><Relationship Id="rId262" Type="http://schemas.openxmlformats.org/officeDocument/2006/relationships/image" Target="../media/image437.png"/><Relationship Id="rId78" Type="http://schemas.openxmlformats.org/officeDocument/2006/relationships/image" Target="../media/image345.png"/><Relationship Id="rId99" Type="http://schemas.openxmlformats.org/officeDocument/2006/relationships/customXml" Target="../ink/ink299.xml"/><Relationship Id="rId101" Type="http://schemas.openxmlformats.org/officeDocument/2006/relationships/customXml" Target="../ink/ink300.xml"/><Relationship Id="rId122" Type="http://schemas.openxmlformats.org/officeDocument/2006/relationships/image" Target="../media/image367.png"/><Relationship Id="rId143" Type="http://schemas.openxmlformats.org/officeDocument/2006/relationships/customXml" Target="../ink/ink321.xml"/><Relationship Id="rId164" Type="http://schemas.openxmlformats.org/officeDocument/2006/relationships/image" Target="../media/image388.png"/><Relationship Id="rId185" Type="http://schemas.openxmlformats.org/officeDocument/2006/relationships/customXml" Target="../ink/ink342.xml"/><Relationship Id="rId9" Type="http://schemas.openxmlformats.org/officeDocument/2006/relationships/customXml" Target="../ink/ink254.xml"/><Relationship Id="rId210" Type="http://schemas.openxmlformats.org/officeDocument/2006/relationships/image" Target="../media/image411.png"/><Relationship Id="rId26" Type="http://schemas.openxmlformats.org/officeDocument/2006/relationships/image" Target="../media/image319.png"/><Relationship Id="rId231" Type="http://schemas.openxmlformats.org/officeDocument/2006/relationships/customXml" Target="../ink/ink365.xml"/><Relationship Id="rId252" Type="http://schemas.openxmlformats.org/officeDocument/2006/relationships/image" Target="../media/image432.png"/><Relationship Id="rId47" Type="http://schemas.openxmlformats.org/officeDocument/2006/relationships/customXml" Target="../ink/ink273.xml"/><Relationship Id="rId68" Type="http://schemas.openxmlformats.org/officeDocument/2006/relationships/image" Target="../media/image340.png"/><Relationship Id="rId89" Type="http://schemas.openxmlformats.org/officeDocument/2006/relationships/customXml" Target="../ink/ink294.xml"/><Relationship Id="rId112" Type="http://schemas.openxmlformats.org/officeDocument/2006/relationships/image" Target="../media/image362.png"/><Relationship Id="rId133" Type="http://schemas.openxmlformats.org/officeDocument/2006/relationships/customXml" Target="../ink/ink316.xml"/><Relationship Id="rId154" Type="http://schemas.openxmlformats.org/officeDocument/2006/relationships/image" Target="../media/image383.png"/><Relationship Id="rId175" Type="http://schemas.openxmlformats.org/officeDocument/2006/relationships/customXml" Target="../ink/ink337.xml"/><Relationship Id="rId196" Type="http://schemas.openxmlformats.org/officeDocument/2006/relationships/image" Target="../media/image404.png"/><Relationship Id="rId200" Type="http://schemas.openxmlformats.org/officeDocument/2006/relationships/image" Target="../media/image406.png"/><Relationship Id="rId16" Type="http://schemas.openxmlformats.org/officeDocument/2006/relationships/image" Target="../media/image314.png"/><Relationship Id="rId221" Type="http://schemas.openxmlformats.org/officeDocument/2006/relationships/customXml" Target="../ink/ink360.xml"/><Relationship Id="rId242" Type="http://schemas.openxmlformats.org/officeDocument/2006/relationships/image" Target="../media/image427.png"/><Relationship Id="rId263" Type="http://schemas.openxmlformats.org/officeDocument/2006/relationships/customXml" Target="../ink/ink381.xml"/><Relationship Id="rId37" Type="http://schemas.openxmlformats.org/officeDocument/2006/relationships/customXml" Target="../ink/ink268.xml"/><Relationship Id="rId58" Type="http://schemas.openxmlformats.org/officeDocument/2006/relationships/image" Target="../media/image335.png"/><Relationship Id="rId79" Type="http://schemas.openxmlformats.org/officeDocument/2006/relationships/customXml" Target="../ink/ink289.xml"/><Relationship Id="rId102" Type="http://schemas.openxmlformats.org/officeDocument/2006/relationships/image" Target="../media/image357.png"/><Relationship Id="rId123" Type="http://schemas.openxmlformats.org/officeDocument/2006/relationships/customXml" Target="../ink/ink311.xml"/><Relationship Id="rId144" Type="http://schemas.openxmlformats.org/officeDocument/2006/relationships/image" Target="../media/image378.png"/><Relationship Id="rId90" Type="http://schemas.openxmlformats.org/officeDocument/2006/relationships/image" Target="../media/image351.png"/><Relationship Id="rId165" Type="http://schemas.openxmlformats.org/officeDocument/2006/relationships/customXml" Target="../ink/ink332.xml"/><Relationship Id="rId186" Type="http://schemas.openxmlformats.org/officeDocument/2006/relationships/image" Target="../media/image399.png"/><Relationship Id="rId211" Type="http://schemas.openxmlformats.org/officeDocument/2006/relationships/customXml" Target="../ink/ink355.xml"/><Relationship Id="rId232" Type="http://schemas.openxmlformats.org/officeDocument/2006/relationships/image" Target="../media/image422.png"/><Relationship Id="rId253" Type="http://schemas.openxmlformats.org/officeDocument/2006/relationships/customXml" Target="../ink/ink376.xml"/><Relationship Id="rId27" Type="http://schemas.openxmlformats.org/officeDocument/2006/relationships/customXml" Target="../ink/ink263.xml"/><Relationship Id="rId48" Type="http://schemas.openxmlformats.org/officeDocument/2006/relationships/image" Target="../media/image330.png"/><Relationship Id="rId69" Type="http://schemas.openxmlformats.org/officeDocument/2006/relationships/customXml" Target="../ink/ink284.xml"/><Relationship Id="rId113" Type="http://schemas.openxmlformats.org/officeDocument/2006/relationships/customXml" Target="../ink/ink306.xml"/><Relationship Id="rId134" Type="http://schemas.openxmlformats.org/officeDocument/2006/relationships/image" Target="../media/image373.png"/><Relationship Id="rId80" Type="http://schemas.openxmlformats.org/officeDocument/2006/relationships/image" Target="../media/image346.png"/><Relationship Id="rId155" Type="http://schemas.openxmlformats.org/officeDocument/2006/relationships/customXml" Target="../ink/ink327.xml"/><Relationship Id="rId176" Type="http://schemas.openxmlformats.org/officeDocument/2006/relationships/image" Target="../media/image394.png"/><Relationship Id="rId197" Type="http://schemas.openxmlformats.org/officeDocument/2006/relationships/customXml" Target="../ink/ink348.xml"/><Relationship Id="rId201" Type="http://schemas.openxmlformats.org/officeDocument/2006/relationships/customXml" Target="../ink/ink350.xml"/><Relationship Id="rId222" Type="http://schemas.openxmlformats.org/officeDocument/2006/relationships/image" Target="../media/image417.png"/><Relationship Id="rId243" Type="http://schemas.openxmlformats.org/officeDocument/2006/relationships/customXml" Target="../ink/ink371.xml"/><Relationship Id="rId264" Type="http://schemas.openxmlformats.org/officeDocument/2006/relationships/image" Target="../media/image438.png"/><Relationship Id="rId17" Type="http://schemas.openxmlformats.org/officeDocument/2006/relationships/customXml" Target="../ink/ink258.xml"/><Relationship Id="rId38" Type="http://schemas.openxmlformats.org/officeDocument/2006/relationships/image" Target="../media/image325.png"/><Relationship Id="rId59" Type="http://schemas.openxmlformats.org/officeDocument/2006/relationships/customXml" Target="../ink/ink279.xml"/><Relationship Id="rId103" Type="http://schemas.openxmlformats.org/officeDocument/2006/relationships/customXml" Target="../ink/ink301.xml"/><Relationship Id="rId124" Type="http://schemas.openxmlformats.org/officeDocument/2006/relationships/image" Target="../media/image368.png"/><Relationship Id="rId70" Type="http://schemas.openxmlformats.org/officeDocument/2006/relationships/image" Target="../media/image341.png"/><Relationship Id="rId91" Type="http://schemas.openxmlformats.org/officeDocument/2006/relationships/customXml" Target="../ink/ink295.xml"/><Relationship Id="rId145" Type="http://schemas.openxmlformats.org/officeDocument/2006/relationships/customXml" Target="../ink/ink322.xml"/><Relationship Id="rId166" Type="http://schemas.openxmlformats.org/officeDocument/2006/relationships/image" Target="../media/image389.png"/><Relationship Id="rId187" Type="http://schemas.openxmlformats.org/officeDocument/2006/relationships/customXml" Target="../ink/ink343.xml"/><Relationship Id="rId1" Type="http://schemas.openxmlformats.org/officeDocument/2006/relationships/slideLayout" Target="../slideLayouts/slideLayout2.xml"/><Relationship Id="rId212" Type="http://schemas.openxmlformats.org/officeDocument/2006/relationships/image" Target="../media/image412.png"/><Relationship Id="rId233" Type="http://schemas.openxmlformats.org/officeDocument/2006/relationships/customXml" Target="../ink/ink366.xml"/><Relationship Id="rId254" Type="http://schemas.openxmlformats.org/officeDocument/2006/relationships/image" Target="../media/image433.png"/><Relationship Id="rId28" Type="http://schemas.openxmlformats.org/officeDocument/2006/relationships/image" Target="../media/image320.png"/><Relationship Id="rId49" Type="http://schemas.openxmlformats.org/officeDocument/2006/relationships/customXml" Target="../ink/ink274.xml"/><Relationship Id="rId114" Type="http://schemas.openxmlformats.org/officeDocument/2006/relationships/image" Target="../media/image363.png"/><Relationship Id="rId60" Type="http://schemas.openxmlformats.org/officeDocument/2006/relationships/image" Target="../media/image336.png"/><Relationship Id="rId81" Type="http://schemas.openxmlformats.org/officeDocument/2006/relationships/customXml" Target="../ink/ink290.xml"/><Relationship Id="rId135" Type="http://schemas.openxmlformats.org/officeDocument/2006/relationships/customXml" Target="../ink/ink317.xml"/><Relationship Id="rId156" Type="http://schemas.openxmlformats.org/officeDocument/2006/relationships/image" Target="../media/image384.png"/><Relationship Id="rId177" Type="http://schemas.openxmlformats.org/officeDocument/2006/relationships/customXml" Target="../ink/ink338.xml"/><Relationship Id="rId198" Type="http://schemas.openxmlformats.org/officeDocument/2006/relationships/image" Target="../media/image405.png"/><Relationship Id="rId202" Type="http://schemas.openxmlformats.org/officeDocument/2006/relationships/image" Target="../media/image407.png"/><Relationship Id="rId223" Type="http://schemas.openxmlformats.org/officeDocument/2006/relationships/customXml" Target="../ink/ink361.xml"/><Relationship Id="rId244" Type="http://schemas.openxmlformats.org/officeDocument/2006/relationships/image" Target="../media/image428.png"/><Relationship Id="rId18" Type="http://schemas.openxmlformats.org/officeDocument/2006/relationships/image" Target="../media/image315.png"/><Relationship Id="rId39" Type="http://schemas.openxmlformats.org/officeDocument/2006/relationships/customXml" Target="../ink/ink269.xml"/><Relationship Id="rId265" Type="http://schemas.openxmlformats.org/officeDocument/2006/relationships/customXml" Target="../ink/ink382.xml"/><Relationship Id="rId50" Type="http://schemas.openxmlformats.org/officeDocument/2006/relationships/image" Target="../media/image331.png"/><Relationship Id="rId104" Type="http://schemas.openxmlformats.org/officeDocument/2006/relationships/image" Target="../media/image358.png"/><Relationship Id="rId125" Type="http://schemas.openxmlformats.org/officeDocument/2006/relationships/customXml" Target="../ink/ink312.xml"/><Relationship Id="rId146" Type="http://schemas.openxmlformats.org/officeDocument/2006/relationships/image" Target="../media/image379.png"/><Relationship Id="rId167" Type="http://schemas.openxmlformats.org/officeDocument/2006/relationships/customXml" Target="../ink/ink333.xml"/><Relationship Id="rId188" Type="http://schemas.openxmlformats.org/officeDocument/2006/relationships/image" Target="../media/image400.png"/><Relationship Id="rId71" Type="http://schemas.openxmlformats.org/officeDocument/2006/relationships/customXml" Target="../ink/ink285.xml"/><Relationship Id="rId92" Type="http://schemas.openxmlformats.org/officeDocument/2006/relationships/image" Target="../media/image352.png"/><Relationship Id="rId213" Type="http://schemas.openxmlformats.org/officeDocument/2006/relationships/customXml" Target="../ink/ink356.xml"/><Relationship Id="rId234" Type="http://schemas.openxmlformats.org/officeDocument/2006/relationships/image" Target="../media/image423.png"/><Relationship Id="rId2" Type="http://schemas.openxmlformats.org/officeDocument/2006/relationships/image" Target="../media/image2.png"/><Relationship Id="rId29" Type="http://schemas.openxmlformats.org/officeDocument/2006/relationships/customXml" Target="../ink/ink264.xml"/><Relationship Id="rId255" Type="http://schemas.openxmlformats.org/officeDocument/2006/relationships/customXml" Target="../ink/ink377.xml"/><Relationship Id="rId40" Type="http://schemas.openxmlformats.org/officeDocument/2006/relationships/image" Target="../media/image326.png"/><Relationship Id="rId115" Type="http://schemas.openxmlformats.org/officeDocument/2006/relationships/customXml" Target="../ink/ink307.xml"/><Relationship Id="rId136" Type="http://schemas.openxmlformats.org/officeDocument/2006/relationships/image" Target="../media/image374.png"/><Relationship Id="rId157" Type="http://schemas.openxmlformats.org/officeDocument/2006/relationships/customXml" Target="../ink/ink328.xml"/><Relationship Id="rId178" Type="http://schemas.openxmlformats.org/officeDocument/2006/relationships/image" Target="../media/image395.png"/><Relationship Id="rId61" Type="http://schemas.openxmlformats.org/officeDocument/2006/relationships/customXml" Target="../ink/ink280.xml"/><Relationship Id="rId82" Type="http://schemas.openxmlformats.org/officeDocument/2006/relationships/image" Target="../media/image347.png"/><Relationship Id="rId199" Type="http://schemas.openxmlformats.org/officeDocument/2006/relationships/customXml" Target="../ink/ink349.xml"/><Relationship Id="rId203" Type="http://schemas.openxmlformats.org/officeDocument/2006/relationships/customXml" Target="../ink/ink351.xml"/><Relationship Id="rId19" Type="http://schemas.openxmlformats.org/officeDocument/2006/relationships/customXml" Target="../ink/ink259.xml"/><Relationship Id="rId224" Type="http://schemas.openxmlformats.org/officeDocument/2006/relationships/image" Target="../media/image418.png"/><Relationship Id="rId245" Type="http://schemas.openxmlformats.org/officeDocument/2006/relationships/customXml" Target="../ink/ink372.xml"/><Relationship Id="rId266" Type="http://schemas.openxmlformats.org/officeDocument/2006/relationships/image" Target="../media/image439.png"/><Relationship Id="rId30" Type="http://schemas.openxmlformats.org/officeDocument/2006/relationships/image" Target="../media/image321.png"/><Relationship Id="rId105" Type="http://schemas.openxmlformats.org/officeDocument/2006/relationships/customXml" Target="../ink/ink302.xml"/><Relationship Id="rId126" Type="http://schemas.openxmlformats.org/officeDocument/2006/relationships/image" Target="../media/image369.png"/><Relationship Id="rId147" Type="http://schemas.openxmlformats.org/officeDocument/2006/relationships/customXml" Target="../ink/ink323.xml"/><Relationship Id="rId168" Type="http://schemas.openxmlformats.org/officeDocument/2006/relationships/image" Target="../media/image390.png"/><Relationship Id="rId51" Type="http://schemas.openxmlformats.org/officeDocument/2006/relationships/customXml" Target="../ink/ink275.xml"/><Relationship Id="rId72" Type="http://schemas.openxmlformats.org/officeDocument/2006/relationships/image" Target="../media/image342.png"/><Relationship Id="rId93" Type="http://schemas.openxmlformats.org/officeDocument/2006/relationships/customXml" Target="../ink/ink296.xml"/><Relationship Id="rId189" Type="http://schemas.openxmlformats.org/officeDocument/2006/relationships/customXml" Target="../ink/ink344.xml"/><Relationship Id="rId3" Type="http://schemas.openxmlformats.org/officeDocument/2006/relationships/customXml" Target="../ink/ink251.xml"/><Relationship Id="rId214" Type="http://schemas.openxmlformats.org/officeDocument/2006/relationships/image" Target="../media/image413.png"/><Relationship Id="rId235" Type="http://schemas.openxmlformats.org/officeDocument/2006/relationships/customXml" Target="../ink/ink367.xml"/><Relationship Id="rId256" Type="http://schemas.openxmlformats.org/officeDocument/2006/relationships/image" Target="../media/image434.png"/><Relationship Id="rId116" Type="http://schemas.openxmlformats.org/officeDocument/2006/relationships/image" Target="../media/image364.png"/><Relationship Id="rId137" Type="http://schemas.openxmlformats.org/officeDocument/2006/relationships/customXml" Target="../ink/ink318.xml"/><Relationship Id="rId158" Type="http://schemas.openxmlformats.org/officeDocument/2006/relationships/image" Target="../media/image385.png"/><Relationship Id="rId20" Type="http://schemas.openxmlformats.org/officeDocument/2006/relationships/image" Target="../media/image316.png"/><Relationship Id="rId41" Type="http://schemas.openxmlformats.org/officeDocument/2006/relationships/customXml" Target="../ink/ink270.xml"/><Relationship Id="rId62" Type="http://schemas.openxmlformats.org/officeDocument/2006/relationships/image" Target="../media/image337.png"/><Relationship Id="rId83" Type="http://schemas.openxmlformats.org/officeDocument/2006/relationships/customXml" Target="../ink/ink291.xml"/><Relationship Id="rId179" Type="http://schemas.openxmlformats.org/officeDocument/2006/relationships/customXml" Target="../ink/ink339.xml"/><Relationship Id="rId190" Type="http://schemas.openxmlformats.org/officeDocument/2006/relationships/image" Target="../media/image401.png"/><Relationship Id="rId204" Type="http://schemas.openxmlformats.org/officeDocument/2006/relationships/image" Target="../media/image408.png"/><Relationship Id="rId225" Type="http://schemas.openxmlformats.org/officeDocument/2006/relationships/customXml" Target="../ink/ink362.xml"/><Relationship Id="rId246" Type="http://schemas.openxmlformats.org/officeDocument/2006/relationships/image" Target="../media/image429.png"/><Relationship Id="rId267" Type="http://schemas.openxmlformats.org/officeDocument/2006/relationships/customXml" Target="../ink/ink383.xml"/><Relationship Id="rId106" Type="http://schemas.openxmlformats.org/officeDocument/2006/relationships/image" Target="../media/image359.png"/><Relationship Id="rId127" Type="http://schemas.openxmlformats.org/officeDocument/2006/relationships/customXml" Target="../ink/ink313.xml"/><Relationship Id="rId10" Type="http://schemas.openxmlformats.org/officeDocument/2006/relationships/image" Target="../media/image311.png"/><Relationship Id="rId31" Type="http://schemas.openxmlformats.org/officeDocument/2006/relationships/customXml" Target="../ink/ink265.xml"/><Relationship Id="rId52" Type="http://schemas.openxmlformats.org/officeDocument/2006/relationships/image" Target="../media/image332.png"/><Relationship Id="rId73" Type="http://schemas.openxmlformats.org/officeDocument/2006/relationships/customXml" Target="../ink/ink286.xml"/><Relationship Id="rId94" Type="http://schemas.openxmlformats.org/officeDocument/2006/relationships/image" Target="../media/image353.png"/><Relationship Id="rId148" Type="http://schemas.openxmlformats.org/officeDocument/2006/relationships/image" Target="../media/image380.png"/><Relationship Id="rId169" Type="http://schemas.openxmlformats.org/officeDocument/2006/relationships/customXml" Target="../ink/ink334.xml"/><Relationship Id="rId4" Type="http://schemas.openxmlformats.org/officeDocument/2006/relationships/image" Target="../media/image308.png"/><Relationship Id="rId180" Type="http://schemas.openxmlformats.org/officeDocument/2006/relationships/image" Target="../media/image396.png"/><Relationship Id="rId215" Type="http://schemas.openxmlformats.org/officeDocument/2006/relationships/customXml" Target="../ink/ink357.xml"/><Relationship Id="rId236" Type="http://schemas.openxmlformats.org/officeDocument/2006/relationships/image" Target="../media/image424.png"/><Relationship Id="rId257" Type="http://schemas.openxmlformats.org/officeDocument/2006/relationships/customXml" Target="../ink/ink378.xml"/><Relationship Id="rId42" Type="http://schemas.openxmlformats.org/officeDocument/2006/relationships/image" Target="../media/image327.png"/><Relationship Id="rId84" Type="http://schemas.openxmlformats.org/officeDocument/2006/relationships/image" Target="../media/image348.png"/><Relationship Id="rId138" Type="http://schemas.openxmlformats.org/officeDocument/2006/relationships/image" Target="../media/image375.png"/><Relationship Id="rId191" Type="http://schemas.openxmlformats.org/officeDocument/2006/relationships/customXml" Target="../ink/ink345.xml"/><Relationship Id="rId205" Type="http://schemas.openxmlformats.org/officeDocument/2006/relationships/customXml" Target="../ink/ink352.xml"/><Relationship Id="rId247" Type="http://schemas.openxmlformats.org/officeDocument/2006/relationships/customXml" Target="../ink/ink373.xml"/><Relationship Id="rId107" Type="http://schemas.openxmlformats.org/officeDocument/2006/relationships/customXml" Target="../ink/ink303.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17" Type="http://schemas.openxmlformats.org/officeDocument/2006/relationships/customXml" Target="../ink/ink442.xml"/><Relationship Id="rId21" Type="http://schemas.openxmlformats.org/officeDocument/2006/relationships/customXml" Target="../ink/ink394.xml"/><Relationship Id="rId42" Type="http://schemas.openxmlformats.org/officeDocument/2006/relationships/image" Target="../media/image461.png"/><Relationship Id="rId63" Type="http://schemas.openxmlformats.org/officeDocument/2006/relationships/customXml" Target="../ink/ink415.xml"/><Relationship Id="rId84" Type="http://schemas.openxmlformats.org/officeDocument/2006/relationships/image" Target="../media/image482.png"/><Relationship Id="rId138" Type="http://schemas.openxmlformats.org/officeDocument/2006/relationships/image" Target="../media/image509.png"/><Relationship Id="rId159" Type="http://schemas.openxmlformats.org/officeDocument/2006/relationships/customXml" Target="../ink/ink463.xml"/><Relationship Id="rId170" Type="http://schemas.openxmlformats.org/officeDocument/2006/relationships/image" Target="../media/image525.png"/><Relationship Id="rId191" Type="http://schemas.openxmlformats.org/officeDocument/2006/relationships/customXml" Target="../ink/ink479.xml"/><Relationship Id="rId107" Type="http://schemas.openxmlformats.org/officeDocument/2006/relationships/customXml" Target="../ink/ink437.xml"/><Relationship Id="rId11" Type="http://schemas.openxmlformats.org/officeDocument/2006/relationships/customXml" Target="../ink/ink389.xml"/><Relationship Id="rId32" Type="http://schemas.openxmlformats.org/officeDocument/2006/relationships/image" Target="../media/image456.png"/><Relationship Id="rId53" Type="http://schemas.openxmlformats.org/officeDocument/2006/relationships/customXml" Target="../ink/ink410.xml"/><Relationship Id="rId74" Type="http://schemas.openxmlformats.org/officeDocument/2006/relationships/image" Target="../media/image477.png"/><Relationship Id="rId128" Type="http://schemas.openxmlformats.org/officeDocument/2006/relationships/image" Target="../media/image504.png"/><Relationship Id="rId149" Type="http://schemas.openxmlformats.org/officeDocument/2006/relationships/customXml" Target="../ink/ink458.xml"/><Relationship Id="rId5" Type="http://schemas.openxmlformats.org/officeDocument/2006/relationships/customXml" Target="../ink/ink386.xml"/><Relationship Id="rId95" Type="http://schemas.openxmlformats.org/officeDocument/2006/relationships/customXml" Target="../ink/ink431.xml"/><Relationship Id="rId160" Type="http://schemas.openxmlformats.org/officeDocument/2006/relationships/image" Target="../media/image520.png"/><Relationship Id="rId181" Type="http://schemas.openxmlformats.org/officeDocument/2006/relationships/customXml" Target="../ink/ink474.xml"/><Relationship Id="rId22" Type="http://schemas.openxmlformats.org/officeDocument/2006/relationships/image" Target="../media/image451.png"/><Relationship Id="rId43" Type="http://schemas.openxmlformats.org/officeDocument/2006/relationships/customXml" Target="../ink/ink405.xml"/><Relationship Id="rId64" Type="http://schemas.openxmlformats.org/officeDocument/2006/relationships/image" Target="../media/image472.png"/><Relationship Id="rId118" Type="http://schemas.openxmlformats.org/officeDocument/2006/relationships/image" Target="../media/image499.png"/><Relationship Id="rId139" Type="http://schemas.openxmlformats.org/officeDocument/2006/relationships/customXml" Target="../ink/ink453.xml"/><Relationship Id="rId85" Type="http://schemas.openxmlformats.org/officeDocument/2006/relationships/customXml" Target="../ink/ink426.xml"/><Relationship Id="rId150" Type="http://schemas.openxmlformats.org/officeDocument/2006/relationships/image" Target="../media/image515.png"/><Relationship Id="rId171" Type="http://schemas.openxmlformats.org/officeDocument/2006/relationships/customXml" Target="../ink/ink469.xml"/><Relationship Id="rId192" Type="http://schemas.openxmlformats.org/officeDocument/2006/relationships/image" Target="../media/image536.png"/><Relationship Id="rId12" Type="http://schemas.openxmlformats.org/officeDocument/2006/relationships/image" Target="../media/image446.png"/><Relationship Id="rId33" Type="http://schemas.openxmlformats.org/officeDocument/2006/relationships/customXml" Target="../ink/ink400.xml"/><Relationship Id="rId108" Type="http://schemas.openxmlformats.org/officeDocument/2006/relationships/image" Target="../media/image494.png"/><Relationship Id="rId129" Type="http://schemas.openxmlformats.org/officeDocument/2006/relationships/customXml" Target="../ink/ink448.xml"/><Relationship Id="rId54" Type="http://schemas.openxmlformats.org/officeDocument/2006/relationships/image" Target="../media/image467.png"/><Relationship Id="rId75" Type="http://schemas.openxmlformats.org/officeDocument/2006/relationships/customXml" Target="../ink/ink421.xml"/><Relationship Id="rId96" Type="http://schemas.openxmlformats.org/officeDocument/2006/relationships/image" Target="../media/image488.png"/><Relationship Id="rId140" Type="http://schemas.openxmlformats.org/officeDocument/2006/relationships/image" Target="../media/image510.png"/><Relationship Id="rId161" Type="http://schemas.openxmlformats.org/officeDocument/2006/relationships/customXml" Target="../ink/ink464.xml"/><Relationship Id="rId182" Type="http://schemas.openxmlformats.org/officeDocument/2006/relationships/image" Target="../media/image531.png"/><Relationship Id="rId6" Type="http://schemas.openxmlformats.org/officeDocument/2006/relationships/image" Target="../media/image443.png"/><Relationship Id="rId23" Type="http://schemas.openxmlformats.org/officeDocument/2006/relationships/customXml" Target="../ink/ink395.xml"/><Relationship Id="rId119" Type="http://schemas.openxmlformats.org/officeDocument/2006/relationships/customXml" Target="../ink/ink443.xml"/><Relationship Id="rId44" Type="http://schemas.openxmlformats.org/officeDocument/2006/relationships/image" Target="../media/image462.png"/><Relationship Id="rId65" Type="http://schemas.openxmlformats.org/officeDocument/2006/relationships/customXml" Target="../ink/ink416.xml"/><Relationship Id="rId86" Type="http://schemas.openxmlformats.org/officeDocument/2006/relationships/image" Target="../media/image483.png"/><Relationship Id="rId130" Type="http://schemas.openxmlformats.org/officeDocument/2006/relationships/image" Target="../media/image505.png"/><Relationship Id="rId151" Type="http://schemas.openxmlformats.org/officeDocument/2006/relationships/customXml" Target="../ink/ink459.xml"/><Relationship Id="rId172" Type="http://schemas.openxmlformats.org/officeDocument/2006/relationships/image" Target="../media/image526.png"/><Relationship Id="rId13" Type="http://schemas.openxmlformats.org/officeDocument/2006/relationships/customXml" Target="../ink/ink390.xml"/><Relationship Id="rId18" Type="http://schemas.openxmlformats.org/officeDocument/2006/relationships/image" Target="../media/image449.png"/><Relationship Id="rId39" Type="http://schemas.openxmlformats.org/officeDocument/2006/relationships/customXml" Target="../ink/ink403.xml"/><Relationship Id="rId109" Type="http://schemas.openxmlformats.org/officeDocument/2006/relationships/customXml" Target="../ink/ink438.xml"/><Relationship Id="rId34" Type="http://schemas.openxmlformats.org/officeDocument/2006/relationships/image" Target="../media/image457.png"/><Relationship Id="rId50" Type="http://schemas.openxmlformats.org/officeDocument/2006/relationships/image" Target="../media/image465.png"/><Relationship Id="rId55" Type="http://schemas.openxmlformats.org/officeDocument/2006/relationships/customXml" Target="../ink/ink411.xml"/><Relationship Id="rId76" Type="http://schemas.openxmlformats.org/officeDocument/2006/relationships/image" Target="../media/image478.png"/><Relationship Id="rId97" Type="http://schemas.openxmlformats.org/officeDocument/2006/relationships/customXml" Target="../ink/ink432.xml"/><Relationship Id="rId104" Type="http://schemas.openxmlformats.org/officeDocument/2006/relationships/image" Target="../media/image492.png"/><Relationship Id="rId120" Type="http://schemas.openxmlformats.org/officeDocument/2006/relationships/image" Target="../media/image500.png"/><Relationship Id="rId125" Type="http://schemas.openxmlformats.org/officeDocument/2006/relationships/customXml" Target="../ink/ink446.xml"/><Relationship Id="rId141" Type="http://schemas.openxmlformats.org/officeDocument/2006/relationships/customXml" Target="../ink/ink454.xml"/><Relationship Id="rId146" Type="http://schemas.openxmlformats.org/officeDocument/2006/relationships/image" Target="../media/image513.png"/><Relationship Id="rId167" Type="http://schemas.openxmlformats.org/officeDocument/2006/relationships/customXml" Target="../ink/ink467.xml"/><Relationship Id="rId188" Type="http://schemas.openxmlformats.org/officeDocument/2006/relationships/image" Target="../media/image534.png"/><Relationship Id="rId7" Type="http://schemas.openxmlformats.org/officeDocument/2006/relationships/customXml" Target="../ink/ink387.xml"/><Relationship Id="rId71" Type="http://schemas.openxmlformats.org/officeDocument/2006/relationships/customXml" Target="../ink/ink419.xml"/><Relationship Id="rId92" Type="http://schemas.openxmlformats.org/officeDocument/2006/relationships/image" Target="../media/image486.png"/><Relationship Id="rId162" Type="http://schemas.openxmlformats.org/officeDocument/2006/relationships/image" Target="../media/image521.png"/><Relationship Id="rId183" Type="http://schemas.openxmlformats.org/officeDocument/2006/relationships/customXml" Target="../ink/ink475.xml"/><Relationship Id="rId2" Type="http://schemas.openxmlformats.org/officeDocument/2006/relationships/image" Target="../media/image2.png"/><Relationship Id="rId29" Type="http://schemas.openxmlformats.org/officeDocument/2006/relationships/customXml" Target="../ink/ink398.xml"/><Relationship Id="rId24" Type="http://schemas.openxmlformats.org/officeDocument/2006/relationships/image" Target="../media/image452.png"/><Relationship Id="rId40" Type="http://schemas.openxmlformats.org/officeDocument/2006/relationships/image" Target="../media/image460.png"/><Relationship Id="rId45" Type="http://schemas.openxmlformats.org/officeDocument/2006/relationships/customXml" Target="../ink/ink406.xml"/><Relationship Id="rId66" Type="http://schemas.openxmlformats.org/officeDocument/2006/relationships/image" Target="../media/image473.png"/><Relationship Id="rId87" Type="http://schemas.openxmlformats.org/officeDocument/2006/relationships/customXml" Target="../ink/ink427.xml"/><Relationship Id="rId110" Type="http://schemas.openxmlformats.org/officeDocument/2006/relationships/image" Target="../media/image495.png"/><Relationship Id="rId115" Type="http://schemas.openxmlformats.org/officeDocument/2006/relationships/customXml" Target="../ink/ink441.xml"/><Relationship Id="rId131" Type="http://schemas.openxmlformats.org/officeDocument/2006/relationships/customXml" Target="../ink/ink449.xml"/><Relationship Id="rId136" Type="http://schemas.openxmlformats.org/officeDocument/2006/relationships/image" Target="../media/image508.png"/><Relationship Id="rId157" Type="http://schemas.openxmlformats.org/officeDocument/2006/relationships/customXml" Target="../ink/ink462.xml"/><Relationship Id="rId178" Type="http://schemas.openxmlformats.org/officeDocument/2006/relationships/image" Target="../media/image529.png"/><Relationship Id="rId61" Type="http://schemas.openxmlformats.org/officeDocument/2006/relationships/customXml" Target="../ink/ink414.xml"/><Relationship Id="rId82" Type="http://schemas.openxmlformats.org/officeDocument/2006/relationships/image" Target="../media/image481.png"/><Relationship Id="rId152" Type="http://schemas.openxmlformats.org/officeDocument/2006/relationships/image" Target="../media/image516.png"/><Relationship Id="rId173" Type="http://schemas.openxmlformats.org/officeDocument/2006/relationships/customXml" Target="../ink/ink470.xml"/><Relationship Id="rId19" Type="http://schemas.openxmlformats.org/officeDocument/2006/relationships/customXml" Target="../ink/ink393.xml"/><Relationship Id="rId14" Type="http://schemas.openxmlformats.org/officeDocument/2006/relationships/image" Target="../media/image447.png"/><Relationship Id="rId30" Type="http://schemas.openxmlformats.org/officeDocument/2006/relationships/image" Target="../media/image455.png"/><Relationship Id="rId35" Type="http://schemas.openxmlformats.org/officeDocument/2006/relationships/customXml" Target="../ink/ink401.xml"/><Relationship Id="rId56" Type="http://schemas.openxmlformats.org/officeDocument/2006/relationships/image" Target="../media/image468.png"/><Relationship Id="rId77" Type="http://schemas.openxmlformats.org/officeDocument/2006/relationships/customXml" Target="../ink/ink422.xml"/><Relationship Id="rId100" Type="http://schemas.openxmlformats.org/officeDocument/2006/relationships/image" Target="../media/image490.png"/><Relationship Id="rId105" Type="http://schemas.openxmlformats.org/officeDocument/2006/relationships/customXml" Target="../ink/ink436.xml"/><Relationship Id="rId126" Type="http://schemas.openxmlformats.org/officeDocument/2006/relationships/image" Target="../media/image503.png"/><Relationship Id="rId147" Type="http://schemas.openxmlformats.org/officeDocument/2006/relationships/customXml" Target="../ink/ink457.xml"/><Relationship Id="rId168" Type="http://schemas.openxmlformats.org/officeDocument/2006/relationships/image" Target="../media/image524.png"/><Relationship Id="rId8" Type="http://schemas.openxmlformats.org/officeDocument/2006/relationships/image" Target="../media/image444.png"/><Relationship Id="rId51" Type="http://schemas.openxmlformats.org/officeDocument/2006/relationships/customXml" Target="../ink/ink409.xml"/><Relationship Id="rId72" Type="http://schemas.openxmlformats.org/officeDocument/2006/relationships/image" Target="../media/image476.png"/><Relationship Id="rId93" Type="http://schemas.openxmlformats.org/officeDocument/2006/relationships/customXml" Target="../ink/ink430.xml"/><Relationship Id="rId98" Type="http://schemas.openxmlformats.org/officeDocument/2006/relationships/image" Target="../media/image489.png"/><Relationship Id="rId121" Type="http://schemas.openxmlformats.org/officeDocument/2006/relationships/customXml" Target="../ink/ink444.xml"/><Relationship Id="rId142" Type="http://schemas.openxmlformats.org/officeDocument/2006/relationships/image" Target="../media/image511.png"/><Relationship Id="rId163" Type="http://schemas.openxmlformats.org/officeDocument/2006/relationships/customXml" Target="../ink/ink465.xml"/><Relationship Id="rId184" Type="http://schemas.openxmlformats.org/officeDocument/2006/relationships/image" Target="../media/image532.png"/><Relationship Id="rId189" Type="http://schemas.openxmlformats.org/officeDocument/2006/relationships/customXml" Target="../ink/ink478.xml"/><Relationship Id="rId3" Type="http://schemas.openxmlformats.org/officeDocument/2006/relationships/customXml" Target="../ink/ink385.xml"/><Relationship Id="rId25" Type="http://schemas.openxmlformats.org/officeDocument/2006/relationships/customXml" Target="../ink/ink396.xml"/><Relationship Id="rId46" Type="http://schemas.openxmlformats.org/officeDocument/2006/relationships/image" Target="../media/image463.png"/><Relationship Id="rId67" Type="http://schemas.openxmlformats.org/officeDocument/2006/relationships/customXml" Target="../ink/ink417.xml"/><Relationship Id="rId116" Type="http://schemas.openxmlformats.org/officeDocument/2006/relationships/image" Target="../media/image498.png"/><Relationship Id="rId137" Type="http://schemas.openxmlformats.org/officeDocument/2006/relationships/customXml" Target="../ink/ink452.xml"/><Relationship Id="rId158" Type="http://schemas.openxmlformats.org/officeDocument/2006/relationships/image" Target="../media/image519.png"/><Relationship Id="rId20" Type="http://schemas.openxmlformats.org/officeDocument/2006/relationships/image" Target="../media/image450.png"/><Relationship Id="rId41" Type="http://schemas.openxmlformats.org/officeDocument/2006/relationships/customXml" Target="../ink/ink404.xml"/><Relationship Id="rId62" Type="http://schemas.openxmlformats.org/officeDocument/2006/relationships/image" Target="../media/image471.png"/><Relationship Id="rId83" Type="http://schemas.openxmlformats.org/officeDocument/2006/relationships/customXml" Target="../ink/ink425.xml"/><Relationship Id="rId88" Type="http://schemas.openxmlformats.org/officeDocument/2006/relationships/image" Target="../media/image484.png"/><Relationship Id="rId111" Type="http://schemas.openxmlformats.org/officeDocument/2006/relationships/customXml" Target="../ink/ink439.xml"/><Relationship Id="rId132" Type="http://schemas.openxmlformats.org/officeDocument/2006/relationships/image" Target="../media/image506.png"/><Relationship Id="rId153" Type="http://schemas.openxmlformats.org/officeDocument/2006/relationships/customXml" Target="../ink/ink460.xml"/><Relationship Id="rId174" Type="http://schemas.openxmlformats.org/officeDocument/2006/relationships/image" Target="../media/image527.png"/><Relationship Id="rId179" Type="http://schemas.openxmlformats.org/officeDocument/2006/relationships/customXml" Target="../ink/ink473.xml"/><Relationship Id="rId190" Type="http://schemas.openxmlformats.org/officeDocument/2006/relationships/image" Target="../media/image535.png"/><Relationship Id="rId15" Type="http://schemas.openxmlformats.org/officeDocument/2006/relationships/customXml" Target="../ink/ink391.xml"/><Relationship Id="rId36" Type="http://schemas.openxmlformats.org/officeDocument/2006/relationships/image" Target="../media/image458.png"/><Relationship Id="rId57" Type="http://schemas.openxmlformats.org/officeDocument/2006/relationships/customXml" Target="../ink/ink412.xml"/><Relationship Id="rId106" Type="http://schemas.openxmlformats.org/officeDocument/2006/relationships/image" Target="../media/image493.png"/><Relationship Id="rId127" Type="http://schemas.openxmlformats.org/officeDocument/2006/relationships/customXml" Target="../ink/ink447.xml"/><Relationship Id="rId10" Type="http://schemas.openxmlformats.org/officeDocument/2006/relationships/image" Target="../media/image445.png"/><Relationship Id="rId31" Type="http://schemas.openxmlformats.org/officeDocument/2006/relationships/customXml" Target="../ink/ink399.xml"/><Relationship Id="rId52" Type="http://schemas.openxmlformats.org/officeDocument/2006/relationships/image" Target="../media/image466.png"/><Relationship Id="rId73" Type="http://schemas.openxmlformats.org/officeDocument/2006/relationships/customXml" Target="../ink/ink420.xml"/><Relationship Id="rId78" Type="http://schemas.openxmlformats.org/officeDocument/2006/relationships/image" Target="../media/image479.png"/><Relationship Id="rId94" Type="http://schemas.openxmlformats.org/officeDocument/2006/relationships/image" Target="../media/image487.png"/><Relationship Id="rId99" Type="http://schemas.openxmlformats.org/officeDocument/2006/relationships/customXml" Target="../ink/ink433.xml"/><Relationship Id="rId101" Type="http://schemas.openxmlformats.org/officeDocument/2006/relationships/customXml" Target="../ink/ink434.xml"/><Relationship Id="rId122" Type="http://schemas.openxmlformats.org/officeDocument/2006/relationships/image" Target="../media/image501.png"/><Relationship Id="rId143" Type="http://schemas.openxmlformats.org/officeDocument/2006/relationships/customXml" Target="../ink/ink455.xml"/><Relationship Id="rId148" Type="http://schemas.openxmlformats.org/officeDocument/2006/relationships/image" Target="../media/image514.png"/><Relationship Id="rId164" Type="http://schemas.openxmlformats.org/officeDocument/2006/relationships/image" Target="../media/image522.png"/><Relationship Id="rId169" Type="http://schemas.openxmlformats.org/officeDocument/2006/relationships/customXml" Target="../ink/ink468.xml"/><Relationship Id="rId185" Type="http://schemas.openxmlformats.org/officeDocument/2006/relationships/customXml" Target="../ink/ink476.xml"/><Relationship Id="rId4" Type="http://schemas.openxmlformats.org/officeDocument/2006/relationships/image" Target="../media/image442.png"/><Relationship Id="rId9" Type="http://schemas.openxmlformats.org/officeDocument/2006/relationships/customXml" Target="../ink/ink388.xml"/><Relationship Id="rId180" Type="http://schemas.openxmlformats.org/officeDocument/2006/relationships/image" Target="../media/image530.png"/><Relationship Id="rId26" Type="http://schemas.openxmlformats.org/officeDocument/2006/relationships/image" Target="../media/image453.png"/><Relationship Id="rId47" Type="http://schemas.openxmlformats.org/officeDocument/2006/relationships/customXml" Target="../ink/ink407.xml"/><Relationship Id="rId68" Type="http://schemas.openxmlformats.org/officeDocument/2006/relationships/image" Target="../media/image474.png"/><Relationship Id="rId89" Type="http://schemas.openxmlformats.org/officeDocument/2006/relationships/customXml" Target="../ink/ink428.xml"/><Relationship Id="rId112" Type="http://schemas.openxmlformats.org/officeDocument/2006/relationships/image" Target="../media/image496.png"/><Relationship Id="rId133" Type="http://schemas.openxmlformats.org/officeDocument/2006/relationships/customXml" Target="../ink/ink450.xml"/><Relationship Id="rId154" Type="http://schemas.openxmlformats.org/officeDocument/2006/relationships/image" Target="../media/image517.png"/><Relationship Id="rId175" Type="http://schemas.openxmlformats.org/officeDocument/2006/relationships/customXml" Target="../ink/ink471.xml"/><Relationship Id="rId16" Type="http://schemas.openxmlformats.org/officeDocument/2006/relationships/image" Target="../media/image448.png"/><Relationship Id="rId37" Type="http://schemas.openxmlformats.org/officeDocument/2006/relationships/customXml" Target="../ink/ink402.xml"/><Relationship Id="rId58" Type="http://schemas.openxmlformats.org/officeDocument/2006/relationships/image" Target="../media/image469.png"/><Relationship Id="rId79" Type="http://schemas.openxmlformats.org/officeDocument/2006/relationships/customXml" Target="../ink/ink423.xml"/><Relationship Id="rId102" Type="http://schemas.openxmlformats.org/officeDocument/2006/relationships/image" Target="../media/image491.png"/><Relationship Id="rId123" Type="http://schemas.openxmlformats.org/officeDocument/2006/relationships/customXml" Target="../ink/ink445.xml"/><Relationship Id="rId144" Type="http://schemas.openxmlformats.org/officeDocument/2006/relationships/image" Target="../media/image512.png"/><Relationship Id="rId90" Type="http://schemas.openxmlformats.org/officeDocument/2006/relationships/image" Target="../media/image485.png"/><Relationship Id="rId165" Type="http://schemas.openxmlformats.org/officeDocument/2006/relationships/customXml" Target="../ink/ink466.xml"/><Relationship Id="rId186" Type="http://schemas.openxmlformats.org/officeDocument/2006/relationships/image" Target="../media/image533.png"/><Relationship Id="rId27" Type="http://schemas.openxmlformats.org/officeDocument/2006/relationships/customXml" Target="../ink/ink397.xml"/><Relationship Id="rId48" Type="http://schemas.openxmlformats.org/officeDocument/2006/relationships/image" Target="../media/image464.png"/><Relationship Id="rId69" Type="http://schemas.openxmlformats.org/officeDocument/2006/relationships/customXml" Target="../ink/ink418.xml"/><Relationship Id="rId113" Type="http://schemas.openxmlformats.org/officeDocument/2006/relationships/customXml" Target="../ink/ink440.xml"/><Relationship Id="rId134" Type="http://schemas.openxmlformats.org/officeDocument/2006/relationships/image" Target="../media/image507.png"/><Relationship Id="rId80" Type="http://schemas.openxmlformats.org/officeDocument/2006/relationships/image" Target="../media/image480.png"/><Relationship Id="rId155" Type="http://schemas.openxmlformats.org/officeDocument/2006/relationships/customXml" Target="../ink/ink461.xml"/><Relationship Id="rId176" Type="http://schemas.openxmlformats.org/officeDocument/2006/relationships/image" Target="../media/image528.png"/><Relationship Id="rId17" Type="http://schemas.openxmlformats.org/officeDocument/2006/relationships/customXml" Target="../ink/ink392.xml"/><Relationship Id="rId38" Type="http://schemas.openxmlformats.org/officeDocument/2006/relationships/image" Target="../media/image459.png"/><Relationship Id="rId59" Type="http://schemas.openxmlformats.org/officeDocument/2006/relationships/customXml" Target="../ink/ink413.xml"/><Relationship Id="rId103" Type="http://schemas.openxmlformats.org/officeDocument/2006/relationships/customXml" Target="../ink/ink435.xml"/><Relationship Id="rId124" Type="http://schemas.openxmlformats.org/officeDocument/2006/relationships/image" Target="../media/image502.png"/><Relationship Id="rId70" Type="http://schemas.openxmlformats.org/officeDocument/2006/relationships/image" Target="../media/image475.png"/><Relationship Id="rId91" Type="http://schemas.openxmlformats.org/officeDocument/2006/relationships/customXml" Target="../ink/ink429.xml"/><Relationship Id="rId145" Type="http://schemas.openxmlformats.org/officeDocument/2006/relationships/customXml" Target="../ink/ink456.xml"/><Relationship Id="rId166" Type="http://schemas.openxmlformats.org/officeDocument/2006/relationships/image" Target="../media/image523.png"/><Relationship Id="rId187" Type="http://schemas.openxmlformats.org/officeDocument/2006/relationships/customXml" Target="../ink/ink477.xml"/><Relationship Id="rId1" Type="http://schemas.openxmlformats.org/officeDocument/2006/relationships/slideLayout" Target="../slideLayouts/slideLayout2.xml"/><Relationship Id="rId28" Type="http://schemas.openxmlformats.org/officeDocument/2006/relationships/image" Target="../media/image454.png"/><Relationship Id="rId49" Type="http://schemas.openxmlformats.org/officeDocument/2006/relationships/customXml" Target="../ink/ink408.xml"/><Relationship Id="rId114" Type="http://schemas.openxmlformats.org/officeDocument/2006/relationships/image" Target="../media/image497.png"/><Relationship Id="rId60" Type="http://schemas.openxmlformats.org/officeDocument/2006/relationships/image" Target="../media/image470.png"/><Relationship Id="rId81" Type="http://schemas.openxmlformats.org/officeDocument/2006/relationships/customXml" Target="../ink/ink424.xml"/><Relationship Id="rId135" Type="http://schemas.openxmlformats.org/officeDocument/2006/relationships/customXml" Target="../ink/ink451.xml"/><Relationship Id="rId156" Type="http://schemas.openxmlformats.org/officeDocument/2006/relationships/image" Target="../media/image518.png"/><Relationship Id="rId177" Type="http://schemas.openxmlformats.org/officeDocument/2006/relationships/customXml" Target="../ink/ink4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68161" y="3519186"/>
            <a:ext cx="9144000" cy="1375844"/>
          </a:xfrm>
        </p:spPr>
        <p:txBody>
          <a:bodyPr>
            <a:noAutofit/>
          </a:bodyPr>
          <a:lstStyle/>
          <a:p>
            <a:r>
              <a:rPr lang="en-US" sz="2800" b="1">
                <a:latin typeface="Arial Black" panose="020B0A04020102020204" pitchFamily="34" charset="0"/>
              </a:rPr>
              <a:t>WEEK 3 </a:t>
            </a:r>
            <a:br>
              <a:rPr lang="en-US" sz="2800" b="1">
                <a:latin typeface="Arial Black" panose="020B0A04020102020204" pitchFamily="34" charset="0"/>
              </a:rPr>
            </a:br>
            <a:r>
              <a:rPr lang="en-US" sz="2800" b="1">
                <a:latin typeface="Arial Black" panose="020B0A04020102020204" pitchFamily="34" charset="0"/>
              </a:rPr>
              <a:t>Transistor Model - BJT</a:t>
            </a:r>
            <a:endParaRPr lang="en-AU" sz="2800" b="1">
              <a:latin typeface="Arial Black" panose="020B0A04020102020204" pitchFamily="34" charset="0"/>
            </a:endParaRPr>
          </a:p>
        </p:txBody>
      </p:sp>
      <p:sp>
        <p:nvSpPr>
          <p:cNvPr id="3" name="Subtitle 2"/>
          <p:cNvSpPr>
            <a:spLocks noGrp="1"/>
          </p:cNvSpPr>
          <p:nvPr>
            <p:ph type="subTitle" idx="1"/>
          </p:nvPr>
        </p:nvSpPr>
        <p:spPr>
          <a:xfrm>
            <a:off x="1" y="6389999"/>
            <a:ext cx="4089862" cy="468001"/>
          </a:xfrm>
        </p:spPr>
        <p:txBody>
          <a:bodyPr>
            <a:normAutofit/>
          </a:bodyPr>
          <a:lstStyle/>
          <a:p>
            <a:pPr algn="l"/>
            <a:r>
              <a:rPr lang="en-AU" b="1">
                <a:latin typeface="Arial Black" panose="020B0A04020102020204" pitchFamily="34" charset="0"/>
              </a:rPr>
              <a:t>Dr. </a:t>
            </a:r>
            <a:r>
              <a:rPr lang="en-AU" b="1">
                <a:latin typeface="Arial Black" panose="020B0A04020102020204" pitchFamily="34" charset="0"/>
                <a:cs typeface="Times New Roman" panose="02020603050405020304" pitchFamily="18" charset="0"/>
              </a:rPr>
              <a:t>Aron Michael 2023</a:t>
            </a:r>
          </a:p>
          <a:p>
            <a:endParaRPr lang="en-AU"/>
          </a:p>
          <a:p>
            <a:endParaRPr lang="en-AU" sz="1600"/>
          </a:p>
          <a:p>
            <a:endParaRPr lang="en-AU"/>
          </a:p>
        </p:txBody>
      </p:sp>
      <p:grpSp>
        <p:nvGrpSpPr>
          <p:cNvPr id="13" name="Group 12"/>
          <p:cNvGrpSpPr/>
          <p:nvPr/>
        </p:nvGrpSpPr>
        <p:grpSpPr>
          <a:xfrm>
            <a:off x="0" y="-57150"/>
            <a:ext cx="12192000" cy="2456913"/>
            <a:chOff x="0" y="0"/>
            <a:chExt cx="12192000" cy="2456913"/>
          </a:xfrm>
        </p:grpSpPr>
        <p:grpSp>
          <p:nvGrpSpPr>
            <p:cNvPr id="12" name="Group 11"/>
            <p:cNvGrpSpPr/>
            <p:nvPr/>
          </p:nvGrpSpPr>
          <p:grpSpPr>
            <a:xfrm>
              <a:off x="0" y="0"/>
              <a:ext cx="12192000" cy="2456913"/>
              <a:chOff x="0" y="0"/>
              <a:chExt cx="12192000" cy="2456913"/>
            </a:xfrm>
          </p:grpSpPr>
          <p:grpSp>
            <p:nvGrpSpPr>
              <p:cNvPr id="5" name="Group 4"/>
              <p:cNvGrpSpPr/>
              <p:nvPr/>
            </p:nvGrpSpPr>
            <p:grpSpPr>
              <a:xfrm>
                <a:off x="0" y="0"/>
                <a:ext cx="12192000" cy="2456912"/>
                <a:chOff x="0" y="6120087"/>
                <a:chExt cx="12192000" cy="2456912"/>
              </a:xfrm>
            </p:grpSpPr>
            <p:sp>
              <p:nvSpPr>
                <p:cNvPr id="6" name="Rectangle 5"/>
                <p:cNvSpPr/>
                <p:nvPr/>
              </p:nvSpPr>
              <p:spPr>
                <a:xfrm>
                  <a:off x="0" y="6120087"/>
                  <a:ext cx="12192000" cy="198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7" name="Rectangle 6"/>
                <p:cNvSpPr/>
                <p:nvPr/>
              </p:nvSpPr>
              <p:spPr>
                <a:xfrm>
                  <a:off x="0" y="8108999"/>
                  <a:ext cx="12192000" cy="468000"/>
                </a:xfrm>
                <a:prstGeom prst="rect">
                  <a:avLst/>
                </a:prstGeom>
                <a:solidFill>
                  <a:srgbClr val="960000"/>
                </a:solidFill>
                <a:ln>
                  <a:solidFill>
                    <a:srgbClr val="96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sp>
            <p:nvSpPr>
              <p:cNvPr id="9" name="Pentagon 8"/>
              <p:cNvSpPr/>
              <p:nvPr/>
            </p:nvSpPr>
            <p:spPr>
              <a:xfrm>
                <a:off x="0" y="1988913"/>
                <a:ext cx="5000368" cy="468000"/>
              </a:xfrm>
              <a:prstGeom prst="homePlat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p:cNvSpPr txBox="1"/>
              <p:nvPr/>
            </p:nvSpPr>
            <p:spPr>
              <a:xfrm>
                <a:off x="6021858" y="2022857"/>
                <a:ext cx="4901515" cy="400110"/>
              </a:xfrm>
              <a:prstGeom prst="rect">
                <a:avLst/>
              </a:prstGeom>
              <a:noFill/>
            </p:spPr>
            <p:txBody>
              <a:bodyPr wrap="square" rtlCol="0">
                <a:spAutoFit/>
              </a:bodyPr>
              <a:lstStyle/>
              <a:p>
                <a:r>
                  <a:rPr lang="en-AU" sz="2000">
                    <a:solidFill>
                      <a:schemeClr val="bg1"/>
                    </a:solidFill>
                  </a:rPr>
                  <a:t>Electrical Engineering &amp; Telecommunications</a:t>
                </a:r>
              </a:p>
            </p:txBody>
          </p:sp>
          <p:sp>
            <p:nvSpPr>
              <p:cNvPr id="11" name="TextBox 10"/>
              <p:cNvSpPr txBox="1"/>
              <p:nvPr/>
            </p:nvSpPr>
            <p:spPr>
              <a:xfrm>
                <a:off x="1668161" y="2019702"/>
                <a:ext cx="1511645" cy="400110"/>
              </a:xfrm>
              <a:prstGeom prst="rect">
                <a:avLst/>
              </a:prstGeom>
              <a:noFill/>
            </p:spPr>
            <p:txBody>
              <a:bodyPr wrap="square" rtlCol="0">
                <a:spAutoFit/>
              </a:bodyPr>
              <a:lstStyle/>
              <a:p>
                <a:r>
                  <a:rPr lang="en-AU" sz="2000">
                    <a:solidFill>
                      <a:schemeClr val="bg1"/>
                    </a:solidFill>
                  </a:rPr>
                  <a:t>Engineering</a:t>
                </a:r>
              </a:p>
            </p:txBody>
          </p:sp>
        </p:gr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090" y="156972"/>
              <a:ext cx="1714500" cy="1714500"/>
            </a:xfrm>
            <a:prstGeom prst="rect">
              <a:avLst/>
            </a:prstGeom>
          </p:spPr>
        </p:pic>
      </p:grpSp>
    </p:spTree>
    <p:extLst>
      <p:ext uri="{BB962C8B-B14F-4D97-AF65-F5344CB8AC3E}">
        <p14:creationId xmlns:p14="http://schemas.microsoft.com/office/powerpoint/2010/main" val="535187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BEE1F6BA-1F23-031A-C257-40F71568A262}"/>
              </a:ext>
            </a:extLst>
          </p:cNvPr>
          <p:cNvGrpSpPr/>
          <p:nvPr/>
        </p:nvGrpSpPr>
        <p:grpSpPr>
          <a:xfrm>
            <a:off x="0" y="6181363"/>
            <a:ext cx="12192000" cy="731495"/>
            <a:chOff x="0" y="6120089"/>
            <a:chExt cx="12192000" cy="731495"/>
          </a:xfrm>
        </p:grpSpPr>
        <p:sp>
          <p:nvSpPr>
            <p:cNvPr id="30" name="Rectangle 29">
              <a:extLst>
                <a:ext uri="{FF2B5EF4-FFF2-40B4-BE49-F238E27FC236}">
                  <a16:creationId xmlns:a16="http://schemas.microsoft.com/office/drawing/2014/main" id="{C10799BB-A9C3-80C4-388C-36253DE0F675}"/>
                </a:ext>
              </a:extLst>
            </p:cNvPr>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31" name="Rectangle 30">
              <a:extLst>
                <a:ext uri="{FF2B5EF4-FFF2-40B4-BE49-F238E27FC236}">
                  <a16:creationId xmlns:a16="http://schemas.microsoft.com/office/drawing/2014/main" id="{C65AA7C1-847D-5E58-A6D3-5570EF084189}"/>
                </a:ext>
              </a:extLst>
            </p:cNvPr>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grpSp>
        <p:nvGrpSpPr>
          <p:cNvPr id="5" name="Group 4"/>
          <p:cNvGrpSpPr/>
          <p:nvPr/>
        </p:nvGrpSpPr>
        <p:grpSpPr>
          <a:xfrm>
            <a:off x="0" y="6110662"/>
            <a:ext cx="12192000" cy="731495"/>
            <a:chOff x="0" y="6120089"/>
            <a:chExt cx="12192000" cy="731495"/>
          </a:xfrm>
        </p:grpSpPr>
        <p:sp>
          <p:nvSpPr>
            <p:cNvPr id="6" name="Rectangle 5"/>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7" name="Rectangle 6"/>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8"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44831"/>
            <a:ext cx="1194487" cy="506753"/>
          </a:xfrm>
          <a:prstGeom prst="rect">
            <a:avLst/>
          </a:prstGeom>
        </p:spPr>
      </p:pic>
      <p:pic>
        <p:nvPicPr>
          <p:cNvPr id="3" name="Picture 2">
            <a:extLst>
              <a:ext uri="{FF2B5EF4-FFF2-40B4-BE49-F238E27FC236}">
                <a16:creationId xmlns:a16="http://schemas.microsoft.com/office/drawing/2014/main" id="{2F14017E-A268-8D19-7DF6-C14CAC83476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50768" y="858392"/>
            <a:ext cx="3967092" cy="27660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06" name="Group 105">
            <a:extLst>
              <a:ext uri="{FF2B5EF4-FFF2-40B4-BE49-F238E27FC236}">
                <a16:creationId xmlns:a16="http://schemas.microsoft.com/office/drawing/2014/main" id="{74131D03-EBFF-CB9E-F5BB-316C4F4CBDE5}"/>
              </a:ext>
            </a:extLst>
          </p:cNvPr>
          <p:cNvGrpSpPr/>
          <p:nvPr/>
        </p:nvGrpSpPr>
        <p:grpSpPr>
          <a:xfrm>
            <a:off x="4603248" y="711792"/>
            <a:ext cx="2026440" cy="3243960"/>
            <a:chOff x="4603248" y="711792"/>
            <a:chExt cx="2026440" cy="3243960"/>
          </a:xfrm>
        </p:grpSpPr>
        <mc:AlternateContent xmlns:mc="http://schemas.openxmlformats.org/markup-compatibility/2006" xmlns:p14="http://schemas.microsoft.com/office/powerpoint/2010/main">
          <mc:Choice Requires="p14">
            <p:contentPart p14:bwMode="auto" r:id="rId4">
              <p14:nvContentPartPr>
                <p14:cNvPr id="62" name="Ink 61">
                  <a:extLst>
                    <a:ext uri="{FF2B5EF4-FFF2-40B4-BE49-F238E27FC236}">
                      <a16:creationId xmlns:a16="http://schemas.microsoft.com/office/drawing/2014/main" id="{9F8BEACB-653A-710D-A273-E629D433B5AF}"/>
                    </a:ext>
                  </a:extLst>
                </p14:cNvPr>
                <p14:cNvContentPartPr/>
                <p14:nvPr/>
              </p14:nvContentPartPr>
              <p14:xfrm>
                <a:off x="5092488" y="1108872"/>
                <a:ext cx="147600" cy="2646000"/>
              </p14:xfrm>
            </p:contentPart>
          </mc:Choice>
          <mc:Fallback xmlns="">
            <p:pic>
              <p:nvPicPr>
                <p:cNvPr id="62" name="Ink 61">
                  <a:extLst>
                    <a:ext uri="{FF2B5EF4-FFF2-40B4-BE49-F238E27FC236}">
                      <a16:creationId xmlns:a16="http://schemas.microsoft.com/office/drawing/2014/main" id="{9F8BEACB-653A-710D-A273-E629D433B5AF}"/>
                    </a:ext>
                  </a:extLst>
                </p:cNvPr>
                <p:cNvPicPr/>
                <p:nvPr/>
              </p:nvPicPr>
              <p:blipFill>
                <a:blip r:embed="rId5"/>
                <a:stretch>
                  <a:fillRect/>
                </a:stretch>
              </p:blipFill>
              <p:spPr>
                <a:xfrm>
                  <a:off x="5083488" y="1099872"/>
                  <a:ext cx="165240" cy="2663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3" name="Ink 62">
                  <a:extLst>
                    <a:ext uri="{FF2B5EF4-FFF2-40B4-BE49-F238E27FC236}">
                      <a16:creationId xmlns:a16="http://schemas.microsoft.com/office/drawing/2014/main" id="{379FE9DD-7254-E551-3EF8-CEF172E0A02D}"/>
                    </a:ext>
                  </a:extLst>
                </p14:cNvPr>
                <p14:cNvContentPartPr/>
                <p14:nvPr/>
              </p14:nvContentPartPr>
              <p14:xfrm>
                <a:off x="4994568" y="3807792"/>
                <a:ext cx="276480" cy="19800"/>
              </p14:xfrm>
            </p:contentPart>
          </mc:Choice>
          <mc:Fallback xmlns="">
            <p:pic>
              <p:nvPicPr>
                <p:cNvPr id="63" name="Ink 62">
                  <a:extLst>
                    <a:ext uri="{FF2B5EF4-FFF2-40B4-BE49-F238E27FC236}">
                      <a16:creationId xmlns:a16="http://schemas.microsoft.com/office/drawing/2014/main" id="{379FE9DD-7254-E551-3EF8-CEF172E0A02D}"/>
                    </a:ext>
                  </a:extLst>
                </p:cNvPr>
                <p:cNvPicPr/>
                <p:nvPr/>
              </p:nvPicPr>
              <p:blipFill>
                <a:blip r:embed="rId7"/>
                <a:stretch>
                  <a:fillRect/>
                </a:stretch>
              </p:blipFill>
              <p:spPr>
                <a:xfrm>
                  <a:off x="4985568" y="3798792"/>
                  <a:ext cx="29412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4" name="Ink 63">
                  <a:extLst>
                    <a:ext uri="{FF2B5EF4-FFF2-40B4-BE49-F238E27FC236}">
                      <a16:creationId xmlns:a16="http://schemas.microsoft.com/office/drawing/2014/main" id="{6DC084AD-1DB5-B8F1-7CF3-BF4A7732FDF3}"/>
                    </a:ext>
                  </a:extLst>
                </p14:cNvPr>
                <p14:cNvContentPartPr/>
                <p14:nvPr/>
              </p14:nvContentPartPr>
              <p14:xfrm>
                <a:off x="5101488" y="3939912"/>
                <a:ext cx="106200" cy="15840"/>
              </p14:xfrm>
            </p:contentPart>
          </mc:Choice>
          <mc:Fallback xmlns="">
            <p:pic>
              <p:nvPicPr>
                <p:cNvPr id="64" name="Ink 63">
                  <a:extLst>
                    <a:ext uri="{FF2B5EF4-FFF2-40B4-BE49-F238E27FC236}">
                      <a16:creationId xmlns:a16="http://schemas.microsoft.com/office/drawing/2014/main" id="{6DC084AD-1DB5-B8F1-7CF3-BF4A7732FDF3}"/>
                    </a:ext>
                  </a:extLst>
                </p:cNvPr>
                <p:cNvPicPr/>
                <p:nvPr/>
              </p:nvPicPr>
              <p:blipFill>
                <a:blip r:embed="rId9"/>
                <a:stretch>
                  <a:fillRect/>
                </a:stretch>
              </p:blipFill>
              <p:spPr>
                <a:xfrm>
                  <a:off x="5092488" y="3930912"/>
                  <a:ext cx="12384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6" name="Ink 65">
                  <a:extLst>
                    <a:ext uri="{FF2B5EF4-FFF2-40B4-BE49-F238E27FC236}">
                      <a16:creationId xmlns:a16="http://schemas.microsoft.com/office/drawing/2014/main" id="{B5A395F9-0BFC-67D4-D846-A8BD9DD42E62}"/>
                    </a:ext>
                  </a:extLst>
                </p14:cNvPr>
                <p14:cNvContentPartPr/>
                <p14:nvPr/>
              </p14:nvContentPartPr>
              <p14:xfrm>
                <a:off x="5153688" y="2359872"/>
                <a:ext cx="512280" cy="43560"/>
              </p14:xfrm>
            </p:contentPart>
          </mc:Choice>
          <mc:Fallback xmlns="">
            <p:pic>
              <p:nvPicPr>
                <p:cNvPr id="66" name="Ink 65">
                  <a:extLst>
                    <a:ext uri="{FF2B5EF4-FFF2-40B4-BE49-F238E27FC236}">
                      <a16:creationId xmlns:a16="http://schemas.microsoft.com/office/drawing/2014/main" id="{B5A395F9-0BFC-67D4-D846-A8BD9DD42E62}"/>
                    </a:ext>
                  </a:extLst>
                </p:cNvPr>
                <p:cNvPicPr/>
                <p:nvPr/>
              </p:nvPicPr>
              <p:blipFill>
                <a:blip r:embed="rId11"/>
                <a:stretch>
                  <a:fillRect/>
                </a:stretch>
              </p:blipFill>
              <p:spPr>
                <a:xfrm>
                  <a:off x="5144694" y="2350872"/>
                  <a:ext cx="529908"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7" name="Ink 66">
                  <a:extLst>
                    <a:ext uri="{FF2B5EF4-FFF2-40B4-BE49-F238E27FC236}">
                      <a16:creationId xmlns:a16="http://schemas.microsoft.com/office/drawing/2014/main" id="{78C3B1E7-78AC-AF10-1BC3-5E306D53F5BF}"/>
                    </a:ext>
                  </a:extLst>
                </p14:cNvPr>
                <p14:cNvContentPartPr/>
                <p14:nvPr/>
              </p14:nvContentPartPr>
              <p14:xfrm>
                <a:off x="5693328" y="2148552"/>
                <a:ext cx="38880" cy="513360"/>
              </p14:xfrm>
            </p:contentPart>
          </mc:Choice>
          <mc:Fallback xmlns="">
            <p:pic>
              <p:nvPicPr>
                <p:cNvPr id="67" name="Ink 66">
                  <a:extLst>
                    <a:ext uri="{FF2B5EF4-FFF2-40B4-BE49-F238E27FC236}">
                      <a16:creationId xmlns:a16="http://schemas.microsoft.com/office/drawing/2014/main" id="{78C3B1E7-78AC-AF10-1BC3-5E306D53F5BF}"/>
                    </a:ext>
                  </a:extLst>
                </p:cNvPr>
                <p:cNvPicPr/>
                <p:nvPr/>
              </p:nvPicPr>
              <p:blipFill>
                <a:blip r:embed="rId13"/>
                <a:stretch>
                  <a:fillRect/>
                </a:stretch>
              </p:blipFill>
              <p:spPr>
                <a:xfrm>
                  <a:off x="5684328" y="2139552"/>
                  <a:ext cx="56520" cy="531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8" name="Ink 67">
                  <a:extLst>
                    <a:ext uri="{FF2B5EF4-FFF2-40B4-BE49-F238E27FC236}">
                      <a16:creationId xmlns:a16="http://schemas.microsoft.com/office/drawing/2014/main" id="{D015C1FE-628D-EF3F-BAE2-034F93E1BF8F}"/>
                    </a:ext>
                  </a:extLst>
                </p14:cNvPr>
                <p14:cNvContentPartPr/>
                <p14:nvPr/>
              </p14:nvContentPartPr>
              <p14:xfrm>
                <a:off x="5692608" y="2528712"/>
                <a:ext cx="263160" cy="150480"/>
              </p14:xfrm>
            </p:contentPart>
          </mc:Choice>
          <mc:Fallback xmlns="">
            <p:pic>
              <p:nvPicPr>
                <p:cNvPr id="68" name="Ink 67">
                  <a:extLst>
                    <a:ext uri="{FF2B5EF4-FFF2-40B4-BE49-F238E27FC236}">
                      <a16:creationId xmlns:a16="http://schemas.microsoft.com/office/drawing/2014/main" id="{D015C1FE-628D-EF3F-BAE2-034F93E1BF8F}"/>
                    </a:ext>
                  </a:extLst>
                </p:cNvPr>
                <p:cNvPicPr/>
                <p:nvPr/>
              </p:nvPicPr>
              <p:blipFill>
                <a:blip r:embed="rId15"/>
                <a:stretch>
                  <a:fillRect/>
                </a:stretch>
              </p:blipFill>
              <p:spPr>
                <a:xfrm>
                  <a:off x="5683608" y="2519690"/>
                  <a:ext cx="280800" cy="168162"/>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9" name="Ink 68">
                  <a:extLst>
                    <a:ext uri="{FF2B5EF4-FFF2-40B4-BE49-F238E27FC236}">
                      <a16:creationId xmlns:a16="http://schemas.microsoft.com/office/drawing/2014/main" id="{9FC02177-4019-CA10-B223-829FAC368CF0}"/>
                    </a:ext>
                  </a:extLst>
                </p14:cNvPr>
                <p14:cNvContentPartPr/>
                <p14:nvPr/>
              </p14:nvContentPartPr>
              <p14:xfrm>
                <a:off x="5812848" y="2521512"/>
                <a:ext cx="120600" cy="173520"/>
              </p14:xfrm>
            </p:contentPart>
          </mc:Choice>
          <mc:Fallback xmlns="">
            <p:pic>
              <p:nvPicPr>
                <p:cNvPr id="69" name="Ink 68">
                  <a:extLst>
                    <a:ext uri="{FF2B5EF4-FFF2-40B4-BE49-F238E27FC236}">
                      <a16:creationId xmlns:a16="http://schemas.microsoft.com/office/drawing/2014/main" id="{9FC02177-4019-CA10-B223-829FAC368CF0}"/>
                    </a:ext>
                  </a:extLst>
                </p:cNvPr>
                <p:cNvPicPr/>
                <p:nvPr/>
              </p:nvPicPr>
              <p:blipFill>
                <a:blip r:embed="rId17"/>
                <a:stretch>
                  <a:fillRect/>
                </a:stretch>
              </p:blipFill>
              <p:spPr>
                <a:xfrm>
                  <a:off x="5803848" y="2512512"/>
                  <a:ext cx="13824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0" name="Ink 69">
                  <a:extLst>
                    <a:ext uri="{FF2B5EF4-FFF2-40B4-BE49-F238E27FC236}">
                      <a16:creationId xmlns:a16="http://schemas.microsoft.com/office/drawing/2014/main" id="{86CBF346-0A5F-C037-B0C8-6B2CDEF6CEC6}"/>
                    </a:ext>
                  </a:extLst>
                </p14:cNvPr>
                <p14:cNvContentPartPr/>
                <p14:nvPr/>
              </p14:nvContentPartPr>
              <p14:xfrm>
                <a:off x="5981328" y="2669832"/>
                <a:ext cx="27360" cy="311760"/>
              </p14:xfrm>
            </p:contentPart>
          </mc:Choice>
          <mc:Fallback xmlns="">
            <p:pic>
              <p:nvPicPr>
                <p:cNvPr id="70" name="Ink 69">
                  <a:extLst>
                    <a:ext uri="{FF2B5EF4-FFF2-40B4-BE49-F238E27FC236}">
                      <a16:creationId xmlns:a16="http://schemas.microsoft.com/office/drawing/2014/main" id="{86CBF346-0A5F-C037-B0C8-6B2CDEF6CEC6}"/>
                    </a:ext>
                  </a:extLst>
                </p:cNvPr>
                <p:cNvPicPr/>
                <p:nvPr/>
              </p:nvPicPr>
              <p:blipFill>
                <a:blip r:embed="rId19"/>
                <a:stretch>
                  <a:fillRect/>
                </a:stretch>
              </p:blipFill>
              <p:spPr>
                <a:xfrm>
                  <a:off x="5972208" y="2660832"/>
                  <a:ext cx="45235"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2" name="Ink 71">
                  <a:extLst>
                    <a:ext uri="{FF2B5EF4-FFF2-40B4-BE49-F238E27FC236}">
                      <a16:creationId xmlns:a16="http://schemas.microsoft.com/office/drawing/2014/main" id="{36B76712-4464-8E22-320D-DD9D1F0C144E}"/>
                    </a:ext>
                  </a:extLst>
                </p14:cNvPr>
                <p14:cNvContentPartPr/>
                <p14:nvPr/>
              </p14:nvContentPartPr>
              <p14:xfrm>
                <a:off x="5926248" y="3014712"/>
                <a:ext cx="182880" cy="693720"/>
              </p14:xfrm>
            </p:contentPart>
          </mc:Choice>
          <mc:Fallback xmlns="">
            <p:pic>
              <p:nvPicPr>
                <p:cNvPr id="72" name="Ink 71">
                  <a:extLst>
                    <a:ext uri="{FF2B5EF4-FFF2-40B4-BE49-F238E27FC236}">
                      <a16:creationId xmlns:a16="http://schemas.microsoft.com/office/drawing/2014/main" id="{36B76712-4464-8E22-320D-DD9D1F0C144E}"/>
                    </a:ext>
                  </a:extLst>
                </p:cNvPr>
                <p:cNvPicPr/>
                <p:nvPr/>
              </p:nvPicPr>
              <p:blipFill>
                <a:blip r:embed="rId21"/>
                <a:stretch>
                  <a:fillRect/>
                </a:stretch>
              </p:blipFill>
              <p:spPr>
                <a:xfrm>
                  <a:off x="5917248" y="3005717"/>
                  <a:ext cx="200520" cy="711351"/>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3" name="Ink 72">
                  <a:extLst>
                    <a:ext uri="{FF2B5EF4-FFF2-40B4-BE49-F238E27FC236}">
                      <a16:creationId xmlns:a16="http://schemas.microsoft.com/office/drawing/2014/main" id="{0CCF392A-2710-46C1-2D64-E4F0F3E70A74}"/>
                    </a:ext>
                  </a:extLst>
                </p14:cNvPr>
                <p14:cNvContentPartPr/>
                <p14:nvPr/>
              </p14:nvContentPartPr>
              <p14:xfrm>
                <a:off x="5915808" y="3744072"/>
                <a:ext cx="295200" cy="18000"/>
              </p14:xfrm>
            </p:contentPart>
          </mc:Choice>
          <mc:Fallback xmlns="">
            <p:pic>
              <p:nvPicPr>
                <p:cNvPr id="73" name="Ink 72">
                  <a:extLst>
                    <a:ext uri="{FF2B5EF4-FFF2-40B4-BE49-F238E27FC236}">
                      <a16:creationId xmlns:a16="http://schemas.microsoft.com/office/drawing/2014/main" id="{0CCF392A-2710-46C1-2D64-E4F0F3E70A74}"/>
                    </a:ext>
                  </a:extLst>
                </p:cNvPr>
                <p:cNvPicPr/>
                <p:nvPr/>
              </p:nvPicPr>
              <p:blipFill>
                <a:blip r:embed="rId23"/>
                <a:stretch>
                  <a:fillRect/>
                </a:stretch>
              </p:blipFill>
              <p:spPr>
                <a:xfrm>
                  <a:off x="5906808" y="3735072"/>
                  <a:ext cx="31284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74" name="Ink 73">
                  <a:extLst>
                    <a:ext uri="{FF2B5EF4-FFF2-40B4-BE49-F238E27FC236}">
                      <a16:creationId xmlns:a16="http://schemas.microsoft.com/office/drawing/2014/main" id="{9DF5D971-DE5A-36C3-1B98-0B1D80B93629}"/>
                    </a:ext>
                  </a:extLst>
                </p14:cNvPr>
                <p14:cNvContentPartPr/>
                <p14:nvPr/>
              </p14:nvContentPartPr>
              <p14:xfrm>
                <a:off x="6041088" y="3814992"/>
                <a:ext cx="114480" cy="24480"/>
              </p14:xfrm>
            </p:contentPart>
          </mc:Choice>
          <mc:Fallback xmlns="">
            <p:pic>
              <p:nvPicPr>
                <p:cNvPr id="74" name="Ink 73">
                  <a:extLst>
                    <a:ext uri="{FF2B5EF4-FFF2-40B4-BE49-F238E27FC236}">
                      <a16:creationId xmlns:a16="http://schemas.microsoft.com/office/drawing/2014/main" id="{9DF5D971-DE5A-36C3-1B98-0B1D80B93629}"/>
                    </a:ext>
                  </a:extLst>
                </p:cNvPr>
                <p:cNvPicPr/>
                <p:nvPr/>
              </p:nvPicPr>
              <p:blipFill>
                <a:blip r:embed="rId25"/>
                <a:stretch>
                  <a:fillRect/>
                </a:stretch>
              </p:blipFill>
              <p:spPr>
                <a:xfrm>
                  <a:off x="6032088" y="3806122"/>
                  <a:ext cx="132120" cy="41864"/>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75" name="Ink 74">
                  <a:extLst>
                    <a:ext uri="{FF2B5EF4-FFF2-40B4-BE49-F238E27FC236}">
                      <a16:creationId xmlns:a16="http://schemas.microsoft.com/office/drawing/2014/main" id="{8EB1B315-7357-AE3A-B070-F88C10023C18}"/>
                    </a:ext>
                  </a:extLst>
                </p14:cNvPr>
                <p14:cNvContentPartPr/>
                <p14:nvPr/>
              </p14:nvContentPartPr>
              <p14:xfrm>
                <a:off x="5874768" y="2262312"/>
                <a:ext cx="360" cy="360"/>
              </p14:xfrm>
            </p:contentPart>
          </mc:Choice>
          <mc:Fallback xmlns="">
            <p:pic>
              <p:nvPicPr>
                <p:cNvPr id="75" name="Ink 74">
                  <a:extLst>
                    <a:ext uri="{FF2B5EF4-FFF2-40B4-BE49-F238E27FC236}">
                      <a16:creationId xmlns:a16="http://schemas.microsoft.com/office/drawing/2014/main" id="{8EB1B315-7357-AE3A-B070-F88C10023C18}"/>
                    </a:ext>
                  </a:extLst>
                </p:cNvPr>
                <p:cNvPicPr/>
                <p:nvPr/>
              </p:nvPicPr>
              <p:blipFill>
                <a:blip r:embed="rId27"/>
                <a:stretch>
                  <a:fillRect/>
                </a:stretch>
              </p:blipFill>
              <p:spPr>
                <a:xfrm>
                  <a:off x="5865768" y="225331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76" name="Ink 75">
                  <a:extLst>
                    <a:ext uri="{FF2B5EF4-FFF2-40B4-BE49-F238E27FC236}">
                      <a16:creationId xmlns:a16="http://schemas.microsoft.com/office/drawing/2014/main" id="{D1E0F5C2-45D4-3925-F012-71F6A3D34775}"/>
                    </a:ext>
                  </a:extLst>
                </p14:cNvPr>
                <p14:cNvContentPartPr/>
                <p14:nvPr/>
              </p14:nvContentPartPr>
              <p14:xfrm>
                <a:off x="5733288" y="2183832"/>
                <a:ext cx="220680" cy="90360"/>
              </p14:xfrm>
            </p:contentPart>
          </mc:Choice>
          <mc:Fallback xmlns="">
            <p:pic>
              <p:nvPicPr>
                <p:cNvPr id="76" name="Ink 75">
                  <a:extLst>
                    <a:ext uri="{FF2B5EF4-FFF2-40B4-BE49-F238E27FC236}">
                      <a16:creationId xmlns:a16="http://schemas.microsoft.com/office/drawing/2014/main" id="{D1E0F5C2-45D4-3925-F012-71F6A3D34775}"/>
                    </a:ext>
                  </a:extLst>
                </p:cNvPr>
                <p:cNvPicPr/>
                <p:nvPr/>
              </p:nvPicPr>
              <p:blipFill>
                <a:blip r:embed="rId29"/>
                <a:stretch>
                  <a:fillRect/>
                </a:stretch>
              </p:blipFill>
              <p:spPr>
                <a:xfrm>
                  <a:off x="5724273" y="2174868"/>
                  <a:ext cx="238349" cy="10793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78" name="Ink 77">
                  <a:extLst>
                    <a:ext uri="{FF2B5EF4-FFF2-40B4-BE49-F238E27FC236}">
                      <a16:creationId xmlns:a16="http://schemas.microsoft.com/office/drawing/2014/main" id="{C01D384F-E13A-074A-28BF-36476750500E}"/>
                    </a:ext>
                  </a:extLst>
                </p14:cNvPr>
                <p14:cNvContentPartPr/>
                <p14:nvPr/>
              </p14:nvContentPartPr>
              <p14:xfrm>
                <a:off x="5897088" y="1100592"/>
                <a:ext cx="158760" cy="1108080"/>
              </p14:xfrm>
            </p:contentPart>
          </mc:Choice>
          <mc:Fallback xmlns="">
            <p:pic>
              <p:nvPicPr>
                <p:cNvPr id="78" name="Ink 77">
                  <a:extLst>
                    <a:ext uri="{FF2B5EF4-FFF2-40B4-BE49-F238E27FC236}">
                      <a16:creationId xmlns:a16="http://schemas.microsoft.com/office/drawing/2014/main" id="{C01D384F-E13A-074A-28BF-36476750500E}"/>
                    </a:ext>
                  </a:extLst>
                </p:cNvPr>
                <p:cNvPicPr/>
                <p:nvPr/>
              </p:nvPicPr>
              <p:blipFill>
                <a:blip r:embed="rId31"/>
                <a:stretch>
                  <a:fillRect/>
                </a:stretch>
              </p:blipFill>
              <p:spPr>
                <a:xfrm>
                  <a:off x="5888068" y="1091592"/>
                  <a:ext cx="176440" cy="1125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79" name="Ink 78">
                  <a:extLst>
                    <a:ext uri="{FF2B5EF4-FFF2-40B4-BE49-F238E27FC236}">
                      <a16:creationId xmlns:a16="http://schemas.microsoft.com/office/drawing/2014/main" id="{367280FB-55AF-9042-13F3-0FAEFE3C06D8}"/>
                    </a:ext>
                  </a:extLst>
                </p14:cNvPr>
                <p14:cNvContentPartPr/>
                <p14:nvPr/>
              </p14:nvContentPartPr>
              <p14:xfrm>
                <a:off x="5904288" y="1030752"/>
                <a:ext cx="172440" cy="159840"/>
              </p14:xfrm>
            </p:contentPart>
          </mc:Choice>
          <mc:Fallback xmlns="">
            <p:pic>
              <p:nvPicPr>
                <p:cNvPr id="79" name="Ink 78">
                  <a:extLst>
                    <a:ext uri="{FF2B5EF4-FFF2-40B4-BE49-F238E27FC236}">
                      <a16:creationId xmlns:a16="http://schemas.microsoft.com/office/drawing/2014/main" id="{367280FB-55AF-9042-13F3-0FAEFE3C06D8}"/>
                    </a:ext>
                  </a:extLst>
                </p:cNvPr>
                <p:cNvPicPr/>
                <p:nvPr/>
              </p:nvPicPr>
              <p:blipFill>
                <a:blip r:embed="rId33"/>
                <a:stretch>
                  <a:fillRect/>
                </a:stretch>
              </p:blipFill>
              <p:spPr>
                <a:xfrm>
                  <a:off x="5895288" y="1021752"/>
                  <a:ext cx="19008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81" name="Ink 80">
                  <a:extLst>
                    <a:ext uri="{FF2B5EF4-FFF2-40B4-BE49-F238E27FC236}">
                      <a16:creationId xmlns:a16="http://schemas.microsoft.com/office/drawing/2014/main" id="{AA4BE8C9-CCE5-4945-C781-E4BFC9800171}"/>
                    </a:ext>
                  </a:extLst>
                </p14:cNvPr>
                <p14:cNvContentPartPr/>
                <p14:nvPr/>
              </p14:nvContentPartPr>
              <p14:xfrm>
                <a:off x="5977728" y="1796832"/>
                <a:ext cx="606600" cy="84240"/>
              </p14:xfrm>
            </p:contentPart>
          </mc:Choice>
          <mc:Fallback xmlns="">
            <p:pic>
              <p:nvPicPr>
                <p:cNvPr id="81" name="Ink 80">
                  <a:extLst>
                    <a:ext uri="{FF2B5EF4-FFF2-40B4-BE49-F238E27FC236}">
                      <a16:creationId xmlns:a16="http://schemas.microsoft.com/office/drawing/2014/main" id="{AA4BE8C9-CCE5-4945-C781-E4BFC9800171}"/>
                    </a:ext>
                  </a:extLst>
                </p:cNvPr>
                <p:cNvPicPr/>
                <p:nvPr/>
              </p:nvPicPr>
              <p:blipFill>
                <a:blip r:embed="rId35"/>
                <a:stretch>
                  <a:fillRect/>
                </a:stretch>
              </p:blipFill>
              <p:spPr>
                <a:xfrm>
                  <a:off x="5968728" y="1787832"/>
                  <a:ext cx="62424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0" name="Ink 59">
                  <a:extLst>
                    <a:ext uri="{FF2B5EF4-FFF2-40B4-BE49-F238E27FC236}">
                      <a16:creationId xmlns:a16="http://schemas.microsoft.com/office/drawing/2014/main" id="{F0BCC401-EE77-E9B4-39B7-5886BFD14BE3}"/>
                    </a:ext>
                  </a:extLst>
                </p14:cNvPr>
                <p14:cNvContentPartPr/>
                <p14:nvPr/>
              </p14:nvContentPartPr>
              <p14:xfrm>
                <a:off x="5183568" y="1168992"/>
                <a:ext cx="360" cy="3240"/>
              </p14:xfrm>
            </p:contentPart>
          </mc:Choice>
          <mc:Fallback xmlns="">
            <p:pic>
              <p:nvPicPr>
                <p:cNvPr id="60" name="Ink 59">
                  <a:extLst>
                    <a:ext uri="{FF2B5EF4-FFF2-40B4-BE49-F238E27FC236}">
                      <a16:creationId xmlns:a16="http://schemas.microsoft.com/office/drawing/2014/main" id="{F0BCC401-EE77-E9B4-39B7-5886BFD14BE3}"/>
                    </a:ext>
                  </a:extLst>
                </p:cNvPr>
                <p:cNvPicPr/>
                <p:nvPr/>
              </p:nvPicPr>
              <p:blipFill>
                <a:blip r:embed="rId37"/>
                <a:stretch>
                  <a:fillRect/>
                </a:stretch>
              </p:blipFill>
              <p:spPr>
                <a:xfrm>
                  <a:off x="5174568" y="1160892"/>
                  <a:ext cx="18000" cy="19116"/>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61" name="Ink 60">
                  <a:extLst>
                    <a:ext uri="{FF2B5EF4-FFF2-40B4-BE49-F238E27FC236}">
                      <a16:creationId xmlns:a16="http://schemas.microsoft.com/office/drawing/2014/main" id="{DCC122A6-25D1-DB7E-5452-9039E7DABA59}"/>
                    </a:ext>
                  </a:extLst>
                </p14:cNvPr>
                <p14:cNvContentPartPr/>
                <p14:nvPr/>
              </p14:nvContentPartPr>
              <p14:xfrm>
                <a:off x="5148288" y="1088352"/>
                <a:ext cx="217080" cy="119160"/>
              </p14:xfrm>
            </p:contentPart>
          </mc:Choice>
          <mc:Fallback xmlns="">
            <p:pic>
              <p:nvPicPr>
                <p:cNvPr id="61" name="Ink 60">
                  <a:extLst>
                    <a:ext uri="{FF2B5EF4-FFF2-40B4-BE49-F238E27FC236}">
                      <a16:creationId xmlns:a16="http://schemas.microsoft.com/office/drawing/2014/main" id="{DCC122A6-25D1-DB7E-5452-9039E7DABA59}"/>
                    </a:ext>
                  </a:extLst>
                </p:cNvPr>
                <p:cNvPicPr/>
                <p:nvPr/>
              </p:nvPicPr>
              <p:blipFill>
                <a:blip r:embed="rId39"/>
                <a:stretch>
                  <a:fillRect/>
                </a:stretch>
              </p:blipFill>
              <p:spPr>
                <a:xfrm>
                  <a:off x="5139288" y="1079352"/>
                  <a:ext cx="23472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82" name="Ink 81">
                  <a:extLst>
                    <a:ext uri="{FF2B5EF4-FFF2-40B4-BE49-F238E27FC236}">
                      <a16:creationId xmlns:a16="http://schemas.microsoft.com/office/drawing/2014/main" id="{0713A4CD-C199-147F-F265-CCA13F693562}"/>
                    </a:ext>
                  </a:extLst>
                </p14:cNvPr>
                <p14:cNvContentPartPr/>
                <p14:nvPr/>
              </p14:nvContentPartPr>
              <p14:xfrm>
                <a:off x="5097528" y="1109952"/>
                <a:ext cx="244080" cy="111600"/>
              </p14:xfrm>
            </p:contentPart>
          </mc:Choice>
          <mc:Fallback xmlns="">
            <p:pic>
              <p:nvPicPr>
                <p:cNvPr id="82" name="Ink 81">
                  <a:extLst>
                    <a:ext uri="{FF2B5EF4-FFF2-40B4-BE49-F238E27FC236}">
                      <a16:creationId xmlns:a16="http://schemas.microsoft.com/office/drawing/2014/main" id="{0713A4CD-C199-147F-F265-CCA13F693562}"/>
                    </a:ext>
                  </a:extLst>
                </p:cNvPr>
                <p:cNvPicPr/>
                <p:nvPr/>
              </p:nvPicPr>
              <p:blipFill>
                <a:blip r:embed="rId41"/>
                <a:stretch>
                  <a:fillRect/>
                </a:stretch>
              </p:blipFill>
              <p:spPr>
                <a:xfrm>
                  <a:off x="5088528" y="1100981"/>
                  <a:ext cx="261720" cy="129183"/>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84" name="Ink 83">
                  <a:extLst>
                    <a:ext uri="{FF2B5EF4-FFF2-40B4-BE49-F238E27FC236}">
                      <a16:creationId xmlns:a16="http://schemas.microsoft.com/office/drawing/2014/main" id="{8479A61E-3335-7447-4B16-012BB0DCBB07}"/>
                    </a:ext>
                  </a:extLst>
                </p14:cNvPr>
                <p14:cNvContentPartPr/>
                <p14:nvPr/>
              </p14:nvContentPartPr>
              <p14:xfrm>
                <a:off x="4687488" y="1488672"/>
                <a:ext cx="54000" cy="308880"/>
              </p14:xfrm>
            </p:contentPart>
          </mc:Choice>
          <mc:Fallback xmlns="">
            <p:pic>
              <p:nvPicPr>
                <p:cNvPr id="84" name="Ink 83">
                  <a:extLst>
                    <a:ext uri="{FF2B5EF4-FFF2-40B4-BE49-F238E27FC236}">
                      <a16:creationId xmlns:a16="http://schemas.microsoft.com/office/drawing/2014/main" id="{8479A61E-3335-7447-4B16-012BB0DCBB07}"/>
                    </a:ext>
                  </a:extLst>
                </p:cNvPr>
                <p:cNvPicPr/>
                <p:nvPr/>
              </p:nvPicPr>
              <p:blipFill>
                <a:blip r:embed="rId43"/>
                <a:stretch>
                  <a:fillRect/>
                </a:stretch>
              </p:blipFill>
              <p:spPr>
                <a:xfrm>
                  <a:off x="4678488" y="1479672"/>
                  <a:ext cx="71640" cy="3265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85" name="Ink 84">
                  <a:extLst>
                    <a:ext uri="{FF2B5EF4-FFF2-40B4-BE49-F238E27FC236}">
                      <a16:creationId xmlns:a16="http://schemas.microsoft.com/office/drawing/2014/main" id="{5413F9A8-EE21-16DC-6754-F176384BE123}"/>
                    </a:ext>
                  </a:extLst>
                </p14:cNvPr>
                <p14:cNvContentPartPr/>
                <p14:nvPr/>
              </p14:nvContentPartPr>
              <p14:xfrm>
                <a:off x="4688568" y="1505232"/>
                <a:ext cx="133200" cy="261360"/>
              </p14:xfrm>
            </p:contentPart>
          </mc:Choice>
          <mc:Fallback xmlns="">
            <p:pic>
              <p:nvPicPr>
                <p:cNvPr id="85" name="Ink 84">
                  <a:extLst>
                    <a:ext uri="{FF2B5EF4-FFF2-40B4-BE49-F238E27FC236}">
                      <a16:creationId xmlns:a16="http://schemas.microsoft.com/office/drawing/2014/main" id="{5413F9A8-EE21-16DC-6754-F176384BE123}"/>
                    </a:ext>
                  </a:extLst>
                </p:cNvPr>
                <p:cNvPicPr/>
                <p:nvPr/>
              </p:nvPicPr>
              <p:blipFill>
                <a:blip r:embed="rId45"/>
                <a:stretch>
                  <a:fillRect/>
                </a:stretch>
              </p:blipFill>
              <p:spPr>
                <a:xfrm>
                  <a:off x="4679568" y="1496232"/>
                  <a:ext cx="15084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86" name="Ink 85">
                  <a:extLst>
                    <a:ext uri="{FF2B5EF4-FFF2-40B4-BE49-F238E27FC236}">
                      <a16:creationId xmlns:a16="http://schemas.microsoft.com/office/drawing/2014/main" id="{CE5AFA9B-6AE2-AA2B-D525-66A8C5C2312A}"/>
                    </a:ext>
                  </a:extLst>
                </p14:cNvPr>
                <p14:cNvContentPartPr/>
                <p14:nvPr/>
              </p14:nvContentPartPr>
              <p14:xfrm>
                <a:off x="4844448" y="1681992"/>
                <a:ext cx="15120" cy="165960"/>
              </p14:xfrm>
            </p:contentPart>
          </mc:Choice>
          <mc:Fallback xmlns="">
            <p:pic>
              <p:nvPicPr>
                <p:cNvPr id="86" name="Ink 85">
                  <a:extLst>
                    <a:ext uri="{FF2B5EF4-FFF2-40B4-BE49-F238E27FC236}">
                      <a16:creationId xmlns:a16="http://schemas.microsoft.com/office/drawing/2014/main" id="{CE5AFA9B-6AE2-AA2B-D525-66A8C5C2312A}"/>
                    </a:ext>
                  </a:extLst>
                </p:cNvPr>
                <p:cNvPicPr/>
                <p:nvPr/>
              </p:nvPicPr>
              <p:blipFill>
                <a:blip r:embed="rId47"/>
                <a:stretch>
                  <a:fillRect/>
                </a:stretch>
              </p:blipFill>
              <p:spPr>
                <a:xfrm>
                  <a:off x="4835448" y="1672992"/>
                  <a:ext cx="3276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87" name="Ink 86">
                  <a:extLst>
                    <a:ext uri="{FF2B5EF4-FFF2-40B4-BE49-F238E27FC236}">
                      <a16:creationId xmlns:a16="http://schemas.microsoft.com/office/drawing/2014/main" id="{126C9397-FF0A-20C0-079F-024711CF1BC9}"/>
                    </a:ext>
                  </a:extLst>
                </p14:cNvPr>
                <p14:cNvContentPartPr/>
                <p14:nvPr/>
              </p14:nvContentPartPr>
              <p14:xfrm>
                <a:off x="4842288" y="1674792"/>
                <a:ext cx="66960" cy="176400"/>
              </p14:xfrm>
            </p:contentPart>
          </mc:Choice>
          <mc:Fallback xmlns="">
            <p:pic>
              <p:nvPicPr>
                <p:cNvPr id="87" name="Ink 86">
                  <a:extLst>
                    <a:ext uri="{FF2B5EF4-FFF2-40B4-BE49-F238E27FC236}">
                      <a16:creationId xmlns:a16="http://schemas.microsoft.com/office/drawing/2014/main" id="{126C9397-FF0A-20C0-079F-024711CF1BC9}"/>
                    </a:ext>
                  </a:extLst>
                </p:cNvPr>
                <p:cNvPicPr/>
                <p:nvPr/>
              </p:nvPicPr>
              <p:blipFill>
                <a:blip r:embed="rId49"/>
                <a:stretch>
                  <a:fillRect/>
                </a:stretch>
              </p:blipFill>
              <p:spPr>
                <a:xfrm>
                  <a:off x="4833288" y="1665792"/>
                  <a:ext cx="8460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88" name="Ink 87">
                  <a:extLst>
                    <a:ext uri="{FF2B5EF4-FFF2-40B4-BE49-F238E27FC236}">
                      <a16:creationId xmlns:a16="http://schemas.microsoft.com/office/drawing/2014/main" id="{2A542B0B-90EF-71E6-C4C7-2E83CE007945}"/>
                    </a:ext>
                  </a:extLst>
                </p14:cNvPr>
                <p14:cNvContentPartPr/>
                <p14:nvPr/>
              </p14:nvContentPartPr>
              <p14:xfrm>
                <a:off x="4960368" y="1689552"/>
                <a:ext cx="11520" cy="185040"/>
              </p14:xfrm>
            </p:contentPart>
          </mc:Choice>
          <mc:Fallback xmlns="">
            <p:pic>
              <p:nvPicPr>
                <p:cNvPr id="88" name="Ink 87">
                  <a:extLst>
                    <a:ext uri="{FF2B5EF4-FFF2-40B4-BE49-F238E27FC236}">
                      <a16:creationId xmlns:a16="http://schemas.microsoft.com/office/drawing/2014/main" id="{2A542B0B-90EF-71E6-C4C7-2E83CE007945}"/>
                    </a:ext>
                  </a:extLst>
                </p:cNvPr>
                <p:cNvPicPr/>
                <p:nvPr/>
              </p:nvPicPr>
              <p:blipFill>
                <a:blip r:embed="rId51"/>
                <a:stretch>
                  <a:fillRect/>
                </a:stretch>
              </p:blipFill>
              <p:spPr>
                <a:xfrm>
                  <a:off x="4951368" y="1680552"/>
                  <a:ext cx="2916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89" name="Ink 88">
                  <a:extLst>
                    <a:ext uri="{FF2B5EF4-FFF2-40B4-BE49-F238E27FC236}">
                      <a16:creationId xmlns:a16="http://schemas.microsoft.com/office/drawing/2014/main" id="{0EECF525-6ECE-4F1C-C47F-2EF7A52D127E}"/>
                    </a:ext>
                  </a:extLst>
                </p14:cNvPr>
                <p14:cNvContentPartPr/>
                <p14:nvPr/>
              </p14:nvContentPartPr>
              <p14:xfrm>
                <a:off x="4603248" y="2863512"/>
                <a:ext cx="149040" cy="225000"/>
              </p14:xfrm>
            </p:contentPart>
          </mc:Choice>
          <mc:Fallback xmlns="">
            <p:pic>
              <p:nvPicPr>
                <p:cNvPr id="89" name="Ink 88">
                  <a:extLst>
                    <a:ext uri="{FF2B5EF4-FFF2-40B4-BE49-F238E27FC236}">
                      <a16:creationId xmlns:a16="http://schemas.microsoft.com/office/drawing/2014/main" id="{0EECF525-6ECE-4F1C-C47F-2EF7A52D127E}"/>
                    </a:ext>
                  </a:extLst>
                </p:cNvPr>
                <p:cNvPicPr/>
                <p:nvPr/>
              </p:nvPicPr>
              <p:blipFill>
                <a:blip r:embed="rId53"/>
                <a:stretch>
                  <a:fillRect/>
                </a:stretch>
              </p:blipFill>
              <p:spPr>
                <a:xfrm>
                  <a:off x="4594270" y="2854526"/>
                  <a:ext cx="166637" cy="242612"/>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90" name="Ink 89">
                  <a:extLst>
                    <a:ext uri="{FF2B5EF4-FFF2-40B4-BE49-F238E27FC236}">
                      <a16:creationId xmlns:a16="http://schemas.microsoft.com/office/drawing/2014/main" id="{BA6402E2-5417-94ED-53FB-D8D84C62D91A}"/>
                    </a:ext>
                  </a:extLst>
                </p14:cNvPr>
                <p14:cNvContentPartPr/>
                <p14:nvPr/>
              </p14:nvContentPartPr>
              <p14:xfrm>
                <a:off x="4781808" y="2987352"/>
                <a:ext cx="83160" cy="198000"/>
              </p14:xfrm>
            </p:contentPart>
          </mc:Choice>
          <mc:Fallback xmlns="">
            <p:pic>
              <p:nvPicPr>
                <p:cNvPr id="90" name="Ink 89">
                  <a:extLst>
                    <a:ext uri="{FF2B5EF4-FFF2-40B4-BE49-F238E27FC236}">
                      <a16:creationId xmlns:a16="http://schemas.microsoft.com/office/drawing/2014/main" id="{BA6402E2-5417-94ED-53FB-D8D84C62D91A}"/>
                    </a:ext>
                  </a:extLst>
                </p:cNvPr>
                <p:cNvPicPr/>
                <p:nvPr/>
              </p:nvPicPr>
              <p:blipFill>
                <a:blip r:embed="rId55"/>
                <a:stretch>
                  <a:fillRect/>
                </a:stretch>
              </p:blipFill>
              <p:spPr>
                <a:xfrm>
                  <a:off x="4772769" y="2978352"/>
                  <a:ext cx="100877"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91" name="Ink 90">
                  <a:extLst>
                    <a:ext uri="{FF2B5EF4-FFF2-40B4-BE49-F238E27FC236}">
                      <a16:creationId xmlns:a16="http://schemas.microsoft.com/office/drawing/2014/main" id="{A6CF78BA-5061-6F9A-E998-F44BD3439F9D}"/>
                    </a:ext>
                  </a:extLst>
                </p14:cNvPr>
                <p14:cNvContentPartPr/>
                <p14:nvPr/>
              </p14:nvContentPartPr>
              <p14:xfrm>
                <a:off x="4881168" y="3061152"/>
                <a:ext cx="75240" cy="148680"/>
              </p14:xfrm>
            </p:contentPart>
          </mc:Choice>
          <mc:Fallback xmlns="">
            <p:pic>
              <p:nvPicPr>
                <p:cNvPr id="91" name="Ink 90">
                  <a:extLst>
                    <a:ext uri="{FF2B5EF4-FFF2-40B4-BE49-F238E27FC236}">
                      <a16:creationId xmlns:a16="http://schemas.microsoft.com/office/drawing/2014/main" id="{A6CF78BA-5061-6F9A-E998-F44BD3439F9D}"/>
                    </a:ext>
                  </a:extLst>
                </p:cNvPr>
                <p:cNvPicPr/>
                <p:nvPr/>
              </p:nvPicPr>
              <p:blipFill>
                <a:blip r:embed="rId57"/>
                <a:stretch>
                  <a:fillRect/>
                </a:stretch>
              </p:blipFill>
              <p:spPr>
                <a:xfrm>
                  <a:off x="4872168" y="3052152"/>
                  <a:ext cx="9288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94" name="Ink 93">
                  <a:extLst>
                    <a:ext uri="{FF2B5EF4-FFF2-40B4-BE49-F238E27FC236}">
                      <a16:creationId xmlns:a16="http://schemas.microsoft.com/office/drawing/2014/main" id="{ED57C113-1855-B59E-8D25-A001986C6D7F}"/>
                    </a:ext>
                  </a:extLst>
                </p14:cNvPr>
                <p14:cNvContentPartPr/>
                <p14:nvPr/>
              </p14:nvContentPartPr>
              <p14:xfrm>
                <a:off x="6206688" y="1323072"/>
                <a:ext cx="19800" cy="216000"/>
              </p14:xfrm>
            </p:contentPart>
          </mc:Choice>
          <mc:Fallback xmlns="">
            <p:pic>
              <p:nvPicPr>
                <p:cNvPr id="94" name="Ink 93">
                  <a:extLst>
                    <a:ext uri="{FF2B5EF4-FFF2-40B4-BE49-F238E27FC236}">
                      <a16:creationId xmlns:a16="http://schemas.microsoft.com/office/drawing/2014/main" id="{ED57C113-1855-B59E-8D25-A001986C6D7F}"/>
                    </a:ext>
                  </a:extLst>
                </p:cNvPr>
                <p:cNvPicPr/>
                <p:nvPr/>
              </p:nvPicPr>
              <p:blipFill>
                <a:blip r:embed="rId59"/>
                <a:stretch>
                  <a:fillRect/>
                </a:stretch>
              </p:blipFill>
              <p:spPr>
                <a:xfrm>
                  <a:off x="6197688" y="1314087"/>
                  <a:ext cx="37440" cy="233611"/>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95" name="Ink 94">
                  <a:extLst>
                    <a:ext uri="{FF2B5EF4-FFF2-40B4-BE49-F238E27FC236}">
                      <a16:creationId xmlns:a16="http://schemas.microsoft.com/office/drawing/2014/main" id="{3B1FB07A-DC2A-95CE-4C54-BB79E12F8942}"/>
                    </a:ext>
                  </a:extLst>
                </p14:cNvPr>
                <p14:cNvContentPartPr/>
                <p14:nvPr/>
              </p14:nvContentPartPr>
              <p14:xfrm>
                <a:off x="6181488" y="1278432"/>
                <a:ext cx="175320" cy="226800"/>
              </p14:xfrm>
            </p:contentPart>
          </mc:Choice>
          <mc:Fallback xmlns="">
            <p:pic>
              <p:nvPicPr>
                <p:cNvPr id="95" name="Ink 94">
                  <a:extLst>
                    <a:ext uri="{FF2B5EF4-FFF2-40B4-BE49-F238E27FC236}">
                      <a16:creationId xmlns:a16="http://schemas.microsoft.com/office/drawing/2014/main" id="{3B1FB07A-DC2A-95CE-4C54-BB79E12F8942}"/>
                    </a:ext>
                  </a:extLst>
                </p:cNvPr>
                <p:cNvPicPr/>
                <p:nvPr/>
              </p:nvPicPr>
              <p:blipFill>
                <a:blip r:embed="rId61"/>
                <a:stretch>
                  <a:fillRect/>
                </a:stretch>
              </p:blipFill>
              <p:spPr>
                <a:xfrm>
                  <a:off x="6172488" y="1269432"/>
                  <a:ext cx="19296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96" name="Ink 95">
                  <a:extLst>
                    <a:ext uri="{FF2B5EF4-FFF2-40B4-BE49-F238E27FC236}">
                      <a16:creationId xmlns:a16="http://schemas.microsoft.com/office/drawing/2014/main" id="{BC84A54B-222F-C08C-18CC-BA17E9A491C0}"/>
                    </a:ext>
                  </a:extLst>
                </p14:cNvPr>
                <p14:cNvContentPartPr/>
                <p14:nvPr/>
              </p14:nvContentPartPr>
              <p14:xfrm>
                <a:off x="6371568" y="1434312"/>
                <a:ext cx="92520" cy="139320"/>
              </p14:xfrm>
            </p:contentPart>
          </mc:Choice>
          <mc:Fallback xmlns="">
            <p:pic>
              <p:nvPicPr>
                <p:cNvPr id="96" name="Ink 95">
                  <a:extLst>
                    <a:ext uri="{FF2B5EF4-FFF2-40B4-BE49-F238E27FC236}">
                      <a16:creationId xmlns:a16="http://schemas.microsoft.com/office/drawing/2014/main" id="{BC84A54B-222F-C08C-18CC-BA17E9A491C0}"/>
                    </a:ext>
                  </a:extLst>
                </p:cNvPr>
                <p:cNvPicPr/>
                <p:nvPr/>
              </p:nvPicPr>
              <p:blipFill>
                <a:blip r:embed="rId63"/>
                <a:stretch>
                  <a:fillRect/>
                </a:stretch>
              </p:blipFill>
              <p:spPr>
                <a:xfrm>
                  <a:off x="6362533" y="1425335"/>
                  <a:ext cx="110229" cy="156915"/>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97" name="Ink 96">
                  <a:extLst>
                    <a:ext uri="{FF2B5EF4-FFF2-40B4-BE49-F238E27FC236}">
                      <a16:creationId xmlns:a16="http://schemas.microsoft.com/office/drawing/2014/main" id="{20F400CD-90C3-9F7B-12B8-89BBCF43E738}"/>
                    </a:ext>
                  </a:extLst>
                </p14:cNvPr>
                <p14:cNvContentPartPr/>
                <p14:nvPr/>
              </p14:nvContentPartPr>
              <p14:xfrm>
                <a:off x="6242328" y="2996352"/>
                <a:ext cx="168840" cy="205200"/>
              </p14:xfrm>
            </p:contentPart>
          </mc:Choice>
          <mc:Fallback xmlns="">
            <p:pic>
              <p:nvPicPr>
                <p:cNvPr id="97" name="Ink 96">
                  <a:extLst>
                    <a:ext uri="{FF2B5EF4-FFF2-40B4-BE49-F238E27FC236}">
                      <a16:creationId xmlns:a16="http://schemas.microsoft.com/office/drawing/2014/main" id="{20F400CD-90C3-9F7B-12B8-89BBCF43E738}"/>
                    </a:ext>
                  </a:extLst>
                </p:cNvPr>
                <p:cNvPicPr/>
                <p:nvPr/>
              </p:nvPicPr>
              <p:blipFill>
                <a:blip r:embed="rId65"/>
                <a:stretch>
                  <a:fillRect/>
                </a:stretch>
              </p:blipFill>
              <p:spPr>
                <a:xfrm>
                  <a:off x="6233328" y="2987352"/>
                  <a:ext cx="18648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98" name="Ink 97">
                  <a:extLst>
                    <a:ext uri="{FF2B5EF4-FFF2-40B4-BE49-F238E27FC236}">
                      <a16:creationId xmlns:a16="http://schemas.microsoft.com/office/drawing/2014/main" id="{D8746735-3296-B082-81B2-8BDFD0ED5B0C}"/>
                    </a:ext>
                  </a:extLst>
                </p14:cNvPr>
                <p14:cNvContentPartPr/>
                <p14:nvPr/>
              </p14:nvContentPartPr>
              <p14:xfrm>
                <a:off x="6430248" y="3150432"/>
                <a:ext cx="110160" cy="133560"/>
              </p14:xfrm>
            </p:contentPart>
          </mc:Choice>
          <mc:Fallback xmlns="">
            <p:pic>
              <p:nvPicPr>
                <p:cNvPr id="98" name="Ink 97">
                  <a:extLst>
                    <a:ext uri="{FF2B5EF4-FFF2-40B4-BE49-F238E27FC236}">
                      <a16:creationId xmlns:a16="http://schemas.microsoft.com/office/drawing/2014/main" id="{D8746735-3296-B082-81B2-8BDFD0ED5B0C}"/>
                    </a:ext>
                  </a:extLst>
                </p:cNvPr>
                <p:cNvPicPr/>
                <p:nvPr/>
              </p:nvPicPr>
              <p:blipFill>
                <a:blip r:embed="rId67"/>
                <a:stretch>
                  <a:fillRect/>
                </a:stretch>
              </p:blipFill>
              <p:spPr>
                <a:xfrm>
                  <a:off x="6421248" y="3141432"/>
                  <a:ext cx="12780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99" name="Ink 98">
                  <a:extLst>
                    <a:ext uri="{FF2B5EF4-FFF2-40B4-BE49-F238E27FC236}">
                      <a16:creationId xmlns:a16="http://schemas.microsoft.com/office/drawing/2014/main" id="{C2EC1FAE-F8A3-A189-93A9-CE328C318C44}"/>
                    </a:ext>
                  </a:extLst>
                </p14:cNvPr>
                <p14:cNvContentPartPr/>
                <p14:nvPr/>
              </p14:nvContentPartPr>
              <p14:xfrm>
                <a:off x="6462288" y="3184632"/>
                <a:ext cx="122760" cy="11160"/>
              </p14:xfrm>
            </p:contentPart>
          </mc:Choice>
          <mc:Fallback xmlns="">
            <p:pic>
              <p:nvPicPr>
                <p:cNvPr id="99" name="Ink 98">
                  <a:extLst>
                    <a:ext uri="{FF2B5EF4-FFF2-40B4-BE49-F238E27FC236}">
                      <a16:creationId xmlns:a16="http://schemas.microsoft.com/office/drawing/2014/main" id="{C2EC1FAE-F8A3-A189-93A9-CE328C318C44}"/>
                    </a:ext>
                  </a:extLst>
                </p:cNvPr>
                <p:cNvPicPr/>
                <p:nvPr/>
              </p:nvPicPr>
              <p:blipFill>
                <a:blip r:embed="rId69"/>
                <a:stretch>
                  <a:fillRect/>
                </a:stretch>
              </p:blipFill>
              <p:spPr>
                <a:xfrm>
                  <a:off x="6453288" y="3175632"/>
                  <a:ext cx="14040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00" name="Ink 99">
                  <a:extLst>
                    <a:ext uri="{FF2B5EF4-FFF2-40B4-BE49-F238E27FC236}">
                      <a16:creationId xmlns:a16="http://schemas.microsoft.com/office/drawing/2014/main" id="{BBB42D95-D7A3-78C3-C8C7-3B6CA394EFCF}"/>
                    </a:ext>
                  </a:extLst>
                </p14:cNvPr>
                <p14:cNvContentPartPr/>
                <p14:nvPr/>
              </p14:nvContentPartPr>
              <p14:xfrm>
                <a:off x="6447168" y="3106512"/>
                <a:ext cx="182520" cy="34560"/>
              </p14:xfrm>
            </p:contentPart>
          </mc:Choice>
          <mc:Fallback xmlns="">
            <p:pic>
              <p:nvPicPr>
                <p:cNvPr id="100" name="Ink 99">
                  <a:extLst>
                    <a:ext uri="{FF2B5EF4-FFF2-40B4-BE49-F238E27FC236}">
                      <a16:creationId xmlns:a16="http://schemas.microsoft.com/office/drawing/2014/main" id="{BBB42D95-D7A3-78C3-C8C7-3B6CA394EFCF}"/>
                    </a:ext>
                  </a:extLst>
                </p:cNvPr>
                <p:cNvPicPr/>
                <p:nvPr/>
              </p:nvPicPr>
              <p:blipFill>
                <a:blip r:embed="rId71"/>
                <a:stretch>
                  <a:fillRect/>
                </a:stretch>
              </p:blipFill>
              <p:spPr>
                <a:xfrm>
                  <a:off x="6438168" y="3097512"/>
                  <a:ext cx="20016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03" name="Ink 102">
                  <a:extLst>
                    <a:ext uri="{FF2B5EF4-FFF2-40B4-BE49-F238E27FC236}">
                      <a16:creationId xmlns:a16="http://schemas.microsoft.com/office/drawing/2014/main" id="{9D4A79C1-DC7C-0DB7-62C6-020B0093023F}"/>
                    </a:ext>
                  </a:extLst>
                </p14:cNvPr>
                <p14:cNvContentPartPr/>
                <p14:nvPr/>
              </p14:nvContentPartPr>
              <p14:xfrm>
                <a:off x="6149088" y="711792"/>
                <a:ext cx="200880" cy="309960"/>
              </p14:xfrm>
            </p:contentPart>
          </mc:Choice>
          <mc:Fallback xmlns="">
            <p:pic>
              <p:nvPicPr>
                <p:cNvPr id="103" name="Ink 102">
                  <a:extLst>
                    <a:ext uri="{FF2B5EF4-FFF2-40B4-BE49-F238E27FC236}">
                      <a16:creationId xmlns:a16="http://schemas.microsoft.com/office/drawing/2014/main" id="{9D4A79C1-DC7C-0DB7-62C6-020B0093023F}"/>
                    </a:ext>
                  </a:extLst>
                </p:cNvPr>
                <p:cNvPicPr/>
                <p:nvPr/>
              </p:nvPicPr>
              <p:blipFill>
                <a:blip r:embed="rId73"/>
                <a:stretch>
                  <a:fillRect/>
                </a:stretch>
              </p:blipFill>
              <p:spPr>
                <a:xfrm>
                  <a:off x="6140088" y="702792"/>
                  <a:ext cx="21852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04" name="Ink 103">
                  <a:extLst>
                    <a:ext uri="{FF2B5EF4-FFF2-40B4-BE49-F238E27FC236}">
                      <a16:creationId xmlns:a16="http://schemas.microsoft.com/office/drawing/2014/main" id="{CC4DEBD7-102F-8B46-B28C-FACB002BD915}"/>
                    </a:ext>
                  </a:extLst>
                </p14:cNvPr>
                <p14:cNvContentPartPr/>
                <p14:nvPr/>
              </p14:nvContentPartPr>
              <p14:xfrm>
                <a:off x="6316848" y="908352"/>
                <a:ext cx="96840" cy="150480"/>
              </p14:xfrm>
            </p:contentPart>
          </mc:Choice>
          <mc:Fallback xmlns="">
            <p:pic>
              <p:nvPicPr>
                <p:cNvPr id="104" name="Ink 103">
                  <a:extLst>
                    <a:ext uri="{FF2B5EF4-FFF2-40B4-BE49-F238E27FC236}">
                      <a16:creationId xmlns:a16="http://schemas.microsoft.com/office/drawing/2014/main" id="{CC4DEBD7-102F-8B46-B28C-FACB002BD915}"/>
                    </a:ext>
                  </a:extLst>
                </p:cNvPr>
                <p:cNvPicPr/>
                <p:nvPr/>
              </p:nvPicPr>
              <p:blipFill>
                <a:blip r:embed="rId75"/>
                <a:stretch>
                  <a:fillRect/>
                </a:stretch>
              </p:blipFill>
              <p:spPr>
                <a:xfrm>
                  <a:off x="6307848" y="899352"/>
                  <a:ext cx="11448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05" name="Ink 104">
                  <a:extLst>
                    <a:ext uri="{FF2B5EF4-FFF2-40B4-BE49-F238E27FC236}">
                      <a16:creationId xmlns:a16="http://schemas.microsoft.com/office/drawing/2014/main" id="{3790E6FE-A494-79D0-3F47-C89337D5485E}"/>
                    </a:ext>
                  </a:extLst>
                </p14:cNvPr>
                <p14:cNvContentPartPr/>
                <p14:nvPr/>
              </p14:nvContentPartPr>
              <p14:xfrm>
                <a:off x="6429888" y="914472"/>
                <a:ext cx="187560" cy="123480"/>
              </p14:xfrm>
            </p:contentPart>
          </mc:Choice>
          <mc:Fallback xmlns="">
            <p:pic>
              <p:nvPicPr>
                <p:cNvPr id="105" name="Ink 104">
                  <a:extLst>
                    <a:ext uri="{FF2B5EF4-FFF2-40B4-BE49-F238E27FC236}">
                      <a16:creationId xmlns:a16="http://schemas.microsoft.com/office/drawing/2014/main" id="{3790E6FE-A494-79D0-3F47-C89337D5485E}"/>
                    </a:ext>
                  </a:extLst>
                </p:cNvPr>
                <p:cNvPicPr/>
                <p:nvPr/>
              </p:nvPicPr>
              <p:blipFill>
                <a:blip r:embed="rId77"/>
                <a:stretch>
                  <a:fillRect/>
                </a:stretch>
              </p:blipFill>
              <p:spPr>
                <a:xfrm>
                  <a:off x="6420888" y="905472"/>
                  <a:ext cx="205200" cy="141120"/>
                </a:xfrm>
                <a:prstGeom prst="rect">
                  <a:avLst/>
                </a:prstGeom>
              </p:spPr>
            </p:pic>
          </mc:Fallback>
        </mc:AlternateContent>
      </p:grpSp>
      <p:pic>
        <p:nvPicPr>
          <p:cNvPr id="107" name="Picture 3">
            <a:extLst>
              <a:ext uri="{FF2B5EF4-FFF2-40B4-BE49-F238E27FC236}">
                <a16:creationId xmlns:a16="http://schemas.microsoft.com/office/drawing/2014/main" id="{DADACD22-2EDE-1160-42E9-FBD474BB79F8}"/>
              </a:ext>
            </a:extLst>
          </p:cNvPr>
          <p:cNvPicPr>
            <a:picLocks noChangeAspect="1" noChangeArrowheads="1"/>
          </p:cNvPicPr>
          <p:nvPr/>
        </p:nvPicPr>
        <p:blipFill>
          <a:blip r:embed="rId78">
            <a:extLst>
              <a:ext uri="{28A0092B-C50C-407E-A947-70E740481C1C}">
                <a14:useLocalDpi xmlns:a14="http://schemas.microsoft.com/office/drawing/2010/main" val="0"/>
              </a:ext>
            </a:extLst>
          </a:blip>
          <a:srcRect/>
          <a:stretch>
            <a:fillRect/>
          </a:stretch>
        </p:blipFill>
        <p:spPr bwMode="auto">
          <a:xfrm>
            <a:off x="105592" y="2895165"/>
            <a:ext cx="4435736" cy="26287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17" name="Group 116">
            <a:extLst>
              <a:ext uri="{FF2B5EF4-FFF2-40B4-BE49-F238E27FC236}">
                <a16:creationId xmlns:a16="http://schemas.microsoft.com/office/drawing/2014/main" id="{2C735A86-39C9-3265-9ADD-74CBB1895280}"/>
              </a:ext>
            </a:extLst>
          </p:cNvPr>
          <p:cNvGrpSpPr/>
          <p:nvPr/>
        </p:nvGrpSpPr>
        <p:grpSpPr>
          <a:xfrm>
            <a:off x="776808" y="271656"/>
            <a:ext cx="1689120" cy="1974240"/>
            <a:chOff x="776808" y="271656"/>
            <a:chExt cx="1689120" cy="1974240"/>
          </a:xfrm>
        </p:grpSpPr>
        <mc:AlternateContent xmlns:mc="http://schemas.openxmlformats.org/markup-compatibility/2006" xmlns:p14="http://schemas.microsoft.com/office/powerpoint/2010/main">
          <mc:Choice Requires="p14">
            <p:contentPart p14:bwMode="auto" r:id="rId79">
              <p14:nvContentPartPr>
                <p14:cNvPr id="108" name="Ink 107">
                  <a:extLst>
                    <a:ext uri="{FF2B5EF4-FFF2-40B4-BE49-F238E27FC236}">
                      <a16:creationId xmlns:a16="http://schemas.microsoft.com/office/drawing/2014/main" id="{44A0996C-F86B-BDF9-8107-2E1283B8939C}"/>
                    </a:ext>
                  </a:extLst>
                </p14:cNvPr>
                <p14:cNvContentPartPr/>
                <p14:nvPr/>
              </p14:nvContentPartPr>
              <p14:xfrm>
                <a:off x="1893528" y="1053936"/>
                <a:ext cx="56520" cy="614520"/>
              </p14:xfrm>
            </p:contentPart>
          </mc:Choice>
          <mc:Fallback xmlns="">
            <p:pic>
              <p:nvPicPr>
                <p:cNvPr id="108" name="Ink 107">
                  <a:extLst>
                    <a:ext uri="{FF2B5EF4-FFF2-40B4-BE49-F238E27FC236}">
                      <a16:creationId xmlns:a16="http://schemas.microsoft.com/office/drawing/2014/main" id="{44A0996C-F86B-BDF9-8107-2E1283B8939C}"/>
                    </a:ext>
                  </a:extLst>
                </p:cNvPr>
                <p:cNvPicPr/>
                <p:nvPr/>
              </p:nvPicPr>
              <p:blipFill>
                <a:blip r:embed="rId80"/>
                <a:stretch>
                  <a:fillRect/>
                </a:stretch>
              </p:blipFill>
              <p:spPr>
                <a:xfrm>
                  <a:off x="1884528" y="1044941"/>
                  <a:ext cx="74160" cy="63215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09" name="Ink 108">
                  <a:extLst>
                    <a:ext uri="{FF2B5EF4-FFF2-40B4-BE49-F238E27FC236}">
                      <a16:creationId xmlns:a16="http://schemas.microsoft.com/office/drawing/2014/main" id="{73A4B307-6686-2761-0101-BCCB2640297C}"/>
                    </a:ext>
                  </a:extLst>
                </p14:cNvPr>
                <p14:cNvContentPartPr/>
                <p14:nvPr/>
              </p14:nvContentPartPr>
              <p14:xfrm>
                <a:off x="1965528" y="943416"/>
                <a:ext cx="446040" cy="337320"/>
              </p14:xfrm>
            </p:contentPart>
          </mc:Choice>
          <mc:Fallback xmlns="">
            <p:pic>
              <p:nvPicPr>
                <p:cNvPr id="109" name="Ink 108">
                  <a:extLst>
                    <a:ext uri="{FF2B5EF4-FFF2-40B4-BE49-F238E27FC236}">
                      <a16:creationId xmlns:a16="http://schemas.microsoft.com/office/drawing/2014/main" id="{73A4B307-6686-2761-0101-BCCB2640297C}"/>
                    </a:ext>
                  </a:extLst>
                </p:cNvPr>
                <p:cNvPicPr/>
                <p:nvPr/>
              </p:nvPicPr>
              <p:blipFill>
                <a:blip r:embed="rId82"/>
                <a:stretch>
                  <a:fillRect/>
                </a:stretch>
              </p:blipFill>
              <p:spPr>
                <a:xfrm>
                  <a:off x="1956521" y="934426"/>
                  <a:ext cx="463694" cy="354941"/>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10" name="Ink 109">
                  <a:extLst>
                    <a:ext uri="{FF2B5EF4-FFF2-40B4-BE49-F238E27FC236}">
                      <a16:creationId xmlns:a16="http://schemas.microsoft.com/office/drawing/2014/main" id="{652E7C78-41BF-B77B-038B-91AD726969CC}"/>
                    </a:ext>
                  </a:extLst>
                </p14:cNvPr>
                <p14:cNvContentPartPr/>
                <p14:nvPr/>
              </p14:nvContentPartPr>
              <p14:xfrm>
                <a:off x="1937088" y="1429056"/>
                <a:ext cx="481320" cy="223920"/>
              </p14:xfrm>
            </p:contentPart>
          </mc:Choice>
          <mc:Fallback xmlns="">
            <p:pic>
              <p:nvPicPr>
                <p:cNvPr id="110" name="Ink 109">
                  <a:extLst>
                    <a:ext uri="{FF2B5EF4-FFF2-40B4-BE49-F238E27FC236}">
                      <a16:creationId xmlns:a16="http://schemas.microsoft.com/office/drawing/2014/main" id="{652E7C78-41BF-B77B-038B-91AD726969CC}"/>
                    </a:ext>
                  </a:extLst>
                </p:cNvPr>
                <p:cNvPicPr/>
                <p:nvPr/>
              </p:nvPicPr>
              <p:blipFill>
                <a:blip r:embed="rId84"/>
                <a:stretch>
                  <a:fillRect/>
                </a:stretch>
              </p:blipFill>
              <p:spPr>
                <a:xfrm>
                  <a:off x="1928088" y="1420056"/>
                  <a:ext cx="49896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11" name="Ink 110">
                  <a:extLst>
                    <a:ext uri="{FF2B5EF4-FFF2-40B4-BE49-F238E27FC236}">
                      <a16:creationId xmlns:a16="http://schemas.microsoft.com/office/drawing/2014/main" id="{F8D64DC8-5A67-57D0-D773-85435F551F85}"/>
                    </a:ext>
                  </a:extLst>
                </p14:cNvPr>
                <p14:cNvContentPartPr/>
                <p14:nvPr/>
              </p14:nvContentPartPr>
              <p14:xfrm>
                <a:off x="2073528" y="1413216"/>
                <a:ext cx="205560" cy="191880"/>
              </p14:xfrm>
            </p:contentPart>
          </mc:Choice>
          <mc:Fallback xmlns="">
            <p:pic>
              <p:nvPicPr>
                <p:cNvPr id="111" name="Ink 110">
                  <a:extLst>
                    <a:ext uri="{FF2B5EF4-FFF2-40B4-BE49-F238E27FC236}">
                      <a16:creationId xmlns:a16="http://schemas.microsoft.com/office/drawing/2014/main" id="{F8D64DC8-5A67-57D0-D773-85435F551F85}"/>
                    </a:ext>
                  </a:extLst>
                </p:cNvPr>
                <p:cNvPicPr/>
                <p:nvPr/>
              </p:nvPicPr>
              <p:blipFill>
                <a:blip r:embed="rId86"/>
                <a:stretch>
                  <a:fillRect/>
                </a:stretch>
              </p:blipFill>
              <p:spPr>
                <a:xfrm>
                  <a:off x="2064528" y="1404199"/>
                  <a:ext cx="223200" cy="209553"/>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12" name="Ink 111">
                  <a:extLst>
                    <a:ext uri="{FF2B5EF4-FFF2-40B4-BE49-F238E27FC236}">
                      <a16:creationId xmlns:a16="http://schemas.microsoft.com/office/drawing/2014/main" id="{6C52B432-9438-1F5B-BDD7-1C8C9C69419C}"/>
                    </a:ext>
                  </a:extLst>
                </p14:cNvPr>
                <p14:cNvContentPartPr/>
                <p14:nvPr/>
              </p14:nvContentPartPr>
              <p14:xfrm>
                <a:off x="2425248" y="1619136"/>
                <a:ext cx="40680" cy="626760"/>
              </p14:xfrm>
            </p:contentPart>
          </mc:Choice>
          <mc:Fallback xmlns="">
            <p:pic>
              <p:nvPicPr>
                <p:cNvPr id="112" name="Ink 111">
                  <a:extLst>
                    <a:ext uri="{FF2B5EF4-FFF2-40B4-BE49-F238E27FC236}">
                      <a16:creationId xmlns:a16="http://schemas.microsoft.com/office/drawing/2014/main" id="{6C52B432-9438-1F5B-BDD7-1C8C9C69419C}"/>
                    </a:ext>
                  </a:extLst>
                </p:cNvPr>
                <p:cNvPicPr/>
                <p:nvPr/>
              </p:nvPicPr>
              <p:blipFill>
                <a:blip r:embed="rId88"/>
                <a:stretch>
                  <a:fillRect/>
                </a:stretch>
              </p:blipFill>
              <p:spPr>
                <a:xfrm>
                  <a:off x="2416248" y="1610136"/>
                  <a:ext cx="58320" cy="6444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13" name="Ink 112">
                  <a:extLst>
                    <a:ext uri="{FF2B5EF4-FFF2-40B4-BE49-F238E27FC236}">
                      <a16:creationId xmlns:a16="http://schemas.microsoft.com/office/drawing/2014/main" id="{E94EDDA7-B35D-929A-B2C5-5B8A00D5D5E4}"/>
                    </a:ext>
                  </a:extLst>
                </p14:cNvPr>
                <p14:cNvContentPartPr/>
                <p14:nvPr/>
              </p14:nvContentPartPr>
              <p14:xfrm>
                <a:off x="2346768" y="271656"/>
                <a:ext cx="101520" cy="695880"/>
              </p14:xfrm>
            </p:contentPart>
          </mc:Choice>
          <mc:Fallback xmlns="">
            <p:pic>
              <p:nvPicPr>
                <p:cNvPr id="113" name="Ink 112">
                  <a:extLst>
                    <a:ext uri="{FF2B5EF4-FFF2-40B4-BE49-F238E27FC236}">
                      <a16:creationId xmlns:a16="http://schemas.microsoft.com/office/drawing/2014/main" id="{E94EDDA7-B35D-929A-B2C5-5B8A00D5D5E4}"/>
                    </a:ext>
                  </a:extLst>
                </p:cNvPr>
                <p:cNvPicPr/>
                <p:nvPr/>
              </p:nvPicPr>
              <p:blipFill>
                <a:blip r:embed="rId90"/>
                <a:stretch>
                  <a:fillRect/>
                </a:stretch>
              </p:blipFill>
              <p:spPr>
                <a:xfrm>
                  <a:off x="2337768" y="262656"/>
                  <a:ext cx="119160" cy="7135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14" name="Ink 113">
                  <a:extLst>
                    <a:ext uri="{FF2B5EF4-FFF2-40B4-BE49-F238E27FC236}">
                      <a16:creationId xmlns:a16="http://schemas.microsoft.com/office/drawing/2014/main" id="{DA08206C-9922-1AEB-451C-6720C81E5E2E}"/>
                    </a:ext>
                  </a:extLst>
                </p14:cNvPr>
                <p14:cNvContentPartPr/>
                <p14:nvPr/>
              </p14:nvContentPartPr>
              <p14:xfrm>
                <a:off x="1169928" y="1347336"/>
                <a:ext cx="752760" cy="18000"/>
              </p14:xfrm>
            </p:contentPart>
          </mc:Choice>
          <mc:Fallback xmlns="">
            <p:pic>
              <p:nvPicPr>
                <p:cNvPr id="114" name="Ink 113">
                  <a:extLst>
                    <a:ext uri="{FF2B5EF4-FFF2-40B4-BE49-F238E27FC236}">
                      <a16:creationId xmlns:a16="http://schemas.microsoft.com/office/drawing/2014/main" id="{DA08206C-9922-1AEB-451C-6720C81E5E2E}"/>
                    </a:ext>
                  </a:extLst>
                </p:cNvPr>
                <p:cNvPicPr/>
                <p:nvPr/>
              </p:nvPicPr>
              <p:blipFill>
                <a:blip r:embed="rId92"/>
                <a:stretch>
                  <a:fillRect/>
                </a:stretch>
              </p:blipFill>
              <p:spPr>
                <a:xfrm>
                  <a:off x="1160924" y="1338336"/>
                  <a:ext cx="770408"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15" name="Ink 114">
                  <a:extLst>
                    <a:ext uri="{FF2B5EF4-FFF2-40B4-BE49-F238E27FC236}">
                      <a16:creationId xmlns:a16="http://schemas.microsoft.com/office/drawing/2014/main" id="{D8B211DA-DF5F-F6B7-2F1B-F50333F876C3}"/>
                    </a:ext>
                  </a:extLst>
                </p14:cNvPr>
                <p14:cNvContentPartPr/>
                <p14:nvPr/>
              </p14:nvContentPartPr>
              <p14:xfrm>
                <a:off x="1138968" y="1290816"/>
                <a:ext cx="93960" cy="110160"/>
              </p14:xfrm>
            </p:contentPart>
          </mc:Choice>
          <mc:Fallback xmlns="">
            <p:pic>
              <p:nvPicPr>
                <p:cNvPr id="115" name="Ink 114">
                  <a:extLst>
                    <a:ext uri="{FF2B5EF4-FFF2-40B4-BE49-F238E27FC236}">
                      <a16:creationId xmlns:a16="http://schemas.microsoft.com/office/drawing/2014/main" id="{D8B211DA-DF5F-F6B7-2F1B-F50333F876C3}"/>
                    </a:ext>
                  </a:extLst>
                </p:cNvPr>
                <p:cNvPicPr/>
                <p:nvPr/>
              </p:nvPicPr>
              <p:blipFill>
                <a:blip r:embed="rId94"/>
                <a:stretch>
                  <a:fillRect/>
                </a:stretch>
              </p:blipFill>
              <p:spPr>
                <a:xfrm>
                  <a:off x="1130002" y="1281816"/>
                  <a:ext cx="111533"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16" name="Ink 115">
                  <a:extLst>
                    <a:ext uri="{FF2B5EF4-FFF2-40B4-BE49-F238E27FC236}">
                      <a16:creationId xmlns:a16="http://schemas.microsoft.com/office/drawing/2014/main" id="{28ADB30D-E2F3-8D49-2802-75F845A19D4E}"/>
                    </a:ext>
                  </a:extLst>
                </p14:cNvPr>
                <p14:cNvContentPartPr/>
                <p14:nvPr/>
              </p14:nvContentPartPr>
              <p14:xfrm>
                <a:off x="776808" y="1218096"/>
                <a:ext cx="171000" cy="344880"/>
              </p14:xfrm>
            </p:contentPart>
          </mc:Choice>
          <mc:Fallback xmlns="">
            <p:pic>
              <p:nvPicPr>
                <p:cNvPr id="116" name="Ink 115">
                  <a:extLst>
                    <a:ext uri="{FF2B5EF4-FFF2-40B4-BE49-F238E27FC236}">
                      <a16:creationId xmlns:a16="http://schemas.microsoft.com/office/drawing/2014/main" id="{28ADB30D-E2F3-8D49-2802-75F845A19D4E}"/>
                    </a:ext>
                  </a:extLst>
                </p:cNvPr>
                <p:cNvPicPr/>
                <p:nvPr/>
              </p:nvPicPr>
              <p:blipFill>
                <a:blip r:embed="rId96"/>
                <a:stretch>
                  <a:fillRect/>
                </a:stretch>
              </p:blipFill>
              <p:spPr>
                <a:xfrm>
                  <a:off x="767808" y="1209087"/>
                  <a:ext cx="188640" cy="362538"/>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7">
            <p14:nvContentPartPr>
              <p14:cNvPr id="118" name="Ink 117">
                <a:extLst>
                  <a:ext uri="{FF2B5EF4-FFF2-40B4-BE49-F238E27FC236}">
                    <a16:creationId xmlns:a16="http://schemas.microsoft.com/office/drawing/2014/main" id="{D08E7812-FC4A-0F24-6304-944D75D6E0F4}"/>
                  </a:ext>
                </a:extLst>
              </p14:cNvPr>
              <p14:cNvContentPartPr/>
              <p14:nvPr/>
            </p14:nvContentPartPr>
            <p14:xfrm>
              <a:off x="2644488" y="189576"/>
              <a:ext cx="172080" cy="182160"/>
            </p14:xfrm>
          </p:contentPart>
        </mc:Choice>
        <mc:Fallback xmlns="">
          <p:pic>
            <p:nvPicPr>
              <p:cNvPr id="118" name="Ink 117">
                <a:extLst>
                  <a:ext uri="{FF2B5EF4-FFF2-40B4-BE49-F238E27FC236}">
                    <a16:creationId xmlns:a16="http://schemas.microsoft.com/office/drawing/2014/main" id="{D08E7812-FC4A-0F24-6304-944D75D6E0F4}"/>
                  </a:ext>
                </a:extLst>
              </p:cNvPr>
              <p:cNvPicPr/>
              <p:nvPr/>
            </p:nvPicPr>
            <p:blipFill>
              <a:blip r:embed="rId98"/>
              <a:stretch>
                <a:fillRect/>
              </a:stretch>
            </p:blipFill>
            <p:spPr>
              <a:xfrm>
                <a:off x="2635488" y="180576"/>
                <a:ext cx="189720" cy="199800"/>
              </a:xfrm>
              <a:prstGeom prst="rect">
                <a:avLst/>
              </a:prstGeom>
            </p:spPr>
          </p:pic>
        </mc:Fallback>
      </mc:AlternateContent>
      <p:grpSp>
        <p:nvGrpSpPr>
          <p:cNvPr id="121" name="Group 120">
            <a:extLst>
              <a:ext uri="{FF2B5EF4-FFF2-40B4-BE49-F238E27FC236}">
                <a16:creationId xmlns:a16="http://schemas.microsoft.com/office/drawing/2014/main" id="{593EF21E-83A3-54CD-E6A6-35ABD73ACF3C}"/>
              </a:ext>
            </a:extLst>
          </p:cNvPr>
          <p:cNvGrpSpPr/>
          <p:nvPr/>
        </p:nvGrpSpPr>
        <p:grpSpPr>
          <a:xfrm>
            <a:off x="2407248" y="2194416"/>
            <a:ext cx="295560" cy="264240"/>
            <a:chOff x="2407248" y="2194416"/>
            <a:chExt cx="295560" cy="264240"/>
          </a:xfrm>
        </p:grpSpPr>
        <mc:AlternateContent xmlns:mc="http://schemas.openxmlformats.org/markup-compatibility/2006" xmlns:p14="http://schemas.microsoft.com/office/powerpoint/2010/main">
          <mc:Choice Requires="p14">
            <p:contentPart p14:bwMode="auto" r:id="rId99">
              <p14:nvContentPartPr>
                <p14:cNvPr id="119" name="Ink 118">
                  <a:extLst>
                    <a:ext uri="{FF2B5EF4-FFF2-40B4-BE49-F238E27FC236}">
                      <a16:creationId xmlns:a16="http://schemas.microsoft.com/office/drawing/2014/main" id="{5B906A56-51D7-8560-411C-D13D5FA1745B}"/>
                    </a:ext>
                  </a:extLst>
                </p14:cNvPr>
                <p14:cNvContentPartPr/>
                <p14:nvPr/>
              </p14:nvContentPartPr>
              <p14:xfrm>
                <a:off x="2533608" y="2258496"/>
                <a:ext cx="169200" cy="200160"/>
              </p14:xfrm>
            </p:contentPart>
          </mc:Choice>
          <mc:Fallback xmlns="">
            <p:pic>
              <p:nvPicPr>
                <p:cNvPr id="119" name="Ink 118">
                  <a:extLst>
                    <a:ext uri="{FF2B5EF4-FFF2-40B4-BE49-F238E27FC236}">
                      <a16:creationId xmlns:a16="http://schemas.microsoft.com/office/drawing/2014/main" id="{5B906A56-51D7-8560-411C-D13D5FA1745B}"/>
                    </a:ext>
                  </a:extLst>
                </p:cNvPr>
                <p:cNvPicPr/>
                <p:nvPr/>
              </p:nvPicPr>
              <p:blipFill>
                <a:blip r:embed="rId100"/>
                <a:stretch>
                  <a:fillRect/>
                </a:stretch>
              </p:blipFill>
              <p:spPr>
                <a:xfrm>
                  <a:off x="2524608" y="2249496"/>
                  <a:ext cx="18684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20" name="Ink 119">
                  <a:extLst>
                    <a:ext uri="{FF2B5EF4-FFF2-40B4-BE49-F238E27FC236}">
                      <a16:creationId xmlns:a16="http://schemas.microsoft.com/office/drawing/2014/main" id="{12976954-511A-5A1C-7E50-C75123169801}"/>
                    </a:ext>
                  </a:extLst>
                </p14:cNvPr>
                <p14:cNvContentPartPr/>
                <p14:nvPr/>
              </p14:nvContentPartPr>
              <p14:xfrm>
                <a:off x="2407248" y="2194416"/>
                <a:ext cx="62640" cy="87840"/>
              </p14:xfrm>
            </p:contentPart>
          </mc:Choice>
          <mc:Fallback xmlns="">
            <p:pic>
              <p:nvPicPr>
                <p:cNvPr id="120" name="Ink 119">
                  <a:extLst>
                    <a:ext uri="{FF2B5EF4-FFF2-40B4-BE49-F238E27FC236}">
                      <a16:creationId xmlns:a16="http://schemas.microsoft.com/office/drawing/2014/main" id="{12976954-511A-5A1C-7E50-C75123169801}"/>
                    </a:ext>
                  </a:extLst>
                </p:cNvPr>
                <p:cNvPicPr/>
                <p:nvPr/>
              </p:nvPicPr>
              <p:blipFill>
                <a:blip r:embed="rId102"/>
                <a:stretch>
                  <a:fillRect/>
                </a:stretch>
              </p:blipFill>
              <p:spPr>
                <a:xfrm>
                  <a:off x="2398248" y="2185379"/>
                  <a:ext cx="80280" cy="105553"/>
                </a:xfrm>
                <a:prstGeom prst="rect">
                  <a:avLst/>
                </a:prstGeom>
              </p:spPr>
            </p:pic>
          </mc:Fallback>
        </mc:AlternateContent>
      </p:grpSp>
    </p:spTree>
    <p:extLst>
      <p:ext uri="{BB962C8B-B14F-4D97-AF65-F5344CB8AC3E}">
        <p14:creationId xmlns:p14="http://schemas.microsoft.com/office/powerpoint/2010/main" val="2689419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3C9CB79-87C8-099A-196B-0C6CFD95DE1E}"/>
              </a:ext>
            </a:extLst>
          </p:cNvPr>
          <p:cNvGrpSpPr/>
          <p:nvPr/>
        </p:nvGrpSpPr>
        <p:grpSpPr>
          <a:xfrm>
            <a:off x="0" y="6230200"/>
            <a:ext cx="12192000" cy="731495"/>
            <a:chOff x="0" y="6120089"/>
            <a:chExt cx="12192000" cy="731495"/>
          </a:xfrm>
        </p:grpSpPr>
        <p:sp>
          <p:nvSpPr>
            <p:cNvPr id="10" name="Rectangle 9">
              <a:extLst>
                <a:ext uri="{FF2B5EF4-FFF2-40B4-BE49-F238E27FC236}">
                  <a16:creationId xmlns:a16="http://schemas.microsoft.com/office/drawing/2014/main" id="{ACB12B80-4B01-D492-2FC4-3B6D45E91336}"/>
                </a:ext>
              </a:extLst>
            </p:cNvPr>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11" name="Rectangle 10">
              <a:extLst>
                <a:ext uri="{FF2B5EF4-FFF2-40B4-BE49-F238E27FC236}">
                  <a16:creationId xmlns:a16="http://schemas.microsoft.com/office/drawing/2014/main" id="{0A1821EE-0966-C311-38EA-A80EFB62D97E}"/>
                </a:ext>
              </a:extLst>
            </p:cNvPr>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L</a:t>
            </a:r>
            <a:r>
              <a:rPr lang="en-AU" sz="3600" b="1">
                <a:latin typeface="Arial Black" panose="020B0A04020102020204" pitchFamily="34" charset="0"/>
              </a:rPr>
              <a:t>earning Outcomes</a:t>
            </a:r>
          </a:p>
        </p:txBody>
      </p:sp>
      <p:grpSp>
        <p:nvGrpSpPr>
          <p:cNvPr id="4" name="Group 3"/>
          <p:cNvGrpSpPr/>
          <p:nvPr/>
        </p:nvGrpSpPr>
        <p:grpSpPr>
          <a:xfrm>
            <a:off x="0" y="6198112"/>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231531" y="666304"/>
            <a:ext cx="11960469" cy="5460201"/>
          </a:xfrm>
        </p:spPr>
        <p:txBody>
          <a:bodyPr>
            <a:normAutofit/>
          </a:bodyPr>
          <a:lstStyle/>
          <a:p>
            <a:pPr>
              <a:buFont typeface="Wingdings" panose="05000000000000000000" pitchFamily="2" charset="2"/>
              <a:buChar char="q"/>
            </a:pPr>
            <a:r>
              <a:rPr lang="en-US"/>
              <a:t> </a:t>
            </a:r>
            <a:r>
              <a:rPr lang="en-US" sz="3000" b="1">
                <a:latin typeface="Arial" panose="020B0604020202020204" pitchFamily="34" charset="0"/>
                <a:cs typeface="Arial" panose="020B0604020202020204" pitchFamily="34" charset="0"/>
              </a:rPr>
              <a:t>At the end of this week, you will be able to</a:t>
            </a:r>
          </a:p>
          <a:p>
            <a:pPr marL="0" indent="0">
              <a:buNone/>
            </a:pPr>
            <a:endParaRPr lang="en-US" sz="3000" b="1">
              <a:latin typeface="Arial" panose="020B0604020202020204" pitchFamily="34" charset="0"/>
              <a:cs typeface="Arial" panose="020B0604020202020204" pitchFamily="34" charset="0"/>
            </a:endParaRPr>
          </a:p>
          <a:p>
            <a:pPr lvl="1">
              <a:buFont typeface="Wingdings" panose="05000000000000000000" pitchFamily="2" charset="2"/>
              <a:buChar char="§"/>
            </a:pPr>
            <a:r>
              <a:rPr lang="en-US" sz="2600">
                <a:latin typeface="Arial" panose="020B0604020202020204" pitchFamily="34" charset="0"/>
                <a:cs typeface="Arial" panose="020B0604020202020204" pitchFamily="34" charset="0"/>
              </a:rPr>
              <a:t>Draw the small signal circuit model of BJT.</a:t>
            </a:r>
          </a:p>
          <a:p>
            <a:pPr lvl="1">
              <a:buFont typeface="Wingdings" panose="05000000000000000000" pitchFamily="2" charset="2"/>
              <a:buChar char="§"/>
            </a:pPr>
            <a:r>
              <a:rPr lang="en-US" sz="2600">
                <a:latin typeface="Arial" panose="020B0604020202020204" pitchFamily="34" charset="0"/>
                <a:cs typeface="Arial" panose="020B0604020202020204" pitchFamily="34" charset="0"/>
              </a:rPr>
              <a:t>Calculate the small signal circuit model parameters of BJT.</a:t>
            </a:r>
          </a:p>
          <a:p>
            <a:pPr lvl="1">
              <a:buFont typeface="Wingdings" panose="05000000000000000000" pitchFamily="2" charset="2"/>
              <a:buChar char="§"/>
            </a:pPr>
            <a:r>
              <a:rPr lang="en-US" sz="2600">
                <a:latin typeface="Arial" panose="020B0604020202020204" pitchFamily="34" charset="0"/>
                <a:cs typeface="Arial" panose="020B0604020202020204" pitchFamily="34" charset="0"/>
              </a:rPr>
              <a:t>Draw the small signal equivalent circuit of BJT based amplifiers.</a:t>
            </a:r>
          </a:p>
          <a:p>
            <a:pPr lvl="1">
              <a:buFont typeface="Wingdings" panose="05000000000000000000" pitchFamily="2" charset="2"/>
              <a:buChar char="§"/>
            </a:pPr>
            <a:r>
              <a:rPr lang="en-US" sz="2600">
                <a:latin typeface="Arial" panose="020B0604020202020204" pitchFamily="34" charset="0"/>
                <a:cs typeface="Arial" panose="020B0604020202020204" pitchFamily="34" charset="0"/>
              </a:rPr>
              <a:t>Analyze the performance of the amplifiers such as gain, bandwidth, input impedance and output impedance.</a:t>
            </a:r>
          </a:p>
          <a:p>
            <a:pPr lvl="1">
              <a:buFont typeface="Wingdings" panose="05000000000000000000" pitchFamily="2" charset="2"/>
              <a:buChar char="§"/>
            </a:pPr>
            <a:r>
              <a:rPr lang="en-US" sz="2600">
                <a:latin typeface="Arial" panose="020B0604020202020204" pitchFamily="34" charset="0"/>
                <a:cs typeface="Arial" panose="020B0604020202020204" pitchFamily="34" charset="0"/>
              </a:rPr>
              <a:t>Draw the DC equivalent circuit of BJT based amplifiers and calculate the quiescent values (I</a:t>
            </a:r>
            <a:r>
              <a:rPr lang="en-US" sz="2600" baseline="-25000">
                <a:latin typeface="Arial" panose="020B0604020202020204" pitchFamily="34" charset="0"/>
                <a:cs typeface="Arial" panose="020B0604020202020204" pitchFamily="34" charset="0"/>
              </a:rPr>
              <a:t>CQ</a:t>
            </a:r>
            <a:r>
              <a:rPr lang="en-US" sz="2600">
                <a:latin typeface="Arial" panose="020B0604020202020204" pitchFamily="34" charset="0"/>
                <a:cs typeface="Arial" panose="020B0604020202020204" pitchFamily="34" charset="0"/>
              </a:rPr>
              <a:t>, I</a:t>
            </a:r>
            <a:r>
              <a:rPr lang="en-US" sz="2600" baseline="-25000">
                <a:latin typeface="Arial" panose="020B0604020202020204" pitchFamily="34" charset="0"/>
                <a:cs typeface="Arial" panose="020B0604020202020204" pitchFamily="34" charset="0"/>
              </a:rPr>
              <a:t>EQ</a:t>
            </a:r>
            <a:r>
              <a:rPr lang="en-US" sz="2600">
                <a:latin typeface="Arial" panose="020B0604020202020204" pitchFamily="34" charset="0"/>
                <a:cs typeface="Arial" panose="020B0604020202020204" pitchFamily="34" charset="0"/>
              </a:rPr>
              <a:t>, I</a:t>
            </a:r>
            <a:r>
              <a:rPr lang="en-US" sz="2600" baseline="-25000">
                <a:latin typeface="Arial" panose="020B0604020202020204" pitchFamily="34" charset="0"/>
                <a:cs typeface="Arial" panose="020B0604020202020204" pitchFamily="34" charset="0"/>
              </a:rPr>
              <a:t>BQ</a:t>
            </a:r>
            <a:r>
              <a:rPr lang="en-US" sz="2600">
                <a:latin typeface="Arial" panose="020B0604020202020204" pitchFamily="34" charset="0"/>
                <a:cs typeface="Arial" panose="020B0604020202020204" pitchFamily="34" charset="0"/>
              </a:rPr>
              <a:t>, V</a:t>
            </a:r>
            <a:r>
              <a:rPr lang="en-US" sz="2600" baseline="-25000">
                <a:latin typeface="Arial" panose="020B0604020202020204" pitchFamily="34" charset="0"/>
                <a:cs typeface="Arial" panose="020B0604020202020204" pitchFamily="34" charset="0"/>
              </a:rPr>
              <a:t>CEQ</a:t>
            </a:r>
            <a:r>
              <a:rPr lang="en-US" sz="2600">
                <a:latin typeface="Arial" panose="020B0604020202020204" pitchFamily="34" charset="0"/>
                <a:cs typeface="Arial" panose="020B0604020202020204" pitchFamily="34" charset="0"/>
              </a:rPr>
              <a:t> ).</a:t>
            </a:r>
          </a:p>
          <a:p>
            <a:pPr lvl="1">
              <a:buFont typeface="Wingdings" panose="05000000000000000000" pitchFamily="2" charset="2"/>
              <a:buChar char="§"/>
            </a:pPr>
            <a:r>
              <a:rPr lang="en-US" sz="2600">
                <a:latin typeface="Arial" panose="020B0604020202020204" pitchFamily="34" charset="0"/>
                <a:cs typeface="Arial" panose="020B0604020202020204" pitchFamily="34" charset="0"/>
              </a:rPr>
              <a:t>Explain DC biasing configurations such as current mirrors.</a:t>
            </a:r>
          </a:p>
          <a:p>
            <a:pPr marL="469900" marR="673100" indent="-457200">
              <a:buFont typeface="Wingdings" panose="05000000000000000000" pitchFamily="2" charset="2"/>
              <a:buChar char="q"/>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sz="3000">
              <a:latin typeface="Arial"/>
              <a:cs typeface="Arial"/>
            </a:endParaRPr>
          </a:p>
          <a:p>
            <a:pPr marL="12700" marR="673100" indent="0">
              <a:buNone/>
            </a:pPr>
            <a:endParaRPr lang="en-AU" sz="3000">
              <a:latin typeface="Arial"/>
              <a:cs typeface="Arial"/>
            </a:endParaRPr>
          </a:p>
        </p:txBody>
      </p:sp>
    </p:spTree>
    <p:extLst>
      <p:ext uri="{BB962C8B-B14F-4D97-AF65-F5344CB8AC3E}">
        <p14:creationId xmlns:p14="http://schemas.microsoft.com/office/powerpoint/2010/main" val="2617623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225397" y="551495"/>
            <a:ext cx="11867091" cy="5513168"/>
          </a:xfrm>
        </p:spPr>
        <p:txBody>
          <a:bodyPr>
            <a:normAutofit/>
          </a:bodyPr>
          <a:lstStyle/>
          <a:p>
            <a:pPr marL="469900" marR="673100" indent="-457200">
              <a:buFont typeface="Wingdings" panose="05000000000000000000" pitchFamily="2" charset="2"/>
              <a:buChar char="q"/>
            </a:pPr>
            <a:r>
              <a:rPr lang="en-AU">
                <a:latin typeface="Arial"/>
                <a:cs typeface="Arial"/>
              </a:rPr>
              <a:t>The circuit model will consist of </a:t>
            </a:r>
            <a:r>
              <a:rPr lang="en-AU" b="1">
                <a:latin typeface="Arial"/>
                <a:cs typeface="Arial"/>
              </a:rPr>
              <a:t>resistors</a:t>
            </a:r>
            <a:r>
              <a:rPr lang="en-AU">
                <a:latin typeface="Arial"/>
                <a:cs typeface="Arial"/>
              </a:rPr>
              <a:t>, </a:t>
            </a:r>
            <a:r>
              <a:rPr lang="en-AU" b="1">
                <a:latin typeface="Arial"/>
                <a:cs typeface="Arial"/>
              </a:rPr>
              <a:t>current controlled current or voltage sources </a:t>
            </a:r>
            <a:r>
              <a:rPr lang="en-AU">
                <a:latin typeface="Arial"/>
                <a:cs typeface="Arial"/>
              </a:rPr>
              <a:t>and capacitors</a:t>
            </a:r>
          </a:p>
          <a:p>
            <a:pPr marL="469900" marR="673100" indent="-457200">
              <a:buFont typeface="Wingdings" panose="05000000000000000000" pitchFamily="2" charset="2"/>
              <a:buChar char="q"/>
            </a:pPr>
            <a:r>
              <a:rPr lang="en-AU">
                <a:latin typeface="Arial" panose="020B0604020202020204" pitchFamily="34" charset="0"/>
                <a:cs typeface="Arial" panose="020B0604020202020204" pitchFamily="34" charset="0"/>
              </a:rPr>
              <a:t>The small signal variations are about a given operating quiescent-point or Q-point (I</a:t>
            </a:r>
            <a:r>
              <a:rPr lang="en-AU" baseline="-25000">
                <a:latin typeface="Arial" panose="020B0604020202020204" pitchFamily="34" charset="0"/>
                <a:cs typeface="Arial" panose="020B0604020202020204" pitchFamily="34" charset="0"/>
              </a:rPr>
              <a:t>BQ, </a:t>
            </a:r>
            <a:r>
              <a:rPr lang="en-AU">
                <a:latin typeface="Arial" panose="020B0604020202020204" pitchFamily="34" charset="0"/>
                <a:cs typeface="Arial" panose="020B0604020202020204" pitchFamily="34" charset="0"/>
              </a:rPr>
              <a:t>I</a:t>
            </a:r>
            <a:r>
              <a:rPr lang="en-AU" baseline="-25000">
                <a:latin typeface="Arial" panose="020B0604020202020204" pitchFamily="34" charset="0"/>
                <a:cs typeface="Arial" panose="020B0604020202020204" pitchFamily="34" charset="0"/>
              </a:rPr>
              <a:t>CQ, </a:t>
            </a:r>
            <a:r>
              <a:rPr lang="en-AU">
                <a:latin typeface="Arial" panose="020B0604020202020204" pitchFamily="34" charset="0"/>
                <a:cs typeface="Arial" panose="020B0604020202020204" pitchFamily="34" charset="0"/>
              </a:rPr>
              <a:t>V</a:t>
            </a:r>
            <a:r>
              <a:rPr lang="en-AU" baseline="-25000">
                <a:latin typeface="Arial" panose="020B0604020202020204" pitchFamily="34" charset="0"/>
                <a:cs typeface="Arial" panose="020B0604020202020204" pitchFamily="34" charset="0"/>
              </a:rPr>
              <a:t>BEQ, </a:t>
            </a:r>
            <a:r>
              <a:rPr lang="en-AU">
                <a:latin typeface="Arial" panose="020B0604020202020204" pitchFamily="34" charset="0"/>
                <a:cs typeface="Arial" panose="020B0604020202020204" pitchFamily="34" charset="0"/>
              </a:rPr>
              <a:t>V</a:t>
            </a:r>
            <a:r>
              <a:rPr lang="en-AU" baseline="-25000">
                <a:latin typeface="Arial" panose="020B0604020202020204" pitchFamily="34" charset="0"/>
                <a:cs typeface="Arial" panose="020B0604020202020204" pitchFamily="34" charset="0"/>
              </a:rPr>
              <a:t>CEQ</a:t>
            </a:r>
            <a:r>
              <a:rPr lang="en-AU">
                <a:latin typeface="Arial" panose="020B0604020202020204" pitchFamily="34" charset="0"/>
                <a:cs typeface="Arial" panose="020B0604020202020204" pitchFamily="34" charset="0"/>
              </a:rPr>
              <a:t>)</a:t>
            </a:r>
          </a:p>
          <a:p>
            <a:pPr marL="469900" marR="673100" indent="-457200">
              <a:buFont typeface="Wingdings" panose="05000000000000000000" pitchFamily="2" charset="2"/>
              <a:buChar char="q"/>
            </a:pPr>
            <a:endParaRPr lang="en-AU">
              <a:latin typeface="Arial"/>
              <a:cs typeface="Arial"/>
            </a:endParaRPr>
          </a:p>
          <a:p>
            <a:pPr marL="927100" marR="673100" lvl="2"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p:txBody>
      </p:sp>
      <p:pic>
        <p:nvPicPr>
          <p:cNvPr id="8" name="Picture 2">
            <a:extLst>
              <a:ext uri="{FF2B5EF4-FFF2-40B4-BE49-F238E27FC236}">
                <a16:creationId xmlns:a16="http://schemas.microsoft.com/office/drawing/2014/main" id="{70D24192-71E6-28A6-8A2F-7C5A713D5B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424" y="2668608"/>
            <a:ext cx="3606689" cy="25201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a:extLst>
              <a:ext uri="{FF2B5EF4-FFF2-40B4-BE49-F238E27FC236}">
                <a16:creationId xmlns:a16="http://schemas.microsoft.com/office/drawing/2014/main" id="{CCABA41B-9381-1829-C783-D0810306B4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7397" y="2098070"/>
            <a:ext cx="3547235" cy="29613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E3B7B4B7-04F6-85D2-9BC3-EBC32A5F0A72}"/>
                  </a:ext>
                </a:extLst>
              </p:cNvPr>
              <p:cNvSpPr/>
              <p:nvPr/>
            </p:nvSpPr>
            <p:spPr>
              <a:xfrm>
                <a:off x="7316378" y="5011866"/>
                <a:ext cx="2290700" cy="555793"/>
              </a:xfrm>
              <a:prstGeom prst="rect">
                <a:avLst/>
              </a:prstGeom>
            </p:spPr>
            <p:txBody>
              <a:bodyPr wrap="square">
                <a:spAutoFit/>
              </a:bodyPr>
              <a:lstStyle/>
              <a:p>
                <a14:m>
                  <m:oMath xmlns:m="http://schemas.openxmlformats.org/officeDocument/2006/math">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𝒊</m:t>
                        </m:r>
                      </m:e>
                      <m:sub>
                        <m:r>
                          <a:rPr lang="en-AU" sz="2800" b="1" i="1" smtClean="0">
                            <a:latin typeface="Cambria Math"/>
                            <a:ea typeface="Cambria Math"/>
                          </a:rPr>
                          <m:t>𝑩</m:t>
                        </m:r>
                      </m:sub>
                    </m:sSub>
                    <m:r>
                      <a:rPr lang="en-AU" sz="2800" b="1" i="1" smtClean="0">
                        <a:latin typeface="Cambria Math"/>
                        <a:ea typeface="Cambria Math"/>
                      </a:rPr>
                      <m:t>=</m:t>
                    </m:r>
                  </m:oMath>
                </a14:m>
                <a:r>
                  <a:rPr lang="en-AU" sz="2800" b="1">
                    <a:ea typeface="Cambria Math"/>
                  </a:rPr>
                  <a:t> </a:t>
                </a:r>
                <a14:m>
                  <m:oMath xmlns:m="http://schemas.openxmlformats.org/officeDocument/2006/math">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𝒊</m:t>
                        </m:r>
                      </m:e>
                      <m:sub>
                        <m:r>
                          <a:rPr lang="en-AU" sz="2800" b="1" i="1" dirty="0" smtClean="0">
                            <a:latin typeface="Cambria Math"/>
                            <a:ea typeface="Cambria Math"/>
                          </a:rPr>
                          <m:t>𝒃</m:t>
                        </m:r>
                      </m:sub>
                    </m:sSub>
                    <m:r>
                      <a:rPr lang="en-AU" sz="2800" b="1" i="1" dirty="0" smtClean="0">
                        <a:latin typeface="Cambria Math"/>
                        <a:ea typeface="Cambria Math"/>
                      </a:rPr>
                      <m:t>+</m:t>
                    </m:r>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𝑰</m:t>
                        </m:r>
                      </m:e>
                      <m:sub>
                        <m:r>
                          <a:rPr lang="en-AU" sz="2800" b="1" i="1" dirty="0" smtClean="0">
                            <a:latin typeface="Cambria Math"/>
                            <a:ea typeface="Cambria Math"/>
                          </a:rPr>
                          <m:t>𝑩𝑸</m:t>
                        </m:r>
                      </m:sub>
                    </m:sSub>
                  </m:oMath>
                </a14:m>
                <a:endParaRPr lang="en-AU" sz="2800" b="1"/>
              </a:p>
            </p:txBody>
          </p:sp>
        </mc:Choice>
        <mc:Fallback xmlns="">
          <p:sp>
            <p:nvSpPr>
              <p:cNvPr id="10" name="Rectangle 9">
                <a:extLst>
                  <a:ext uri="{FF2B5EF4-FFF2-40B4-BE49-F238E27FC236}">
                    <a16:creationId xmlns:a16="http://schemas.microsoft.com/office/drawing/2014/main" id="{E3B7B4B7-04F6-85D2-9BC3-EBC32A5F0A72}"/>
                  </a:ext>
                </a:extLst>
              </p:cNvPr>
              <p:cNvSpPr>
                <a:spLocks noRot="1" noChangeAspect="1" noMove="1" noResize="1" noEditPoints="1" noAdjustHandles="1" noChangeArrowheads="1" noChangeShapeType="1" noTextEdit="1"/>
              </p:cNvSpPr>
              <p:nvPr/>
            </p:nvSpPr>
            <p:spPr>
              <a:xfrm>
                <a:off x="7316378" y="5011866"/>
                <a:ext cx="2290700" cy="55579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AA15913-D642-A310-83BC-DA97722673B5}"/>
                  </a:ext>
                </a:extLst>
              </p:cNvPr>
              <p:cNvSpPr/>
              <p:nvPr/>
            </p:nvSpPr>
            <p:spPr>
              <a:xfrm>
                <a:off x="1364589" y="5111516"/>
                <a:ext cx="3606689" cy="555793"/>
              </a:xfrm>
              <a:prstGeom prst="rect">
                <a:avLst/>
              </a:prstGeom>
            </p:spPr>
            <p:txBody>
              <a:bodyPr wrap="square">
                <a:spAutoFit/>
              </a:bodyPr>
              <a:lstStyle/>
              <a:p>
                <a14:m>
                  <m:oMath xmlns:m="http://schemas.openxmlformats.org/officeDocument/2006/math">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𝒊</m:t>
                        </m:r>
                      </m:e>
                      <m:sub>
                        <m:r>
                          <a:rPr lang="en-AU" sz="2800" b="1" i="1" smtClean="0">
                            <a:latin typeface="Cambria Math"/>
                            <a:ea typeface="Cambria Math"/>
                          </a:rPr>
                          <m:t>𝑪</m:t>
                        </m:r>
                      </m:sub>
                    </m:sSub>
                    <m:r>
                      <a:rPr lang="en-AU" sz="2800" b="1" i="1" smtClean="0">
                        <a:latin typeface="Cambria Math"/>
                        <a:ea typeface="Cambria Math"/>
                      </a:rPr>
                      <m:t>=</m:t>
                    </m:r>
                  </m:oMath>
                </a14:m>
                <a:r>
                  <a:rPr lang="en-AU" sz="2800" b="1">
                    <a:ea typeface="Cambria Math"/>
                  </a:rPr>
                  <a:t> </a:t>
                </a:r>
                <a14:m>
                  <m:oMath xmlns:m="http://schemas.openxmlformats.org/officeDocument/2006/math">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𝒊</m:t>
                        </m:r>
                      </m:e>
                      <m:sub>
                        <m:r>
                          <a:rPr lang="en-AU" sz="2800" b="1" i="1" dirty="0" smtClean="0">
                            <a:latin typeface="Cambria Math"/>
                            <a:ea typeface="Cambria Math"/>
                          </a:rPr>
                          <m:t>𝒄</m:t>
                        </m:r>
                      </m:sub>
                    </m:sSub>
                    <m:r>
                      <a:rPr lang="en-AU" sz="2800" b="1" i="1" dirty="0" smtClean="0">
                        <a:latin typeface="Cambria Math"/>
                        <a:ea typeface="Cambria Math"/>
                      </a:rPr>
                      <m:t>+</m:t>
                    </m:r>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𝑰</m:t>
                        </m:r>
                      </m:e>
                      <m:sub>
                        <m:r>
                          <a:rPr lang="en-AU" sz="2800" b="1" i="1" dirty="0" smtClean="0">
                            <a:latin typeface="Cambria Math"/>
                            <a:ea typeface="Cambria Math"/>
                          </a:rPr>
                          <m:t>𝑪𝑸</m:t>
                        </m:r>
                      </m:sub>
                    </m:sSub>
                  </m:oMath>
                </a14:m>
                <a:endParaRPr lang="en-AU" sz="2800" b="1"/>
              </a:p>
            </p:txBody>
          </p:sp>
        </mc:Choice>
        <mc:Fallback xmlns="">
          <p:sp>
            <p:nvSpPr>
              <p:cNvPr id="11" name="Rectangle 10">
                <a:extLst>
                  <a:ext uri="{FF2B5EF4-FFF2-40B4-BE49-F238E27FC236}">
                    <a16:creationId xmlns:a16="http://schemas.microsoft.com/office/drawing/2014/main" id="{2AA15913-D642-A310-83BC-DA97722673B5}"/>
                  </a:ext>
                </a:extLst>
              </p:cNvPr>
              <p:cNvSpPr>
                <a:spLocks noRot="1" noChangeAspect="1" noMove="1" noResize="1" noEditPoints="1" noAdjustHandles="1" noChangeArrowheads="1" noChangeShapeType="1" noTextEdit="1"/>
              </p:cNvSpPr>
              <p:nvPr/>
            </p:nvSpPr>
            <p:spPr>
              <a:xfrm>
                <a:off x="1364589" y="5111516"/>
                <a:ext cx="3606689" cy="55579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BA912226-B81D-10F4-1818-D95BAA7597D5}"/>
                  </a:ext>
                </a:extLst>
              </p:cNvPr>
              <p:cNvSpPr/>
              <p:nvPr/>
            </p:nvSpPr>
            <p:spPr>
              <a:xfrm>
                <a:off x="7309728" y="5505218"/>
                <a:ext cx="3174243" cy="555793"/>
              </a:xfrm>
              <a:prstGeom prst="rect">
                <a:avLst/>
              </a:prstGeom>
            </p:spPr>
            <p:txBody>
              <a:bodyPr wrap="square">
                <a:spAutoFit/>
              </a:bodyPr>
              <a:lstStyle/>
              <a:p>
                <a14:m>
                  <m:oMath xmlns:m="http://schemas.openxmlformats.org/officeDocument/2006/math">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𝒗</m:t>
                        </m:r>
                      </m:e>
                      <m:sub>
                        <m:r>
                          <a:rPr lang="en-AU" sz="2800" b="1" i="1" smtClean="0">
                            <a:latin typeface="Cambria Math"/>
                            <a:ea typeface="Cambria Math"/>
                          </a:rPr>
                          <m:t>𝑩𝑬</m:t>
                        </m:r>
                      </m:sub>
                    </m:sSub>
                    <m:r>
                      <a:rPr lang="en-AU" sz="2800" b="1" i="1" smtClean="0">
                        <a:latin typeface="Cambria Math"/>
                        <a:ea typeface="Cambria Math"/>
                      </a:rPr>
                      <m:t>=</m:t>
                    </m:r>
                  </m:oMath>
                </a14:m>
                <a:r>
                  <a:rPr lang="en-AU" sz="2800" b="1">
                    <a:ea typeface="Cambria Math"/>
                  </a:rPr>
                  <a:t> </a:t>
                </a:r>
                <a14:m>
                  <m:oMath xmlns:m="http://schemas.openxmlformats.org/officeDocument/2006/math">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𝒗</m:t>
                        </m:r>
                      </m:e>
                      <m:sub>
                        <m:r>
                          <a:rPr lang="en-AU" sz="2800" b="1" i="1" dirty="0" smtClean="0">
                            <a:latin typeface="Cambria Math"/>
                            <a:ea typeface="Cambria Math"/>
                          </a:rPr>
                          <m:t>𝒃𝒆</m:t>
                        </m:r>
                      </m:sub>
                    </m:sSub>
                    <m:r>
                      <a:rPr lang="en-AU" sz="2800" b="1" i="1" dirty="0" smtClean="0">
                        <a:latin typeface="Cambria Math"/>
                        <a:ea typeface="Cambria Math"/>
                      </a:rPr>
                      <m:t>+</m:t>
                    </m:r>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𝑽</m:t>
                        </m:r>
                      </m:e>
                      <m:sub>
                        <m:r>
                          <a:rPr lang="en-AU" sz="2800" b="1" i="1" dirty="0" smtClean="0">
                            <a:latin typeface="Cambria Math"/>
                            <a:ea typeface="Cambria Math"/>
                          </a:rPr>
                          <m:t>𝑩𝑬𝑸</m:t>
                        </m:r>
                      </m:sub>
                    </m:sSub>
                  </m:oMath>
                </a14:m>
                <a:endParaRPr lang="en-AU" sz="2800" b="1"/>
              </a:p>
            </p:txBody>
          </p:sp>
        </mc:Choice>
        <mc:Fallback xmlns="">
          <p:sp>
            <p:nvSpPr>
              <p:cNvPr id="12" name="Rectangle 11">
                <a:extLst>
                  <a:ext uri="{FF2B5EF4-FFF2-40B4-BE49-F238E27FC236}">
                    <a16:creationId xmlns:a16="http://schemas.microsoft.com/office/drawing/2014/main" id="{BA912226-B81D-10F4-1818-D95BAA7597D5}"/>
                  </a:ext>
                </a:extLst>
              </p:cNvPr>
              <p:cNvSpPr>
                <a:spLocks noRot="1" noChangeAspect="1" noMove="1" noResize="1" noEditPoints="1" noAdjustHandles="1" noChangeArrowheads="1" noChangeShapeType="1" noTextEdit="1"/>
              </p:cNvSpPr>
              <p:nvPr/>
            </p:nvSpPr>
            <p:spPr>
              <a:xfrm>
                <a:off x="7309728" y="5505218"/>
                <a:ext cx="3174243" cy="55579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621871C-33D0-8B45-8280-941A7042ECA0}"/>
                  </a:ext>
                </a:extLst>
              </p:cNvPr>
              <p:cNvSpPr/>
              <p:nvPr/>
            </p:nvSpPr>
            <p:spPr>
              <a:xfrm>
                <a:off x="1364589" y="5537346"/>
                <a:ext cx="3606689" cy="555793"/>
              </a:xfrm>
              <a:prstGeom prst="rect">
                <a:avLst/>
              </a:prstGeom>
            </p:spPr>
            <p:txBody>
              <a:bodyPr wrap="square">
                <a:spAutoFit/>
              </a:bodyPr>
              <a:lstStyle/>
              <a:p>
                <a14:m>
                  <m:oMath xmlns:m="http://schemas.openxmlformats.org/officeDocument/2006/math">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𝒗</m:t>
                        </m:r>
                      </m:e>
                      <m:sub>
                        <m:r>
                          <a:rPr lang="en-AU" sz="2800" b="1" i="1" smtClean="0">
                            <a:latin typeface="Cambria Math"/>
                            <a:ea typeface="Cambria Math"/>
                          </a:rPr>
                          <m:t>𝑪𝑬</m:t>
                        </m:r>
                      </m:sub>
                    </m:sSub>
                    <m:r>
                      <a:rPr lang="en-AU" sz="2800" b="1" i="1" smtClean="0">
                        <a:latin typeface="Cambria Math"/>
                        <a:ea typeface="Cambria Math"/>
                      </a:rPr>
                      <m:t>=</m:t>
                    </m:r>
                  </m:oMath>
                </a14:m>
                <a:r>
                  <a:rPr lang="en-AU" sz="2800" b="1">
                    <a:ea typeface="Cambria Math"/>
                  </a:rPr>
                  <a:t> </a:t>
                </a:r>
                <a14:m>
                  <m:oMath xmlns:m="http://schemas.openxmlformats.org/officeDocument/2006/math">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𝒗</m:t>
                        </m:r>
                      </m:e>
                      <m:sub>
                        <m:r>
                          <a:rPr lang="en-AU" sz="2800" b="1" i="1" dirty="0" smtClean="0">
                            <a:latin typeface="Cambria Math"/>
                            <a:ea typeface="Cambria Math"/>
                          </a:rPr>
                          <m:t>𝒄𝒆</m:t>
                        </m:r>
                      </m:sub>
                    </m:sSub>
                    <m:r>
                      <a:rPr lang="en-AU" sz="2800" b="1" i="1" dirty="0" smtClean="0">
                        <a:latin typeface="Cambria Math"/>
                        <a:ea typeface="Cambria Math"/>
                      </a:rPr>
                      <m:t>+</m:t>
                    </m:r>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𝑽</m:t>
                        </m:r>
                      </m:e>
                      <m:sub>
                        <m:r>
                          <a:rPr lang="en-AU" sz="2800" b="1" i="1" dirty="0" smtClean="0">
                            <a:latin typeface="Cambria Math"/>
                            <a:ea typeface="Cambria Math"/>
                          </a:rPr>
                          <m:t>𝑪𝑬𝑸</m:t>
                        </m:r>
                      </m:sub>
                    </m:sSub>
                  </m:oMath>
                </a14:m>
                <a:endParaRPr lang="en-AU" sz="2800" b="1"/>
              </a:p>
            </p:txBody>
          </p:sp>
        </mc:Choice>
        <mc:Fallback xmlns="">
          <p:sp>
            <p:nvSpPr>
              <p:cNvPr id="13" name="Rectangle 12">
                <a:extLst>
                  <a:ext uri="{FF2B5EF4-FFF2-40B4-BE49-F238E27FC236}">
                    <a16:creationId xmlns:a16="http://schemas.microsoft.com/office/drawing/2014/main" id="{7621871C-33D0-8B45-8280-941A7042ECA0}"/>
                  </a:ext>
                </a:extLst>
              </p:cNvPr>
              <p:cNvSpPr>
                <a:spLocks noRot="1" noChangeAspect="1" noMove="1" noResize="1" noEditPoints="1" noAdjustHandles="1" noChangeArrowheads="1" noChangeShapeType="1" noTextEdit="1"/>
              </p:cNvSpPr>
              <p:nvPr/>
            </p:nvSpPr>
            <p:spPr>
              <a:xfrm>
                <a:off x="1364589" y="5537346"/>
                <a:ext cx="3606689" cy="555793"/>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10"/>
              <a:stretch>
                <a:fillRect/>
              </a:stretch>
            </p:blipFill>
            <p:spPr>
              <a:xfrm>
                <a:off x="-81072" y="1266552"/>
                <a:ext cx="208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B2B8BDF2-71D7-9119-69B5-1260EFBFFFA2}"/>
                  </a:ext>
                </a:extLst>
              </p14:cNvPr>
              <p14:cNvContentPartPr/>
              <p14:nvPr/>
            </p14:nvContentPartPr>
            <p14:xfrm>
              <a:off x="3762648" y="4658688"/>
              <a:ext cx="33120" cy="1080"/>
            </p14:xfrm>
          </p:contentPart>
        </mc:Choice>
        <mc:Fallback xmlns="">
          <p:pic>
            <p:nvPicPr>
              <p:cNvPr id="15" name="Ink 14">
                <a:extLst>
                  <a:ext uri="{FF2B5EF4-FFF2-40B4-BE49-F238E27FC236}">
                    <a16:creationId xmlns:a16="http://schemas.microsoft.com/office/drawing/2014/main" id="{B2B8BDF2-71D7-9119-69B5-1260EFBFFFA2}"/>
                  </a:ext>
                </a:extLst>
              </p:cNvPr>
              <p:cNvPicPr/>
              <p:nvPr/>
            </p:nvPicPr>
            <p:blipFill>
              <a:blip r:embed="rId12"/>
              <a:stretch>
                <a:fillRect/>
              </a:stretch>
            </p:blipFill>
            <p:spPr>
              <a:xfrm>
                <a:off x="3753745" y="4649688"/>
                <a:ext cx="5057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16E2E5AC-2399-58CE-CBAB-471DEA9A660F}"/>
                  </a:ext>
                </a:extLst>
              </p14:cNvPr>
              <p14:cNvContentPartPr/>
              <p14:nvPr/>
            </p14:nvContentPartPr>
            <p14:xfrm>
              <a:off x="2345616" y="3457944"/>
              <a:ext cx="74880" cy="105120"/>
            </p14:xfrm>
          </p:contentPart>
        </mc:Choice>
        <mc:Fallback xmlns="">
          <p:pic>
            <p:nvPicPr>
              <p:cNvPr id="16" name="Ink 15">
                <a:extLst>
                  <a:ext uri="{FF2B5EF4-FFF2-40B4-BE49-F238E27FC236}">
                    <a16:creationId xmlns:a16="http://schemas.microsoft.com/office/drawing/2014/main" id="{16E2E5AC-2399-58CE-CBAB-471DEA9A660F}"/>
                  </a:ext>
                </a:extLst>
              </p:cNvPr>
              <p:cNvPicPr/>
              <p:nvPr/>
            </p:nvPicPr>
            <p:blipFill>
              <a:blip r:embed="rId14"/>
              <a:stretch>
                <a:fillRect/>
              </a:stretch>
            </p:blipFill>
            <p:spPr>
              <a:xfrm>
                <a:off x="2336616" y="3448913"/>
                <a:ext cx="92520" cy="122821"/>
              </a:xfrm>
              <a:prstGeom prst="rect">
                <a:avLst/>
              </a:prstGeom>
            </p:spPr>
          </p:pic>
        </mc:Fallback>
      </mc:AlternateContent>
      <p:grpSp>
        <p:nvGrpSpPr>
          <p:cNvPr id="21" name="Group 20">
            <a:extLst>
              <a:ext uri="{FF2B5EF4-FFF2-40B4-BE49-F238E27FC236}">
                <a16:creationId xmlns:a16="http://schemas.microsoft.com/office/drawing/2014/main" id="{43A2BACB-3FDC-7FA9-F8E6-6C419D6B4202}"/>
              </a:ext>
            </a:extLst>
          </p:cNvPr>
          <p:cNvGrpSpPr/>
          <p:nvPr/>
        </p:nvGrpSpPr>
        <p:grpSpPr>
          <a:xfrm>
            <a:off x="2695176" y="4123008"/>
            <a:ext cx="126000" cy="131040"/>
            <a:chOff x="2905488" y="3346848"/>
            <a:chExt cx="126000" cy="131040"/>
          </a:xfrm>
        </p:grpSpPr>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D2B4A44E-B2AB-7DCC-A596-232C30517BDD}"/>
                    </a:ext>
                  </a:extLst>
                </p14:cNvPr>
                <p14:cNvContentPartPr/>
                <p14:nvPr/>
              </p14:nvContentPartPr>
              <p14:xfrm>
                <a:off x="2905488" y="3346848"/>
                <a:ext cx="109080" cy="123120"/>
              </p14:xfrm>
            </p:contentPart>
          </mc:Choice>
          <mc:Fallback xmlns="">
            <p:pic>
              <p:nvPicPr>
                <p:cNvPr id="17" name="Ink 16">
                  <a:extLst>
                    <a:ext uri="{FF2B5EF4-FFF2-40B4-BE49-F238E27FC236}">
                      <a16:creationId xmlns:a16="http://schemas.microsoft.com/office/drawing/2014/main" id="{D2B4A44E-B2AB-7DCC-A596-232C30517BDD}"/>
                    </a:ext>
                  </a:extLst>
                </p:cNvPr>
                <p:cNvPicPr/>
                <p:nvPr/>
              </p:nvPicPr>
              <p:blipFill>
                <a:blip r:embed="rId16"/>
                <a:stretch>
                  <a:fillRect/>
                </a:stretch>
              </p:blipFill>
              <p:spPr>
                <a:xfrm>
                  <a:off x="2896518" y="3337848"/>
                  <a:ext cx="126662"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8" name="Ink 17">
                  <a:extLst>
                    <a:ext uri="{FF2B5EF4-FFF2-40B4-BE49-F238E27FC236}">
                      <a16:creationId xmlns:a16="http://schemas.microsoft.com/office/drawing/2014/main" id="{6E7DD0E9-1AF1-496A-57EC-E436122D07CB}"/>
                    </a:ext>
                  </a:extLst>
                </p14:cNvPr>
                <p14:cNvContentPartPr/>
                <p14:nvPr/>
              </p14:nvContentPartPr>
              <p14:xfrm>
                <a:off x="2940768" y="3423528"/>
                <a:ext cx="90720" cy="54360"/>
              </p14:xfrm>
            </p:contentPart>
          </mc:Choice>
          <mc:Fallback xmlns="">
            <p:pic>
              <p:nvPicPr>
                <p:cNvPr id="18" name="Ink 17">
                  <a:extLst>
                    <a:ext uri="{FF2B5EF4-FFF2-40B4-BE49-F238E27FC236}">
                      <a16:creationId xmlns:a16="http://schemas.microsoft.com/office/drawing/2014/main" id="{6E7DD0E9-1AF1-496A-57EC-E436122D07CB}"/>
                    </a:ext>
                  </a:extLst>
                </p:cNvPr>
                <p:cNvPicPr/>
                <p:nvPr/>
              </p:nvPicPr>
              <p:blipFill>
                <a:blip r:embed="rId18"/>
                <a:stretch>
                  <a:fillRect/>
                </a:stretch>
              </p:blipFill>
              <p:spPr>
                <a:xfrm>
                  <a:off x="2931732" y="3414587"/>
                  <a:ext cx="108430" cy="71884"/>
                </a:xfrm>
                <a:prstGeom prst="rect">
                  <a:avLst/>
                </a:prstGeom>
              </p:spPr>
            </p:pic>
          </mc:Fallback>
        </mc:AlternateContent>
      </p:grpSp>
      <p:grpSp>
        <p:nvGrpSpPr>
          <p:cNvPr id="27" name="Group 26">
            <a:extLst>
              <a:ext uri="{FF2B5EF4-FFF2-40B4-BE49-F238E27FC236}">
                <a16:creationId xmlns:a16="http://schemas.microsoft.com/office/drawing/2014/main" id="{788EC532-C102-5470-0B39-CA04B833F2DC}"/>
              </a:ext>
            </a:extLst>
          </p:cNvPr>
          <p:cNvGrpSpPr/>
          <p:nvPr/>
        </p:nvGrpSpPr>
        <p:grpSpPr>
          <a:xfrm>
            <a:off x="1193184" y="3568248"/>
            <a:ext cx="73080" cy="52200"/>
            <a:chOff x="1156608" y="2653848"/>
            <a:chExt cx="73080" cy="52200"/>
          </a:xfrm>
        </p:grpSpPr>
        <mc:AlternateContent xmlns:mc="http://schemas.openxmlformats.org/markup-compatibility/2006" xmlns:p14="http://schemas.microsoft.com/office/powerpoint/2010/main">
          <mc:Choice Requires="p14">
            <p:contentPart p14:bwMode="auto" r:id="rId19">
              <p14:nvContentPartPr>
                <p14:cNvPr id="23" name="Ink 22">
                  <a:extLst>
                    <a:ext uri="{FF2B5EF4-FFF2-40B4-BE49-F238E27FC236}">
                      <a16:creationId xmlns:a16="http://schemas.microsoft.com/office/drawing/2014/main" id="{C06E0DE4-1B35-6F6F-CE3F-12A57BFA02ED}"/>
                    </a:ext>
                  </a:extLst>
                </p14:cNvPr>
                <p14:cNvContentPartPr/>
                <p14:nvPr/>
              </p14:nvContentPartPr>
              <p14:xfrm>
                <a:off x="1156608" y="2653848"/>
                <a:ext cx="66240" cy="6480"/>
              </p14:xfrm>
            </p:contentPart>
          </mc:Choice>
          <mc:Fallback xmlns="">
            <p:pic>
              <p:nvPicPr>
                <p:cNvPr id="23" name="Ink 22">
                  <a:extLst>
                    <a:ext uri="{FF2B5EF4-FFF2-40B4-BE49-F238E27FC236}">
                      <a16:creationId xmlns:a16="http://schemas.microsoft.com/office/drawing/2014/main" id="{C06E0DE4-1B35-6F6F-CE3F-12A57BFA02ED}"/>
                    </a:ext>
                  </a:extLst>
                </p:cNvPr>
                <p:cNvPicPr/>
                <p:nvPr/>
              </p:nvPicPr>
              <p:blipFill>
                <a:blip r:embed="rId20"/>
                <a:stretch>
                  <a:fillRect/>
                </a:stretch>
              </p:blipFill>
              <p:spPr>
                <a:xfrm>
                  <a:off x="1147608" y="2644848"/>
                  <a:ext cx="838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4" name="Ink 23">
                  <a:extLst>
                    <a:ext uri="{FF2B5EF4-FFF2-40B4-BE49-F238E27FC236}">
                      <a16:creationId xmlns:a16="http://schemas.microsoft.com/office/drawing/2014/main" id="{19D4E0CF-F460-DDDC-4F90-4B85251A0788}"/>
                    </a:ext>
                  </a:extLst>
                </p14:cNvPr>
                <p14:cNvContentPartPr/>
                <p14:nvPr/>
              </p14:nvContentPartPr>
              <p14:xfrm>
                <a:off x="1174968" y="2698848"/>
                <a:ext cx="54720" cy="7200"/>
              </p14:xfrm>
            </p:contentPart>
          </mc:Choice>
          <mc:Fallback xmlns="">
            <p:pic>
              <p:nvPicPr>
                <p:cNvPr id="24" name="Ink 23">
                  <a:extLst>
                    <a:ext uri="{FF2B5EF4-FFF2-40B4-BE49-F238E27FC236}">
                      <a16:creationId xmlns:a16="http://schemas.microsoft.com/office/drawing/2014/main" id="{19D4E0CF-F460-DDDC-4F90-4B85251A0788}"/>
                    </a:ext>
                  </a:extLst>
                </p:cNvPr>
                <p:cNvPicPr/>
                <p:nvPr/>
              </p:nvPicPr>
              <p:blipFill>
                <a:blip r:embed="rId22"/>
                <a:stretch>
                  <a:fillRect/>
                </a:stretch>
              </p:blipFill>
              <p:spPr>
                <a:xfrm>
                  <a:off x="1165968" y="2689848"/>
                  <a:ext cx="72360" cy="24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
            <p14:nvContentPartPr>
              <p14:cNvPr id="26" name="Ink 25">
                <a:extLst>
                  <a:ext uri="{FF2B5EF4-FFF2-40B4-BE49-F238E27FC236}">
                    <a16:creationId xmlns:a16="http://schemas.microsoft.com/office/drawing/2014/main" id="{56F0AC08-63ED-33EE-8661-F750E7634785}"/>
                  </a:ext>
                </a:extLst>
              </p14:cNvPr>
              <p14:cNvContentPartPr/>
              <p14:nvPr/>
            </p14:nvContentPartPr>
            <p14:xfrm>
              <a:off x="1513944" y="3520728"/>
              <a:ext cx="70200" cy="44280"/>
            </p14:xfrm>
          </p:contentPart>
        </mc:Choice>
        <mc:Fallback xmlns="">
          <p:pic>
            <p:nvPicPr>
              <p:cNvPr id="26" name="Ink 25">
                <a:extLst>
                  <a:ext uri="{FF2B5EF4-FFF2-40B4-BE49-F238E27FC236}">
                    <a16:creationId xmlns:a16="http://schemas.microsoft.com/office/drawing/2014/main" id="{56F0AC08-63ED-33EE-8661-F750E7634785}"/>
                  </a:ext>
                </a:extLst>
              </p:cNvPr>
              <p:cNvPicPr/>
              <p:nvPr/>
            </p:nvPicPr>
            <p:blipFill>
              <a:blip r:embed="rId24"/>
              <a:stretch>
                <a:fillRect/>
              </a:stretch>
            </p:blipFill>
            <p:spPr>
              <a:xfrm>
                <a:off x="1504944" y="3511728"/>
                <a:ext cx="87840" cy="61920"/>
              </a:xfrm>
              <a:prstGeom prst="rect">
                <a:avLst/>
              </a:prstGeom>
            </p:spPr>
          </p:pic>
        </mc:Fallback>
      </mc:AlternateContent>
      <p:grpSp>
        <p:nvGrpSpPr>
          <p:cNvPr id="35" name="Group 34">
            <a:extLst>
              <a:ext uri="{FF2B5EF4-FFF2-40B4-BE49-F238E27FC236}">
                <a16:creationId xmlns:a16="http://schemas.microsoft.com/office/drawing/2014/main" id="{A117A709-A15A-F5D7-CD18-1F8E631F1C54}"/>
              </a:ext>
            </a:extLst>
          </p:cNvPr>
          <p:cNvGrpSpPr/>
          <p:nvPr/>
        </p:nvGrpSpPr>
        <p:grpSpPr>
          <a:xfrm>
            <a:off x="467784" y="3530448"/>
            <a:ext cx="590400" cy="354600"/>
            <a:chOff x="431208" y="2616048"/>
            <a:chExt cx="590400" cy="354600"/>
          </a:xfrm>
        </p:grpSpPr>
        <mc:AlternateContent xmlns:mc="http://schemas.openxmlformats.org/markup-compatibility/2006" xmlns:p14="http://schemas.microsoft.com/office/powerpoint/2010/main">
          <mc:Choice Requires="p14">
            <p:contentPart p14:bwMode="auto" r:id="rId25">
              <p14:nvContentPartPr>
                <p14:cNvPr id="29" name="Ink 28">
                  <a:extLst>
                    <a:ext uri="{FF2B5EF4-FFF2-40B4-BE49-F238E27FC236}">
                      <a16:creationId xmlns:a16="http://schemas.microsoft.com/office/drawing/2014/main" id="{5BF047CD-F348-89F5-5A40-F8A523DA68A7}"/>
                    </a:ext>
                  </a:extLst>
                </p14:cNvPr>
                <p14:cNvContentPartPr/>
                <p14:nvPr/>
              </p14:nvContentPartPr>
              <p14:xfrm>
                <a:off x="510408" y="2626848"/>
                <a:ext cx="126360" cy="234000"/>
              </p14:xfrm>
            </p:contentPart>
          </mc:Choice>
          <mc:Fallback xmlns="">
            <p:pic>
              <p:nvPicPr>
                <p:cNvPr id="29" name="Ink 28">
                  <a:extLst>
                    <a:ext uri="{FF2B5EF4-FFF2-40B4-BE49-F238E27FC236}">
                      <a16:creationId xmlns:a16="http://schemas.microsoft.com/office/drawing/2014/main" id="{5BF047CD-F348-89F5-5A40-F8A523DA68A7}"/>
                    </a:ext>
                  </a:extLst>
                </p:cNvPr>
                <p:cNvPicPr/>
                <p:nvPr/>
              </p:nvPicPr>
              <p:blipFill>
                <a:blip r:embed="rId26"/>
                <a:stretch>
                  <a:fillRect/>
                </a:stretch>
              </p:blipFill>
              <p:spPr>
                <a:xfrm>
                  <a:off x="501408" y="2617848"/>
                  <a:ext cx="14400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0" name="Ink 29">
                  <a:extLst>
                    <a:ext uri="{FF2B5EF4-FFF2-40B4-BE49-F238E27FC236}">
                      <a16:creationId xmlns:a16="http://schemas.microsoft.com/office/drawing/2014/main" id="{BE66EE32-B6F6-BD94-B2B7-354F63D454E3}"/>
                    </a:ext>
                  </a:extLst>
                </p14:cNvPr>
                <p14:cNvContentPartPr/>
                <p14:nvPr/>
              </p14:nvContentPartPr>
              <p14:xfrm>
                <a:off x="431208" y="2616048"/>
                <a:ext cx="174600" cy="34200"/>
              </p14:xfrm>
            </p:contentPart>
          </mc:Choice>
          <mc:Fallback xmlns="">
            <p:pic>
              <p:nvPicPr>
                <p:cNvPr id="30" name="Ink 29">
                  <a:extLst>
                    <a:ext uri="{FF2B5EF4-FFF2-40B4-BE49-F238E27FC236}">
                      <a16:creationId xmlns:a16="http://schemas.microsoft.com/office/drawing/2014/main" id="{BE66EE32-B6F6-BD94-B2B7-354F63D454E3}"/>
                    </a:ext>
                  </a:extLst>
                </p:cNvPr>
                <p:cNvPicPr/>
                <p:nvPr/>
              </p:nvPicPr>
              <p:blipFill>
                <a:blip r:embed="rId28"/>
                <a:stretch>
                  <a:fillRect/>
                </a:stretch>
              </p:blipFill>
              <p:spPr>
                <a:xfrm>
                  <a:off x="422208" y="2607048"/>
                  <a:ext cx="19224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1" name="Ink 30">
                  <a:extLst>
                    <a:ext uri="{FF2B5EF4-FFF2-40B4-BE49-F238E27FC236}">
                      <a16:creationId xmlns:a16="http://schemas.microsoft.com/office/drawing/2014/main" id="{C847ED37-72B1-5336-4052-7CF8870F18BF}"/>
                    </a:ext>
                  </a:extLst>
                </p14:cNvPr>
                <p14:cNvContentPartPr/>
                <p14:nvPr/>
              </p14:nvContentPartPr>
              <p14:xfrm>
                <a:off x="660168" y="2776248"/>
                <a:ext cx="169560" cy="194400"/>
              </p14:xfrm>
            </p:contentPart>
          </mc:Choice>
          <mc:Fallback xmlns="">
            <p:pic>
              <p:nvPicPr>
                <p:cNvPr id="31" name="Ink 30">
                  <a:extLst>
                    <a:ext uri="{FF2B5EF4-FFF2-40B4-BE49-F238E27FC236}">
                      <a16:creationId xmlns:a16="http://schemas.microsoft.com/office/drawing/2014/main" id="{C847ED37-72B1-5336-4052-7CF8870F18BF}"/>
                    </a:ext>
                  </a:extLst>
                </p:cNvPr>
                <p:cNvPicPr/>
                <p:nvPr/>
              </p:nvPicPr>
              <p:blipFill>
                <a:blip r:embed="rId30"/>
                <a:stretch>
                  <a:fillRect/>
                </a:stretch>
              </p:blipFill>
              <p:spPr>
                <a:xfrm>
                  <a:off x="651168" y="2767248"/>
                  <a:ext cx="18720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3" name="Ink 32">
                  <a:extLst>
                    <a:ext uri="{FF2B5EF4-FFF2-40B4-BE49-F238E27FC236}">
                      <a16:creationId xmlns:a16="http://schemas.microsoft.com/office/drawing/2014/main" id="{D075C284-B451-3F2D-C276-E756A48F2E34}"/>
                    </a:ext>
                  </a:extLst>
                </p14:cNvPr>
                <p14:cNvContentPartPr/>
                <p14:nvPr/>
              </p14:nvContentPartPr>
              <p14:xfrm>
                <a:off x="845568" y="2739528"/>
                <a:ext cx="106920" cy="199440"/>
              </p14:xfrm>
            </p:contentPart>
          </mc:Choice>
          <mc:Fallback xmlns="">
            <p:pic>
              <p:nvPicPr>
                <p:cNvPr id="33" name="Ink 32">
                  <a:extLst>
                    <a:ext uri="{FF2B5EF4-FFF2-40B4-BE49-F238E27FC236}">
                      <a16:creationId xmlns:a16="http://schemas.microsoft.com/office/drawing/2014/main" id="{D075C284-B451-3F2D-C276-E756A48F2E34}"/>
                    </a:ext>
                  </a:extLst>
                </p:cNvPr>
                <p:cNvPicPr/>
                <p:nvPr/>
              </p:nvPicPr>
              <p:blipFill>
                <a:blip r:embed="rId32"/>
                <a:stretch>
                  <a:fillRect/>
                </a:stretch>
              </p:blipFill>
              <p:spPr>
                <a:xfrm>
                  <a:off x="836568" y="2730528"/>
                  <a:ext cx="12456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4" name="Ink 33">
                  <a:extLst>
                    <a:ext uri="{FF2B5EF4-FFF2-40B4-BE49-F238E27FC236}">
                      <a16:creationId xmlns:a16="http://schemas.microsoft.com/office/drawing/2014/main" id="{ECB54BE0-18D8-9BDB-8F8F-8CFEEDE5DFEA}"/>
                    </a:ext>
                  </a:extLst>
                </p14:cNvPr>
                <p14:cNvContentPartPr/>
                <p14:nvPr/>
              </p14:nvContentPartPr>
              <p14:xfrm>
                <a:off x="873288" y="2851128"/>
                <a:ext cx="148320" cy="56880"/>
              </p14:xfrm>
            </p:contentPart>
          </mc:Choice>
          <mc:Fallback xmlns="">
            <p:pic>
              <p:nvPicPr>
                <p:cNvPr id="34" name="Ink 33">
                  <a:extLst>
                    <a:ext uri="{FF2B5EF4-FFF2-40B4-BE49-F238E27FC236}">
                      <a16:creationId xmlns:a16="http://schemas.microsoft.com/office/drawing/2014/main" id="{ECB54BE0-18D8-9BDB-8F8F-8CFEEDE5DFEA}"/>
                    </a:ext>
                  </a:extLst>
                </p:cNvPr>
                <p:cNvPicPr/>
                <p:nvPr/>
              </p:nvPicPr>
              <p:blipFill>
                <a:blip r:embed="rId34"/>
                <a:stretch>
                  <a:fillRect/>
                </a:stretch>
              </p:blipFill>
              <p:spPr>
                <a:xfrm>
                  <a:off x="864310" y="2842128"/>
                  <a:ext cx="165917" cy="74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5">
            <p14:nvContentPartPr>
              <p14:cNvPr id="44" name="Ink 43">
                <a:extLst>
                  <a:ext uri="{FF2B5EF4-FFF2-40B4-BE49-F238E27FC236}">
                    <a16:creationId xmlns:a16="http://schemas.microsoft.com/office/drawing/2014/main" id="{F676FBB3-A74E-8FDA-9D7E-937C0AD84D19}"/>
                  </a:ext>
                </a:extLst>
              </p14:cNvPr>
              <p14:cNvContentPartPr/>
              <p14:nvPr/>
            </p14:nvContentPartPr>
            <p14:xfrm>
              <a:off x="8494128" y="2842128"/>
              <a:ext cx="11880" cy="26640"/>
            </p14:xfrm>
          </p:contentPart>
        </mc:Choice>
        <mc:Fallback xmlns="">
          <p:pic>
            <p:nvPicPr>
              <p:cNvPr id="44" name="Ink 43">
                <a:extLst>
                  <a:ext uri="{FF2B5EF4-FFF2-40B4-BE49-F238E27FC236}">
                    <a16:creationId xmlns:a16="http://schemas.microsoft.com/office/drawing/2014/main" id="{F676FBB3-A74E-8FDA-9D7E-937C0AD84D19}"/>
                  </a:ext>
                </a:extLst>
              </p:cNvPr>
              <p:cNvPicPr/>
              <p:nvPr/>
            </p:nvPicPr>
            <p:blipFill>
              <a:blip r:embed="rId36"/>
              <a:stretch>
                <a:fillRect/>
              </a:stretch>
            </p:blipFill>
            <p:spPr>
              <a:xfrm>
                <a:off x="8485128" y="2833128"/>
                <a:ext cx="295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5" name="Ink 44">
                <a:extLst>
                  <a:ext uri="{FF2B5EF4-FFF2-40B4-BE49-F238E27FC236}">
                    <a16:creationId xmlns:a16="http://schemas.microsoft.com/office/drawing/2014/main" id="{0EBF1460-3E70-323B-2774-9095D067041A}"/>
                  </a:ext>
                </a:extLst>
              </p14:cNvPr>
              <p14:cNvContentPartPr/>
              <p14:nvPr/>
            </p14:nvContentPartPr>
            <p14:xfrm>
              <a:off x="8472888" y="3061368"/>
              <a:ext cx="8280" cy="198360"/>
            </p14:xfrm>
          </p:contentPart>
        </mc:Choice>
        <mc:Fallback xmlns="">
          <p:pic>
            <p:nvPicPr>
              <p:cNvPr id="45" name="Ink 44">
                <a:extLst>
                  <a:ext uri="{FF2B5EF4-FFF2-40B4-BE49-F238E27FC236}">
                    <a16:creationId xmlns:a16="http://schemas.microsoft.com/office/drawing/2014/main" id="{0EBF1460-3E70-323B-2774-9095D067041A}"/>
                  </a:ext>
                </a:extLst>
              </p:cNvPr>
              <p:cNvPicPr/>
              <p:nvPr/>
            </p:nvPicPr>
            <p:blipFill>
              <a:blip r:embed="rId38"/>
              <a:stretch>
                <a:fillRect/>
              </a:stretch>
            </p:blipFill>
            <p:spPr>
              <a:xfrm>
                <a:off x="8463888" y="3052368"/>
                <a:ext cx="25920" cy="216000"/>
              </a:xfrm>
              <a:prstGeom prst="rect">
                <a:avLst/>
              </a:prstGeom>
            </p:spPr>
          </p:pic>
        </mc:Fallback>
      </mc:AlternateContent>
      <p:grpSp>
        <p:nvGrpSpPr>
          <p:cNvPr id="49" name="Group 48">
            <a:extLst>
              <a:ext uri="{FF2B5EF4-FFF2-40B4-BE49-F238E27FC236}">
                <a16:creationId xmlns:a16="http://schemas.microsoft.com/office/drawing/2014/main" id="{255757ED-C077-9ECE-9158-E2B7FB4EA096}"/>
              </a:ext>
            </a:extLst>
          </p:cNvPr>
          <p:cNvGrpSpPr/>
          <p:nvPr/>
        </p:nvGrpSpPr>
        <p:grpSpPr>
          <a:xfrm>
            <a:off x="8999928" y="3849768"/>
            <a:ext cx="185040" cy="120240"/>
            <a:chOff x="8954208" y="3529728"/>
            <a:chExt cx="185040" cy="120240"/>
          </a:xfrm>
        </p:grpSpPr>
        <mc:AlternateContent xmlns:mc="http://schemas.openxmlformats.org/markup-compatibility/2006" xmlns:p14="http://schemas.microsoft.com/office/powerpoint/2010/main">
          <mc:Choice Requires="p14">
            <p:contentPart p14:bwMode="auto" r:id="rId39">
              <p14:nvContentPartPr>
                <p14:cNvPr id="47" name="Ink 46">
                  <a:extLst>
                    <a:ext uri="{FF2B5EF4-FFF2-40B4-BE49-F238E27FC236}">
                      <a16:creationId xmlns:a16="http://schemas.microsoft.com/office/drawing/2014/main" id="{5E50F421-BCE5-D7B1-D26C-7D661B820381}"/>
                    </a:ext>
                  </a:extLst>
                </p14:cNvPr>
                <p14:cNvContentPartPr/>
                <p14:nvPr/>
              </p14:nvContentPartPr>
              <p14:xfrm>
                <a:off x="8954208" y="3529728"/>
                <a:ext cx="90000" cy="104760"/>
              </p14:xfrm>
            </p:contentPart>
          </mc:Choice>
          <mc:Fallback xmlns="">
            <p:pic>
              <p:nvPicPr>
                <p:cNvPr id="47" name="Ink 46">
                  <a:extLst>
                    <a:ext uri="{FF2B5EF4-FFF2-40B4-BE49-F238E27FC236}">
                      <a16:creationId xmlns:a16="http://schemas.microsoft.com/office/drawing/2014/main" id="{5E50F421-BCE5-D7B1-D26C-7D661B820381}"/>
                    </a:ext>
                  </a:extLst>
                </p:cNvPr>
                <p:cNvPicPr/>
                <p:nvPr/>
              </p:nvPicPr>
              <p:blipFill>
                <a:blip r:embed="rId40"/>
                <a:stretch>
                  <a:fillRect/>
                </a:stretch>
              </p:blipFill>
              <p:spPr>
                <a:xfrm>
                  <a:off x="8945208" y="3520759"/>
                  <a:ext cx="107640" cy="1223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8" name="Ink 47">
                  <a:extLst>
                    <a:ext uri="{FF2B5EF4-FFF2-40B4-BE49-F238E27FC236}">
                      <a16:creationId xmlns:a16="http://schemas.microsoft.com/office/drawing/2014/main" id="{94F7D7DA-CF27-3C26-3693-A2CB54AF17F8}"/>
                    </a:ext>
                  </a:extLst>
                </p14:cNvPr>
                <p14:cNvContentPartPr/>
                <p14:nvPr/>
              </p14:nvContentPartPr>
              <p14:xfrm>
                <a:off x="9010368" y="3600288"/>
                <a:ext cx="128880" cy="49680"/>
              </p14:xfrm>
            </p:contentPart>
          </mc:Choice>
          <mc:Fallback xmlns="">
            <p:pic>
              <p:nvPicPr>
                <p:cNvPr id="48" name="Ink 47">
                  <a:extLst>
                    <a:ext uri="{FF2B5EF4-FFF2-40B4-BE49-F238E27FC236}">
                      <a16:creationId xmlns:a16="http://schemas.microsoft.com/office/drawing/2014/main" id="{94F7D7DA-CF27-3C26-3693-A2CB54AF17F8}"/>
                    </a:ext>
                  </a:extLst>
                </p:cNvPr>
                <p:cNvPicPr/>
                <p:nvPr/>
              </p:nvPicPr>
              <p:blipFill>
                <a:blip r:embed="rId42"/>
                <a:stretch>
                  <a:fillRect/>
                </a:stretch>
              </p:blipFill>
              <p:spPr>
                <a:xfrm>
                  <a:off x="9001368" y="3591353"/>
                  <a:ext cx="146520" cy="67193"/>
                </a:xfrm>
                <a:prstGeom prst="rect">
                  <a:avLst/>
                </a:prstGeom>
              </p:spPr>
            </p:pic>
          </mc:Fallback>
        </mc:AlternateContent>
      </p:grpSp>
      <p:grpSp>
        <p:nvGrpSpPr>
          <p:cNvPr id="53" name="Group 52">
            <a:extLst>
              <a:ext uri="{FF2B5EF4-FFF2-40B4-BE49-F238E27FC236}">
                <a16:creationId xmlns:a16="http://schemas.microsoft.com/office/drawing/2014/main" id="{8C468B4B-FAF1-8C5B-E040-E9A690A4294D}"/>
              </a:ext>
            </a:extLst>
          </p:cNvPr>
          <p:cNvGrpSpPr/>
          <p:nvPr/>
        </p:nvGrpSpPr>
        <p:grpSpPr>
          <a:xfrm>
            <a:off x="7434648" y="2970288"/>
            <a:ext cx="779760" cy="130320"/>
            <a:chOff x="7297488" y="2604528"/>
            <a:chExt cx="779760" cy="130320"/>
          </a:xfrm>
        </p:grpSpPr>
        <mc:AlternateContent xmlns:mc="http://schemas.openxmlformats.org/markup-compatibility/2006" xmlns:p14="http://schemas.microsoft.com/office/powerpoint/2010/main">
          <mc:Choice Requires="p14">
            <p:contentPart p14:bwMode="auto" r:id="rId43">
              <p14:nvContentPartPr>
                <p14:cNvPr id="36" name="Ink 35">
                  <a:extLst>
                    <a:ext uri="{FF2B5EF4-FFF2-40B4-BE49-F238E27FC236}">
                      <a16:creationId xmlns:a16="http://schemas.microsoft.com/office/drawing/2014/main" id="{019D8EAB-5333-F937-C1B0-9CAF1C2F2F28}"/>
                    </a:ext>
                  </a:extLst>
                </p14:cNvPr>
                <p14:cNvContentPartPr/>
                <p14:nvPr/>
              </p14:nvContentPartPr>
              <p14:xfrm>
                <a:off x="7324488" y="2604528"/>
                <a:ext cx="77760" cy="9360"/>
              </p14:xfrm>
            </p:contentPart>
          </mc:Choice>
          <mc:Fallback xmlns="">
            <p:pic>
              <p:nvPicPr>
                <p:cNvPr id="36" name="Ink 35">
                  <a:extLst>
                    <a:ext uri="{FF2B5EF4-FFF2-40B4-BE49-F238E27FC236}">
                      <a16:creationId xmlns:a16="http://schemas.microsoft.com/office/drawing/2014/main" id="{019D8EAB-5333-F937-C1B0-9CAF1C2F2F28}"/>
                    </a:ext>
                  </a:extLst>
                </p:cNvPr>
                <p:cNvPicPr/>
                <p:nvPr/>
              </p:nvPicPr>
              <p:blipFill>
                <a:blip r:embed="rId44"/>
                <a:stretch>
                  <a:fillRect/>
                </a:stretch>
              </p:blipFill>
              <p:spPr>
                <a:xfrm>
                  <a:off x="7315488" y="2595168"/>
                  <a:ext cx="95400" cy="27706"/>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7" name="Ink 36">
                  <a:extLst>
                    <a:ext uri="{FF2B5EF4-FFF2-40B4-BE49-F238E27FC236}">
                      <a16:creationId xmlns:a16="http://schemas.microsoft.com/office/drawing/2014/main" id="{12397999-25C9-C8EA-6A8F-16CB5B940BAA}"/>
                    </a:ext>
                  </a:extLst>
                </p14:cNvPr>
                <p14:cNvContentPartPr/>
                <p14:nvPr/>
              </p14:nvContentPartPr>
              <p14:xfrm>
                <a:off x="7538328" y="2609208"/>
                <a:ext cx="114840" cy="6480"/>
              </p14:xfrm>
            </p:contentPart>
          </mc:Choice>
          <mc:Fallback xmlns="">
            <p:pic>
              <p:nvPicPr>
                <p:cNvPr id="37" name="Ink 36">
                  <a:extLst>
                    <a:ext uri="{FF2B5EF4-FFF2-40B4-BE49-F238E27FC236}">
                      <a16:creationId xmlns:a16="http://schemas.microsoft.com/office/drawing/2014/main" id="{12397999-25C9-C8EA-6A8F-16CB5B940BAA}"/>
                    </a:ext>
                  </a:extLst>
                </p:cNvPr>
                <p:cNvPicPr/>
                <p:nvPr/>
              </p:nvPicPr>
              <p:blipFill>
                <a:blip r:embed="rId46"/>
                <a:stretch>
                  <a:fillRect/>
                </a:stretch>
              </p:blipFill>
              <p:spPr>
                <a:xfrm>
                  <a:off x="7529328" y="2599679"/>
                  <a:ext cx="132480" cy="25158"/>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8" name="Ink 37">
                  <a:extLst>
                    <a:ext uri="{FF2B5EF4-FFF2-40B4-BE49-F238E27FC236}">
                      <a16:creationId xmlns:a16="http://schemas.microsoft.com/office/drawing/2014/main" id="{78EC2A42-8B36-8740-9D14-8E457F6E9534}"/>
                    </a:ext>
                  </a:extLst>
                </p14:cNvPr>
                <p14:cNvContentPartPr/>
                <p14:nvPr/>
              </p14:nvContentPartPr>
              <p14:xfrm>
                <a:off x="7751088" y="2614248"/>
                <a:ext cx="100800" cy="3960"/>
              </p14:xfrm>
            </p:contentPart>
          </mc:Choice>
          <mc:Fallback xmlns="">
            <p:pic>
              <p:nvPicPr>
                <p:cNvPr id="38" name="Ink 37">
                  <a:extLst>
                    <a:ext uri="{FF2B5EF4-FFF2-40B4-BE49-F238E27FC236}">
                      <a16:creationId xmlns:a16="http://schemas.microsoft.com/office/drawing/2014/main" id="{78EC2A42-8B36-8740-9D14-8E457F6E9534}"/>
                    </a:ext>
                  </a:extLst>
                </p:cNvPr>
                <p:cNvPicPr/>
                <p:nvPr/>
              </p:nvPicPr>
              <p:blipFill>
                <a:blip r:embed="rId48"/>
                <a:stretch>
                  <a:fillRect/>
                </a:stretch>
              </p:blipFill>
              <p:spPr>
                <a:xfrm>
                  <a:off x="7742120" y="2605248"/>
                  <a:ext cx="118377"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9" name="Ink 38">
                  <a:extLst>
                    <a:ext uri="{FF2B5EF4-FFF2-40B4-BE49-F238E27FC236}">
                      <a16:creationId xmlns:a16="http://schemas.microsoft.com/office/drawing/2014/main" id="{185AF013-EBD2-5AA9-9DED-3ECCED176001}"/>
                    </a:ext>
                  </a:extLst>
                </p14:cNvPr>
                <p14:cNvContentPartPr/>
                <p14:nvPr/>
              </p14:nvContentPartPr>
              <p14:xfrm>
                <a:off x="7950528" y="2631168"/>
                <a:ext cx="126720" cy="5400"/>
              </p14:xfrm>
            </p:contentPart>
          </mc:Choice>
          <mc:Fallback xmlns="">
            <p:pic>
              <p:nvPicPr>
                <p:cNvPr id="39" name="Ink 38">
                  <a:extLst>
                    <a:ext uri="{FF2B5EF4-FFF2-40B4-BE49-F238E27FC236}">
                      <a16:creationId xmlns:a16="http://schemas.microsoft.com/office/drawing/2014/main" id="{185AF013-EBD2-5AA9-9DED-3ECCED176001}"/>
                    </a:ext>
                  </a:extLst>
                </p:cNvPr>
                <p:cNvPicPr/>
                <p:nvPr/>
              </p:nvPicPr>
              <p:blipFill>
                <a:blip r:embed="rId50"/>
                <a:stretch>
                  <a:fillRect/>
                </a:stretch>
              </p:blipFill>
              <p:spPr>
                <a:xfrm>
                  <a:off x="7941528" y="2622168"/>
                  <a:ext cx="1443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0" name="Ink 49">
                  <a:extLst>
                    <a:ext uri="{FF2B5EF4-FFF2-40B4-BE49-F238E27FC236}">
                      <a16:creationId xmlns:a16="http://schemas.microsoft.com/office/drawing/2014/main" id="{F2F7F0E1-8BDD-FAD3-9708-97511B64C32E}"/>
                    </a:ext>
                  </a:extLst>
                </p14:cNvPr>
                <p14:cNvContentPartPr/>
                <p14:nvPr/>
              </p14:nvContentPartPr>
              <p14:xfrm>
                <a:off x="7329888" y="2642688"/>
                <a:ext cx="360" cy="360"/>
              </p14:xfrm>
            </p:contentPart>
          </mc:Choice>
          <mc:Fallback xmlns="">
            <p:pic>
              <p:nvPicPr>
                <p:cNvPr id="50" name="Ink 49">
                  <a:extLst>
                    <a:ext uri="{FF2B5EF4-FFF2-40B4-BE49-F238E27FC236}">
                      <a16:creationId xmlns:a16="http://schemas.microsoft.com/office/drawing/2014/main" id="{F2F7F0E1-8BDD-FAD3-9708-97511B64C32E}"/>
                    </a:ext>
                  </a:extLst>
                </p:cNvPr>
                <p:cNvPicPr/>
                <p:nvPr/>
              </p:nvPicPr>
              <p:blipFill>
                <a:blip r:embed="rId52"/>
                <a:stretch>
                  <a:fillRect/>
                </a:stretch>
              </p:blipFill>
              <p:spPr>
                <a:xfrm>
                  <a:off x="7320888" y="2633688"/>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51" name="Ink 50">
                  <a:extLst>
                    <a:ext uri="{FF2B5EF4-FFF2-40B4-BE49-F238E27FC236}">
                      <a16:creationId xmlns:a16="http://schemas.microsoft.com/office/drawing/2014/main" id="{DBAED179-E8CE-D70C-B421-9EE10B4BD321}"/>
                    </a:ext>
                  </a:extLst>
                </p14:cNvPr>
                <p14:cNvContentPartPr/>
                <p14:nvPr/>
              </p14:nvContentPartPr>
              <p14:xfrm>
                <a:off x="7297488" y="2611008"/>
                <a:ext cx="96120" cy="120240"/>
              </p14:xfrm>
            </p:contentPart>
          </mc:Choice>
          <mc:Fallback xmlns="">
            <p:pic>
              <p:nvPicPr>
                <p:cNvPr id="51" name="Ink 50">
                  <a:extLst>
                    <a:ext uri="{FF2B5EF4-FFF2-40B4-BE49-F238E27FC236}">
                      <a16:creationId xmlns:a16="http://schemas.microsoft.com/office/drawing/2014/main" id="{DBAED179-E8CE-D70C-B421-9EE10B4BD321}"/>
                    </a:ext>
                  </a:extLst>
                </p:cNvPr>
                <p:cNvPicPr/>
                <p:nvPr/>
              </p:nvPicPr>
              <p:blipFill>
                <a:blip r:embed="rId54"/>
                <a:stretch>
                  <a:fillRect/>
                </a:stretch>
              </p:blipFill>
              <p:spPr>
                <a:xfrm>
                  <a:off x="7288488" y="2601981"/>
                  <a:ext cx="113760" cy="137933"/>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2" name="Ink 51">
                  <a:extLst>
                    <a:ext uri="{FF2B5EF4-FFF2-40B4-BE49-F238E27FC236}">
                      <a16:creationId xmlns:a16="http://schemas.microsoft.com/office/drawing/2014/main" id="{3710290E-0015-E304-6D98-98A185045182}"/>
                    </a:ext>
                  </a:extLst>
                </p14:cNvPr>
                <p14:cNvContentPartPr/>
                <p14:nvPr/>
              </p14:nvContentPartPr>
              <p14:xfrm>
                <a:off x="7356168" y="2668608"/>
                <a:ext cx="103320" cy="66240"/>
              </p14:xfrm>
            </p:contentPart>
          </mc:Choice>
          <mc:Fallback xmlns="">
            <p:pic>
              <p:nvPicPr>
                <p:cNvPr id="52" name="Ink 51">
                  <a:extLst>
                    <a:ext uri="{FF2B5EF4-FFF2-40B4-BE49-F238E27FC236}">
                      <a16:creationId xmlns:a16="http://schemas.microsoft.com/office/drawing/2014/main" id="{3710290E-0015-E304-6D98-98A185045182}"/>
                    </a:ext>
                  </a:extLst>
                </p:cNvPr>
                <p:cNvPicPr/>
                <p:nvPr/>
              </p:nvPicPr>
              <p:blipFill>
                <a:blip r:embed="rId56"/>
                <a:stretch>
                  <a:fillRect/>
                </a:stretch>
              </p:blipFill>
              <p:spPr>
                <a:xfrm>
                  <a:off x="7347168" y="2659608"/>
                  <a:ext cx="120960" cy="83880"/>
                </a:xfrm>
                <a:prstGeom prst="rect">
                  <a:avLst/>
                </a:prstGeom>
              </p:spPr>
            </p:pic>
          </mc:Fallback>
        </mc:AlternateContent>
      </p:grpSp>
      <p:grpSp>
        <p:nvGrpSpPr>
          <p:cNvPr id="56" name="Group 55">
            <a:extLst>
              <a:ext uri="{FF2B5EF4-FFF2-40B4-BE49-F238E27FC236}">
                <a16:creationId xmlns:a16="http://schemas.microsoft.com/office/drawing/2014/main" id="{0D01F8AD-8F82-C3C9-5A22-BEE0758EF528}"/>
              </a:ext>
            </a:extLst>
          </p:cNvPr>
          <p:cNvGrpSpPr/>
          <p:nvPr/>
        </p:nvGrpSpPr>
        <p:grpSpPr>
          <a:xfrm>
            <a:off x="3002544" y="4519080"/>
            <a:ext cx="238680" cy="103320"/>
            <a:chOff x="3240288" y="3851568"/>
            <a:chExt cx="238680" cy="103320"/>
          </a:xfrm>
        </p:grpSpPr>
        <mc:AlternateContent xmlns:mc="http://schemas.openxmlformats.org/markup-compatibility/2006" xmlns:p14="http://schemas.microsoft.com/office/powerpoint/2010/main">
          <mc:Choice Requires="p14">
            <p:contentPart p14:bwMode="auto" r:id="rId57">
              <p14:nvContentPartPr>
                <p14:cNvPr id="54" name="Ink 53">
                  <a:extLst>
                    <a:ext uri="{FF2B5EF4-FFF2-40B4-BE49-F238E27FC236}">
                      <a16:creationId xmlns:a16="http://schemas.microsoft.com/office/drawing/2014/main" id="{D0436530-0250-E0FE-4E74-1DB43BDC1613}"/>
                    </a:ext>
                  </a:extLst>
                </p14:cNvPr>
                <p14:cNvContentPartPr/>
                <p14:nvPr/>
              </p14:nvContentPartPr>
              <p14:xfrm>
                <a:off x="3240288" y="3851568"/>
                <a:ext cx="108360" cy="103320"/>
              </p14:xfrm>
            </p:contentPart>
          </mc:Choice>
          <mc:Fallback xmlns="">
            <p:pic>
              <p:nvPicPr>
                <p:cNvPr id="54" name="Ink 53">
                  <a:extLst>
                    <a:ext uri="{FF2B5EF4-FFF2-40B4-BE49-F238E27FC236}">
                      <a16:creationId xmlns:a16="http://schemas.microsoft.com/office/drawing/2014/main" id="{D0436530-0250-E0FE-4E74-1DB43BDC1613}"/>
                    </a:ext>
                  </a:extLst>
                </p:cNvPr>
                <p:cNvPicPr/>
                <p:nvPr/>
              </p:nvPicPr>
              <p:blipFill>
                <a:blip r:embed="rId58"/>
                <a:stretch>
                  <a:fillRect/>
                </a:stretch>
              </p:blipFill>
              <p:spPr>
                <a:xfrm>
                  <a:off x="3231288" y="3842568"/>
                  <a:ext cx="12600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5" name="Ink 54">
                  <a:extLst>
                    <a:ext uri="{FF2B5EF4-FFF2-40B4-BE49-F238E27FC236}">
                      <a16:creationId xmlns:a16="http://schemas.microsoft.com/office/drawing/2014/main" id="{7F5BD687-43A7-4691-1A53-B2E7C048AB72}"/>
                    </a:ext>
                  </a:extLst>
                </p14:cNvPr>
                <p14:cNvContentPartPr/>
                <p14:nvPr/>
              </p14:nvContentPartPr>
              <p14:xfrm>
                <a:off x="3349008" y="3865968"/>
                <a:ext cx="129960" cy="61560"/>
              </p14:xfrm>
            </p:contentPart>
          </mc:Choice>
          <mc:Fallback xmlns="">
            <p:pic>
              <p:nvPicPr>
                <p:cNvPr id="55" name="Ink 54">
                  <a:extLst>
                    <a:ext uri="{FF2B5EF4-FFF2-40B4-BE49-F238E27FC236}">
                      <a16:creationId xmlns:a16="http://schemas.microsoft.com/office/drawing/2014/main" id="{7F5BD687-43A7-4691-1A53-B2E7C048AB72}"/>
                    </a:ext>
                  </a:extLst>
                </p:cNvPr>
                <p:cNvPicPr/>
                <p:nvPr/>
              </p:nvPicPr>
              <p:blipFill>
                <a:blip r:embed="rId60"/>
                <a:stretch>
                  <a:fillRect/>
                </a:stretch>
              </p:blipFill>
              <p:spPr>
                <a:xfrm>
                  <a:off x="3340008" y="3856915"/>
                  <a:ext cx="147600" cy="79304"/>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1">
            <p14:nvContentPartPr>
              <p14:cNvPr id="58" name="Ink 57">
                <a:extLst>
                  <a:ext uri="{FF2B5EF4-FFF2-40B4-BE49-F238E27FC236}">
                    <a16:creationId xmlns:a16="http://schemas.microsoft.com/office/drawing/2014/main" id="{432CF5DA-75E7-19C2-739F-A85427E1D7D8}"/>
                  </a:ext>
                </a:extLst>
              </p14:cNvPr>
              <p14:cNvContentPartPr/>
              <p14:nvPr/>
            </p14:nvContentPartPr>
            <p14:xfrm>
              <a:off x="4637808" y="2045448"/>
              <a:ext cx="5400" cy="19080"/>
            </p14:xfrm>
          </p:contentPart>
        </mc:Choice>
        <mc:Fallback xmlns="">
          <p:pic>
            <p:nvPicPr>
              <p:cNvPr id="58" name="Ink 57">
                <a:extLst>
                  <a:ext uri="{FF2B5EF4-FFF2-40B4-BE49-F238E27FC236}">
                    <a16:creationId xmlns:a16="http://schemas.microsoft.com/office/drawing/2014/main" id="{432CF5DA-75E7-19C2-739F-A85427E1D7D8}"/>
                  </a:ext>
                </a:extLst>
              </p:cNvPr>
              <p:cNvPicPr/>
              <p:nvPr/>
            </p:nvPicPr>
            <p:blipFill>
              <a:blip r:embed="rId62"/>
              <a:stretch>
                <a:fillRect/>
              </a:stretch>
            </p:blipFill>
            <p:spPr>
              <a:xfrm>
                <a:off x="4628165" y="2036615"/>
                <a:ext cx="24300" cy="36393"/>
              </a:xfrm>
              <a:prstGeom prst="rect">
                <a:avLst/>
              </a:prstGeom>
            </p:spPr>
          </p:pic>
        </mc:Fallback>
      </mc:AlternateContent>
    </p:spTree>
    <p:extLst>
      <p:ext uri="{BB962C8B-B14F-4D97-AF65-F5344CB8AC3E}">
        <p14:creationId xmlns:p14="http://schemas.microsoft.com/office/powerpoint/2010/main" val="2613337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162454" y="590264"/>
                <a:ext cx="11867091" cy="5513168"/>
              </a:xfrm>
            </p:spPr>
            <p:txBody>
              <a:bodyPr>
                <a:normAutofit/>
              </a:bodyPr>
              <a:lstStyle/>
              <a:p>
                <a:pPr marL="469900" marR="673100" indent="-457200">
                  <a:buFont typeface="Wingdings" panose="05000000000000000000" pitchFamily="2" charset="2"/>
                  <a:buChar char="q"/>
                </a:pPr>
                <a:r>
                  <a:rPr lang="en-AU">
                    <a:latin typeface="Arial" panose="020B0604020202020204" pitchFamily="34" charset="0"/>
                    <a:cs typeface="Arial" panose="020B0604020202020204" pitchFamily="34" charset="0"/>
                  </a:rPr>
                  <a:t>The variations in the base and collector currents can be written in the following form:</a:t>
                </a: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r>
                  <a:rPr lang="en-AU">
                    <a:latin typeface="Arial" panose="020B0604020202020204" pitchFamily="34" charset="0"/>
                    <a:cs typeface="Arial" panose="020B0604020202020204" pitchFamily="34" charset="0"/>
                  </a:rPr>
                  <a:t>Now </a:t>
                </a:r>
                <a:r>
                  <a:rPr lang="en-AU" b="1">
                    <a:ea typeface="Cambria Math"/>
                  </a:rPr>
                  <a:t> </a:t>
                </a:r>
                <a14:m>
                  <m:oMath xmlns:m="http://schemas.openxmlformats.org/officeDocument/2006/math">
                    <m:sSub>
                      <m:sSubPr>
                        <m:ctrlPr>
                          <a:rPr lang="en-AU" b="1" i="1">
                            <a:latin typeface="Cambria Math" panose="02040503050406030204" pitchFamily="18" charset="0"/>
                            <a:ea typeface="Cambria Math"/>
                          </a:rPr>
                        </m:ctrlPr>
                      </m:sSubPr>
                      <m:e>
                        <m:r>
                          <a:rPr lang="en-AU" b="1" i="1">
                            <a:latin typeface="Cambria Math"/>
                            <a:ea typeface="Cambria Math"/>
                          </a:rPr>
                          <m:t>𝒊</m:t>
                        </m:r>
                      </m:e>
                      <m:sub>
                        <m:r>
                          <a:rPr lang="en-AU" b="1" i="1">
                            <a:latin typeface="Cambria Math"/>
                            <a:ea typeface="Cambria Math"/>
                          </a:rPr>
                          <m:t>𝒃</m:t>
                        </m:r>
                      </m:sub>
                    </m:sSub>
                  </m:oMath>
                </a14:m>
                <a:r>
                  <a:rPr lang="en-AU">
                    <a:latin typeface="Arial" panose="020B0604020202020204" pitchFamily="34" charset="0"/>
                    <a:cs typeface="Arial" panose="020B0604020202020204" pitchFamily="34" charset="0"/>
                  </a:rPr>
                  <a:t> and  </a:t>
                </a:r>
                <a14:m>
                  <m:oMath xmlns:m="http://schemas.openxmlformats.org/officeDocument/2006/math">
                    <m:sSub>
                      <m:sSubPr>
                        <m:ctrlPr>
                          <a:rPr lang="en-AU" b="1" i="1">
                            <a:latin typeface="Cambria Math" panose="02040503050406030204" pitchFamily="18" charset="0"/>
                            <a:ea typeface="Cambria Math"/>
                          </a:rPr>
                        </m:ctrlPr>
                      </m:sSubPr>
                      <m:e>
                        <m:r>
                          <a:rPr lang="en-AU" b="1" i="1">
                            <a:latin typeface="Cambria Math"/>
                            <a:ea typeface="Cambria Math"/>
                          </a:rPr>
                          <m:t>𝒊</m:t>
                        </m:r>
                      </m:e>
                      <m:sub>
                        <m:r>
                          <a:rPr lang="en-AU" b="1" i="1">
                            <a:latin typeface="Cambria Math"/>
                            <a:ea typeface="Cambria Math"/>
                          </a:rPr>
                          <m:t>𝒄</m:t>
                        </m:r>
                      </m:sub>
                    </m:sSub>
                    <m:r>
                      <a:rPr lang="en-AU" b="1" i="1">
                        <a:latin typeface="Cambria Math" panose="02040503050406030204" pitchFamily="18" charset="0"/>
                        <a:ea typeface="Cambria Math"/>
                      </a:rPr>
                      <m:t> </m:t>
                    </m:r>
                  </m:oMath>
                </a14:m>
                <a:r>
                  <a:rPr lang="en-AU">
                    <a:latin typeface="Arial" panose="020B0604020202020204" pitchFamily="34" charset="0"/>
                    <a:cs typeface="Arial" panose="020B0604020202020204" pitchFamily="34" charset="0"/>
                  </a:rPr>
                  <a:t>  are  functions  of  two  variables (</a:t>
                </a:r>
                <a14:m>
                  <m:oMath xmlns:m="http://schemas.openxmlformats.org/officeDocument/2006/math">
                    <m:sSub>
                      <m:sSubPr>
                        <m:ctrlPr>
                          <a:rPr lang="en-AU" b="1" i="1" dirty="0">
                            <a:latin typeface="Cambria Math" panose="02040503050406030204" pitchFamily="18" charset="0"/>
                            <a:ea typeface="Cambria Math"/>
                          </a:rPr>
                        </m:ctrlPr>
                      </m:sSubPr>
                      <m:e>
                        <m:r>
                          <a:rPr lang="en-AU" b="1" i="1" dirty="0">
                            <a:latin typeface="Cambria Math"/>
                            <a:ea typeface="Cambria Math"/>
                          </a:rPr>
                          <m:t>𝒗</m:t>
                        </m:r>
                      </m:e>
                      <m:sub>
                        <m:r>
                          <a:rPr lang="en-AU" b="1" i="1" dirty="0">
                            <a:latin typeface="Cambria Math"/>
                            <a:ea typeface="Cambria Math"/>
                          </a:rPr>
                          <m:t>𝒃𝒆</m:t>
                        </m:r>
                      </m:sub>
                    </m:sSub>
                  </m:oMath>
                </a14:m>
                <a:r>
                  <a:rPr lang="en-AU">
                    <a:latin typeface="Arial" panose="020B0604020202020204" pitchFamily="34" charset="0"/>
                    <a:cs typeface="Arial" panose="020B0604020202020204" pitchFamily="34" charset="0"/>
                  </a:rPr>
                  <a:t> and </a:t>
                </a:r>
                <a14:m>
                  <m:oMath xmlns:m="http://schemas.openxmlformats.org/officeDocument/2006/math">
                    <m:sSub>
                      <m:sSubPr>
                        <m:ctrlPr>
                          <a:rPr lang="en-AU" b="1" i="1" dirty="0">
                            <a:latin typeface="Cambria Math" panose="02040503050406030204" pitchFamily="18" charset="0"/>
                            <a:ea typeface="Cambria Math"/>
                          </a:rPr>
                        </m:ctrlPr>
                      </m:sSubPr>
                      <m:e>
                        <m:r>
                          <a:rPr lang="en-AU" b="1" i="1" dirty="0">
                            <a:latin typeface="Cambria Math"/>
                            <a:ea typeface="Cambria Math"/>
                          </a:rPr>
                          <m:t>𝒗</m:t>
                        </m:r>
                      </m:e>
                      <m:sub>
                        <m:r>
                          <a:rPr lang="en-AU" b="1" i="1" dirty="0">
                            <a:latin typeface="Cambria Math"/>
                            <a:ea typeface="Cambria Math"/>
                          </a:rPr>
                          <m:t>𝒄𝒆</m:t>
                        </m:r>
                      </m:sub>
                    </m:sSub>
                  </m:oMath>
                </a14:m>
                <a:r>
                  <a:rPr lang="en-AU">
                    <a:latin typeface="Arial" panose="020B0604020202020204" pitchFamily="34" charset="0"/>
                    <a:cs typeface="Arial" panose="020B0604020202020204" pitchFamily="34" charset="0"/>
                  </a:rPr>
                  <a:t>), we  take  a  Taylor expansion of the function about the Q‐point and consider only the first‐order terms by assuming that the small signal inputs are small</a:t>
                </a:r>
              </a:p>
              <a:p>
                <a:pPr marL="469900" marR="673100" indent="-457200">
                  <a:buFont typeface="Wingdings" panose="05000000000000000000" pitchFamily="2" charset="2"/>
                  <a:buChar char="q"/>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927100" marR="673100" lvl="2"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p:txBody>
          </p:sp>
        </mc:Choice>
        <mc:Fallback xmlns="">
          <p:sp>
            <p:nvSpPr>
              <p:cNvPr id="19" name="Content Placeholder 2">
                <a:extLst>
                  <a:ext uri="{FF2B5EF4-FFF2-40B4-BE49-F238E27FC236}">
                    <a16:creationId xmlns:a16="http://schemas.microsoft.com/office/drawing/2014/main" id="{BEC021D9-EDA7-3A58-CB97-32F406713A00}"/>
                  </a:ext>
                </a:extLst>
              </p:cNvPr>
              <p:cNvSpPr>
                <a:spLocks noGrp="1" noRot="1" noChangeAspect="1" noMove="1" noResize="1" noEditPoints="1" noAdjustHandles="1" noChangeArrowheads="1" noChangeShapeType="1" noTextEdit="1"/>
              </p:cNvSpPr>
              <p:nvPr>
                <p:ph idx="1"/>
              </p:nvPr>
            </p:nvSpPr>
            <p:spPr>
              <a:xfrm>
                <a:off x="162454" y="590264"/>
                <a:ext cx="11867091" cy="5513168"/>
              </a:xfrm>
              <a:blipFill>
                <a:blip r:embed="rId3"/>
                <a:stretch>
                  <a:fillRect l="-822" t="-1991"/>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5"/>
              <a:stretch>
                <a:fillRect/>
              </a:stretch>
            </p:blipFill>
            <p:spPr>
              <a:xfrm>
                <a:off x="-81072" y="1266552"/>
                <a:ext cx="20880" cy="26640"/>
              </a:xfrm>
              <a:prstGeom prst="rect">
                <a:avLst/>
              </a:prstGeom>
            </p:spPr>
          </p:pic>
        </mc:Fallback>
      </mc:AlternateContent>
      <p:grpSp>
        <p:nvGrpSpPr>
          <p:cNvPr id="27" name="Group 26">
            <a:extLst>
              <a:ext uri="{FF2B5EF4-FFF2-40B4-BE49-F238E27FC236}">
                <a16:creationId xmlns:a16="http://schemas.microsoft.com/office/drawing/2014/main" id="{788EC532-C102-5470-0B39-CA04B833F2DC}"/>
              </a:ext>
            </a:extLst>
          </p:cNvPr>
          <p:cNvGrpSpPr/>
          <p:nvPr/>
        </p:nvGrpSpPr>
        <p:grpSpPr>
          <a:xfrm>
            <a:off x="1156608" y="2653848"/>
            <a:ext cx="73080" cy="52200"/>
            <a:chOff x="1156608" y="2653848"/>
            <a:chExt cx="73080" cy="52200"/>
          </a:xfrm>
        </p:grpSpPr>
        <mc:AlternateContent xmlns:mc="http://schemas.openxmlformats.org/markup-compatibility/2006" xmlns:p14="http://schemas.microsoft.com/office/powerpoint/2010/main">
          <mc:Choice Requires="p14">
            <p:contentPart p14:bwMode="auto" r:id="rId6">
              <p14:nvContentPartPr>
                <p14:cNvPr id="23" name="Ink 22">
                  <a:extLst>
                    <a:ext uri="{FF2B5EF4-FFF2-40B4-BE49-F238E27FC236}">
                      <a16:creationId xmlns:a16="http://schemas.microsoft.com/office/drawing/2014/main" id="{C06E0DE4-1B35-6F6F-CE3F-12A57BFA02ED}"/>
                    </a:ext>
                  </a:extLst>
                </p14:cNvPr>
                <p14:cNvContentPartPr/>
                <p14:nvPr/>
              </p14:nvContentPartPr>
              <p14:xfrm>
                <a:off x="1156608" y="2653848"/>
                <a:ext cx="66240" cy="6480"/>
              </p14:xfrm>
            </p:contentPart>
          </mc:Choice>
          <mc:Fallback xmlns="">
            <p:pic>
              <p:nvPicPr>
                <p:cNvPr id="23" name="Ink 22">
                  <a:extLst>
                    <a:ext uri="{FF2B5EF4-FFF2-40B4-BE49-F238E27FC236}">
                      <a16:creationId xmlns:a16="http://schemas.microsoft.com/office/drawing/2014/main" id="{C06E0DE4-1B35-6F6F-CE3F-12A57BFA02ED}"/>
                    </a:ext>
                  </a:extLst>
                </p:cNvPr>
                <p:cNvPicPr/>
                <p:nvPr/>
              </p:nvPicPr>
              <p:blipFill>
                <a:blip r:embed="rId7"/>
                <a:stretch>
                  <a:fillRect/>
                </a:stretch>
              </p:blipFill>
              <p:spPr>
                <a:xfrm>
                  <a:off x="1147608" y="2644848"/>
                  <a:ext cx="838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Ink 23">
                  <a:extLst>
                    <a:ext uri="{FF2B5EF4-FFF2-40B4-BE49-F238E27FC236}">
                      <a16:creationId xmlns:a16="http://schemas.microsoft.com/office/drawing/2014/main" id="{19D4E0CF-F460-DDDC-4F90-4B85251A0788}"/>
                    </a:ext>
                  </a:extLst>
                </p14:cNvPr>
                <p14:cNvContentPartPr/>
                <p14:nvPr/>
              </p14:nvContentPartPr>
              <p14:xfrm>
                <a:off x="1174968" y="2698848"/>
                <a:ext cx="54720" cy="7200"/>
              </p14:xfrm>
            </p:contentPart>
          </mc:Choice>
          <mc:Fallback xmlns="">
            <p:pic>
              <p:nvPicPr>
                <p:cNvPr id="24" name="Ink 23">
                  <a:extLst>
                    <a:ext uri="{FF2B5EF4-FFF2-40B4-BE49-F238E27FC236}">
                      <a16:creationId xmlns:a16="http://schemas.microsoft.com/office/drawing/2014/main" id="{19D4E0CF-F460-DDDC-4F90-4B85251A0788}"/>
                    </a:ext>
                  </a:extLst>
                </p:cNvPr>
                <p:cNvPicPr/>
                <p:nvPr/>
              </p:nvPicPr>
              <p:blipFill>
                <a:blip r:embed="rId9"/>
                <a:stretch>
                  <a:fillRect/>
                </a:stretch>
              </p:blipFill>
              <p:spPr>
                <a:xfrm>
                  <a:off x="1165968" y="2689848"/>
                  <a:ext cx="72360" cy="24840"/>
                </a:xfrm>
                <a:prstGeom prst="rect">
                  <a:avLst/>
                </a:prstGeom>
              </p:spPr>
            </p:pic>
          </mc:Fallback>
        </mc:AlternateContent>
      </p:grpSp>
      <p:grpSp>
        <p:nvGrpSpPr>
          <p:cNvPr id="46" name="Group 45">
            <a:extLst>
              <a:ext uri="{FF2B5EF4-FFF2-40B4-BE49-F238E27FC236}">
                <a16:creationId xmlns:a16="http://schemas.microsoft.com/office/drawing/2014/main" id="{7CF44ABD-D083-3992-F734-A1AD5023CDB9}"/>
              </a:ext>
            </a:extLst>
          </p:cNvPr>
          <p:cNvGrpSpPr/>
          <p:nvPr/>
        </p:nvGrpSpPr>
        <p:grpSpPr>
          <a:xfrm>
            <a:off x="8245368" y="2580048"/>
            <a:ext cx="230040" cy="70200"/>
            <a:chOff x="8245368" y="2580048"/>
            <a:chExt cx="230040" cy="70200"/>
          </a:xfrm>
        </p:grpSpPr>
        <mc:AlternateContent xmlns:mc="http://schemas.openxmlformats.org/markup-compatibility/2006" xmlns:p14="http://schemas.microsoft.com/office/powerpoint/2010/main">
          <mc:Choice Requires="p14">
            <p:contentPart p14:bwMode="auto" r:id="rId10">
              <p14:nvContentPartPr>
                <p14:cNvPr id="40" name="Ink 39">
                  <a:extLst>
                    <a:ext uri="{FF2B5EF4-FFF2-40B4-BE49-F238E27FC236}">
                      <a16:creationId xmlns:a16="http://schemas.microsoft.com/office/drawing/2014/main" id="{03CC4649-6E7A-C0A8-6F6B-094848D002E9}"/>
                    </a:ext>
                  </a:extLst>
                </p14:cNvPr>
                <p14:cNvContentPartPr/>
                <p14:nvPr/>
              </p14:nvContentPartPr>
              <p14:xfrm>
                <a:off x="8245368" y="2644128"/>
                <a:ext cx="124560" cy="6120"/>
              </p14:xfrm>
            </p:contentPart>
          </mc:Choice>
          <mc:Fallback xmlns="">
            <p:pic>
              <p:nvPicPr>
                <p:cNvPr id="40" name="Ink 39">
                  <a:extLst>
                    <a:ext uri="{FF2B5EF4-FFF2-40B4-BE49-F238E27FC236}">
                      <a16:creationId xmlns:a16="http://schemas.microsoft.com/office/drawing/2014/main" id="{03CC4649-6E7A-C0A8-6F6B-094848D002E9}"/>
                    </a:ext>
                  </a:extLst>
                </p:cNvPr>
                <p:cNvPicPr/>
                <p:nvPr/>
              </p:nvPicPr>
              <p:blipFill>
                <a:blip r:embed="rId11"/>
                <a:stretch>
                  <a:fillRect/>
                </a:stretch>
              </p:blipFill>
              <p:spPr>
                <a:xfrm>
                  <a:off x="8236368" y="2635128"/>
                  <a:ext cx="1422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2" name="Ink 41">
                  <a:extLst>
                    <a:ext uri="{FF2B5EF4-FFF2-40B4-BE49-F238E27FC236}">
                      <a16:creationId xmlns:a16="http://schemas.microsoft.com/office/drawing/2014/main" id="{20658119-E540-630A-84B0-5CA22366AC23}"/>
                    </a:ext>
                  </a:extLst>
                </p14:cNvPr>
                <p14:cNvContentPartPr/>
                <p14:nvPr/>
              </p14:nvContentPartPr>
              <p14:xfrm>
                <a:off x="8374608" y="2611728"/>
                <a:ext cx="100800" cy="7200"/>
              </p14:xfrm>
            </p:contentPart>
          </mc:Choice>
          <mc:Fallback xmlns="">
            <p:pic>
              <p:nvPicPr>
                <p:cNvPr id="42" name="Ink 41">
                  <a:extLst>
                    <a:ext uri="{FF2B5EF4-FFF2-40B4-BE49-F238E27FC236}">
                      <a16:creationId xmlns:a16="http://schemas.microsoft.com/office/drawing/2014/main" id="{20658119-E540-630A-84B0-5CA22366AC23}"/>
                    </a:ext>
                  </a:extLst>
                </p:cNvPr>
                <p:cNvPicPr/>
                <p:nvPr/>
              </p:nvPicPr>
              <p:blipFill>
                <a:blip r:embed="rId13"/>
                <a:stretch>
                  <a:fillRect/>
                </a:stretch>
              </p:blipFill>
              <p:spPr>
                <a:xfrm>
                  <a:off x="8365608" y="2602728"/>
                  <a:ext cx="1184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3" name="Ink 42">
                  <a:extLst>
                    <a:ext uri="{FF2B5EF4-FFF2-40B4-BE49-F238E27FC236}">
                      <a16:creationId xmlns:a16="http://schemas.microsoft.com/office/drawing/2014/main" id="{ED9CEE95-41D6-2360-E6C8-4318CCEE4AB8}"/>
                    </a:ext>
                  </a:extLst>
                </p14:cNvPr>
                <p14:cNvContentPartPr/>
                <p14:nvPr/>
              </p14:nvContentPartPr>
              <p14:xfrm>
                <a:off x="8461728" y="2580048"/>
                <a:ext cx="13320" cy="33120"/>
              </p14:xfrm>
            </p:contentPart>
          </mc:Choice>
          <mc:Fallback xmlns="">
            <p:pic>
              <p:nvPicPr>
                <p:cNvPr id="43" name="Ink 42">
                  <a:extLst>
                    <a:ext uri="{FF2B5EF4-FFF2-40B4-BE49-F238E27FC236}">
                      <a16:creationId xmlns:a16="http://schemas.microsoft.com/office/drawing/2014/main" id="{ED9CEE95-41D6-2360-E6C8-4318CCEE4AB8}"/>
                    </a:ext>
                  </a:extLst>
                </p:cNvPr>
                <p:cNvPicPr/>
                <p:nvPr/>
              </p:nvPicPr>
              <p:blipFill>
                <a:blip r:embed="rId15"/>
                <a:stretch>
                  <a:fillRect/>
                </a:stretch>
              </p:blipFill>
              <p:spPr>
                <a:xfrm>
                  <a:off x="8452478" y="2571145"/>
                  <a:ext cx="31450" cy="5057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44" name="Ink 43">
                <a:extLst>
                  <a:ext uri="{FF2B5EF4-FFF2-40B4-BE49-F238E27FC236}">
                    <a16:creationId xmlns:a16="http://schemas.microsoft.com/office/drawing/2014/main" id="{F676FBB3-A74E-8FDA-9D7E-937C0AD84D19}"/>
                  </a:ext>
                </a:extLst>
              </p14:cNvPr>
              <p14:cNvContentPartPr/>
              <p14:nvPr/>
            </p14:nvContentPartPr>
            <p14:xfrm>
              <a:off x="8494128" y="2842128"/>
              <a:ext cx="11880" cy="26640"/>
            </p14:xfrm>
          </p:contentPart>
        </mc:Choice>
        <mc:Fallback xmlns="">
          <p:pic>
            <p:nvPicPr>
              <p:cNvPr id="44" name="Ink 43">
                <a:extLst>
                  <a:ext uri="{FF2B5EF4-FFF2-40B4-BE49-F238E27FC236}">
                    <a16:creationId xmlns:a16="http://schemas.microsoft.com/office/drawing/2014/main" id="{F676FBB3-A74E-8FDA-9D7E-937C0AD84D19}"/>
                  </a:ext>
                </a:extLst>
              </p:cNvPr>
              <p:cNvPicPr/>
              <p:nvPr/>
            </p:nvPicPr>
            <p:blipFill>
              <a:blip r:embed="rId17"/>
              <a:stretch>
                <a:fillRect/>
              </a:stretch>
            </p:blipFill>
            <p:spPr>
              <a:xfrm>
                <a:off x="8485128" y="2833128"/>
                <a:ext cx="295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5" name="Ink 44">
                <a:extLst>
                  <a:ext uri="{FF2B5EF4-FFF2-40B4-BE49-F238E27FC236}">
                    <a16:creationId xmlns:a16="http://schemas.microsoft.com/office/drawing/2014/main" id="{0EBF1460-3E70-323B-2774-9095D067041A}"/>
                  </a:ext>
                </a:extLst>
              </p14:cNvPr>
              <p14:cNvContentPartPr/>
              <p14:nvPr/>
            </p14:nvContentPartPr>
            <p14:xfrm>
              <a:off x="8472888" y="3061368"/>
              <a:ext cx="8280" cy="198360"/>
            </p14:xfrm>
          </p:contentPart>
        </mc:Choice>
        <mc:Fallback xmlns="">
          <p:pic>
            <p:nvPicPr>
              <p:cNvPr id="45" name="Ink 44">
                <a:extLst>
                  <a:ext uri="{FF2B5EF4-FFF2-40B4-BE49-F238E27FC236}">
                    <a16:creationId xmlns:a16="http://schemas.microsoft.com/office/drawing/2014/main" id="{0EBF1460-3E70-323B-2774-9095D067041A}"/>
                  </a:ext>
                </a:extLst>
              </p:cNvPr>
              <p:cNvPicPr/>
              <p:nvPr/>
            </p:nvPicPr>
            <p:blipFill>
              <a:blip r:embed="rId19"/>
              <a:stretch>
                <a:fillRect/>
              </a:stretch>
            </p:blipFill>
            <p:spPr>
              <a:xfrm>
                <a:off x="8463888" y="3052368"/>
                <a:ext cx="259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8" name="Ink 57">
                <a:extLst>
                  <a:ext uri="{FF2B5EF4-FFF2-40B4-BE49-F238E27FC236}">
                    <a16:creationId xmlns:a16="http://schemas.microsoft.com/office/drawing/2014/main" id="{432CF5DA-75E7-19C2-739F-A85427E1D7D8}"/>
                  </a:ext>
                </a:extLst>
              </p14:cNvPr>
              <p14:cNvContentPartPr/>
              <p14:nvPr/>
            </p14:nvContentPartPr>
            <p14:xfrm>
              <a:off x="4637808" y="2045448"/>
              <a:ext cx="5400" cy="19080"/>
            </p14:xfrm>
          </p:contentPart>
        </mc:Choice>
        <mc:Fallback xmlns="">
          <p:pic>
            <p:nvPicPr>
              <p:cNvPr id="58" name="Ink 57">
                <a:extLst>
                  <a:ext uri="{FF2B5EF4-FFF2-40B4-BE49-F238E27FC236}">
                    <a16:creationId xmlns:a16="http://schemas.microsoft.com/office/drawing/2014/main" id="{432CF5DA-75E7-19C2-739F-A85427E1D7D8}"/>
                  </a:ext>
                </a:extLst>
              </p:cNvPr>
              <p:cNvPicPr/>
              <p:nvPr/>
            </p:nvPicPr>
            <p:blipFill>
              <a:blip r:embed="rId21"/>
              <a:stretch>
                <a:fillRect/>
              </a:stretch>
            </p:blipFill>
            <p:spPr>
              <a:xfrm>
                <a:off x="4628165" y="2036615"/>
                <a:ext cx="24300" cy="36393"/>
              </a:xfrm>
              <a:prstGeom prst="rect">
                <a:avLst/>
              </a:prstGeom>
            </p:spPr>
          </p:pic>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64858396-649B-EED9-B4E5-4D2BE41A4BFA}"/>
                  </a:ext>
                </a:extLst>
              </p:cNvPr>
              <p:cNvSpPr/>
              <p:nvPr/>
            </p:nvSpPr>
            <p:spPr>
              <a:xfrm>
                <a:off x="2900968" y="1445992"/>
                <a:ext cx="5468960" cy="558166"/>
              </a:xfrm>
              <a:prstGeom prst="rect">
                <a:avLst/>
              </a:prstGeom>
            </p:spPr>
            <p:txBody>
              <a:bodyPr wrap="square">
                <a:spAutoFit/>
              </a:bodyPr>
              <a:lstStyle/>
              <a:p>
                <a14:m>
                  <m:oMath xmlns:m="http://schemas.openxmlformats.org/officeDocument/2006/math">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𝒊</m:t>
                        </m:r>
                      </m:e>
                      <m:sub>
                        <m:r>
                          <a:rPr lang="en-AU" sz="2800" b="1" i="1" smtClean="0">
                            <a:latin typeface="Cambria Math"/>
                            <a:ea typeface="Cambria Math"/>
                          </a:rPr>
                          <m:t>𝒃</m:t>
                        </m:r>
                      </m:sub>
                    </m:sSub>
                    <m:r>
                      <a:rPr lang="en-AU" sz="2800" b="1" i="1" smtClean="0">
                        <a:latin typeface="Cambria Math"/>
                        <a:ea typeface="Cambria Math"/>
                      </a:rPr>
                      <m:t>(</m:t>
                    </m:r>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𝒗</m:t>
                        </m:r>
                      </m:e>
                      <m:sub>
                        <m:r>
                          <a:rPr lang="en-AU" sz="2800" b="1" i="1" smtClean="0">
                            <a:latin typeface="Cambria Math"/>
                            <a:ea typeface="Cambria Math"/>
                          </a:rPr>
                          <m:t>𝒃𝒆</m:t>
                        </m:r>
                      </m:sub>
                    </m:sSub>
                    <m:r>
                      <a:rPr lang="en-AU" sz="2800" b="1" i="1" smtClean="0">
                        <a:latin typeface="Cambria Math"/>
                        <a:ea typeface="Cambria Math"/>
                      </a:rPr>
                      <m:t>,</m:t>
                    </m:r>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𝒗</m:t>
                        </m:r>
                      </m:e>
                      <m:sub>
                        <m:r>
                          <a:rPr lang="en-AU" sz="2800" b="1" i="1" smtClean="0">
                            <a:latin typeface="Cambria Math"/>
                            <a:ea typeface="Cambria Math"/>
                          </a:rPr>
                          <m:t>𝒄𝒆</m:t>
                        </m:r>
                      </m:sub>
                    </m:sSub>
                    <m:r>
                      <a:rPr lang="en-AU" sz="2800" b="1" i="1" smtClean="0">
                        <a:latin typeface="Cambria Math"/>
                        <a:ea typeface="Cambria Math"/>
                      </a:rPr>
                      <m:t>)=</m:t>
                    </m:r>
                  </m:oMath>
                </a14:m>
                <a:r>
                  <a:rPr lang="en-AU" sz="2800" b="1">
                    <a:ea typeface="Cambria Math"/>
                  </a:rPr>
                  <a:t> </a:t>
                </a:r>
                <a14:m>
                  <m:oMath xmlns:m="http://schemas.openxmlformats.org/officeDocument/2006/math">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𝝅</m:t>
                        </m:r>
                      </m:sub>
                    </m:sSub>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𝒗</m:t>
                        </m:r>
                      </m:e>
                      <m:sub>
                        <m:r>
                          <a:rPr lang="en-AU" sz="2800" b="1" i="1" dirty="0" smtClean="0">
                            <a:latin typeface="Cambria Math"/>
                            <a:ea typeface="Cambria Math"/>
                          </a:rPr>
                          <m:t>𝒃𝒆</m:t>
                        </m:r>
                      </m:sub>
                    </m:sSub>
                    <m:r>
                      <a:rPr lang="en-AU" sz="2800" b="1" i="1" dirty="0" smtClean="0">
                        <a:latin typeface="Cambria Math"/>
                        <a:ea typeface="Cambria Math"/>
                      </a:rPr>
                      <m:t>+</m:t>
                    </m:r>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𝝁</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𝒗</m:t>
                        </m:r>
                      </m:e>
                      <m:sub>
                        <m:r>
                          <a:rPr lang="en-AU" sz="2800" b="1" i="1" dirty="0" smtClean="0">
                            <a:latin typeface="Cambria Math"/>
                            <a:ea typeface="Cambria Math"/>
                          </a:rPr>
                          <m:t>𝒄</m:t>
                        </m:r>
                        <m:r>
                          <a:rPr lang="en-AU" sz="2800" b="1" i="1" dirty="0">
                            <a:latin typeface="Cambria Math"/>
                            <a:ea typeface="Cambria Math"/>
                          </a:rPr>
                          <m:t>𝒆</m:t>
                        </m:r>
                      </m:sub>
                    </m:sSub>
                  </m:oMath>
                </a14:m>
                <a:endParaRPr lang="en-AU" sz="2800" b="1"/>
              </a:p>
            </p:txBody>
          </p:sp>
        </mc:Choice>
        <mc:Fallback xmlns="">
          <p:sp>
            <p:nvSpPr>
              <p:cNvPr id="3" name="Rectangle 2">
                <a:extLst>
                  <a:ext uri="{FF2B5EF4-FFF2-40B4-BE49-F238E27FC236}">
                    <a16:creationId xmlns:a16="http://schemas.microsoft.com/office/drawing/2014/main" id="{64858396-649B-EED9-B4E5-4D2BE41A4BFA}"/>
                  </a:ext>
                </a:extLst>
              </p:cNvPr>
              <p:cNvSpPr>
                <a:spLocks noRot="1" noChangeAspect="1" noMove="1" noResize="1" noEditPoints="1" noAdjustHandles="1" noChangeArrowheads="1" noChangeShapeType="1" noTextEdit="1"/>
              </p:cNvSpPr>
              <p:nvPr/>
            </p:nvSpPr>
            <p:spPr>
              <a:xfrm>
                <a:off x="2900968" y="1445992"/>
                <a:ext cx="5468960" cy="558166"/>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117A2C1E-D1F8-68F8-334C-CE683EB5E0DB}"/>
                  </a:ext>
                </a:extLst>
              </p:cNvPr>
              <p:cNvSpPr/>
              <p:nvPr/>
            </p:nvSpPr>
            <p:spPr>
              <a:xfrm>
                <a:off x="2900968" y="2033953"/>
                <a:ext cx="4970360" cy="523220"/>
              </a:xfrm>
              <a:prstGeom prst="rect">
                <a:avLst/>
              </a:prstGeom>
            </p:spPr>
            <p:txBody>
              <a:bodyPr wrap="square">
                <a:spAutoFit/>
              </a:bodyPr>
              <a:lstStyle/>
              <a:p>
                <a14:m>
                  <m:oMath xmlns:m="http://schemas.openxmlformats.org/officeDocument/2006/math">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𝒊</m:t>
                        </m:r>
                      </m:e>
                      <m:sub>
                        <m:r>
                          <a:rPr lang="en-AU" sz="2800" b="1" i="1" smtClean="0">
                            <a:latin typeface="Cambria Math"/>
                            <a:ea typeface="Cambria Math"/>
                          </a:rPr>
                          <m:t>𝒄</m:t>
                        </m:r>
                      </m:sub>
                    </m:sSub>
                    <m:r>
                      <a:rPr lang="en-AU" sz="2800" b="1" i="1" smtClean="0">
                        <a:latin typeface="Cambria Math"/>
                        <a:ea typeface="Cambria Math"/>
                      </a:rPr>
                      <m:t>(</m:t>
                    </m:r>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𝒗</m:t>
                        </m:r>
                      </m:e>
                      <m:sub>
                        <m:r>
                          <a:rPr lang="en-AU" sz="2800" b="1" i="1" smtClean="0">
                            <a:latin typeface="Cambria Math"/>
                            <a:ea typeface="Cambria Math"/>
                          </a:rPr>
                          <m:t>𝒃𝒆</m:t>
                        </m:r>
                      </m:sub>
                    </m:sSub>
                    <m:r>
                      <a:rPr lang="en-AU" sz="2800" b="1" i="1" smtClean="0">
                        <a:latin typeface="Cambria Math"/>
                        <a:ea typeface="Cambria Math"/>
                      </a:rPr>
                      <m:t>,</m:t>
                    </m:r>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𝒗</m:t>
                        </m:r>
                      </m:e>
                      <m:sub>
                        <m:r>
                          <a:rPr lang="en-AU" sz="2800" b="1" i="1" smtClean="0">
                            <a:latin typeface="Cambria Math"/>
                            <a:ea typeface="Cambria Math"/>
                          </a:rPr>
                          <m:t>𝒄𝒆</m:t>
                        </m:r>
                      </m:sub>
                    </m:sSub>
                    <m:r>
                      <a:rPr lang="en-AU" sz="2800" b="1" i="1" smtClean="0">
                        <a:latin typeface="Cambria Math"/>
                        <a:ea typeface="Cambria Math"/>
                      </a:rPr>
                      <m:t>)=</m:t>
                    </m:r>
                  </m:oMath>
                </a14:m>
                <a:r>
                  <a:rPr lang="en-AU" sz="2800" b="1">
                    <a:ea typeface="Cambria Math"/>
                  </a:rPr>
                  <a:t> </a:t>
                </a:r>
                <a14:m>
                  <m:oMath xmlns:m="http://schemas.openxmlformats.org/officeDocument/2006/math">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𝒎</m:t>
                        </m:r>
                      </m:sub>
                    </m:sSub>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𝒗</m:t>
                        </m:r>
                      </m:e>
                      <m:sub>
                        <m:r>
                          <a:rPr lang="en-AU" sz="2800" b="1" i="1" dirty="0" smtClean="0">
                            <a:latin typeface="Cambria Math"/>
                            <a:ea typeface="Cambria Math"/>
                          </a:rPr>
                          <m:t>𝒃𝒆</m:t>
                        </m:r>
                      </m:sub>
                    </m:sSub>
                    <m:r>
                      <a:rPr lang="en-AU" sz="2800" b="1" i="1" dirty="0" smtClean="0">
                        <a:latin typeface="Cambria Math"/>
                        <a:ea typeface="Cambria Math"/>
                      </a:rPr>
                      <m:t>+</m:t>
                    </m:r>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𝒐</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𝒗</m:t>
                        </m:r>
                      </m:e>
                      <m:sub>
                        <m:r>
                          <a:rPr lang="en-AU" sz="2800" b="1" i="1" dirty="0" smtClean="0">
                            <a:latin typeface="Cambria Math"/>
                            <a:ea typeface="Cambria Math"/>
                          </a:rPr>
                          <m:t>𝒄</m:t>
                        </m:r>
                        <m:r>
                          <a:rPr lang="en-AU" sz="2800" b="1" i="1" dirty="0">
                            <a:latin typeface="Cambria Math"/>
                            <a:ea typeface="Cambria Math"/>
                          </a:rPr>
                          <m:t>𝒆</m:t>
                        </m:r>
                      </m:sub>
                    </m:sSub>
                  </m:oMath>
                </a14:m>
                <a:endParaRPr lang="en-AU" sz="2800" b="1"/>
              </a:p>
            </p:txBody>
          </p:sp>
        </mc:Choice>
        <mc:Fallback xmlns="">
          <p:sp>
            <p:nvSpPr>
              <p:cNvPr id="20" name="Rectangle 19">
                <a:extLst>
                  <a:ext uri="{FF2B5EF4-FFF2-40B4-BE49-F238E27FC236}">
                    <a16:creationId xmlns:a16="http://schemas.microsoft.com/office/drawing/2014/main" id="{117A2C1E-D1F8-68F8-334C-CE683EB5E0DB}"/>
                  </a:ext>
                </a:extLst>
              </p:cNvPr>
              <p:cNvSpPr>
                <a:spLocks noRot="1" noChangeAspect="1" noMove="1" noResize="1" noEditPoints="1" noAdjustHandles="1" noChangeArrowheads="1" noChangeShapeType="1" noTextEdit="1"/>
              </p:cNvSpPr>
              <p:nvPr/>
            </p:nvSpPr>
            <p:spPr>
              <a:xfrm>
                <a:off x="2900968" y="2033953"/>
                <a:ext cx="4970360" cy="523220"/>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A9F5BE94-C39F-1449-7AED-817801BD1E9F}"/>
                  </a:ext>
                </a:extLst>
              </p:cNvPr>
              <p:cNvSpPr/>
              <p:nvPr/>
            </p:nvSpPr>
            <p:spPr>
              <a:xfrm>
                <a:off x="642400" y="4562628"/>
                <a:ext cx="5904704" cy="964303"/>
              </a:xfrm>
              <a:prstGeom prst="rect">
                <a:avLst/>
              </a:prstGeom>
            </p:spPr>
            <p:txBody>
              <a:bodyPr wrap="square">
                <a:spAutoFit/>
              </a:bodyPr>
              <a:lstStyle/>
              <a:p>
                <a14:m>
                  <m:oMath xmlns:m="http://schemas.openxmlformats.org/officeDocument/2006/math">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𝒅𝒊</m:t>
                        </m:r>
                      </m:e>
                      <m:sub>
                        <m:r>
                          <a:rPr lang="en-AU" sz="2800" b="1" i="1" smtClean="0">
                            <a:latin typeface="Cambria Math"/>
                            <a:ea typeface="Cambria Math"/>
                          </a:rPr>
                          <m:t>𝑩</m:t>
                        </m:r>
                      </m:sub>
                    </m:sSub>
                    <m:r>
                      <a:rPr lang="en-AU" sz="2800" b="1" i="1" smtClean="0">
                        <a:latin typeface="Cambria Math"/>
                        <a:ea typeface="Cambria Math"/>
                      </a:rPr>
                      <m:t>=</m:t>
                    </m:r>
                    <m:sSub>
                      <m:sSubPr>
                        <m:ctrlPr>
                          <a:rPr lang="en-AU" sz="2800" b="1" i="1" dirty="0">
                            <a:latin typeface="Cambria Math" panose="02040503050406030204" pitchFamily="18" charset="0"/>
                            <a:ea typeface="Cambria Math"/>
                          </a:rPr>
                        </m:ctrlPr>
                      </m:sSubPr>
                      <m:e>
                        <m:d>
                          <m:dPr>
                            <m:begChr m:val=""/>
                            <m:endChr m:val="|"/>
                            <m:ctrlPr>
                              <a:rPr lang="en-AU" sz="2800" b="1" i="1" dirty="0">
                                <a:latin typeface="Cambria Math" panose="02040503050406030204" pitchFamily="18" charset="0"/>
                                <a:ea typeface="Cambria Math"/>
                              </a:rPr>
                            </m:ctrlPr>
                          </m:dPr>
                          <m:e>
                            <m:f>
                              <m:fPr>
                                <m:ctrlPr>
                                  <a:rPr lang="en-AU" sz="2800" b="1" i="1" dirty="0">
                                    <a:latin typeface="Cambria Math" panose="02040503050406030204" pitchFamily="18" charset="0"/>
                                    <a:ea typeface="Cambria Math"/>
                                  </a:rPr>
                                </m:ctrlPr>
                              </m:fPr>
                              <m:num>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𝒊</m:t>
                                    </m:r>
                                  </m:e>
                                  <m:sub>
                                    <m:r>
                                      <a:rPr lang="en-AU" sz="2800" b="1" i="1" dirty="0">
                                        <a:latin typeface="Cambria Math"/>
                                        <a:ea typeface="Cambria Math"/>
                                      </a:rPr>
                                      <m:t>𝑩</m:t>
                                    </m:r>
                                  </m:sub>
                                </m:sSub>
                              </m:num>
                              <m:den>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𝒗</m:t>
                                    </m:r>
                                  </m:e>
                                  <m:sub>
                                    <m:r>
                                      <a:rPr lang="en-AU" sz="2800" b="1" i="1" dirty="0">
                                        <a:latin typeface="Cambria Math"/>
                                        <a:ea typeface="Cambria Math"/>
                                      </a:rPr>
                                      <m:t>𝑩𝑬</m:t>
                                    </m:r>
                                  </m:sub>
                                </m:sSub>
                              </m:den>
                            </m:f>
                          </m:e>
                        </m:d>
                      </m:e>
                      <m:sub>
                        <m:r>
                          <a:rPr lang="en-AU" sz="2800" b="1" i="1" dirty="0">
                            <a:latin typeface="Cambria Math"/>
                            <a:ea typeface="Cambria Math"/>
                          </a:rPr>
                          <m:t>𝑸</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𝒅𝒗</m:t>
                        </m:r>
                      </m:e>
                      <m:sub>
                        <m:r>
                          <a:rPr lang="en-AU" sz="2800" b="1" i="1" dirty="0" smtClean="0">
                            <a:latin typeface="Cambria Math"/>
                            <a:ea typeface="Cambria Math"/>
                          </a:rPr>
                          <m:t>𝑩𝑬</m:t>
                        </m:r>
                      </m:sub>
                    </m:sSub>
                  </m:oMath>
                </a14:m>
                <a:r>
                  <a:rPr lang="en-AU" sz="2800" b="1">
                    <a:ea typeface="Cambria Math"/>
                  </a:rPr>
                  <a:t> </a:t>
                </a:r>
                <a14:m>
                  <m:oMath xmlns:m="http://schemas.openxmlformats.org/officeDocument/2006/math">
                    <m:r>
                      <a:rPr lang="en-AU" sz="2800" b="1" i="1" dirty="0" smtClean="0">
                        <a:latin typeface="Cambria Math"/>
                        <a:ea typeface="Cambria Math"/>
                      </a:rPr>
                      <m:t>+</m:t>
                    </m:r>
                    <m:sSub>
                      <m:sSubPr>
                        <m:ctrlPr>
                          <a:rPr lang="en-AU" sz="2800" b="1" i="1" dirty="0">
                            <a:latin typeface="Cambria Math" panose="02040503050406030204" pitchFamily="18" charset="0"/>
                            <a:ea typeface="Cambria Math"/>
                          </a:rPr>
                        </m:ctrlPr>
                      </m:sSubPr>
                      <m:e>
                        <m:d>
                          <m:dPr>
                            <m:begChr m:val=""/>
                            <m:endChr m:val="|"/>
                            <m:ctrlPr>
                              <a:rPr lang="en-AU" sz="2800" b="1" i="1" dirty="0">
                                <a:latin typeface="Cambria Math" panose="02040503050406030204" pitchFamily="18" charset="0"/>
                                <a:ea typeface="Cambria Math"/>
                              </a:rPr>
                            </m:ctrlPr>
                          </m:dPr>
                          <m:e>
                            <m:f>
                              <m:fPr>
                                <m:ctrlPr>
                                  <a:rPr lang="en-AU" sz="2800" b="1" i="1" dirty="0">
                                    <a:latin typeface="Cambria Math" panose="02040503050406030204" pitchFamily="18" charset="0"/>
                                    <a:ea typeface="Cambria Math"/>
                                  </a:rPr>
                                </m:ctrlPr>
                              </m:fPr>
                              <m:num>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𝒊</m:t>
                                    </m:r>
                                  </m:e>
                                  <m:sub>
                                    <m:r>
                                      <a:rPr lang="en-AU" sz="2800" b="1" i="1" dirty="0" smtClean="0">
                                        <a:latin typeface="Cambria Math"/>
                                        <a:ea typeface="Cambria Math"/>
                                      </a:rPr>
                                      <m:t>𝑩</m:t>
                                    </m:r>
                                  </m:sub>
                                </m:sSub>
                              </m:num>
                              <m:den>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𝒗</m:t>
                                    </m:r>
                                  </m:e>
                                  <m:sub>
                                    <m:r>
                                      <a:rPr lang="en-AU" sz="2800" b="1" i="1" dirty="0">
                                        <a:latin typeface="Cambria Math"/>
                                        <a:ea typeface="Cambria Math"/>
                                      </a:rPr>
                                      <m:t>𝑪𝑬</m:t>
                                    </m:r>
                                  </m:sub>
                                </m:sSub>
                              </m:den>
                            </m:f>
                          </m:e>
                        </m:d>
                      </m:e>
                      <m:sub>
                        <m:r>
                          <a:rPr lang="en-AU" sz="2800" b="1" i="1" dirty="0">
                            <a:latin typeface="Cambria Math"/>
                            <a:ea typeface="Cambria Math"/>
                          </a:rPr>
                          <m:t>𝑸</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𝒅𝒗</m:t>
                        </m:r>
                      </m:e>
                      <m:sub>
                        <m:r>
                          <a:rPr lang="en-AU" sz="2800" b="1" i="1" dirty="0" smtClean="0">
                            <a:latin typeface="Cambria Math"/>
                            <a:ea typeface="Cambria Math"/>
                          </a:rPr>
                          <m:t>𝑪𝑬</m:t>
                        </m:r>
                      </m:sub>
                    </m:sSub>
                  </m:oMath>
                </a14:m>
                <a:endParaRPr lang="en-AU" sz="2800" b="1"/>
              </a:p>
            </p:txBody>
          </p:sp>
        </mc:Choice>
        <mc:Fallback xmlns="">
          <p:sp>
            <p:nvSpPr>
              <p:cNvPr id="22" name="Rectangle 21">
                <a:extLst>
                  <a:ext uri="{FF2B5EF4-FFF2-40B4-BE49-F238E27FC236}">
                    <a16:creationId xmlns:a16="http://schemas.microsoft.com/office/drawing/2014/main" id="{A9F5BE94-C39F-1449-7AED-817801BD1E9F}"/>
                  </a:ext>
                </a:extLst>
              </p:cNvPr>
              <p:cNvSpPr>
                <a:spLocks noRot="1" noChangeAspect="1" noMove="1" noResize="1" noEditPoints="1" noAdjustHandles="1" noChangeArrowheads="1" noChangeShapeType="1" noTextEdit="1"/>
              </p:cNvSpPr>
              <p:nvPr/>
            </p:nvSpPr>
            <p:spPr>
              <a:xfrm>
                <a:off x="642400" y="4562628"/>
                <a:ext cx="5904704" cy="964303"/>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E5E3CDA5-649A-0519-0A2D-A3BBBF5D6968}"/>
                  </a:ext>
                </a:extLst>
              </p:cNvPr>
              <p:cNvSpPr/>
              <p:nvPr/>
            </p:nvSpPr>
            <p:spPr>
              <a:xfrm>
                <a:off x="1083478" y="5510885"/>
                <a:ext cx="3554330" cy="558166"/>
              </a:xfrm>
              <a:prstGeom prst="rect">
                <a:avLst/>
              </a:prstGeom>
            </p:spPr>
            <p:txBody>
              <a:bodyPr wrap="square">
                <a:spAutoFit/>
              </a:bodyPr>
              <a:lstStyle/>
              <a:p>
                <a14:m>
                  <m:oMath xmlns:m="http://schemas.openxmlformats.org/officeDocument/2006/math">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𝒊</m:t>
                        </m:r>
                      </m:e>
                      <m:sub>
                        <m:r>
                          <a:rPr lang="en-AU" sz="2800" b="1" i="1" smtClean="0">
                            <a:latin typeface="Cambria Math"/>
                            <a:ea typeface="Cambria Math"/>
                          </a:rPr>
                          <m:t>𝒃</m:t>
                        </m:r>
                      </m:sub>
                    </m:sSub>
                    <m:r>
                      <a:rPr lang="en-AU" sz="2800" b="1" i="1" smtClean="0">
                        <a:latin typeface="Cambria Math"/>
                        <a:ea typeface="Cambria Math"/>
                      </a:rPr>
                      <m:t>=</m:t>
                    </m:r>
                    <m:sSub>
                      <m:sSubPr>
                        <m:ctrlPr>
                          <a:rPr lang="en-AU" sz="2800" b="1" i="1" dirty="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𝝅</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𝒗</m:t>
                        </m:r>
                      </m:e>
                      <m:sub>
                        <m:r>
                          <a:rPr lang="en-AU" sz="2800" b="1" i="1" dirty="0" smtClean="0">
                            <a:latin typeface="Cambria Math"/>
                            <a:ea typeface="Cambria Math"/>
                          </a:rPr>
                          <m:t>𝒃𝒆</m:t>
                        </m:r>
                      </m:sub>
                    </m:sSub>
                  </m:oMath>
                </a14:m>
                <a:r>
                  <a:rPr lang="en-AU" sz="2800" b="1">
                    <a:ea typeface="Cambria Math"/>
                  </a:rPr>
                  <a:t> </a:t>
                </a:r>
                <a14:m>
                  <m:oMath xmlns:m="http://schemas.openxmlformats.org/officeDocument/2006/math">
                    <m:r>
                      <a:rPr lang="en-AU" sz="2800" b="1" i="1" dirty="0" smtClean="0">
                        <a:latin typeface="Cambria Math"/>
                        <a:ea typeface="Cambria Math"/>
                      </a:rPr>
                      <m:t>+</m:t>
                    </m:r>
                    <m:sSub>
                      <m:sSubPr>
                        <m:ctrlPr>
                          <a:rPr lang="en-AU" sz="2800" b="1" i="1" dirty="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𝝁</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𝒗</m:t>
                        </m:r>
                      </m:e>
                      <m:sub>
                        <m:r>
                          <a:rPr lang="en-AU" sz="2800" b="1" i="1" dirty="0" smtClean="0">
                            <a:latin typeface="Cambria Math"/>
                            <a:ea typeface="Cambria Math"/>
                          </a:rPr>
                          <m:t>𝒄𝒆</m:t>
                        </m:r>
                      </m:sub>
                    </m:sSub>
                  </m:oMath>
                </a14:m>
                <a:endParaRPr lang="en-AU" sz="2800" b="1"/>
              </a:p>
            </p:txBody>
          </p:sp>
        </mc:Choice>
        <mc:Fallback xmlns="">
          <p:sp>
            <p:nvSpPr>
              <p:cNvPr id="25" name="Rectangle 24">
                <a:extLst>
                  <a:ext uri="{FF2B5EF4-FFF2-40B4-BE49-F238E27FC236}">
                    <a16:creationId xmlns:a16="http://schemas.microsoft.com/office/drawing/2014/main" id="{E5E3CDA5-649A-0519-0A2D-A3BBBF5D6968}"/>
                  </a:ext>
                </a:extLst>
              </p:cNvPr>
              <p:cNvSpPr>
                <a:spLocks noRot="1" noChangeAspect="1" noMove="1" noResize="1" noEditPoints="1" noAdjustHandles="1" noChangeArrowheads="1" noChangeShapeType="1" noTextEdit="1"/>
              </p:cNvSpPr>
              <p:nvPr/>
            </p:nvSpPr>
            <p:spPr>
              <a:xfrm>
                <a:off x="1083478" y="5510885"/>
                <a:ext cx="3554330" cy="558166"/>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D138EEF4-BC93-E04F-40B7-D57D505D2ACD}"/>
                  </a:ext>
                </a:extLst>
              </p:cNvPr>
              <p:cNvSpPr/>
              <p:nvPr/>
            </p:nvSpPr>
            <p:spPr>
              <a:xfrm>
                <a:off x="6095999" y="4551133"/>
                <a:ext cx="5570756" cy="964303"/>
              </a:xfrm>
              <a:prstGeom prst="rect">
                <a:avLst/>
              </a:prstGeom>
            </p:spPr>
            <p:txBody>
              <a:bodyPr wrap="square">
                <a:spAutoFit/>
              </a:bodyPr>
              <a:lstStyle/>
              <a:p>
                <a14:m>
                  <m:oMath xmlns:m="http://schemas.openxmlformats.org/officeDocument/2006/math">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𝒅𝒊</m:t>
                        </m:r>
                      </m:e>
                      <m:sub>
                        <m:r>
                          <a:rPr lang="en-AU" sz="2800" b="1" i="1" smtClean="0">
                            <a:latin typeface="Cambria Math"/>
                            <a:ea typeface="Cambria Math"/>
                          </a:rPr>
                          <m:t>𝑪</m:t>
                        </m:r>
                      </m:sub>
                    </m:sSub>
                    <m:r>
                      <a:rPr lang="en-AU" sz="2800" b="1" i="1" smtClean="0">
                        <a:latin typeface="Cambria Math"/>
                        <a:ea typeface="Cambria Math"/>
                      </a:rPr>
                      <m:t>=</m:t>
                    </m:r>
                    <m:sSub>
                      <m:sSubPr>
                        <m:ctrlPr>
                          <a:rPr lang="en-AU" sz="2800" b="1" i="1" dirty="0">
                            <a:latin typeface="Cambria Math" panose="02040503050406030204" pitchFamily="18" charset="0"/>
                            <a:ea typeface="Cambria Math"/>
                          </a:rPr>
                        </m:ctrlPr>
                      </m:sSubPr>
                      <m:e>
                        <m:d>
                          <m:dPr>
                            <m:begChr m:val=""/>
                            <m:endChr m:val="|"/>
                            <m:ctrlPr>
                              <a:rPr lang="en-AU" sz="2800" b="1" i="1" dirty="0">
                                <a:latin typeface="Cambria Math" panose="02040503050406030204" pitchFamily="18" charset="0"/>
                                <a:ea typeface="Cambria Math"/>
                              </a:rPr>
                            </m:ctrlPr>
                          </m:dPr>
                          <m:e>
                            <m:f>
                              <m:fPr>
                                <m:ctrlPr>
                                  <a:rPr lang="en-AU" sz="2800" b="1" i="1" dirty="0">
                                    <a:latin typeface="Cambria Math" panose="02040503050406030204" pitchFamily="18" charset="0"/>
                                    <a:ea typeface="Cambria Math"/>
                                  </a:rPr>
                                </m:ctrlPr>
                              </m:fPr>
                              <m:num>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𝒊</m:t>
                                    </m:r>
                                  </m:e>
                                  <m:sub>
                                    <m:r>
                                      <a:rPr lang="en-AU" sz="2800" b="1" i="1" dirty="0" smtClean="0">
                                        <a:latin typeface="Cambria Math"/>
                                        <a:ea typeface="Cambria Math"/>
                                      </a:rPr>
                                      <m:t>𝑪</m:t>
                                    </m:r>
                                  </m:sub>
                                </m:sSub>
                              </m:num>
                              <m:den>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𝒗</m:t>
                                    </m:r>
                                  </m:e>
                                  <m:sub>
                                    <m:r>
                                      <a:rPr lang="en-AU" sz="2800" b="1" i="1" dirty="0">
                                        <a:latin typeface="Cambria Math"/>
                                        <a:ea typeface="Cambria Math"/>
                                      </a:rPr>
                                      <m:t>𝑩𝑬</m:t>
                                    </m:r>
                                  </m:sub>
                                </m:sSub>
                              </m:den>
                            </m:f>
                          </m:e>
                        </m:d>
                      </m:e>
                      <m:sub>
                        <m:r>
                          <a:rPr lang="en-AU" sz="2800" b="1" i="1" dirty="0">
                            <a:latin typeface="Cambria Math"/>
                            <a:ea typeface="Cambria Math"/>
                          </a:rPr>
                          <m:t>𝑸</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𝒅𝒗</m:t>
                        </m:r>
                      </m:e>
                      <m:sub>
                        <m:r>
                          <a:rPr lang="en-AU" sz="2800" b="1" i="1" dirty="0" smtClean="0">
                            <a:latin typeface="Cambria Math"/>
                            <a:ea typeface="Cambria Math"/>
                          </a:rPr>
                          <m:t>𝑩𝑬</m:t>
                        </m:r>
                      </m:sub>
                    </m:sSub>
                  </m:oMath>
                </a14:m>
                <a:r>
                  <a:rPr lang="en-AU" sz="2800" b="1">
                    <a:ea typeface="Cambria Math"/>
                  </a:rPr>
                  <a:t> </a:t>
                </a:r>
                <a14:m>
                  <m:oMath xmlns:m="http://schemas.openxmlformats.org/officeDocument/2006/math">
                    <m:r>
                      <a:rPr lang="en-AU" sz="2800" b="1" i="1" dirty="0" smtClean="0">
                        <a:latin typeface="Cambria Math"/>
                        <a:ea typeface="Cambria Math"/>
                      </a:rPr>
                      <m:t>+</m:t>
                    </m:r>
                    <m:sSub>
                      <m:sSubPr>
                        <m:ctrlPr>
                          <a:rPr lang="en-AU" sz="2800" b="1" i="1" dirty="0">
                            <a:latin typeface="Cambria Math" panose="02040503050406030204" pitchFamily="18" charset="0"/>
                            <a:ea typeface="Cambria Math"/>
                          </a:rPr>
                        </m:ctrlPr>
                      </m:sSubPr>
                      <m:e>
                        <m:d>
                          <m:dPr>
                            <m:begChr m:val=""/>
                            <m:endChr m:val="|"/>
                            <m:ctrlPr>
                              <a:rPr lang="en-AU" sz="2800" b="1" i="1" dirty="0">
                                <a:latin typeface="Cambria Math" panose="02040503050406030204" pitchFamily="18" charset="0"/>
                                <a:ea typeface="Cambria Math"/>
                              </a:rPr>
                            </m:ctrlPr>
                          </m:dPr>
                          <m:e>
                            <m:f>
                              <m:fPr>
                                <m:ctrlPr>
                                  <a:rPr lang="en-AU" sz="2800" b="1" i="1" dirty="0">
                                    <a:latin typeface="Cambria Math" panose="02040503050406030204" pitchFamily="18" charset="0"/>
                                    <a:ea typeface="Cambria Math"/>
                                  </a:rPr>
                                </m:ctrlPr>
                              </m:fPr>
                              <m:num>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𝒊</m:t>
                                    </m:r>
                                  </m:e>
                                  <m:sub>
                                    <m:r>
                                      <a:rPr lang="en-AU" sz="2800" b="1" i="1" dirty="0" smtClean="0">
                                        <a:latin typeface="Cambria Math"/>
                                        <a:ea typeface="Cambria Math"/>
                                      </a:rPr>
                                      <m:t>𝑪</m:t>
                                    </m:r>
                                  </m:sub>
                                </m:sSub>
                              </m:num>
                              <m:den>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𝒗</m:t>
                                    </m:r>
                                  </m:e>
                                  <m:sub>
                                    <m:r>
                                      <a:rPr lang="en-AU" sz="2800" b="1" i="1" dirty="0">
                                        <a:latin typeface="Cambria Math"/>
                                        <a:ea typeface="Cambria Math"/>
                                      </a:rPr>
                                      <m:t>𝑪𝑬</m:t>
                                    </m:r>
                                  </m:sub>
                                </m:sSub>
                              </m:den>
                            </m:f>
                          </m:e>
                        </m:d>
                      </m:e>
                      <m:sub>
                        <m:r>
                          <a:rPr lang="en-AU" sz="2800" b="1" i="1" dirty="0">
                            <a:latin typeface="Cambria Math"/>
                            <a:ea typeface="Cambria Math"/>
                          </a:rPr>
                          <m:t>𝑸</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𝒅𝒗</m:t>
                        </m:r>
                      </m:e>
                      <m:sub>
                        <m:r>
                          <a:rPr lang="en-AU" sz="2800" b="1" i="1" dirty="0" smtClean="0">
                            <a:latin typeface="Cambria Math"/>
                            <a:ea typeface="Cambria Math"/>
                          </a:rPr>
                          <m:t>𝑪𝑬</m:t>
                        </m:r>
                      </m:sub>
                    </m:sSub>
                  </m:oMath>
                </a14:m>
                <a:endParaRPr lang="en-AU" sz="2800" b="1"/>
              </a:p>
            </p:txBody>
          </p:sp>
        </mc:Choice>
        <mc:Fallback xmlns="">
          <p:sp>
            <p:nvSpPr>
              <p:cNvPr id="28" name="Rectangle 27">
                <a:extLst>
                  <a:ext uri="{FF2B5EF4-FFF2-40B4-BE49-F238E27FC236}">
                    <a16:creationId xmlns:a16="http://schemas.microsoft.com/office/drawing/2014/main" id="{D138EEF4-BC93-E04F-40B7-D57D505D2ACD}"/>
                  </a:ext>
                </a:extLst>
              </p:cNvPr>
              <p:cNvSpPr>
                <a:spLocks noRot="1" noChangeAspect="1" noMove="1" noResize="1" noEditPoints="1" noAdjustHandles="1" noChangeArrowheads="1" noChangeShapeType="1" noTextEdit="1"/>
              </p:cNvSpPr>
              <p:nvPr/>
            </p:nvSpPr>
            <p:spPr>
              <a:xfrm>
                <a:off x="6095999" y="4551133"/>
                <a:ext cx="5570756" cy="964303"/>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635DA962-CD3C-6017-6BD3-4B599BE9E413}"/>
                  </a:ext>
                </a:extLst>
              </p:cNvPr>
              <p:cNvSpPr/>
              <p:nvPr/>
            </p:nvSpPr>
            <p:spPr>
              <a:xfrm>
                <a:off x="7160265" y="5517173"/>
                <a:ext cx="3763108" cy="523220"/>
              </a:xfrm>
              <a:prstGeom prst="rect">
                <a:avLst/>
              </a:prstGeom>
            </p:spPr>
            <p:txBody>
              <a:bodyPr wrap="square">
                <a:spAutoFit/>
              </a:bodyPr>
              <a:lstStyle/>
              <a:p>
                <a14:m>
                  <m:oMath xmlns:m="http://schemas.openxmlformats.org/officeDocument/2006/math">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𝒊</m:t>
                        </m:r>
                      </m:e>
                      <m:sub>
                        <m:r>
                          <a:rPr lang="en-AU" sz="2800" b="1" i="1" smtClean="0">
                            <a:latin typeface="Cambria Math"/>
                            <a:ea typeface="Cambria Math"/>
                          </a:rPr>
                          <m:t>𝒄</m:t>
                        </m:r>
                      </m:sub>
                    </m:sSub>
                    <m:r>
                      <a:rPr lang="en-AU" sz="2800" b="1" i="1" smtClean="0">
                        <a:latin typeface="Cambria Math"/>
                        <a:ea typeface="Cambria Math"/>
                      </a:rPr>
                      <m:t>=</m:t>
                    </m:r>
                    <m:sSub>
                      <m:sSubPr>
                        <m:ctrlPr>
                          <a:rPr lang="en-AU" sz="2800" b="1" i="1" dirty="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𝒎</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𝒗</m:t>
                        </m:r>
                      </m:e>
                      <m:sub>
                        <m:r>
                          <a:rPr lang="en-AU" sz="2800" b="1" i="1" dirty="0" smtClean="0">
                            <a:latin typeface="Cambria Math"/>
                            <a:ea typeface="Cambria Math"/>
                          </a:rPr>
                          <m:t>𝒃𝒆</m:t>
                        </m:r>
                      </m:sub>
                    </m:sSub>
                  </m:oMath>
                </a14:m>
                <a:r>
                  <a:rPr lang="en-AU" sz="2800" b="1">
                    <a:ea typeface="Cambria Math"/>
                  </a:rPr>
                  <a:t> </a:t>
                </a:r>
                <a14:m>
                  <m:oMath xmlns:m="http://schemas.openxmlformats.org/officeDocument/2006/math">
                    <m:r>
                      <a:rPr lang="en-AU" sz="2800" b="1" i="1" dirty="0" smtClean="0">
                        <a:latin typeface="Cambria Math"/>
                        <a:ea typeface="Cambria Math"/>
                      </a:rPr>
                      <m:t>+</m:t>
                    </m:r>
                    <m:sSub>
                      <m:sSubPr>
                        <m:ctrlPr>
                          <a:rPr lang="en-AU" sz="2800" b="1" i="1" dirty="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𝒐</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𝒗</m:t>
                        </m:r>
                      </m:e>
                      <m:sub>
                        <m:r>
                          <a:rPr lang="en-AU" sz="2800" b="1" i="1" dirty="0" smtClean="0">
                            <a:latin typeface="Cambria Math"/>
                            <a:ea typeface="Cambria Math"/>
                          </a:rPr>
                          <m:t>𝒄𝒆</m:t>
                        </m:r>
                      </m:sub>
                    </m:sSub>
                  </m:oMath>
                </a14:m>
                <a:endParaRPr lang="en-AU" sz="2800" b="1"/>
              </a:p>
            </p:txBody>
          </p:sp>
        </mc:Choice>
        <mc:Fallback xmlns="">
          <p:sp>
            <p:nvSpPr>
              <p:cNvPr id="32" name="Rectangle 31">
                <a:extLst>
                  <a:ext uri="{FF2B5EF4-FFF2-40B4-BE49-F238E27FC236}">
                    <a16:creationId xmlns:a16="http://schemas.microsoft.com/office/drawing/2014/main" id="{635DA962-CD3C-6017-6BD3-4B599BE9E413}"/>
                  </a:ext>
                </a:extLst>
              </p:cNvPr>
              <p:cNvSpPr>
                <a:spLocks noRot="1" noChangeAspect="1" noMove="1" noResize="1" noEditPoints="1" noAdjustHandles="1" noChangeArrowheads="1" noChangeShapeType="1" noTextEdit="1"/>
              </p:cNvSpPr>
              <p:nvPr/>
            </p:nvSpPr>
            <p:spPr>
              <a:xfrm>
                <a:off x="7160265" y="5517173"/>
                <a:ext cx="3763108" cy="523220"/>
              </a:xfrm>
              <a:prstGeom prst="rect">
                <a:avLst/>
              </a:prstGeom>
              <a:blipFill>
                <a:blip r:embed="rId2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13562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162454" y="590264"/>
                <a:ext cx="11867091" cy="5513168"/>
              </a:xfrm>
            </p:spPr>
            <p:txBody>
              <a:bodyPr>
                <a:normAutofit/>
              </a:bodyPr>
              <a:lstStyle/>
              <a:p>
                <a:pPr marL="469900" marR="673100" indent="-457200">
                  <a:buFont typeface="Wingdings" panose="05000000000000000000" pitchFamily="2" charset="2"/>
                  <a:buChar char="q"/>
                </a:pPr>
                <a:r>
                  <a:rPr lang="en-AU">
                    <a:latin typeface="Arial" panose="020B0604020202020204" pitchFamily="34" charset="0"/>
                    <a:cs typeface="Arial" panose="020B0604020202020204" pitchFamily="34" charset="0"/>
                  </a:rPr>
                  <a:t>The variations in the base and collector currents can be written in the following form:</a:t>
                </a: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r>
                  <a:rPr lang="en-AU">
                    <a:latin typeface="Arial" panose="020B0604020202020204" pitchFamily="34" charset="0"/>
                    <a:cs typeface="Arial" panose="020B0604020202020204" pitchFamily="34" charset="0"/>
                  </a:rPr>
                  <a:t>Now </a:t>
                </a:r>
                <a:r>
                  <a:rPr lang="en-AU" b="1">
                    <a:ea typeface="Cambria Math"/>
                  </a:rPr>
                  <a:t> </a:t>
                </a:r>
                <a14:m>
                  <m:oMath xmlns:m="http://schemas.openxmlformats.org/officeDocument/2006/math">
                    <m:sSub>
                      <m:sSubPr>
                        <m:ctrlPr>
                          <a:rPr lang="en-AU" b="1" i="1">
                            <a:latin typeface="Cambria Math" panose="02040503050406030204" pitchFamily="18" charset="0"/>
                            <a:ea typeface="Cambria Math"/>
                          </a:rPr>
                        </m:ctrlPr>
                      </m:sSubPr>
                      <m:e>
                        <m:r>
                          <a:rPr lang="en-AU" b="1" i="1">
                            <a:latin typeface="Cambria Math"/>
                            <a:ea typeface="Cambria Math"/>
                          </a:rPr>
                          <m:t>𝒊</m:t>
                        </m:r>
                      </m:e>
                      <m:sub>
                        <m:r>
                          <a:rPr lang="en-AU" b="1" i="1">
                            <a:latin typeface="Cambria Math"/>
                            <a:ea typeface="Cambria Math"/>
                          </a:rPr>
                          <m:t>𝒃</m:t>
                        </m:r>
                      </m:sub>
                    </m:sSub>
                  </m:oMath>
                </a14:m>
                <a:r>
                  <a:rPr lang="en-AU">
                    <a:latin typeface="Arial" panose="020B0604020202020204" pitchFamily="34" charset="0"/>
                    <a:cs typeface="Arial" panose="020B0604020202020204" pitchFamily="34" charset="0"/>
                  </a:rPr>
                  <a:t> and  </a:t>
                </a:r>
                <a14:m>
                  <m:oMath xmlns:m="http://schemas.openxmlformats.org/officeDocument/2006/math">
                    <m:sSub>
                      <m:sSubPr>
                        <m:ctrlPr>
                          <a:rPr lang="en-AU" b="1" i="1">
                            <a:latin typeface="Cambria Math" panose="02040503050406030204" pitchFamily="18" charset="0"/>
                            <a:ea typeface="Cambria Math"/>
                          </a:rPr>
                        </m:ctrlPr>
                      </m:sSubPr>
                      <m:e>
                        <m:r>
                          <a:rPr lang="en-AU" b="1" i="1">
                            <a:latin typeface="Cambria Math"/>
                            <a:ea typeface="Cambria Math"/>
                          </a:rPr>
                          <m:t>𝒊</m:t>
                        </m:r>
                      </m:e>
                      <m:sub>
                        <m:r>
                          <a:rPr lang="en-AU" b="1" i="1">
                            <a:latin typeface="Cambria Math"/>
                            <a:ea typeface="Cambria Math"/>
                          </a:rPr>
                          <m:t>𝒄</m:t>
                        </m:r>
                      </m:sub>
                    </m:sSub>
                    <m:r>
                      <a:rPr lang="en-AU" b="1" i="1">
                        <a:latin typeface="Cambria Math" panose="02040503050406030204" pitchFamily="18" charset="0"/>
                        <a:ea typeface="Cambria Math"/>
                      </a:rPr>
                      <m:t> </m:t>
                    </m:r>
                  </m:oMath>
                </a14:m>
                <a:r>
                  <a:rPr lang="en-AU">
                    <a:latin typeface="Arial" panose="020B0604020202020204" pitchFamily="34" charset="0"/>
                    <a:cs typeface="Arial" panose="020B0604020202020204" pitchFamily="34" charset="0"/>
                  </a:rPr>
                  <a:t>  are  functions  of  two  variables (</a:t>
                </a:r>
                <a14:m>
                  <m:oMath xmlns:m="http://schemas.openxmlformats.org/officeDocument/2006/math">
                    <m:sSub>
                      <m:sSubPr>
                        <m:ctrlPr>
                          <a:rPr lang="en-AU" b="1" i="1" dirty="0">
                            <a:latin typeface="Cambria Math" panose="02040503050406030204" pitchFamily="18" charset="0"/>
                            <a:ea typeface="Cambria Math"/>
                          </a:rPr>
                        </m:ctrlPr>
                      </m:sSubPr>
                      <m:e>
                        <m:r>
                          <a:rPr lang="en-AU" b="1" i="1" dirty="0">
                            <a:latin typeface="Cambria Math"/>
                            <a:ea typeface="Cambria Math"/>
                          </a:rPr>
                          <m:t>𝒗</m:t>
                        </m:r>
                      </m:e>
                      <m:sub>
                        <m:r>
                          <a:rPr lang="en-AU" b="1" i="1" dirty="0">
                            <a:latin typeface="Cambria Math"/>
                            <a:ea typeface="Cambria Math"/>
                          </a:rPr>
                          <m:t>𝒃𝒆</m:t>
                        </m:r>
                      </m:sub>
                    </m:sSub>
                  </m:oMath>
                </a14:m>
                <a:r>
                  <a:rPr lang="en-AU">
                    <a:latin typeface="Arial" panose="020B0604020202020204" pitchFamily="34" charset="0"/>
                    <a:cs typeface="Arial" panose="020B0604020202020204" pitchFamily="34" charset="0"/>
                  </a:rPr>
                  <a:t> and </a:t>
                </a:r>
                <a14:m>
                  <m:oMath xmlns:m="http://schemas.openxmlformats.org/officeDocument/2006/math">
                    <m:sSub>
                      <m:sSubPr>
                        <m:ctrlPr>
                          <a:rPr lang="en-AU" b="1" i="1" dirty="0">
                            <a:latin typeface="Cambria Math" panose="02040503050406030204" pitchFamily="18" charset="0"/>
                            <a:ea typeface="Cambria Math"/>
                          </a:rPr>
                        </m:ctrlPr>
                      </m:sSubPr>
                      <m:e>
                        <m:r>
                          <a:rPr lang="en-AU" b="1" i="1" dirty="0">
                            <a:latin typeface="Cambria Math"/>
                            <a:ea typeface="Cambria Math"/>
                          </a:rPr>
                          <m:t>𝒗</m:t>
                        </m:r>
                      </m:e>
                      <m:sub>
                        <m:r>
                          <a:rPr lang="en-AU" b="1" i="1" dirty="0">
                            <a:latin typeface="Cambria Math"/>
                            <a:ea typeface="Cambria Math"/>
                          </a:rPr>
                          <m:t>𝒄𝒆</m:t>
                        </m:r>
                      </m:sub>
                    </m:sSub>
                  </m:oMath>
                </a14:m>
                <a:r>
                  <a:rPr lang="en-AU">
                    <a:latin typeface="Arial" panose="020B0604020202020204" pitchFamily="34" charset="0"/>
                    <a:cs typeface="Arial" panose="020B0604020202020204" pitchFamily="34" charset="0"/>
                  </a:rPr>
                  <a:t>), we  take  a  Taylor expansion of the function about the Q‐point and consider only the first‐order terms by assuming that the small signal inputs are small</a:t>
                </a:r>
              </a:p>
              <a:p>
                <a:pPr marL="469900" marR="673100" indent="-457200">
                  <a:buFont typeface="Wingdings" panose="05000000000000000000" pitchFamily="2" charset="2"/>
                  <a:buChar char="q"/>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927100" marR="673100" lvl="2"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p:txBody>
          </p:sp>
        </mc:Choice>
        <mc:Fallback xmlns="">
          <p:sp>
            <p:nvSpPr>
              <p:cNvPr id="19" name="Content Placeholder 2">
                <a:extLst>
                  <a:ext uri="{FF2B5EF4-FFF2-40B4-BE49-F238E27FC236}">
                    <a16:creationId xmlns:a16="http://schemas.microsoft.com/office/drawing/2014/main" id="{BEC021D9-EDA7-3A58-CB97-32F406713A00}"/>
                  </a:ext>
                </a:extLst>
              </p:cNvPr>
              <p:cNvSpPr>
                <a:spLocks noGrp="1" noRot="1" noChangeAspect="1" noMove="1" noResize="1" noEditPoints="1" noAdjustHandles="1" noChangeArrowheads="1" noChangeShapeType="1" noTextEdit="1"/>
              </p:cNvSpPr>
              <p:nvPr>
                <p:ph idx="1"/>
              </p:nvPr>
            </p:nvSpPr>
            <p:spPr>
              <a:xfrm>
                <a:off x="162454" y="590264"/>
                <a:ext cx="11867091" cy="5513168"/>
              </a:xfrm>
              <a:blipFill>
                <a:blip r:embed="rId3"/>
                <a:stretch>
                  <a:fillRect l="-822" t="-1991"/>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5"/>
              <a:stretch>
                <a:fillRect/>
              </a:stretch>
            </p:blipFill>
            <p:spPr>
              <a:xfrm>
                <a:off x="-81072" y="1266552"/>
                <a:ext cx="20880" cy="26640"/>
              </a:xfrm>
              <a:prstGeom prst="rect">
                <a:avLst/>
              </a:prstGeom>
            </p:spPr>
          </p:pic>
        </mc:Fallback>
      </mc:AlternateContent>
      <p:grpSp>
        <p:nvGrpSpPr>
          <p:cNvPr id="27" name="Group 26">
            <a:extLst>
              <a:ext uri="{FF2B5EF4-FFF2-40B4-BE49-F238E27FC236}">
                <a16:creationId xmlns:a16="http://schemas.microsoft.com/office/drawing/2014/main" id="{788EC532-C102-5470-0B39-CA04B833F2DC}"/>
              </a:ext>
            </a:extLst>
          </p:cNvPr>
          <p:cNvGrpSpPr/>
          <p:nvPr/>
        </p:nvGrpSpPr>
        <p:grpSpPr>
          <a:xfrm>
            <a:off x="1156608" y="2653848"/>
            <a:ext cx="73080" cy="52200"/>
            <a:chOff x="1156608" y="2653848"/>
            <a:chExt cx="73080" cy="52200"/>
          </a:xfrm>
        </p:grpSpPr>
        <mc:AlternateContent xmlns:mc="http://schemas.openxmlformats.org/markup-compatibility/2006" xmlns:p14="http://schemas.microsoft.com/office/powerpoint/2010/main">
          <mc:Choice Requires="p14">
            <p:contentPart p14:bwMode="auto" r:id="rId6">
              <p14:nvContentPartPr>
                <p14:cNvPr id="23" name="Ink 22">
                  <a:extLst>
                    <a:ext uri="{FF2B5EF4-FFF2-40B4-BE49-F238E27FC236}">
                      <a16:creationId xmlns:a16="http://schemas.microsoft.com/office/drawing/2014/main" id="{C06E0DE4-1B35-6F6F-CE3F-12A57BFA02ED}"/>
                    </a:ext>
                  </a:extLst>
                </p14:cNvPr>
                <p14:cNvContentPartPr/>
                <p14:nvPr/>
              </p14:nvContentPartPr>
              <p14:xfrm>
                <a:off x="1156608" y="2653848"/>
                <a:ext cx="66240" cy="6480"/>
              </p14:xfrm>
            </p:contentPart>
          </mc:Choice>
          <mc:Fallback xmlns="">
            <p:pic>
              <p:nvPicPr>
                <p:cNvPr id="23" name="Ink 22">
                  <a:extLst>
                    <a:ext uri="{FF2B5EF4-FFF2-40B4-BE49-F238E27FC236}">
                      <a16:creationId xmlns:a16="http://schemas.microsoft.com/office/drawing/2014/main" id="{C06E0DE4-1B35-6F6F-CE3F-12A57BFA02ED}"/>
                    </a:ext>
                  </a:extLst>
                </p:cNvPr>
                <p:cNvPicPr/>
                <p:nvPr/>
              </p:nvPicPr>
              <p:blipFill>
                <a:blip r:embed="rId7"/>
                <a:stretch>
                  <a:fillRect/>
                </a:stretch>
              </p:blipFill>
              <p:spPr>
                <a:xfrm>
                  <a:off x="1147608" y="2644848"/>
                  <a:ext cx="838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Ink 23">
                  <a:extLst>
                    <a:ext uri="{FF2B5EF4-FFF2-40B4-BE49-F238E27FC236}">
                      <a16:creationId xmlns:a16="http://schemas.microsoft.com/office/drawing/2014/main" id="{19D4E0CF-F460-DDDC-4F90-4B85251A0788}"/>
                    </a:ext>
                  </a:extLst>
                </p14:cNvPr>
                <p14:cNvContentPartPr/>
                <p14:nvPr/>
              </p14:nvContentPartPr>
              <p14:xfrm>
                <a:off x="1174968" y="2698848"/>
                <a:ext cx="54720" cy="7200"/>
              </p14:xfrm>
            </p:contentPart>
          </mc:Choice>
          <mc:Fallback xmlns="">
            <p:pic>
              <p:nvPicPr>
                <p:cNvPr id="24" name="Ink 23">
                  <a:extLst>
                    <a:ext uri="{FF2B5EF4-FFF2-40B4-BE49-F238E27FC236}">
                      <a16:creationId xmlns:a16="http://schemas.microsoft.com/office/drawing/2014/main" id="{19D4E0CF-F460-DDDC-4F90-4B85251A0788}"/>
                    </a:ext>
                  </a:extLst>
                </p:cNvPr>
                <p:cNvPicPr/>
                <p:nvPr/>
              </p:nvPicPr>
              <p:blipFill>
                <a:blip r:embed="rId9"/>
                <a:stretch>
                  <a:fillRect/>
                </a:stretch>
              </p:blipFill>
              <p:spPr>
                <a:xfrm>
                  <a:off x="1165968" y="2689848"/>
                  <a:ext cx="72360" cy="24840"/>
                </a:xfrm>
                <a:prstGeom prst="rect">
                  <a:avLst/>
                </a:prstGeom>
              </p:spPr>
            </p:pic>
          </mc:Fallback>
        </mc:AlternateContent>
      </p:grpSp>
      <p:grpSp>
        <p:nvGrpSpPr>
          <p:cNvPr id="46" name="Group 45">
            <a:extLst>
              <a:ext uri="{FF2B5EF4-FFF2-40B4-BE49-F238E27FC236}">
                <a16:creationId xmlns:a16="http://schemas.microsoft.com/office/drawing/2014/main" id="{7CF44ABD-D083-3992-F734-A1AD5023CDB9}"/>
              </a:ext>
            </a:extLst>
          </p:cNvPr>
          <p:cNvGrpSpPr/>
          <p:nvPr/>
        </p:nvGrpSpPr>
        <p:grpSpPr>
          <a:xfrm>
            <a:off x="8245368" y="2580048"/>
            <a:ext cx="230040" cy="70200"/>
            <a:chOff x="8245368" y="2580048"/>
            <a:chExt cx="230040" cy="70200"/>
          </a:xfrm>
        </p:grpSpPr>
        <mc:AlternateContent xmlns:mc="http://schemas.openxmlformats.org/markup-compatibility/2006" xmlns:p14="http://schemas.microsoft.com/office/powerpoint/2010/main">
          <mc:Choice Requires="p14">
            <p:contentPart p14:bwMode="auto" r:id="rId10">
              <p14:nvContentPartPr>
                <p14:cNvPr id="40" name="Ink 39">
                  <a:extLst>
                    <a:ext uri="{FF2B5EF4-FFF2-40B4-BE49-F238E27FC236}">
                      <a16:creationId xmlns:a16="http://schemas.microsoft.com/office/drawing/2014/main" id="{03CC4649-6E7A-C0A8-6F6B-094848D002E9}"/>
                    </a:ext>
                  </a:extLst>
                </p14:cNvPr>
                <p14:cNvContentPartPr/>
                <p14:nvPr/>
              </p14:nvContentPartPr>
              <p14:xfrm>
                <a:off x="8245368" y="2644128"/>
                <a:ext cx="124560" cy="6120"/>
              </p14:xfrm>
            </p:contentPart>
          </mc:Choice>
          <mc:Fallback xmlns="">
            <p:pic>
              <p:nvPicPr>
                <p:cNvPr id="40" name="Ink 39">
                  <a:extLst>
                    <a:ext uri="{FF2B5EF4-FFF2-40B4-BE49-F238E27FC236}">
                      <a16:creationId xmlns:a16="http://schemas.microsoft.com/office/drawing/2014/main" id="{03CC4649-6E7A-C0A8-6F6B-094848D002E9}"/>
                    </a:ext>
                  </a:extLst>
                </p:cNvPr>
                <p:cNvPicPr/>
                <p:nvPr/>
              </p:nvPicPr>
              <p:blipFill>
                <a:blip r:embed="rId11"/>
                <a:stretch>
                  <a:fillRect/>
                </a:stretch>
              </p:blipFill>
              <p:spPr>
                <a:xfrm>
                  <a:off x="8236368" y="2635128"/>
                  <a:ext cx="1422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2" name="Ink 41">
                  <a:extLst>
                    <a:ext uri="{FF2B5EF4-FFF2-40B4-BE49-F238E27FC236}">
                      <a16:creationId xmlns:a16="http://schemas.microsoft.com/office/drawing/2014/main" id="{20658119-E540-630A-84B0-5CA22366AC23}"/>
                    </a:ext>
                  </a:extLst>
                </p14:cNvPr>
                <p14:cNvContentPartPr/>
                <p14:nvPr/>
              </p14:nvContentPartPr>
              <p14:xfrm>
                <a:off x="8374608" y="2611728"/>
                <a:ext cx="100800" cy="7200"/>
              </p14:xfrm>
            </p:contentPart>
          </mc:Choice>
          <mc:Fallback xmlns="">
            <p:pic>
              <p:nvPicPr>
                <p:cNvPr id="42" name="Ink 41">
                  <a:extLst>
                    <a:ext uri="{FF2B5EF4-FFF2-40B4-BE49-F238E27FC236}">
                      <a16:creationId xmlns:a16="http://schemas.microsoft.com/office/drawing/2014/main" id="{20658119-E540-630A-84B0-5CA22366AC23}"/>
                    </a:ext>
                  </a:extLst>
                </p:cNvPr>
                <p:cNvPicPr/>
                <p:nvPr/>
              </p:nvPicPr>
              <p:blipFill>
                <a:blip r:embed="rId13"/>
                <a:stretch>
                  <a:fillRect/>
                </a:stretch>
              </p:blipFill>
              <p:spPr>
                <a:xfrm>
                  <a:off x="8365608" y="2602728"/>
                  <a:ext cx="1184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3" name="Ink 42">
                  <a:extLst>
                    <a:ext uri="{FF2B5EF4-FFF2-40B4-BE49-F238E27FC236}">
                      <a16:creationId xmlns:a16="http://schemas.microsoft.com/office/drawing/2014/main" id="{ED9CEE95-41D6-2360-E6C8-4318CCEE4AB8}"/>
                    </a:ext>
                  </a:extLst>
                </p14:cNvPr>
                <p14:cNvContentPartPr/>
                <p14:nvPr/>
              </p14:nvContentPartPr>
              <p14:xfrm>
                <a:off x="8461728" y="2580048"/>
                <a:ext cx="13320" cy="33120"/>
              </p14:xfrm>
            </p:contentPart>
          </mc:Choice>
          <mc:Fallback xmlns="">
            <p:pic>
              <p:nvPicPr>
                <p:cNvPr id="43" name="Ink 42">
                  <a:extLst>
                    <a:ext uri="{FF2B5EF4-FFF2-40B4-BE49-F238E27FC236}">
                      <a16:creationId xmlns:a16="http://schemas.microsoft.com/office/drawing/2014/main" id="{ED9CEE95-41D6-2360-E6C8-4318CCEE4AB8}"/>
                    </a:ext>
                  </a:extLst>
                </p:cNvPr>
                <p:cNvPicPr/>
                <p:nvPr/>
              </p:nvPicPr>
              <p:blipFill>
                <a:blip r:embed="rId15"/>
                <a:stretch>
                  <a:fillRect/>
                </a:stretch>
              </p:blipFill>
              <p:spPr>
                <a:xfrm>
                  <a:off x="8452478" y="2571145"/>
                  <a:ext cx="31450" cy="5057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44" name="Ink 43">
                <a:extLst>
                  <a:ext uri="{FF2B5EF4-FFF2-40B4-BE49-F238E27FC236}">
                    <a16:creationId xmlns:a16="http://schemas.microsoft.com/office/drawing/2014/main" id="{F676FBB3-A74E-8FDA-9D7E-937C0AD84D19}"/>
                  </a:ext>
                </a:extLst>
              </p14:cNvPr>
              <p14:cNvContentPartPr/>
              <p14:nvPr/>
            </p14:nvContentPartPr>
            <p14:xfrm>
              <a:off x="8494128" y="2842128"/>
              <a:ext cx="11880" cy="26640"/>
            </p14:xfrm>
          </p:contentPart>
        </mc:Choice>
        <mc:Fallback xmlns="">
          <p:pic>
            <p:nvPicPr>
              <p:cNvPr id="44" name="Ink 43">
                <a:extLst>
                  <a:ext uri="{FF2B5EF4-FFF2-40B4-BE49-F238E27FC236}">
                    <a16:creationId xmlns:a16="http://schemas.microsoft.com/office/drawing/2014/main" id="{F676FBB3-A74E-8FDA-9D7E-937C0AD84D19}"/>
                  </a:ext>
                </a:extLst>
              </p:cNvPr>
              <p:cNvPicPr/>
              <p:nvPr/>
            </p:nvPicPr>
            <p:blipFill>
              <a:blip r:embed="rId17"/>
              <a:stretch>
                <a:fillRect/>
              </a:stretch>
            </p:blipFill>
            <p:spPr>
              <a:xfrm>
                <a:off x="8485128" y="2833128"/>
                <a:ext cx="295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5" name="Ink 44">
                <a:extLst>
                  <a:ext uri="{FF2B5EF4-FFF2-40B4-BE49-F238E27FC236}">
                    <a16:creationId xmlns:a16="http://schemas.microsoft.com/office/drawing/2014/main" id="{0EBF1460-3E70-323B-2774-9095D067041A}"/>
                  </a:ext>
                </a:extLst>
              </p14:cNvPr>
              <p14:cNvContentPartPr/>
              <p14:nvPr/>
            </p14:nvContentPartPr>
            <p14:xfrm>
              <a:off x="8472888" y="3061368"/>
              <a:ext cx="8280" cy="198360"/>
            </p14:xfrm>
          </p:contentPart>
        </mc:Choice>
        <mc:Fallback xmlns="">
          <p:pic>
            <p:nvPicPr>
              <p:cNvPr id="45" name="Ink 44">
                <a:extLst>
                  <a:ext uri="{FF2B5EF4-FFF2-40B4-BE49-F238E27FC236}">
                    <a16:creationId xmlns:a16="http://schemas.microsoft.com/office/drawing/2014/main" id="{0EBF1460-3E70-323B-2774-9095D067041A}"/>
                  </a:ext>
                </a:extLst>
              </p:cNvPr>
              <p:cNvPicPr/>
              <p:nvPr/>
            </p:nvPicPr>
            <p:blipFill>
              <a:blip r:embed="rId19"/>
              <a:stretch>
                <a:fillRect/>
              </a:stretch>
            </p:blipFill>
            <p:spPr>
              <a:xfrm>
                <a:off x="8463888" y="3052368"/>
                <a:ext cx="259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8" name="Ink 57">
                <a:extLst>
                  <a:ext uri="{FF2B5EF4-FFF2-40B4-BE49-F238E27FC236}">
                    <a16:creationId xmlns:a16="http://schemas.microsoft.com/office/drawing/2014/main" id="{432CF5DA-75E7-19C2-739F-A85427E1D7D8}"/>
                  </a:ext>
                </a:extLst>
              </p14:cNvPr>
              <p14:cNvContentPartPr/>
              <p14:nvPr/>
            </p14:nvContentPartPr>
            <p14:xfrm>
              <a:off x="4637808" y="2045448"/>
              <a:ext cx="5400" cy="19080"/>
            </p14:xfrm>
          </p:contentPart>
        </mc:Choice>
        <mc:Fallback xmlns="">
          <p:pic>
            <p:nvPicPr>
              <p:cNvPr id="58" name="Ink 57">
                <a:extLst>
                  <a:ext uri="{FF2B5EF4-FFF2-40B4-BE49-F238E27FC236}">
                    <a16:creationId xmlns:a16="http://schemas.microsoft.com/office/drawing/2014/main" id="{432CF5DA-75E7-19C2-739F-A85427E1D7D8}"/>
                  </a:ext>
                </a:extLst>
              </p:cNvPr>
              <p:cNvPicPr/>
              <p:nvPr/>
            </p:nvPicPr>
            <p:blipFill>
              <a:blip r:embed="rId21"/>
              <a:stretch>
                <a:fillRect/>
              </a:stretch>
            </p:blipFill>
            <p:spPr>
              <a:xfrm>
                <a:off x="4628165" y="2036615"/>
                <a:ext cx="24300" cy="36393"/>
              </a:xfrm>
              <a:prstGeom prst="rect">
                <a:avLst/>
              </a:prstGeom>
            </p:spPr>
          </p:pic>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64858396-649B-EED9-B4E5-4D2BE41A4BFA}"/>
                  </a:ext>
                </a:extLst>
              </p:cNvPr>
              <p:cNvSpPr/>
              <p:nvPr/>
            </p:nvSpPr>
            <p:spPr>
              <a:xfrm>
                <a:off x="2900968" y="1445992"/>
                <a:ext cx="5468960" cy="558166"/>
              </a:xfrm>
              <a:prstGeom prst="rect">
                <a:avLst/>
              </a:prstGeom>
            </p:spPr>
            <p:txBody>
              <a:bodyPr wrap="square">
                <a:spAutoFit/>
              </a:bodyPr>
              <a:lstStyle/>
              <a:p>
                <a14:m>
                  <m:oMath xmlns:m="http://schemas.openxmlformats.org/officeDocument/2006/math">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𝒊</m:t>
                        </m:r>
                      </m:e>
                      <m:sub>
                        <m:r>
                          <a:rPr lang="en-AU" sz="2800" b="1" i="1" smtClean="0">
                            <a:latin typeface="Cambria Math"/>
                            <a:ea typeface="Cambria Math"/>
                          </a:rPr>
                          <m:t>𝒃</m:t>
                        </m:r>
                      </m:sub>
                    </m:sSub>
                    <m:r>
                      <a:rPr lang="en-AU" sz="2800" b="1" i="1" smtClean="0">
                        <a:latin typeface="Cambria Math"/>
                        <a:ea typeface="Cambria Math"/>
                      </a:rPr>
                      <m:t>(</m:t>
                    </m:r>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𝒗</m:t>
                        </m:r>
                      </m:e>
                      <m:sub>
                        <m:r>
                          <a:rPr lang="en-AU" sz="2800" b="1" i="1" smtClean="0">
                            <a:latin typeface="Cambria Math"/>
                            <a:ea typeface="Cambria Math"/>
                          </a:rPr>
                          <m:t>𝒃𝒆</m:t>
                        </m:r>
                      </m:sub>
                    </m:sSub>
                    <m:r>
                      <a:rPr lang="en-AU" sz="2800" b="1" i="1" smtClean="0">
                        <a:latin typeface="Cambria Math"/>
                        <a:ea typeface="Cambria Math"/>
                      </a:rPr>
                      <m:t>,</m:t>
                    </m:r>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𝒗</m:t>
                        </m:r>
                      </m:e>
                      <m:sub>
                        <m:r>
                          <a:rPr lang="en-AU" sz="2800" b="1" i="1" smtClean="0">
                            <a:latin typeface="Cambria Math"/>
                            <a:ea typeface="Cambria Math"/>
                          </a:rPr>
                          <m:t>𝒄𝒆</m:t>
                        </m:r>
                      </m:sub>
                    </m:sSub>
                    <m:r>
                      <a:rPr lang="en-AU" sz="2800" b="1" i="1" smtClean="0">
                        <a:latin typeface="Cambria Math"/>
                        <a:ea typeface="Cambria Math"/>
                      </a:rPr>
                      <m:t>)=</m:t>
                    </m:r>
                  </m:oMath>
                </a14:m>
                <a:r>
                  <a:rPr lang="en-AU" sz="2800" b="1">
                    <a:ea typeface="Cambria Math"/>
                  </a:rPr>
                  <a:t> </a:t>
                </a:r>
                <a14:m>
                  <m:oMath xmlns:m="http://schemas.openxmlformats.org/officeDocument/2006/math">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𝝅</m:t>
                        </m:r>
                      </m:sub>
                    </m:sSub>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𝒗</m:t>
                        </m:r>
                      </m:e>
                      <m:sub>
                        <m:r>
                          <a:rPr lang="en-AU" sz="2800" b="1" i="1" dirty="0" smtClean="0">
                            <a:latin typeface="Cambria Math"/>
                            <a:ea typeface="Cambria Math"/>
                          </a:rPr>
                          <m:t>𝒃𝒆</m:t>
                        </m:r>
                      </m:sub>
                    </m:sSub>
                    <m:r>
                      <a:rPr lang="en-AU" sz="2800" b="1" i="1" dirty="0" smtClean="0">
                        <a:latin typeface="Cambria Math"/>
                        <a:ea typeface="Cambria Math"/>
                      </a:rPr>
                      <m:t>+</m:t>
                    </m:r>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𝝁</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𝒗</m:t>
                        </m:r>
                      </m:e>
                      <m:sub>
                        <m:r>
                          <a:rPr lang="en-AU" sz="2800" b="1" i="1" dirty="0" smtClean="0">
                            <a:latin typeface="Cambria Math"/>
                            <a:ea typeface="Cambria Math"/>
                          </a:rPr>
                          <m:t>𝒄</m:t>
                        </m:r>
                        <m:r>
                          <a:rPr lang="en-AU" sz="2800" b="1" i="1" dirty="0">
                            <a:latin typeface="Cambria Math"/>
                            <a:ea typeface="Cambria Math"/>
                          </a:rPr>
                          <m:t>𝒆</m:t>
                        </m:r>
                      </m:sub>
                    </m:sSub>
                  </m:oMath>
                </a14:m>
                <a:endParaRPr lang="en-AU" sz="2800" b="1"/>
              </a:p>
            </p:txBody>
          </p:sp>
        </mc:Choice>
        <mc:Fallback xmlns="">
          <p:sp>
            <p:nvSpPr>
              <p:cNvPr id="3" name="Rectangle 2">
                <a:extLst>
                  <a:ext uri="{FF2B5EF4-FFF2-40B4-BE49-F238E27FC236}">
                    <a16:creationId xmlns:a16="http://schemas.microsoft.com/office/drawing/2014/main" id="{64858396-649B-EED9-B4E5-4D2BE41A4BFA}"/>
                  </a:ext>
                </a:extLst>
              </p:cNvPr>
              <p:cNvSpPr>
                <a:spLocks noRot="1" noChangeAspect="1" noMove="1" noResize="1" noEditPoints="1" noAdjustHandles="1" noChangeArrowheads="1" noChangeShapeType="1" noTextEdit="1"/>
              </p:cNvSpPr>
              <p:nvPr/>
            </p:nvSpPr>
            <p:spPr>
              <a:xfrm>
                <a:off x="2900968" y="1445992"/>
                <a:ext cx="5468960" cy="558166"/>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117A2C1E-D1F8-68F8-334C-CE683EB5E0DB}"/>
                  </a:ext>
                </a:extLst>
              </p:cNvPr>
              <p:cNvSpPr/>
              <p:nvPr/>
            </p:nvSpPr>
            <p:spPr>
              <a:xfrm>
                <a:off x="2900968" y="2033953"/>
                <a:ext cx="4970360" cy="523220"/>
              </a:xfrm>
              <a:prstGeom prst="rect">
                <a:avLst/>
              </a:prstGeom>
            </p:spPr>
            <p:txBody>
              <a:bodyPr wrap="square">
                <a:spAutoFit/>
              </a:bodyPr>
              <a:lstStyle/>
              <a:p>
                <a14:m>
                  <m:oMath xmlns:m="http://schemas.openxmlformats.org/officeDocument/2006/math">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𝒊</m:t>
                        </m:r>
                      </m:e>
                      <m:sub>
                        <m:r>
                          <a:rPr lang="en-AU" sz="2800" b="1" i="1" smtClean="0">
                            <a:latin typeface="Cambria Math"/>
                            <a:ea typeface="Cambria Math"/>
                          </a:rPr>
                          <m:t>𝒄</m:t>
                        </m:r>
                      </m:sub>
                    </m:sSub>
                    <m:r>
                      <a:rPr lang="en-AU" sz="2800" b="1" i="1" smtClean="0">
                        <a:latin typeface="Cambria Math"/>
                        <a:ea typeface="Cambria Math"/>
                      </a:rPr>
                      <m:t>(</m:t>
                    </m:r>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𝒗</m:t>
                        </m:r>
                      </m:e>
                      <m:sub>
                        <m:r>
                          <a:rPr lang="en-AU" sz="2800" b="1" i="1" smtClean="0">
                            <a:latin typeface="Cambria Math"/>
                            <a:ea typeface="Cambria Math"/>
                          </a:rPr>
                          <m:t>𝒃𝒆</m:t>
                        </m:r>
                      </m:sub>
                    </m:sSub>
                    <m:r>
                      <a:rPr lang="en-AU" sz="2800" b="1" i="1" smtClean="0">
                        <a:latin typeface="Cambria Math"/>
                        <a:ea typeface="Cambria Math"/>
                      </a:rPr>
                      <m:t>,</m:t>
                    </m:r>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𝒗</m:t>
                        </m:r>
                      </m:e>
                      <m:sub>
                        <m:r>
                          <a:rPr lang="en-AU" sz="2800" b="1" i="1" smtClean="0">
                            <a:latin typeface="Cambria Math"/>
                            <a:ea typeface="Cambria Math"/>
                          </a:rPr>
                          <m:t>𝒄𝒆</m:t>
                        </m:r>
                      </m:sub>
                    </m:sSub>
                    <m:r>
                      <a:rPr lang="en-AU" sz="2800" b="1" i="1" smtClean="0">
                        <a:latin typeface="Cambria Math"/>
                        <a:ea typeface="Cambria Math"/>
                      </a:rPr>
                      <m:t>)=</m:t>
                    </m:r>
                  </m:oMath>
                </a14:m>
                <a:r>
                  <a:rPr lang="en-AU" sz="2800" b="1">
                    <a:ea typeface="Cambria Math"/>
                  </a:rPr>
                  <a:t> </a:t>
                </a:r>
                <a14:m>
                  <m:oMath xmlns:m="http://schemas.openxmlformats.org/officeDocument/2006/math">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𝒎</m:t>
                        </m:r>
                      </m:sub>
                    </m:sSub>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𝒗</m:t>
                        </m:r>
                      </m:e>
                      <m:sub>
                        <m:r>
                          <a:rPr lang="en-AU" sz="2800" b="1" i="1" dirty="0" smtClean="0">
                            <a:latin typeface="Cambria Math"/>
                            <a:ea typeface="Cambria Math"/>
                          </a:rPr>
                          <m:t>𝒃𝒆</m:t>
                        </m:r>
                      </m:sub>
                    </m:sSub>
                    <m:r>
                      <a:rPr lang="en-AU" sz="2800" b="1" i="1" dirty="0" smtClean="0">
                        <a:latin typeface="Cambria Math"/>
                        <a:ea typeface="Cambria Math"/>
                      </a:rPr>
                      <m:t>+</m:t>
                    </m:r>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𝒐</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𝒗</m:t>
                        </m:r>
                      </m:e>
                      <m:sub>
                        <m:r>
                          <a:rPr lang="en-AU" sz="2800" b="1" i="1" dirty="0" smtClean="0">
                            <a:latin typeface="Cambria Math"/>
                            <a:ea typeface="Cambria Math"/>
                          </a:rPr>
                          <m:t>𝒄</m:t>
                        </m:r>
                        <m:r>
                          <a:rPr lang="en-AU" sz="2800" b="1" i="1" dirty="0">
                            <a:latin typeface="Cambria Math"/>
                            <a:ea typeface="Cambria Math"/>
                          </a:rPr>
                          <m:t>𝒆</m:t>
                        </m:r>
                      </m:sub>
                    </m:sSub>
                  </m:oMath>
                </a14:m>
                <a:endParaRPr lang="en-AU" sz="2800" b="1"/>
              </a:p>
            </p:txBody>
          </p:sp>
        </mc:Choice>
        <mc:Fallback xmlns="">
          <p:sp>
            <p:nvSpPr>
              <p:cNvPr id="20" name="Rectangle 19">
                <a:extLst>
                  <a:ext uri="{FF2B5EF4-FFF2-40B4-BE49-F238E27FC236}">
                    <a16:creationId xmlns:a16="http://schemas.microsoft.com/office/drawing/2014/main" id="{117A2C1E-D1F8-68F8-334C-CE683EB5E0DB}"/>
                  </a:ext>
                </a:extLst>
              </p:cNvPr>
              <p:cNvSpPr>
                <a:spLocks noRot="1" noChangeAspect="1" noMove="1" noResize="1" noEditPoints="1" noAdjustHandles="1" noChangeArrowheads="1" noChangeShapeType="1" noTextEdit="1"/>
              </p:cNvSpPr>
              <p:nvPr/>
            </p:nvSpPr>
            <p:spPr>
              <a:xfrm>
                <a:off x="2900968" y="2033953"/>
                <a:ext cx="4970360" cy="523220"/>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A9F5BE94-C39F-1449-7AED-817801BD1E9F}"/>
                  </a:ext>
                </a:extLst>
              </p:cNvPr>
              <p:cNvSpPr/>
              <p:nvPr/>
            </p:nvSpPr>
            <p:spPr>
              <a:xfrm>
                <a:off x="642400" y="4562628"/>
                <a:ext cx="5904704" cy="964303"/>
              </a:xfrm>
              <a:prstGeom prst="rect">
                <a:avLst/>
              </a:prstGeom>
            </p:spPr>
            <p:txBody>
              <a:bodyPr wrap="square">
                <a:spAutoFit/>
              </a:bodyPr>
              <a:lstStyle/>
              <a:p>
                <a14:m>
                  <m:oMath xmlns:m="http://schemas.openxmlformats.org/officeDocument/2006/math">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𝒅𝒊</m:t>
                        </m:r>
                      </m:e>
                      <m:sub>
                        <m:r>
                          <a:rPr lang="en-AU" sz="2800" b="1" i="1" smtClean="0">
                            <a:latin typeface="Cambria Math"/>
                            <a:ea typeface="Cambria Math"/>
                          </a:rPr>
                          <m:t>𝑩</m:t>
                        </m:r>
                      </m:sub>
                    </m:sSub>
                    <m:r>
                      <a:rPr lang="en-AU" sz="2800" b="1" i="1" smtClean="0">
                        <a:latin typeface="Cambria Math"/>
                        <a:ea typeface="Cambria Math"/>
                      </a:rPr>
                      <m:t>=</m:t>
                    </m:r>
                    <m:sSub>
                      <m:sSubPr>
                        <m:ctrlPr>
                          <a:rPr lang="en-AU" sz="2800" b="1" i="1" dirty="0">
                            <a:latin typeface="Cambria Math" panose="02040503050406030204" pitchFamily="18" charset="0"/>
                            <a:ea typeface="Cambria Math"/>
                          </a:rPr>
                        </m:ctrlPr>
                      </m:sSubPr>
                      <m:e>
                        <m:d>
                          <m:dPr>
                            <m:begChr m:val=""/>
                            <m:endChr m:val="|"/>
                            <m:ctrlPr>
                              <a:rPr lang="en-AU" sz="2800" b="1" i="1" dirty="0">
                                <a:latin typeface="Cambria Math" panose="02040503050406030204" pitchFamily="18" charset="0"/>
                                <a:ea typeface="Cambria Math"/>
                              </a:rPr>
                            </m:ctrlPr>
                          </m:dPr>
                          <m:e>
                            <m:f>
                              <m:fPr>
                                <m:ctrlPr>
                                  <a:rPr lang="en-AU" sz="2800" b="1" i="1" dirty="0">
                                    <a:latin typeface="Cambria Math" panose="02040503050406030204" pitchFamily="18" charset="0"/>
                                    <a:ea typeface="Cambria Math"/>
                                  </a:rPr>
                                </m:ctrlPr>
                              </m:fPr>
                              <m:num>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𝒊</m:t>
                                    </m:r>
                                  </m:e>
                                  <m:sub>
                                    <m:r>
                                      <a:rPr lang="en-AU" sz="2800" b="1" i="1" dirty="0">
                                        <a:latin typeface="Cambria Math"/>
                                        <a:ea typeface="Cambria Math"/>
                                      </a:rPr>
                                      <m:t>𝑩</m:t>
                                    </m:r>
                                  </m:sub>
                                </m:sSub>
                              </m:num>
                              <m:den>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𝒗</m:t>
                                    </m:r>
                                  </m:e>
                                  <m:sub>
                                    <m:r>
                                      <a:rPr lang="en-AU" sz="2800" b="1" i="1" dirty="0">
                                        <a:latin typeface="Cambria Math"/>
                                        <a:ea typeface="Cambria Math"/>
                                      </a:rPr>
                                      <m:t>𝑩𝑬</m:t>
                                    </m:r>
                                  </m:sub>
                                </m:sSub>
                              </m:den>
                            </m:f>
                          </m:e>
                        </m:d>
                      </m:e>
                      <m:sub>
                        <m:r>
                          <a:rPr lang="en-AU" sz="2800" b="1" i="1" dirty="0">
                            <a:latin typeface="Cambria Math"/>
                            <a:ea typeface="Cambria Math"/>
                          </a:rPr>
                          <m:t>𝑸</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𝒅𝒗</m:t>
                        </m:r>
                      </m:e>
                      <m:sub>
                        <m:r>
                          <a:rPr lang="en-AU" sz="2800" b="1" i="1" dirty="0" smtClean="0">
                            <a:latin typeface="Cambria Math"/>
                            <a:ea typeface="Cambria Math"/>
                          </a:rPr>
                          <m:t>𝑩𝑬</m:t>
                        </m:r>
                      </m:sub>
                    </m:sSub>
                  </m:oMath>
                </a14:m>
                <a:r>
                  <a:rPr lang="en-AU" sz="2800" b="1">
                    <a:ea typeface="Cambria Math"/>
                  </a:rPr>
                  <a:t> </a:t>
                </a:r>
                <a14:m>
                  <m:oMath xmlns:m="http://schemas.openxmlformats.org/officeDocument/2006/math">
                    <m:r>
                      <a:rPr lang="en-AU" sz="2800" b="1" i="1" dirty="0" smtClean="0">
                        <a:latin typeface="Cambria Math"/>
                        <a:ea typeface="Cambria Math"/>
                      </a:rPr>
                      <m:t>+</m:t>
                    </m:r>
                    <m:sSub>
                      <m:sSubPr>
                        <m:ctrlPr>
                          <a:rPr lang="en-AU" sz="2800" b="1" i="1" dirty="0">
                            <a:latin typeface="Cambria Math" panose="02040503050406030204" pitchFamily="18" charset="0"/>
                            <a:ea typeface="Cambria Math"/>
                          </a:rPr>
                        </m:ctrlPr>
                      </m:sSubPr>
                      <m:e>
                        <m:d>
                          <m:dPr>
                            <m:begChr m:val=""/>
                            <m:endChr m:val="|"/>
                            <m:ctrlPr>
                              <a:rPr lang="en-AU" sz="2800" b="1" i="1" dirty="0">
                                <a:latin typeface="Cambria Math" panose="02040503050406030204" pitchFamily="18" charset="0"/>
                                <a:ea typeface="Cambria Math"/>
                              </a:rPr>
                            </m:ctrlPr>
                          </m:dPr>
                          <m:e>
                            <m:f>
                              <m:fPr>
                                <m:ctrlPr>
                                  <a:rPr lang="en-AU" sz="2800" b="1" i="1" dirty="0">
                                    <a:latin typeface="Cambria Math" panose="02040503050406030204" pitchFamily="18" charset="0"/>
                                    <a:ea typeface="Cambria Math"/>
                                  </a:rPr>
                                </m:ctrlPr>
                              </m:fPr>
                              <m:num>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𝒊</m:t>
                                    </m:r>
                                  </m:e>
                                  <m:sub>
                                    <m:r>
                                      <a:rPr lang="en-AU" sz="2800" b="1" i="1" dirty="0" smtClean="0">
                                        <a:latin typeface="Cambria Math"/>
                                        <a:ea typeface="Cambria Math"/>
                                      </a:rPr>
                                      <m:t>𝑩</m:t>
                                    </m:r>
                                  </m:sub>
                                </m:sSub>
                              </m:num>
                              <m:den>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𝒗</m:t>
                                    </m:r>
                                  </m:e>
                                  <m:sub>
                                    <m:r>
                                      <a:rPr lang="en-AU" sz="2800" b="1" i="1" dirty="0">
                                        <a:latin typeface="Cambria Math"/>
                                        <a:ea typeface="Cambria Math"/>
                                      </a:rPr>
                                      <m:t>𝑪𝑬</m:t>
                                    </m:r>
                                  </m:sub>
                                </m:sSub>
                              </m:den>
                            </m:f>
                          </m:e>
                        </m:d>
                      </m:e>
                      <m:sub>
                        <m:r>
                          <a:rPr lang="en-AU" sz="2800" b="1" i="1" dirty="0">
                            <a:latin typeface="Cambria Math"/>
                            <a:ea typeface="Cambria Math"/>
                          </a:rPr>
                          <m:t>𝑸</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𝒅𝒗</m:t>
                        </m:r>
                      </m:e>
                      <m:sub>
                        <m:r>
                          <a:rPr lang="en-AU" sz="2800" b="1" i="1" dirty="0" smtClean="0">
                            <a:latin typeface="Cambria Math"/>
                            <a:ea typeface="Cambria Math"/>
                          </a:rPr>
                          <m:t>𝑪𝑬</m:t>
                        </m:r>
                      </m:sub>
                    </m:sSub>
                  </m:oMath>
                </a14:m>
                <a:endParaRPr lang="en-AU" sz="2800" b="1"/>
              </a:p>
            </p:txBody>
          </p:sp>
        </mc:Choice>
        <mc:Fallback xmlns="">
          <p:sp>
            <p:nvSpPr>
              <p:cNvPr id="22" name="Rectangle 21">
                <a:extLst>
                  <a:ext uri="{FF2B5EF4-FFF2-40B4-BE49-F238E27FC236}">
                    <a16:creationId xmlns:a16="http://schemas.microsoft.com/office/drawing/2014/main" id="{A9F5BE94-C39F-1449-7AED-817801BD1E9F}"/>
                  </a:ext>
                </a:extLst>
              </p:cNvPr>
              <p:cNvSpPr>
                <a:spLocks noRot="1" noChangeAspect="1" noMove="1" noResize="1" noEditPoints="1" noAdjustHandles="1" noChangeArrowheads="1" noChangeShapeType="1" noTextEdit="1"/>
              </p:cNvSpPr>
              <p:nvPr/>
            </p:nvSpPr>
            <p:spPr>
              <a:xfrm>
                <a:off x="642400" y="4562628"/>
                <a:ext cx="5904704" cy="964303"/>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E5E3CDA5-649A-0519-0A2D-A3BBBF5D6968}"/>
                  </a:ext>
                </a:extLst>
              </p:cNvPr>
              <p:cNvSpPr/>
              <p:nvPr/>
            </p:nvSpPr>
            <p:spPr>
              <a:xfrm>
                <a:off x="1083478" y="5510885"/>
                <a:ext cx="3554330" cy="558166"/>
              </a:xfrm>
              <a:prstGeom prst="rect">
                <a:avLst/>
              </a:prstGeom>
            </p:spPr>
            <p:txBody>
              <a:bodyPr wrap="square">
                <a:spAutoFit/>
              </a:bodyPr>
              <a:lstStyle/>
              <a:p>
                <a14:m>
                  <m:oMath xmlns:m="http://schemas.openxmlformats.org/officeDocument/2006/math">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𝒊</m:t>
                        </m:r>
                      </m:e>
                      <m:sub>
                        <m:r>
                          <a:rPr lang="en-AU" sz="2800" b="1" i="1" smtClean="0">
                            <a:latin typeface="Cambria Math"/>
                            <a:ea typeface="Cambria Math"/>
                          </a:rPr>
                          <m:t>𝒃</m:t>
                        </m:r>
                      </m:sub>
                    </m:sSub>
                    <m:r>
                      <a:rPr lang="en-AU" sz="2800" b="1" i="1" smtClean="0">
                        <a:latin typeface="Cambria Math"/>
                        <a:ea typeface="Cambria Math"/>
                      </a:rPr>
                      <m:t>=</m:t>
                    </m:r>
                    <m:sSub>
                      <m:sSubPr>
                        <m:ctrlPr>
                          <a:rPr lang="en-AU" sz="2800" b="1" i="1" dirty="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𝝅</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𝒗</m:t>
                        </m:r>
                      </m:e>
                      <m:sub>
                        <m:r>
                          <a:rPr lang="en-AU" sz="2800" b="1" i="1" dirty="0" smtClean="0">
                            <a:latin typeface="Cambria Math"/>
                            <a:ea typeface="Cambria Math"/>
                          </a:rPr>
                          <m:t>𝒃𝒆</m:t>
                        </m:r>
                      </m:sub>
                    </m:sSub>
                  </m:oMath>
                </a14:m>
                <a:r>
                  <a:rPr lang="en-AU" sz="2800" b="1">
                    <a:ea typeface="Cambria Math"/>
                  </a:rPr>
                  <a:t> </a:t>
                </a:r>
                <a14:m>
                  <m:oMath xmlns:m="http://schemas.openxmlformats.org/officeDocument/2006/math">
                    <m:r>
                      <a:rPr lang="en-AU" sz="2800" b="1" i="1" dirty="0" smtClean="0">
                        <a:latin typeface="Cambria Math"/>
                        <a:ea typeface="Cambria Math"/>
                      </a:rPr>
                      <m:t>+</m:t>
                    </m:r>
                    <m:sSub>
                      <m:sSubPr>
                        <m:ctrlPr>
                          <a:rPr lang="en-AU" sz="2800" b="1" i="1" dirty="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𝝁</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𝒗</m:t>
                        </m:r>
                      </m:e>
                      <m:sub>
                        <m:r>
                          <a:rPr lang="en-AU" sz="2800" b="1" i="1" dirty="0" smtClean="0">
                            <a:latin typeface="Cambria Math"/>
                            <a:ea typeface="Cambria Math"/>
                          </a:rPr>
                          <m:t>𝒄𝒆</m:t>
                        </m:r>
                      </m:sub>
                    </m:sSub>
                  </m:oMath>
                </a14:m>
                <a:endParaRPr lang="en-AU" sz="2800" b="1"/>
              </a:p>
            </p:txBody>
          </p:sp>
        </mc:Choice>
        <mc:Fallback xmlns="">
          <p:sp>
            <p:nvSpPr>
              <p:cNvPr id="25" name="Rectangle 24">
                <a:extLst>
                  <a:ext uri="{FF2B5EF4-FFF2-40B4-BE49-F238E27FC236}">
                    <a16:creationId xmlns:a16="http://schemas.microsoft.com/office/drawing/2014/main" id="{E5E3CDA5-649A-0519-0A2D-A3BBBF5D6968}"/>
                  </a:ext>
                </a:extLst>
              </p:cNvPr>
              <p:cNvSpPr>
                <a:spLocks noRot="1" noChangeAspect="1" noMove="1" noResize="1" noEditPoints="1" noAdjustHandles="1" noChangeArrowheads="1" noChangeShapeType="1" noTextEdit="1"/>
              </p:cNvSpPr>
              <p:nvPr/>
            </p:nvSpPr>
            <p:spPr>
              <a:xfrm>
                <a:off x="1083478" y="5510885"/>
                <a:ext cx="3554330" cy="558166"/>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D138EEF4-BC93-E04F-40B7-D57D505D2ACD}"/>
                  </a:ext>
                </a:extLst>
              </p:cNvPr>
              <p:cNvSpPr/>
              <p:nvPr/>
            </p:nvSpPr>
            <p:spPr>
              <a:xfrm>
                <a:off x="6095999" y="4551133"/>
                <a:ext cx="5570756" cy="964303"/>
              </a:xfrm>
              <a:prstGeom prst="rect">
                <a:avLst/>
              </a:prstGeom>
            </p:spPr>
            <p:txBody>
              <a:bodyPr wrap="square">
                <a:spAutoFit/>
              </a:bodyPr>
              <a:lstStyle/>
              <a:p>
                <a14:m>
                  <m:oMath xmlns:m="http://schemas.openxmlformats.org/officeDocument/2006/math">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𝒅𝒊</m:t>
                        </m:r>
                      </m:e>
                      <m:sub>
                        <m:r>
                          <a:rPr lang="en-AU" sz="2800" b="1" i="1" smtClean="0">
                            <a:latin typeface="Cambria Math"/>
                            <a:ea typeface="Cambria Math"/>
                          </a:rPr>
                          <m:t>𝑪</m:t>
                        </m:r>
                      </m:sub>
                    </m:sSub>
                    <m:r>
                      <a:rPr lang="en-AU" sz="2800" b="1" i="1" smtClean="0">
                        <a:latin typeface="Cambria Math"/>
                        <a:ea typeface="Cambria Math"/>
                      </a:rPr>
                      <m:t>=</m:t>
                    </m:r>
                    <m:sSub>
                      <m:sSubPr>
                        <m:ctrlPr>
                          <a:rPr lang="en-AU" sz="2800" b="1" i="1" dirty="0">
                            <a:latin typeface="Cambria Math" panose="02040503050406030204" pitchFamily="18" charset="0"/>
                            <a:ea typeface="Cambria Math"/>
                          </a:rPr>
                        </m:ctrlPr>
                      </m:sSubPr>
                      <m:e>
                        <m:d>
                          <m:dPr>
                            <m:begChr m:val=""/>
                            <m:endChr m:val="|"/>
                            <m:ctrlPr>
                              <a:rPr lang="en-AU" sz="2800" b="1" i="1" dirty="0">
                                <a:latin typeface="Cambria Math" panose="02040503050406030204" pitchFamily="18" charset="0"/>
                                <a:ea typeface="Cambria Math"/>
                              </a:rPr>
                            </m:ctrlPr>
                          </m:dPr>
                          <m:e>
                            <m:f>
                              <m:fPr>
                                <m:ctrlPr>
                                  <a:rPr lang="en-AU" sz="2800" b="1" i="1" dirty="0">
                                    <a:latin typeface="Cambria Math" panose="02040503050406030204" pitchFamily="18" charset="0"/>
                                    <a:ea typeface="Cambria Math"/>
                                  </a:rPr>
                                </m:ctrlPr>
                              </m:fPr>
                              <m:num>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𝒊</m:t>
                                    </m:r>
                                  </m:e>
                                  <m:sub>
                                    <m:r>
                                      <a:rPr lang="en-AU" sz="2800" b="1" i="1" dirty="0" smtClean="0">
                                        <a:latin typeface="Cambria Math"/>
                                        <a:ea typeface="Cambria Math"/>
                                      </a:rPr>
                                      <m:t>𝑪</m:t>
                                    </m:r>
                                  </m:sub>
                                </m:sSub>
                              </m:num>
                              <m:den>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𝒗</m:t>
                                    </m:r>
                                  </m:e>
                                  <m:sub>
                                    <m:r>
                                      <a:rPr lang="en-AU" sz="2800" b="1" i="1" dirty="0">
                                        <a:latin typeface="Cambria Math"/>
                                        <a:ea typeface="Cambria Math"/>
                                      </a:rPr>
                                      <m:t>𝑩𝑬</m:t>
                                    </m:r>
                                  </m:sub>
                                </m:sSub>
                              </m:den>
                            </m:f>
                          </m:e>
                        </m:d>
                      </m:e>
                      <m:sub>
                        <m:r>
                          <a:rPr lang="en-AU" sz="2800" b="1" i="1" dirty="0">
                            <a:latin typeface="Cambria Math"/>
                            <a:ea typeface="Cambria Math"/>
                          </a:rPr>
                          <m:t>𝑸</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𝒅𝒗</m:t>
                        </m:r>
                      </m:e>
                      <m:sub>
                        <m:r>
                          <a:rPr lang="en-AU" sz="2800" b="1" i="1" dirty="0" smtClean="0">
                            <a:latin typeface="Cambria Math"/>
                            <a:ea typeface="Cambria Math"/>
                          </a:rPr>
                          <m:t>𝑩𝑬</m:t>
                        </m:r>
                      </m:sub>
                    </m:sSub>
                  </m:oMath>
                </a14:m>
                <a:r>
                  <a:rPr lang="en-AU" sz="2800" b="1">
                    <a:ea typeface="Cambria Math"/>
                  </a:rPr>
                  <a:t> </a:t>
                </a:r>
                <a14:m>
                  <m:oMath xmlns:m="http://schemas.openxmlformats.org/officeDocument/2006/math">
                    <m:r>
                      <a:rPr lang="en-AU" sz="2800" b="1" i="1" dirty="0" smtClean="0">
                        <a:latin typeface="Cambria Math"/>
                        <a:ea typeface="Cambria Math"/>
                      </a:rPr>
                      <m:t>+</m:t>
                    </m:r>
                    <m:sSub>
                      <m:sSubPr>
                        <m:ctrlPr>
                          <a:rPr lang="en-AU" sz="2800" b="1" i="1" dirty="0">
                            <a:latin typeface="Cambria Math" panose="02040503050406030204" pitchFamily="18" charset="0"/>
                            <a:ea typeface="Cambria Math"/>
                          </a:rPr>
                        </m:ctrlPr>
                      </m:sSubPr>
                      <m:e>
                        <m:d>
                          <m:dPr>
                            <m:begChr m:val=""/>
                            <m:endChr m:val="|"/>
                            <m:ctrlPr>
                              <a:rPr lang="en-AU" sz="2800" b="1" i="1" dirty="0">
                                <a:latin typeface="Cambria Math" panose="02040503050406030204" pitchFamily="18" charset="0"/>
                                <a:ea typeface="Cambria Math"/>
                              </a:rPr>
                            </m:ctrlPr>
                          </m:dPr>
                          <m:e>
                            <m:f>
                              <m:fPr>
                                <m:ctrlPr>
                                  <a:rPr lang="en-AU" sz="2800" b="1" i="1" dirty="0">
                                    <a:latin typeface="Cambria Math" panose="02040503050406030204" pitchFamily="18" charset="0"/>
                                    <a:ea typeface="Cambria Math"/>
                                  </a:rPr>
                                </m:ctrlPr>
                              </m:fPr>
                              <m:num>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𝒊</m:t>
                                    </m:r>
                                  </m:e>
                                  <m:sub>
                                    <m:r>
                                      <a:rPr lang="en-AU" sz="2800" b="1" i="1" dirty="0" smtClean="0">
                                        <a:latin typeface="Cambria Math"/>
                                        <a:ea typeface="Cambria Math"/>
                                      </a:rPr>
                                      <m:t>𝑪</m:t>
                                    </m:r>
                                  </m:sub>
                                </m:sSub>
                              </m:num>
                              <m:den>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𝒗</m:t>
                                    </m:r>
                                  </m:e>
                                  <m:sub>
                                    <m:r>
                                      <a:rPr lang="en-AU" sz="2800" b="1" i="1" dirty="0">
                                        <a:latin typeface="Cambria Math"/>
                                        <a:ea typeface="Cambria Math"/>
                                      </a:rPr>
                                      <m:t>𝑪𝑬</m:t>
                                    </m:r>
                                  </m:sub>
                                </m:sSub>
                              </m:den>
                            </m:f>
                          </m:e>
                        </m:d>
                      </m:e>
                      <m:sub>
                        <m:r>
                          <a:rPr lang="en-AU" sz="2800" b="1" i="1" dirty="0">
                            <a:latin typeface="Cambria Math"/>
                            <a:ea typeface="Cambria Math"/>
                          </a:rPr>
                          <m:t>𝑸</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𝒅𝒗</m:t>
                        </m:r>
                      </m:e>
                      <m:sub>
                        <m:r>
                          <a:rPr lang="en-AU" sz="2800" b="1" i="1" dirty="0" smtClean="0">
                            <a:latin typeface="Cambria Math"/>
                            <a:ea typeface="Cambria Math"/>
                          </a:rPr>
                          <m:t>𝑪𝑬</m:t>
                        </m:r>
                      </m:sub>
                    </m:sSub>
                  </m:oMath>
                </a14:m>
                <a:endParaRPr lang="en-AU" sz="2800" b="1"/>
              </a:p>
            </p:txBody>
          </p:sp>
        </mc:Choice>
        <mc:Fallback xmlns="">
          <p:sp>
            <p:nvSpPr>
              <p:cNvPr id="28" name="Rectangle 27">
                <a:extLst>
                  <a:ext uri="{FF2B5EF4-FFF2-40B4-BE49-F238E27FC236}">
                    <a16:creationId xmlns:a16="http://schemas.microsoft.com/office/drawing/2014/main" id="{D138EEF4-BC93-E04F-40B7-D57D505D2ACD}"/>
                  </a:ext>
                </a:extLst>
              </p:cNvPr>
              <p:cNvSpPr>
                <a:spLocks noRot="1" noChangeAspect="1" noMove="1" noResize="1" noEditPoints="1" noAdjustHandles="1" noChangeArrowheads="1" noChangeShapeType="1" noTextEdit="1"/>
              </p:cNvSpPr>
              <p:nvPr/>
            </p:nvSpPr>
            <p:spPr>
              <a:xfrm>
                <a:off x="6095999" y="4551133"/>
                <a:ext cx="5570756" cy="964303"/>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635DA962-CD3C-6017-6BD3-4B599BE9E413}"/>
                  </a:ext>
                </a:extLst>
              </p:cNvPr>
              <p:cNvSpPr/>
              <p:nvPr/>
            </p:nvSpPr>
            <p:spPr>
              <a:xfrm>
                <a:off x="7160265" y="5517173"/>
                <a:ext cx="3763108" cy="523220"/>
              </a:xfrm>
              <a:prstGeom prst="rect">
                <a:avLst/>
              </a:prstGeom>
            </p:spPr>
            <p:txBody>
              <a:bodyPr wrap="square">
                <a:spAutoFit/>
              </a:bodyPr>
              <a:lstStyle/>
              <a:p>
                <a14:m>
                  <m:oMath xmlns:m="http://schemas.openxmlformats.org/officeDocument/2006/math">
                    <m:sSub>
                      <m:sSubPr>
                        <m:ctrlPr>
                          <a:rPr lang="en-AU" sz="2800" b="1" i="1" smtClean="0">
                            <a:latin typeface="Cambria Math" panose="02040503050406030204" pitchFamily="18" charset="0"/>
                            <a:ea typeface="Cambria Math"/>
                          </a:rPr>
                        </m:ctrlPr>
                      </m:sSubPr>
                      <m:e>
                        <m:r>
                          <a:rPr lang="en-AU" sz="2800" b="1" i="1" smtClean="0">
                            <a:latin typeface="Cambria Math"/>
                            <a:ea typeface="Cambria Math"/>
                          </a:rPr>
                          <m:t>𝒊</m:t>
                        </m:r>
                      </m:e>
                      <m:sub>
                        <m:r>
                          <a:rPr lang="en-AU" sz="2800" b="1" i="1" smtClean="0">
                            <a:latin typeface="Cambria Math"/>
                            <a:ea typeface="Cambria Math"/>
                          </a:rPr>
                          <m:t>𝒄</m:t>
                        </m:r>
                      </m:sub>
                    </m:sSub>
                    <m:r>
                      <a:rPr lang="en-AU" sz="2800" b="1" i="1" smtClean="0">
                        <a:latin typeface="Cambria Math"/>
                        <a:ea typeface="Cambria Math"/>
                      </a:rPr>
                      <m:t>=</m:t>
                    </m:r>
                    <m:sSub>
                      <m:sSubPr>
                        <m:ctrlPr>
                          <a:rPr lang="en-AU" sz="2800" b="1" i="1" dirty="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𝒎</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𝒗</m:t>
                        </m:r>
                      </m:e>
                      <m:sub>
                        <m:r>
                          <a:rPr lang="en-AU" sz="2800" b="1" i="1" dirty="0" smtClean="0">
                            <a:latin typeface="Cambria Math"/>
                            <a:ea typeface="Cambria Math"/>
                          </a:rPr>
                          <m:t>𝒃𝒆</m:t>
                        </m:r>
                      </m:sub>
                    </m:sSub>
                  </m:oMath>
                </a14:m>
                <a:r>
                  <a:rPr lang="en-AU" sz="2800" b="1">
                    <a:ea typeface="Cambria Math"/>
                  </a:rPr>
                  <a:t> </a:t>
                </a:r>
                <a14:m>
                  <m:oMath xmlns:m="http://schemas.openxmlformats.org/officeDocument/2006/math">
                    <m:r>
                      <a:rPr lang="en-AU" sz="2800" b="1" i="1" dirty="0" smtClean="0">
                        <a:latin typeface="Cambria Math"/>
                        <a:ea typeface="Cambria Math"/>
                      </a:rPr>
                      <m:t>+</m:t>
                    </m:r>
                    <m:sSub>
                      <m:sSubPr>
                        <m:ctrlPr>
                          <a:rPr lang="en-AU" sz="2800" b="1" i="1" dirty="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𝒐</m:t>
                        </m:r>
                      </m:sub>
                    </m:sSub>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𝒗</m:t>
                        </m:r>
                      </m:e>
                      <m:sub>
                        <m:r>
                          <a:rPr lang="en-AU" sz="2800" b="1" i="1" dirty="0" smtClean="0">
                            <a:latin typeface="Cambria Math"/>
                            <a:ea typeface="Cambria Math"/>
                          </a:rPr>
                          <m:t>𝒄𝒆</m:t>
                        </m:r>
                      </m:sub>
                    </m:sSub>
                  </m:oMath>
                </a14:m>
                <a:endParaRPr lang="en-AU" sz="2800" b="1"/>
              </a:p>
            </p:txBody>
          </p:sp>
        </mc:Choice>
        <mc:Fallback xmlns="">
          <p:sp>
            <p:nvSpPr>
              <p:cNvPr id="32" name="Rectangle 31">
                <a:extLst>
                  <a:ext uri="{FF2B5EF4-FFF2-40B4-BE49-F238E27FC236}">
                    <a16:creationId xmlns:a16="http://schemas.microsoft.com/office/drawing/2014/main" id="{635DA962-CD3C-6017-6BD3-4B599BE9E413}"/>
                  </a:ext>
                </a:extLst>
              </p:cNvPr>
              <p:cNvSpPr>
                <a:spLocks noRot="1" noChangeAspect="1" noMove="1" noResize="1" noEditPoints="1" noAdjustHandles="1" noChangeArrowheads="1" noChangeShapeType="1" noTextEdit="1"/>
              </p:cNvSpPr>
              <p:nvPr/>
            </p:nvSpPr>
            <p:spPr>
              <a:xfrm>
                <a:off x="7160265" y="5517173"/>
                <a:ext cx="3763108" cy="523220"/>
              </a:xfrm>
              <a:prstGeom prst="rect">
                <a:avLst/>
              </a:prstGeom>
              <a:blipFill>
                <a:blip r:embed="rId2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9688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162452" y="596714"/>
            <a:ext cx="11867091" cy="5513168"/>
          </a:xfrm>
        </p:spPr>
        <p:txBody>
          <a:bodyPr>
            <a:normAutofit/>
          </a:bodyPr>
          <a:lstStyle/>
          <a:p>
            <a:pPr marL="469900" marR="673100" indent="-457200">
              <a:buFont typeface="Wingdings" panose="05000000000000000000" pitchFamily="2" charset="2"/>
              <a:buChar char="q"/>
            </a:pPr>
            <a:r>
              <a:rPr lang="en-AU">
                <a:latin typeface="Arial" panose="020B0604020202020204" pitchFamily="34" charset="0"/>
                <a:cs typeface="Arial" panose="020B0604020202020204" pitchFamily="34" charset="0"/>
              </a:rPr>
              <a:t>The g</a:t>
            </a:r>
            <a:r>
              <a:rPr lang="en-AU" baseline="-25000">
                <a:latin typeface="Arial" panose="020B0604020202020204" pitchFamily="34" charset="0"/>
                <a:cs typeface="Arial" panose="020B0604020202020204" pitchFamily="34" charset="0"/>
              </a:rPr>
              <a:t>m</a:t>
            </a:r>
            <a:r>
              <a:rPr lang="en-AU">
                <a:latin typeface="Arial" panose="020B0604020202020204" pitchFamily="34" charset="0"/>
                <a:cs typeface="Arial" panose="020B0604020202020204" pitchFamily="34" charset="0"/>
              </a:rPr>
              <a:t>, g</a:t>
            </a:r>
            <a:r>
              <a:rPr lang="en-AU" baseline="-25000">
                <a:latin typeface="Arial" panose="020B0604020202020204" pitchFamily="34" charset="0"/>
                <a:cs typeface="Arial" panose="020B0604020202020204" pitchFamily="34" charset="0"/>
              </a:rPr>
              <a:t>π</a:t>
            </a:r>
            <a:r>
              <a:rPr lang="en-AU">
                <a:latin typeface="Arial" panose="020B0604020202020204" pitchFamily="34" charset="0"/>
                <a:cs typeface="Arial" panose="020B0604020202020204" pitchFamily="34" charset="0"/>
              </a:rPr>
              <a:t>, g</a:t>
            </a:r>
            <a:r>
              <a:rPr lang="en-AU" baseline="-25000">
                <a:latin typeface="Arial" panose="020B0604020202020204" pitchFamily="34" charset="0"/>
                <a:cs typeface="Arial" panose="020B0604020202020204" pitchFamily="34" charset="0"/>
              </a:rPr>
              <a:t>o</a:t>
            </a:r>
            <a:r>
              <a:rPr lang="en-AU">
                <a:latin typeface="Arial" panose="020B0604020202020204" pitchFamily="34" charset="0"/>
                <a:cs typeface="Arial" panose="020B0604020202020204" pitchFamily="34" charset="0"/>
              </a:rPr>
              <a:t> and </a:t>
            </a:r>
            <a:r>
              <a:rPr lang="en-AU" err="1">
                <a:latin typeface="Arial" panose="020B0604020202020204" pitchFamily="34" charset="0"/>
                <a:cs typeface="Arial" panose="020B0604020202020204" pitchFamily="34" charset="0"/>
              </a:rPr>
              <a:t>g</a:t>
            </a:r>
            <a:r>
              <a:rPr lang="en-AU" baseline="-25000" err="1">
                <a:latin typeface="Arial" panose="020B0604020202020204" pitchFamily="34" charset="0"/>
                <a:cs typeface="Arial" panose="020B0604020202020204" pitchFamily="34" charset="0"/>
              </a:rPr>
              <a:t>μ</a:t>
            </a:r>
            <a:r>
              <a:rPr lang="en-AU">
                <a:latin typeface="Arial" panose="020B0604020202020204" pitchFamily="34" charset="0"/>
                <a:cs typeface="Arial" panose="020B0604020202020204" pitchFamily="34" charset="0"/>
              </a:rPr>
              <a:t> are parameters that we choose to define the differential conductance:</a:t>
            </a: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a:buFont typeface="Wingdings" panose="05000000000000000000" pitchFamily="2" charset="2"/>
              <a:buChar char="q"/>
            </a:pPr>
            <a:r>
              <a:rPr lang="en-AU"/>
              <a:t> </a:t>
            </a:r>
            <a:r>
              <a:rPr lang="en-AU">
                <a:latin typeface="Arial" panose="020B0604020202020204" pitchFamily="34" charset="0"/>
                <a:cs typeface="Arial" panose="020B0604020202020204" pitchFamily="34" charset="0"/>
              </a:rPr>
              <a:t>Determination of g</a:t>
            </a:r>
            <a:r>
              <a:rPr lang="en-AU" baseline="-25000">
                <a:latin typeface="Arial" panose="020B0604020202020204" pitchFamily="34" charset="0"/>
                <a:cs typeface="Arial" panose="020B0604020202020204" pitchFamily="34" charset="0"/>
              </a:rPr>
              <a:t>m </a:t>
            </a:r>
            <a:r>
              <a:rPr lang="en-AU">
                <a:latin typeface="Arial" panose="020B0604020202020204" pitchFamily="34" charset="0"/>
                <a:cs typeface="Arial" panose="020B0604020202020204" pitchFamily="34" charset="0"/>
              </a:rPr>
              <a:t>and g</a:t>
            </a:r>
            <a:r>
              <a:rPr lang="el-GR" baseline="-25000">
                <a:latin typeface="Arial" panose="020B0604020202020204" pitchFamily="34" charset="0"/>
                <a:cs typeface="Arial" panose="020B0604020202020204" pitchFamily="34" charset="0"/>
              </a:rPr>
              <a:t>π</a:t>
            </a:r>
            <a:endParaRPr lang="en-AU" baseline="-25000">
              <a:latin typeface="Arial" panose="020B0604020202020204" pitchFamily="34" charset="0"/>
              <a:cs typeface="Arial" panose="020B0604020202020204" pitchFamily="34" charset="0"/>
            </a:endParaRPr>
          </a:p>
          <a:p>
            <a:pPr lvl="1">
              <a:buFont typeface="Wingdings" panose="05000000000000000000" pitchFamily="2" charset="2"/>
              <a:buChar char="§"/>
            </a:pPr>
            <a:r>
              <a:rPr lang="en-AU" sz="2800">
                <a:latin typeface="Arial" panose="020B0604020202020204" pitchFamily="34" charset="0"/>
                <a:cs typeface="Arial" panose="020B0604020202020204" pitchFamily="34" charset="0"/>
              </a:rPr>
              <a:t>From BJT transistor in active mode, V</a:t>
            </a:r>
            <a:r>
              <a:rPr lang="en-AU" sz="2800" baseline="-25000">
                <a:latin typeface="Arial" panose="020B0604020202020204" pitchFamily="34" charset="0"/>
                <a:cs typeface="Arial" panose="020B0604020202020204" pitchFamily="34" charset="0"/>
              </a:rPr>
              <a:t>BE </a:t>
            </a:r>
            <a:r>
              <a:rPr lang="en-AU" sz="2800">
                <a:latin typeface="Arial" panose="020B0604020202020204" pitchFamily="34" charset="0"/>
                <a:cs typeface="Arial" panose="020B0604020202020204" pitchFamily="34" charset="0"/>
              </a:rPr>
              <a:t>and I</a:t>
            </a:r>
            <a:r>
              <a:rPr lang="en-AU" sz="2800" baseline="-25000">
                <a:latin typeface="Arial" panose="020B0604020202020204" pitchFamily="34" charset="0"/>
                <a:cs typeface="Arial" panose="020B0604020202020204" pitchFamily="34" charset="0"/>
              </a:rPr>
              <a:t>C </a:t>
            </a:r>
            <a:r>
              <a:rPr lang="en-AU" sz="2800">
                <a:latin typeface="Arial" panose="020B0604020202020204" pitchFamily="34" charset="0"/>
                <a:cs typeface="Arial" panose="020B0604020202020204" pitchFamily="34" charset="0"/>
              </a:rPr>
              <a:t>are related as follows</a:t>
            </a: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12700" marR="673100" indent="0">
              <a:buNone/>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927100" marR="673100" lvl="2"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4"/>
              <a:stretch>
                <a:fillRect/>
              </a:stretch>
            </p:blipFill>
            <p:spPr>
              <a:xfrm>
                <a:off x="-81072" y="1266552"/>
                <a:ext cx="20880" cy="26640"/>
              </a:xfrm>
              <a:prstGeom prst="rect">
                <a:avLst/>
              </a:prstGeom>
            </p:spPr>
          </p:pic>
        </mc:Fallback>
      </mc:AlternateContent>
      <p:grpSp>
        <p:nvGrpSpPr>
          <p:cNvPr id="46" name="Group 45">
            <a:extLst>
              <a:ext uri="{FF2B5EF4-FFF2-40B4-BE49-F238E27FC236}">
                <a16:creationId xmlns:a16="http://schemas.microsoft.com/office/drawing/2014/main" id="{7CF44ABD-D083-3992-F734-A1AD5023CDB9}"/>
              </a:ext>
            </a:extLst>
          </p:cNvPr>
          <p:cNvGrpSpPr/>
          <p:nvPr/>
        </p:nvGrpSpPr>
        <p:grpSpPr>
          <a:xfrm>
            <a:off x="8245368" y="1290744"/>
            <a:ext cx="230040" cy="70200"/>
            <a:chOff x="8245368" y="2580048"/>
            <a:chExt cx="230040" cy="70200"/>
          </a:xfrm>
        </p:grpSpPr>
        <mc:AlternateContent xmlns:mc="http://schemas.openxmlformats.org/markup-compatibility/2006" xmlns:p14="http://schemas.microsoft.com/office/powerpoint/2010/main">
          <mc:Choice Requires="p14">
            <p:contentPart p14:bwMode="auto" r:id="rId5">
              <p14:nvContentPartPr>
                <p14:cNvPr id="40" name="Ink 39">
                  <a:extLst>
                    <a:ext uri="{FF2B5EF4-FFF2-40B4-BE49-F238E27FC236}">
                      <a16:creationId xmlns:a16="http://schemas.microsoft.com/office/drawing/2014/main" id="{03CC4649-6E7A-C0A8-6F6B-094848D002E9}"/>
                    </a:ext>
                  </a:extLst>
                </p14:cNvPr>
                <p14:cNvContentPartPr/>
                <p14:nvPr/>
              </p14:nvContentPartPr>
              <p14:xfrm>
                <a:off x="8245368" y="2644128"/>
                <a:ext cx="124560" cy="6120"/>
              </p14:xfrm>
            </p:contentPart>
          </mc:Choice>
          <mc:Fallback xmlns="">
            <p:pic>
              <p:nvPicPr>
                <p:cNvPr id="40" name="Ink 39">
                  <a:extLst>
                    <a:ext uri="{FF2B5EF4-FFF2-40B4-BE49-F238E27FC236}">
                      <a16:creationId xmlns:a16="http://schemas.microsoft.com/office/drawing/2014/main" id="{03CC4649-6E7A-C0A8-6F6B-094848D002E9}"/>
                    </a:ext>
                  </a:extLst>
                </p:cNvPr>
                <p:cNvPicPr/>
                <p:nvPr/>
              </p:nvPicPr>
              <p:blipFill>
                <a:blip r:embed="rId6"/>
                <a:stretch>
                  <a:fillRect/>
                </a:stretch>
              </p:blipFill>
              <p:spPr>
                <a:xfrm>
                  <a:off x="8236368" y="2635128"/>
                  <a:ext cx="1422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2" name="Ink 41">
                  <a:extLst>
                    <a:ext uri="{FF2B5EF4-FFF2-40B4-BE49-F238E27FC236}">
                      <a16:creationId xmlns:a16="http://schemas.microsoft.com/office/drawing/2014/main" id="{20658119-E540-630A-84B0-5CA22366AC23}"/>
                    </a:ext>
                  </a:extLst>
                </p14:cNvPr>
                <p14:cNvContentPartPr/>
                <p14:nvPr/>
              </p14:nvContentPartPr>
              <p14:xfrm>
                <a:off x="8374608" y="2611728"/>
                <a:ext cx="100800" cy="7200"/>
              </p14:xfrm>
            </p:contentPart>
          </mc:Choice>
          <mc:Fallback xmlns="">
            <p:pic>
              <p:nvPicPr>
                <p:cNvPr id="42" name="Ink 41">
                  <a:extLst>
                    <a:ext uri="{FF2B5EF4-FFF2-40B4-BE49-F238E27FC236}">
                      <a16:creationId xmlns:a16="http://schemas.microsoft.com/office/drawing/2014/main" id="{20658119-E540-630A-84B0-5CA22366AC23}"/>
                    </a:ext>
                  </a:extLst>
                </p:cNvPr>
                <p:cNvPicPr/>
                <p:nvPr/>
              </p:nvPicPr>
              <p:blipFill>
                <a:blip r:embed="rId8"/>
                <a:stretch>
                  <a:fillRect/>
                </a:stretch>
              </p:blipFill>
              <p:spPr>
                <a:xfrm>
                  <a:off x="8365608" y="2602728"/>
                  <a:ext cx="1184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3" name="Ink 42">
                  <a:extLst>
                    <a:ext uri="{FF2B5EF4-FFF2-40B4-BE49-F238E27FC236}">
                      <a16:creationId xmlns:a16="http://schemas.microsoft.com/office/drawing/2014/main" id="{ED9CEE95-41D6-2360-E6C8-4318CCEE4AB8}"/>
                    </a:ext>
                  </a:extLst>
                </p14:cNvPr>
                <p14:cNvContentPartPr/>
                <p14:nvPr/>
              </p14:nvContentPartPr>
              <p14:xfrm>
                <a:off x="8461728" y="2580048"/>
                <a:ext cx="13320" cy="33120"/>
              </p14:xfrm>
            </p:contentPart>
          </mc:Choice>
          <mc:Fallback xmlns="">
            <p:pic>
              <p:nvPicPr>
                <p:cNvPr id="43" name="Ink 42">
                  <a:extLst>
                    <a:ext uri="{FF2B5EF4-FFF2-40B4-BE49-F238E27FC236}">
                      <a16:creationId xmlns:a16="http://schemas.microsoft.com/office/drawing/2014/main" id="{ED9CEE95-41D6-2360-E6C8-4318CCEE4AB8}"/>
                    </a:ext>
                  </a:extLst>
                </p:cNvPr>
                <p:cNvPicPr/>
                <p:nvPr/>
              </p:nvPicPr>
              <p:blipFill>
                <a:blip r:embed="rId10"/>
                <a:stretch>
                  <a:fillRect/>
                </a:stretch>
              </p:blipFill>
              <p:spPr>
                <a:xfrm>
                  <a:off x="8452478" y="2571145"/>
                  <a:ext cx="31450" cy="5057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44" name="Ink 43">
                <a:extLst>
                  <a:ext uri="{FF2B5EF4-FFF2-40B4-BE49-F238E27FC236}">
                    <a16:creationId xmlns:a16="http://schemas.microsoft.com/office/drawing/2014/main" id="{F676FBB3-A74E-8FDA-9D7E-937C0AD84D19}"/>
                  </a:ext>
                </a:extLst>
              </p14:cNvPr>
              <p14:cNvContentPartPr/>
              <p14:nvPr/>
            </p14:nvContentPartPr>
            <p14:xfrm>
              <a:off x="8494128" y="1552824"/>
              <a:ext cx="11880" cy="26640"/>
            </p14:xfrm>
          </p:contentPart>
        </mc:Choice>
        <mc:Fallback xmlns="">
          <p:pic>
            <p:nvPicPr>
              <p:cNvPr id="44" name="Ink 43">
                <a:extLst>
                  <a:ext uri="{FF2B5EF4-FFF2-40B4-BE49-F238E27FC236}">
                    <a16:creationId xmlns:a16="http://schemas.microsoft.com/office/drawing/2014/main" id="{F676FBB3-A74E-8FDA-9D7E-937C0AD84D19}"/>
                  </a:ext>
                </a:extLst>
              </p:cNvPr>
              <p:cNvPicPr/>
              <p:nvPr/>
            </p:nvPicPr>
            <p:blipFill>
              <a:blip r:embed="rId12"/>
              <a:stretch>
                <a:fillRect/>
              </a:stretch>
            </p:blipFill>
            <p:spPr>
              <a:xfrm>
                <a:off x="8485128" y="1543824"/>
                <a:ext cx="295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5" name="Ink 44">
                <a:extLst>
                  <a:ext uri="{FF2B5EF4-FFF2-40B4-BE49-F238E27FC236}">
                    <a16:creationId xmlns:a16="http://schemas.microsoft.com/office/drawing/2014/main" id="{0EBF1460-3E70-323B-2774-9095D067041A}"/>
                  </a:ext>
                </a:extLst>
              </p14:cNvPr>
              <p14:cNvContentPartPr/>
              <p14:nvPr/>
            </p14:nvContentPartPr>
            <p14:xfrm>
              <a:off x="8472888" y="1772064"/>
              <a:ext cx="8280" cy="198360"/>
            </p14:xfrm>
          </p:contentPart>
        </mc:Choice>
        <mc:Fallback xmlns="">
          <p:pic>
            <p:nvPicPr>
              <p:cNvPr id="45" name="Ink 44">
                <a:extLst>
                  <a:ext uri="{FF2B5EF4-FFF2-40B4-BE49-F238E27FC236}">
                    <a16:creationId xmlns:a16="http://schemas.microsoft.com/office/drawing/2014/main" id="{0EBF1460-3E70-323B-2774-9095D067041A}"/>
                  </a:ext>
                </a:extLst>
              </p:cNvPr>
              <p:cNvPicPr/>
              <p:nvPr/>
            </p:nvPicPr>
            <p:blipFill>
              <a:blip r:embed="rId14"/>
              <a:stretch>
                <a:fillRect/>
              </a:stretch>
            </p:blipFill>
            <p:spPr>
              <a:xfrm>
                <a:off x="8463888" y="1763064"/>
                <a:ext cx="259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8" name="Ink 57">
                <a:extLst>
                  <a:ext uri="{FF2B5EF4-FFF2-40B4-BE49-F238E27FC236}">
                    <a16:creationId xmlns:a16="http://schemas.microsoft.com/office/drawing/2014/main" id="{432CF5DA-75E7-19C2-739F-A85427E1D7D8}"/>
                  </a:ext>
                </a:extLst>
              </p14:cNvPr>
              <p14:cNvContentPartPr/>
              <p14:nvPr/>
            </p14:nvContentPartPr>
            <p14:xfrm>
              <a:off x="4637808" y="1633968"/>
              <a:ext cx="5400" cy="19080"/>
            </p14:xfrm>
          </p:contentPart>
        </mc:Choice>
        <mc:Fallback xmlns="">
          <p:pic>
            <p:nvPicPr>
              <p:cNvPr id="58" name="Ink 57">
                <a:extLst>
                  <a:ext uri="{FF2B5EF4-FFF2-40B4-BE49-F238E27FC236}">
                    <a16:creationId xmlns:a16="http://schemas.microsoft.com/office/drawing/2014/main" id="{432CF5DA-75E7-19C2-739F-A85427E1D7D8}"/>
                  </a:ext>
                </a:extLst>
              </p:cNvPr>
              <p:cNvPicPr/>
              <p:nvPr/>
            </p:nvPicPr>
            <p:blipFill>
              <a:blip r:embed="rId16"/>
              <a:stretch>
                <a:fillRect/>
              </a:stretch>
            </p:blipFill>
            <p:spPr>
              <a:xfrm>
                <a:off x="4628165" y="1625135"/>
                <a:ext cx="24300" cy="36393"/>
              </a:xfrm>
              <a:prstGeom prst="rect">
                <a:avLst/>
              </a:prstGeom>
            </p:spPr>
          </p:pic>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A9F5BE94-C39F-1449-7AED-817801BD1E9F}"/>
                  </a:ext>
                </a:extLst>
              </p:cNvPr>
              <p:cNvSpPr/>
              <p:nvPr/>
            </p:nvSpPr>
            <p:spPr>
              <a:xfrm>
                <a:off x="2680001" y="1416744"/>
                <a:ext cx="1195832" cy="115608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b="1" i="1" dirty="0">
                              <a:latin typeface="Cambria Math" panose="02040503050406030204" pitchFamily="18" charset="0"/>
                              <a:ea typeface="Cambria Math"/>
                            </a:rPr>
                          </m:ctrlPr>
                        </m:sSubPr>
                        <m:e>
                          <m:d>
                            <m:dPr>
                              <m:begChr m:val=""/>
                              <m:endChr m:val="|"/>
                              <m:ctrlPr>
                                <a:rPr lang="en-AU" sz="2800" b="1" i="1" dirty="0">
                                  <a:latin typeface="Cambria Math" panose="02040503050406030204" pitchFamily="18" charset="0"/>
                                  <a:ea typeface="Cambria Math"/>
                                </a:rPr>
                              </m:ctrlPr>
                            </m:dPr>
                            <m:e>
                              <m:r>
                                <a:rPr lang="en-AU" sz="2800" b="1" i="1">
                                  <a:latin typeface="Cambria Math"/>
                                  <a:ea typeface="Cambria Math"/>
                                </a:rPr>
                                <m:t>=</m:t>
                              </m:r>
                              <m:f>
                                <m:fPr>
                                  <m:ctrlPr>
                                    <a:rPr lang="en-AU" sz="2800" b="1" i="1" dirty="0">
                                      <a:latin typeface="Cambria Math" panose="02040503050406030204" pitchFamily="18" charset="0"/>
                                      <a:ea typeface="Cambria Math"/>
                                    </a:rPr>
                                  </m:ctrlPr>
                                </m:fPr>
                                <m:num>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𝒊</m:t>
                                      </m:r>
                                    </m:e>
                                    <m:sub>
                                      <m:r>
                                        <a:rPr lang="en-AU" sz="2800" b="1" i="1" dirty="0">
                                          <a:latin typeface="Cambria Math"/>
                                          <a:ea typeface="Cambria Math"/>
                                        </a:rPr>
                                        <m:t>𝑩</m:t>
                                      </m:r>
                                    </m:sub>
                                  </m:sSub>
                                </m:num>
                                <m:den>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𝒗</m:t>
                                      </m:r>
                                    </m:e>
                                    <m:sub>
                                      <m:r>
                                        <a:rPr lang="en-AU" sz="2800" b="1" i="1" dirty="0">
                                          <a:latin typeface="Cambria Math"/>
                                          <a:ea typeface="Cambria Math"/>
                                        </a:rPr>
                                        <m:t>𝑩𝑬</m:t>
                                      </m:r>
                                    </m:sub>
                                  </m:sSub>
                                </m:den>
                              </m:f>
                            </m:e>
                          </m:d>
                        </m:e>
                        <m:sub>
                          <m:r>
                            <a:rPr lang="en-AU" sz="2800" b="1" i="1" dirty="0">
                              <a:latin typeface="Cambria Math"/>
                              <a:ea typeface="Cambria Math"/>
                            </a:rPr>
                            <m:t>𝑸</m:t>
                          </m:r>
                        </m:sub>
                      </m:sSub>
                    </m:oMath>
                  </m:oMathPara>
                </a14:m>
                <a:endParaRPr lang="en-AU" sz="2800" b="1"/>
              </a:p>
            </p:txBody>
          </p:sp>
        </mc:Choice>
        <mc:Fallback xmlns="">
          <p:sp>
            <p:nvSpPr>
              <p:cNvPr id="22" name="Rectangle 21">
                <a:extLst>
                  <a:ext uri="{FF2B5EF4-FFF2-40B4-BE49-F238E27FC236}">
                    <a16:creationId xmlns:a16="http://schemas.microsoft.com/office/drawing/2014/main" id="{A9F5BE94-C39F-1449-7AED-817801BD1E9F}"/>
                  </a:ext>
                </a:extLst>
              </p:cNvPr>
              <p:cNvSpPr>
                <a:spLocks noRot="1" noChangeAspect="1" noMove="1" noResize="1" noEditPoints="1" noAdjustHandles="1" noChangeArrowheads="1" noChangeShapeType="1" noTextEdit="1"/>
              </p:cNvSpPr>
              <p:nvPr/>
            </p:nvSpPr>
            <p:spPr>
              <a:xfrm>
                <a:off x="2680001" y="1416744"/>
                <a:ext cx="1195832" cy="1156086"/>
              </a:xfrm>
              <a:prstGeom prst="rect">
                <a:avLst/>
              </a:prstGeom>
              <a:blipFill>
                <a:blip r:embed="rId17"/>
                <a:stretch>
                  <a:fillRect r="-290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E5E3CDA5-649A-0519-0A2D-A3BBBF5D6968}"/>
                  </a:ext>
                </a:extLst>
              </p:cNvPr>
              <p:cNvSpPr/>
              <p:nvPr/>
            </p:nvSpPr>
            <p:spPr>
              <a:xfrm>
                <a:off x="2081118" y="1638476"/>
                <a:ext cx="81608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b="1" i="1" dirty="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𝝅</m:t>
                          </m:r>
                        </m:sub>
                      </m:sSub>
                    </m:oMath>
                  </m:oMathPara>
                </a14:m>
                <a:endParaRPr lang="en-AU" sz="2800" b="1"/>
              </a:p>
            </p:txBody>
          </p:sp>
        </mc:Choice>
        <mc:Fallback xmlns="">
          <p:sp>
            <p:nvSpPr>
              <p:cNvPr id="25" name="Rectangle 24">
                <a:extLst>
                  <a:ext uri="{FF2B5EF4-FFF2-40B4-BE49-F238E27FC236}">
                    <a16:creationId xmlns:a16="http://schemas.microsoft.com/office/drawing/2014/main" id="{E5E3CDA5-649A-0519-0A2D-A3BBBF5D6968}"/>
                  </a:ext>
                </a:extLst>
              </p:cNvPr>
              <p:cNvSpPr>
                <a:spLocks noRot="1" noChangeAspect="1" noMove="1" noResize="1" noEditPoints="1" noAdjustHandles="1" noChangeArrowheads="1" noChangeShapeType="1" noTextEdit="1"/>
              </p:cNvSpPr>
              <p:nvPr/>
            </p:nvSpPr>
            <p:spPr>
              <a:xfrm>
                <a:off x="2081118" y="1638476"/>
                <a:ext cx="816081" cy="523220"/>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D138EEF4-BC93-E04F-40B7-D57D505D2ACD}"/>
                  </a:ext>
                </a:extLst>
              </p:cNvPr>
              <p:cNvSpPr/>
              <p:nvPr/>
            </p:nvSpPr>
            <p:spPr>
              <a:xfrm>
                <a:off x="6269344" y="2505562"/>
                <a:ext cx="1775329" cy="115608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AU" sz="2800" b="1" i="1" smtClean="0">
                          <a:latin typeface="Cambria Math"/>
                          <a:ea typeface="Cambria Math"/>
                        </a:rPr>
                        <m:t>=</m:t>
                      </m:r>
                      <m:sSub>
                        <m:sSubPr>
                          <m:ctrlPr>
                            <a:rPr lang="en-AU" sz="2800" b="1" i="1" dirty="0">
                              <a:latin typeface="Cambria Math" panose="02040503050406030204" pitchFamily="18" charset="0"/>
                              <a:ea typeface="Cambria Math"/>
                            </a:rPr>
                          </m:ctrlPr>
                        </m:sSubPr>
                        <m:e>
                          <m:d>
                            <m:dPr>
                              <m:begChr m:val=""/>
                              <m:endChr m:val="|"/>
                              <m:ctrlPr>
                                <a:rPr lang="en-AU" sz="2800" b="1" i="1" dirty="0">
                                  <a:latin typeface="Cambria Math" panose="02040503050406030204" pitchFamily="18" charset="0"/>
                                  <a:ea typeface="Cambria Math"/>
                                </a:rPr>
                              </m:ctrlPr>
                            </m:dPr>
                            <m:e>
                              <m:f>
                                <m:fPr>
                                  <m:ctrlPr>
                                    <a:rPr lang="en-AU" sz="2800" b="1" i="1" dirty="0">
                                      <a:latin typeface="Cambria Math" panose="02040503050406030204" pitchFamily="18" charset="0"/>
                                      <a:ea typeface="Cambria Math"/>
                                    </a:rPr>
                                  </m:ctrlPr>
                                </m:fPr>
                                <m:num>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𝒊</m:t>
                                      </m:r>
                                    </m:e>
                                    <m:sub>
                                      <m:r>
                                        <a:rPr lang="en-AU" sz="2800" b="1" i="1" dirty="0" smtClean="0">
                                          <a:latin typeface="Cambria Math"/>
                                          <a:ea typeface="Cambria Math"/>
                                        </a:rPr>
                                        <m:t>𝑪</m:t>
                                      </m:r>
                                    </m:sub>
                                  </m:sSub>
                                </m:num>
                                <m:den>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𝒗</m:t>
                                      </m:r>
                                    </m:e>
                                    <m:sub>
                                      <m:r>
                                        <a:rPr lang="en-AU" sz="2800" b="1" i="1" dirty="0">
                                          <a:latin typeface="Cambria Math"/>
                                          <a:ea typeface="Cambria Math"/>
                                        </a:rPr>
                                        <m:t>𝑪𝑬</m:t>
                                      </m:r>
                                    </m:sub>
                                  </m:sSub>
                                </m:den>
                              </m:f>
                            </m:e>
                          </m:d>
                        </m:e>
                        <m:sub>
                          <m:r>
                            <a:rPr lang="en-AU" sz="2800" b="1" i="1" dirty="0">
                              <a:latin typeface="Cambria Math"/>
                              <a:ea typeface="Cambria Math"/>
                            </a:rPr>
                            <m:t>𝑸</m:t>
                          </m:r>
                        </m:sub>
                      </m:sSub>
                    </m:oMath>
                  </m:oMathPara>
                </a14:m>
                <a:endParaRPr lang="en-AU" sz="2800" b="1"/>
              </a:p>
            </p:txBody>
          </p:sp>
        </mc:Choice>
        <mc:Fallback xmlns="">
          <p:sp>
            <p:nvSpPr>
              <p:cNvPr id="28" name="Rectangle 27">
                <a:extLst>
                  <a:ext uri="{FF2B5EF4-FFF2-40B4-BE49-F238E27FC236}">
                    <a16:creationId xmlns:a16="http://schemas.microsoft.com/office/drawing/2014/main" id="{D138EEF4-BC93-E04F-40B7-D57D505D2ACD}"/>
                  </a:ext>
                </a:extLst>
              </p:cNvPr>
              <p:cNvSpPr>
                <a:spLocks noRot="1" noChangeAspect="1" noMove="1" noResize="1" noEditPoints="1" noAdjustHandles="1" noChangeArrowheads="1" noChangeShapeType="1" noTextEdit="1"/>
              </p:cNvSpPr>
              <p:nvPr/>
            </p:nvSpPr>
            <p:spPr>
              <a:xfrm>
                <a:off x="6269344" y="2505562"/>
                <a:ext cx="1775329" cy="1156086"/>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635DA962-CD3C-6017-6BD3-4B599BE9E413}"/>
                  </a:ext>
                </a:extLst>
              </p:cNvPr>
              <p:cNvSpPr/>
              <p:nvPr/>
            </p:nvSpPr>
            <p:spPr>
              <a:xfrm>
                <a:off x="2216951" y="2716310"/>
                <a:ext cx="544413"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b="1" i="1" dirty="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𝒎</m:t>
                          </m:r>
                        </m:sub>
                      </m:sSub>
                    </m:oMath>
                  </m:oMathPara>
                </a14:m>
                <a:endParaRPr lang="en-AU" sz="2800" b="1"/>
              </a:p>
            </p:txBody>
          </p:sp>
        </mc:Choice>
        <mc:Fallback xmlns="">
          <p:sp>
            <p:nvSpPr>
              <p:cNvPr id="32" name="Rectangle 31">
                <a:extLst>
                  <a:ext uri="{FF2B5EF4-FFF2-40B4-BE49-F238E27FC236}">
                    <a16:creationId xmlns:a16="http://schemas.microsoft.com/office/drawing/2014/main" id="{635DA962-CD3C-6017-6BD3-4B599BE9E413}"/>
                  </a:ext>
                </a:extLst>
              </p:cNvPr>
              <p:cNvSpPr>
                <a:spLocks noRot="1" noChangeAspect="1" noMove="1" noResize="1" noEditPoints="1" noAdjustHandles="1" noChangeArrowheads="1" noChangeShapeType="1" noTextEdit="1"/>
              </p:cNvSpPr>
              <p:nvPr/>
            </p:nvSpPr>
            <p:spPr>
              <a:xfrm>
                <a:off x="2216951" y="2716310"/>
                <a:ext cx="544413" cy="523220"/>
              </a:xfrm>
              <a:prstGeom prst="rect">
                <a:avLst/>
              </a:prstGeom>
              <a:blipFill>
                <a:blip r:embed="rId20"/>
                <a:stretch>
                  <a:fillRect r="-44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34C857E7-8DB5-372B-55A2-34D7B234DF03}"/>
                  </a:ext>
                </a:extLst>
              </p:cNvPr>
              <p:cNvSpPr/>
              <p:nvPr/>
            </p:nvSpPr>
            <p:spPr>
              <a:xfrm>
                <a:off x="5686207" y="1638476"/>
                <a:ext cx="1039087" cy="558166"/>
              </a:xfrm>
              <a:prstGeom prst="rect">
                <a:avLst/>
              </a:prstGeom>
            </p:spPr>
            <p:txBody>
              <a:bodyPr wrap="square">
                <a:spAutoFit/>
              </a:bodyPr>
              <a:lstStyle/>
              <a:p>
                <a14:m>
                  <m:oMath xmlns:m="http://schemas.openxmlformats.org/officeDocument/2006/math">
                    <m:sSub>
                      <m:sSubPr>
                        <m:ctrlPr>
                          <a:rPr lang="en-AU" sz="2800" b="1" i="1" dirty="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𝝁</m:t>
                        </m:r>
                      </m:sub>
                    </m:sSub>
                  </m:oMath>
                </a14:m>
                <a:r>
                  <a:rPr lang="en-AU" sz="2800" b="1">
                    <a:ea typeface="Cambria Math"/>
                  </a:rPr>
                  <a:t> </a:t>
                </a:r>
                <a14:m>
                  <m:oMath xmlns:m="http://schemas.openxmlformats.org/officeDocument/2006/math">
                    <m:r>
                      <a:rPr lang="en-AU" sz="2800" b="1" i="1">
                        <a:latin typeface="Cambria Math"/>
                        <a:ea typeface="Cambria Math"/>
                      </a:rPr>
                      <m:t>=</m:t>
                    </m:r>
                  </m:oMath>
                </a14:m>
                <a:endParaRPr lang="en-AU" sz="2800" b="1"/>
              </a:p>
            </p:txBody>
          </p:sp>
        </mc:Choice>
        <mc:Fallback xmlns="">
          <p:sp>
            <p:nvSpPr>
              <p:cNvPr id="8" name="Rectangle 7">
                <a:extLst>
                  <a:ext uri="{FF2B5EF4-FFF2-40B4-BE49-F238E27FC236}">
                    <a16:creationId xmlns:a16="http://schemas.microsoft.com/office/drawing/2014/main" id="{34C857E7-8DB5-372B-55A2-34D7B234DF03}"/>
                  </a:ext>
                </a:extLst>
              </p:cNvPr>
              <p:cNvSpPr>
                <a:spLocks noRot="1" noChangeAspect="1" noMove="1" noResize="1" noEditPoints="1" noAdjustHandles="1" noChangeArrowheads="1" noChangeShapeType="1" noTextEdit="1"/>
              </p:cNvSpPr>
              <p:nvPr/>
            </p:nvSpPr>
            <p:spPr>
              <a:xfrm>
                <a:off x="5686207" y="1638476"/>
                <a:ext cx="1039087" cy="558166"/>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42F646DE-B05C-831A-8DEA-84FEB9C62D8B}"/>
                  </a:ext>
                </a:extLst>
              </p:cNvPr>
              <p:cNvSpPr/>
              <p:nvPr/>
            </p:nvSpPr>
            <p:spPr>
              <a:xfrm>
                <a:off x="6633219" y="1460041"/>
                <a:ext cx="1319469" cy="115608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b="1" i="1" dirty="0">
                              <a:latin typeface="Cambria Math" panose="02040503050406030204" pitchFamily="18" charset="0"/>
                              <a:ea typeface="Cambria Math"/>
                            </a:rPr>
                          </m:ctrlPr>
                        </m:sSubPr>
                        <m:e>
                          <m:d>
                            <m:dPr>
                              <m:begChr m:val=""/>
                              <m:endChr m:val="|"/>
                              <m:ctrlPr>
                                <a:rPr lang="en-AU" sz="2800" b="1" i="1" dirty="0">
                                  <a:latin typeface="Cambria Math" panose="02040503050406030204" pitchFamily="18" charset="0"/>
                                  <a:ea typeface="Cambria Math"/>
                                </a:rPr>
                              </m:ctrlPr>
                            </m:dPr>
                            <m:e>
                              <m:f>
                                <m:fPr>
                                  <m:ctrlPr>
                                    <a:rPr lang="en-AU" sz="2800" b="1" i="1" dirty="0">
                                      <a:latin typeface="Cambria Math" panose="02040503050406030204" pitchFamily="18" charset="0"/>
                                      <a:ea typeface="Cambria Math"/>
                                    </a:rPr>
                                  </m:ctrlPr>
                                </m:fPr>
                                <m:num>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𝒊</m:t>
                                      </m:r>
                                    </m:e>
                                    <m:sub>
                                      <m:r>
                                        <a:rPr lang="en-AU" sz="2800" b="1" i="1" dirty="0" smtClean="0">
                                          <a:latin typeface="Cambria Math"/>
                                          <a:ea typeface="Cambria Math"/>
                                        </a:rPr>
                                        <m:t>𝑩</m:t>
                                      </m:r>
                                    </m:sub>
                                  </m:sSub>
                                </m:num>
                                <m:den>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𝒗</m:t>
                                      </m:r>
                                    </m:e>
                                    <m:sub>
                                      <m:r>
                                        <a:rPr lang="en-AU" sz="2800" b="1" i="1" dirty="0">
                                          <a:latin typeface="Cambria Math"/>
                                          <a:ea typeface="Cambria Math"/>
                                        </a:rPr>
                                        <m:t>𝑪𝑬</m:t>
                                      </m:r>
                                    </m:sub>
                                  </m:sSub>
                                </m:den>
                              </m:f>
                            </m:e>
                          </m:d>
                        </m:e>
                        <m:sub>
                          <m:r>
                            <a:rPr lang="en-AU" sz="2800" b="1" i="1" dirty="0">
                              <a:latin typeface="Cambria Math"/>
                              <a:ea typeface="Cambria Math"/>
                            </a:rPr>
                            <m:t>𝑸</m:t>
                          </m:r>
                        </m:sub>
                      </m:sSub>
                    </m:oMath>
                  </m:oMathPara>
                </a14:m>
                <a:endParaRPr lang="en-AU" sz="2800" b="1"/>
              </a:p>
            </p:txBody>
          </p:sp>
        </mc:Choice>
        <mc:Fallback xmlns="">
          <p:sp>
            <p:nvSpPr>
              <p:cNvPr id="9" name="Rectangle 8">
                <a:extLst>
                  <a:ext uri="{FF2B5EF4-FFF2-40B4-BE49-F238E27FC236}">
                    <a16:creationId xmlns:a16="http://schemas.microsoft.com/office/drawing/2014/main" id="{42F646DE-B05C-831A-8DEA-84FEB9C62D8B}"/>
                  </a:ext>
                </a:extLst>
              </p:cNvPr>
              <p:cNvSpPr>
                <a:spLocks noRot="1" noChangeAspect="1" noMove="1" noResize="1" noEditPoints="1" noAdjustHandles="1" noChangeArrowheads="1" noChangeShapeType="1" noTextEdit="1"/>
              </p:cNvSpPr>
              <p:nvPr/>
            </p:nvSpPr>
            <p:spPr>
              <a:xfrm>
                <a:off x="6633219" y="1460041"/>
                <a:ext cx="1319469" cy="1156086"/>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6BC83DEC-3181-5250-E33F-24136A24D5FE}"/>
                  </a:ext>
                </a:extLst>
              </p:cNvPr>
              <p:cNvSpPr/>
              <p:nvPr/>
            </p:nvSpPr>
            <p:spPr>
              <a:xfrm>
                <a:off x="5823792" y="2715536"/>
                <a:ext cx="544413"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b="1" i="1" dirty="0">
                              <a:latin typeface="Cambria Math" panose="02040503050406030204" pitchFamily="18" charset="0"/>
                              <a:ea typeface="Cambria Math"/>
                            </a:rPr>
                          </m:ctrlPr>
                        </m:sSubPr>
                        <m:e>
                          <m:r>
                            <a:rPr lang="en-AU" sz="2800" b="1" i="1" dirty="0" smtClean="0">
                              <a:latin typeface="Cambria Math"/>
                              <a:ea typeface="Cambria Math"/>
                            </a:rPr>
                            <m:t>𝒈</m:t>
                          </m:r>
                        </m:e>
                        <m:sub>
                          <m:r>
                            <a:rPr lang="en-AU" sz="2800" b="1" i="1" dirty="0" smtClean="0">
                              <a:latin typeface="Cambria Math"/>
                              <a:ea typeface="Cambria Math"/>
                            </a:rPr>
                            <m:t>𝒐</m:t>
                          </m:r>
                        </m:sub>
                      </m:sSub>
                    </m:oMath>
                  </m:oMathPara>
                </a14:m>
                <a:endParaRPr lang="en-AU" sz="2800" b="1"/>
              </a:p>
            </p:txBody>
          </p:sp>
        </mc:Choice>
        <mc:Fallback xmlns="">
          <p:sp>
            <p:nvSpPr>
              <p:cNvPr id="10" name="Rectangle 9">
                <a:extLst>
                  <a:ext uri="{FF2B5EF4-FFF2-40B4-BE49-F238E27FC236}">
                    <a16:creationId xmlns:a16="http://schemas.microsoft.com/office/drawing/2014/main" id="{6BC83DEC-3181-5250-E33F-24136A24D5FE}"/>
                  </a:ext>
                </a:extLst>
              </p:cNvPr>
              <p:cNvSpPr>
                <a:spLocks noRot="1" noChangeAspect="1" noMove="1" noResize="1" noEditPoints="1" noAdjustHandles="1" noChangeArrowheads="1" noChangeShapeType="1" noTextEdit="1"/>
              </p:cNvSpPr>
              <p:nvPr/>
            </p:nvSpPr>
            <p:spPr>
              <a:xfrm>
                <a:off x="5823792" y="2715536"/>
                <a:ext cx="544413" cy="523220"/>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75FB2DBA-25DD-6468-7E2F-35AD7A771764}"/>
                  </a:ext>
                </a:extLst>
              </p:cNvPr>
              <p:cNvSpPr/>
              <p:nvPr/>
            </p:nvSpPr>
            <p:spPr>
              <a:xfrm>
                <a:off x="2758887" y="2523797"/>
                <a:ext cx="1624585" cy="115608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AU" sz="2800" b="1" i="1" smtClean="0">
                          <a:latin typeface="Cambria Math"/>
                          <a:ea typeface="Cambria Math"/>
                        </a:rPr>
                        <m:t>=</m:t>
                      </m:r>
                      <m:sSub>
                        <m:sSubPr>
                          <m:ctrlPr>
                            <a:rPr lang="en-AU" sz="2800" b="1" i="1" dirty="0">
                              <a:latin typeface="Cambria Math" panose="02040503050406030204" pitchFamily="18" charset="0"/>
                              <a:ea typeface="Cambria Math"/>
                            </a:rPr>
                          </m:ctrlPr>
                        </m:sSubPr>
                        <m:e>
                          <m:d>
                            <m:dPr>
                              <m:begChr m:val=""/>
                              <m:endChr m:val="|"/>
                              <m:ctrlPr>
                                <a:rPr lang="en-AU" sz="2800" b="1" i="1" dirty="0">
                                  <a:latin typeface="Cambria Math" panose="02040503050406030204" pitchFamily="18" charset="0"/>
                                  <a:ea typeface="Cambria Math"/>
                                </a:rPr>
                              </m:ctrlPr>
                            </m:dPr>
                            <m:e>
                              <m:f>
                                <m:fPr>
                                  <m:ctrlPr>
                                    <a:rPr lang="en-AU" sz="2800" b="1" i="1" dirty="0">
                                      <a:latin typeface="Cambria Math" panose="02040503050406030204" pitchFamily="18" charset="0"/>
                                      <a:ea typeface="Cambria Math"/>
                                    </a:rPr>
                                  </m:ctrlPr>
                                </m:fPr>
                                <m:num>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𝒊</m:t>
                                      </m:r>
                                    </m:e>
                                    <m:sub>
                                      <m:r>
                                        <a:rPr lang="en-AU" sz="2800" b="1" i="1" dirty="0" smtClean="0">
                                          <a:latin typeface="Cambria Math"/>
                                          <a:ea typeface="Cambria Math"/>
                                        </a:rPr>
                                        <m:t>𝑪</m:t>
                                      </m:r>
                                    </m:sub>
                                  </m:sSub>
                                </m:num>
                                <m:den>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m:t>
                                      </m:r>
                                      <m:r>
                                        <a:rPr lang="en-AU" sz="2800" b="1" i="1" dirty="0">
                                          <a:latin typeface="Cambria Math"/>
                                          <a:ea typeface="Cambria Math"/>
                                        </a:rPr>
                                        <m:t>𝒗</m:t>
                                      </m:r>
                                    </m:e>
                                    <m:sub>
                                      <m:r>
                                        <a:rPr lang="en-AU" sz="2800" b="1" i="1" dirty="0">
                                          <a:latin typeface="Cambria Math"/>
                                          <a:ea typeface="Cambria Math"/>
                                        </a:rPr>
                                        <m:t>𝑩𝑬</m:t>
                                      </m:r>
                                    </m:sub>
                                  </m:sSub>
                                </m:den>
                              </m:f>
                            </m:e>
                          </m:d>
                        </m:e>
                        <m:sub>
                          <m:r>
                            <a:rPr lang="en-AU" sz="2800" b="1" i="1" dirty="0">
                              <a:latin typeface="Cambria Math"/>
                              <a:ea typeface="Cambria Math"/>
                            </a:rPr>
                            <m:t>𝑸</m:t>
                          </m:r>
                        </m:sub>
                      </m:sSub>
                    </m:oMath>
                  </m:oMathPara>
                </a14:m>
                <a:endParaRPr lang="en-AU" sz="2800" b="1"/>
              </a:p>
            </p:txBody>
          </p:sp>
        </mc:Choice>
        <mc:Fallback xmlns="">
          <p:sp>
            <p:nvSpPr>
              <p:cNvPr id="11" name="Rectangle 10">
                <a:extLst>
                  <a:ext uri="{FF2B5EF4-FFF2-40B4-BE49-F238E27FC236}">
                    <a16:creationId xmlns:a16="http://schemas.microsoft.com/office/drawing/2014/main" id="{75FB2DBA-25DD-6468-7E2F-35AD7A771764}"/>
                  </a:ext>
                </a:extLst>
              </p:cNvPr>
              <p:cNvSpPr>
                <a:spLocks noRot="1" noChangeAspect="1" noMove="1" noResize="1" noEditPoints="1" noAdjustHandles="1" noChangeArrowheads="1" noChangeShapeType="1" noTextEdit="1"/>
              </p:cNvSpPr>
              <p:nvPr/>
            </p:nvSpPr>
            <p:spPr>
              <a:xfrm>
                <a:off x="2758887" y="2523797"/>
                <a:ext cx="1624585" cy="1156086"/>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02B2EA13-A505-448E-91D6-5E553DD3F42C}"/>
                  </a:ext>
                </a:extLst>
              </p:cNvPr>
              <p:cNvSpPr/>
              <p:nvPr/>
            </p:nvSpPr>
            <p:spPr>
              <a:xfrm>
                <a:off x="3162213" y="4957311"/>
                <a:ext cx="3471006" cy="9694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b="1" i="1" dirty="0" smtClean="0">
                              <a:latin typeface="Cambria Math" panose="02040503050406030204" pitchFamily="18" charset="0"/>
                              <a:ea typeface="Cambria Math"/>
                            </a:rPr>
                          </m:ctrlPr>
                        </m:sSubPr>
                        <m:e>
                          <m:r>
                            <a:rPr lang="en-AU" sz="2800" b="1" i="1" dirty="0">
                              <a:latin typeface="Cambria Math"/>
                              <a:ea typeface="Cambria Math"/>
                            </a:rPr>
                            <m:t>𝒊</m:t>
                          </m:r>
                        </m:e>
                        <m:sub>
                          <m:r>
                            <a:rPr lang="en-AU" sz="2800" b="1" i="1" dirty="0">
                              <a:latin typeface="Cambria Math"/>
                              <a:ea typeface="Cambria Math"/>
                            </a:rPr>
                            <m:t>𝑪</m:t>
                          </m:r>
                        </m:sub>
                      </m:sSub>
                      <m:r>
                        <a:rPr lang="en-AU" sz="2800" b="1" i="1" dirty="0">
                          <a:latin typeface="Cambria Math"/>
                          <a:ea typeface="Cambria Math"/>
                        </a:rPr>
                        <m:t>=</m:t>
                      </m:r>
                      <m:sSub>
                        <m:sSubPr>
                          <m:ctrlPr>
                            <a:rPr lang="en-AU" sz="2800" b="1" i="1" dirty="0">
                              <a:latin typeface="Cambria Math" panose="02040503050406030204" pitchFamily="18" charset="0"/>
                              <a:ea typeface="Cambria Math"/>
                            </a:rPr>
                          </m:ctrlPr>
                        </m:sSubPr>
                        <m:e>
                          <m:r>
                            <a:rPr lang="en-AU" sz="2800" b="1" i="1" dirty="0">
                              <a:latin typeface="Cambria Math"/>
                              <a:ea typeface="Cambria Math"/>
                            </a:rPr>
                            <m:t>𝑰</m:t>
                          </m:r>
                        </m:e>
                        <m:sub>
                          <m:r>
                            <a:rPr lang="en-AU" sz="2800" b="1" i="1" dirty="0" smtClean="0">
                              <a:latin typeface="Cambria Math"/>
                              <a:ea typeface="Cambria Math"/>
                            </a:rPr>
                            <m:t>𝑺</m:t>
                          </m:r>
                        </m:sub>
                      </m:sSub>
                      <m:r>
                        <a:rPr lang="en-AU" sz="2800" b="1" i="1" dirty="0" smtClean="0">
                          <a:latin typeface="Cambria Math"/>
                          <a:ea typeface="Cambria Math"/>
                        </a:rPr>
                        <m:t> </m:t>
                      </m:r>
                      <m:r>
                        <a:rPr lang="en-AU" sz="2800" b="1" i="1" dirty="0" smtClean="0">
                          <a:latin typeface="Cambria Math"/>
                          <a:ea typeface="Cambria Math"/>
                        </a:rPr>
                        <m:t>𝒆𝒙𝒑</m:t>
                      </m:r>
                      <m:r>
                        <a:rPr lang="en-AU" sz="2800" b="1" i="1" dirty="0" smtClean="0">
                          <a:latin typeface="Cambria Math"/>
                          <a:ea typeface="Cambria Math"/>
                        </a:rPr>
                        <m:t>(</m:t>
                      </m:r>
                      <m:f>
                        <m:fPr>
                          <m:ctrlPr>
                            <a:rPr lang="en-AU" sz="2800" b="1" i="1" dirty="0" smtClean="0">
                              <a:latin typeface="Cambria Math" panose="02040503050406030204" pitchFamily="18" charset="0"/>
                              <a:ea typeface="Cambria Math"/>
                            </a:rPr>
                          </m:ctrlPr>
                        </m:fPr>
                        <m:num>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𝑽</m:t>
                              </m:r>
                            </m:e>
                            <m:sub>
                              <m:r>
                                <a:rPr lang="en-AU" sz="2800" b="1" i="1" dirty="0" smtClean="0">
                                  <a:latin typeface="Cambria Math"/>
                                  <a:ea typeface="Cambria Math"/>
                                </a:rPr>
                                <m:t>𝑩𝑬</m:t>
                              </m:r>
                            </m:sub>
                          </m:sSub>
                        </m:num>
                        <m:den>
                          <m:sSub>
                            <m:sSubPr>
                              <m:ctrlPr>
                                <a:rPr lang="en-AU" sz="2800" b="1" i="1" dirty="0" smtClean="0">
                                  <a:latin typeface="Cambria Math" panose="02040503050406030204" pitchFamily="18" charset="0"/>
                                  <a:ea typeface="Cambria Math"/>
                                </a:rPr>
                              </m:ctrlPr>
                            </m:sSubPr>
                            <m:e>
                              <m:r>
                                <a:rPr lang="en-AU" sz="2800" b="1" i="1" dirty="0" smtClean="0">
                                  <a:latin typeface="Cambria Math"/>
                                  <a:ea typeface="Cambria Math"/>
                                </a:rPr>
                                <m:t>𝑽</m:t>
                              </m:r>
                            </m:e>
                            <m:sub>
                              <m:r>
                                <a:rPr lang="en-AU" sz="2800" b="1" i="1" dirty="0" smtClean="0">
                                  <a:latin typeface="Cambria Math"/>
                                  <a:ea typeface="Cambria Math"/>
                                </a:rPr>
                                <m:t>𝑻</m:t>
                              </m:r>
                            </m:sub>
                          </m:sSub>
                        </m:den>
                      </m:f>
                      <m:r>
                        <a:rPr lang="en-AU" sz="2800" b="1" i="1" dirty="0" smtClean="0">
                          <a:latin typeface="Cambria Math"/>
                          <a:ea typeface="Cambria Math"/>
                        </a:rPr>
                        <m:t>)</m:t>
                      </m:r>
                    </m:oMath>
                  </m:oMathPara>
                </a14:m>
                <a:endParaRPr lang="en-AU" sz="2800" b="1"/>
              </a:p>
            </p:txBody>
          </p:sp>
        </mc:Choice>
        <mc:Fallback xmlns="">
          <p:sp>
            <p:nvSpPr>
              <p:cNvPr id="12" name="Rectangle 11">
                <a:extLst>
                  <a:ext uri="{FF2B5EF4-FFF2-40B4-BE49-F238E27FC236}">
                    <a16:creationId xmlns:a16="http://schemas.microsoft.com/office/drawing/2014/main" id="{02B2EA13-A505-448E-91D6-5E553DD3F42C}"/>
                  </a:ext>
                </a:extLst>
              </p:cNvPr>
              <p:cNvSpPr>
                <a:spLocks noRot="1" noChangeAspect="1" noMove="1" noResize="1" noEditPoints="1" noAdjustHandles="1" noChangeArrowheads="1" noChangeShapeType="1" noTextEdit="1"/>
              </p:cNvSpPr>
              <p:nvPr/>
            </p:nvSpPr>
            <p:spPr>
              <a:xfrm>
                <a:off x="3162213" y="4957311"/>
                <a:ext cx="3471006" cy="969433"/>
              </a:xfrm>
              <a:prstGeom prst="rect">
                <a:avLst/>
              </a:prstGeom>
              <a:blipFill>
                <a:blip r:embed="rId2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26690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162452" y="596714"/>
            <a:ext cx="11867091" cy="5513168"/>
          </a:xfrm>
        </p:spPr>
        <p:txBody>
          <a:bodyPr>
            <a:normAutofit/>
          </a:bodyPr>
          <a:lstStyle/>
          <a:p>
            <a:pPr marL="469900" marR="673100" indent="-457200">
              <a:buFont typeface="Wingdings" panose="05000000000000000000" pitchFamily="2" charset="2"/>
              <a:buChar char="q"/>
            </a:pPr>
            <a:r>
              <a:rPr lang="en-AU">
                <a:latin typeface="Arial" panose="020B0604020202020204" pitchFamily="34" charset="0"/>
                <a:cs typeface="Arial" panose="020B0604020202020204" pitchFamily="34" charset="0"/>
              </a:rPr>
              <a:t>The base current, I</a:t>
            </a:r>
            <a:r>
              <a:rPr lang="en-AU" baseline="-25000">
                <a:latin typeface="Arial" panose="020B0604020202020204" pitchFamily="34" charset="0"/>
                <a:cs typeface="Arial" panose="020B0604020202020204" pitchFamily="34" charset="0"/>
              </a:rPr>
              <a:t>B</a:t>
            </a:r>
            <a:r>
              <a:rPr lang="en-AU">
                <a:latin typeface="Arial" panose="020B0604020202020204" pitchFamily="34" charset="0"/>
                <a:cs typeface="Arial" panose="020B0604020202020204" pitchFamily="34" charset="0"/>
              </a:rPr>
              <a:t>,</a:t>
            </a: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a:buFont typeface="Wingdings" panose="05000000000000000000" pitchFamily="2" charset="2"/>
              <a:buChar char="q"/>
            </a:pPr>
            <a:r>
              <a:rPr lang="en-AU"/>
              <a:t> </a:t>
            </a:r>
            <a:r>
              <a:rPr lang="en-AU">
                <a:latin typeface="Arial" panose="020B0604020202020204" pitchFamily="34" charset="0"/>
                <a:cs typeface="Arial" panose="020B0604020202020204" pitchFamily="34" charset="0"/>
              </a:rPr>
              <a:t>Assuming I</a:t>
            </a:r>
            <a:r>
              <a:rPr lang="en-AU" baseline="-25000">
                <a:latin typeface="Arial" panose="020B0604020202020204" pitchFamily="34" charset="0"/>
                <a:cs typeface="Arial" panose="020B0604020202020204" pitchFamily="34" charset="0"/>
              </a:rPr>
              <a:t>S</a:t>
            </a:r>
            <a:r>
              <a:rPr lang="en-AU" i="1">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and β are constant, g</a:t>
            </a:r>
            <a:r>
              <a:rPr lang="en-AU" baseline="-25000">
                <a:latin typeface="Arial" panose="020B0604020202020204" pitchFamily="34" charset="0"/>
                <a:cs typeface="Arial" panose="020B0604020202020204" pitchFamily="34" charset="0"/>
              </a:rPr>
              <a:t>m</a:t>
            </a:r>
            <a:r>
              <a:rPr lang="en-AU" i="1">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and g</a:t>
            </a:r>
            <a:r>
              <a:rPr lang="en-AU" baseline="-25000">
                <a:latin typeface="Arial" panose="020B0604020202020204" pitchFamily="34" charset="0"/>
                <a:cs typeface="Arial" panose="020B0604020202020204" pitchFamily="34" charset="0"/>
              </a:rPr>
              <a:t>π</a:t>
            </a:r>
            <a:r>
              <a:rPr lang="en-AU">
                <a:latin typeface="Arial" panose="020B0604020202020204" pitchFamily="34" charset="0"/>
                <a:cs typeface="Arial" panose="020B0604020202020204" pitchFamily="34" charset="0"/>
              </a:rPr>
              <a:t> can be obtained by      differentiating the above expressions </a:t>
            </a:r>
            <a:r>
              <a:rPr lang="en-AU" err="1">
                <a:latin typeface="Arial" panose="020B0604020202020204" pitchFamily="34" charset="0"/>
                <a:cs typeface="Arial" panose="020B0604020202020204" pitchFamily="34" charset="0"/>
              </a:rPr>
              <a:t>w.r.t.</a:t>
            </a:r>
            <a:r>
              <a:rPr lang="en-AU">
                <a:latin typeface="Arial" panose="020B0604020202020204" pitchFamily="34" charset="0"/>
                <a:cs typeface="Arial" panose="020B0604020202020204" pitchFamily="34" charset="0"/>
              </a:rPr>
              <a:t> </a:t>
            </a:r>
            <a:r>
              <a:rPr lang="en-AU" err="1">
                <a:latin typeface="Arial" panose="020B0604020202020204" pitchFamily="34" charset="0"/>
                <a:cs typeface="Arial" panose="020B0604020202020204" pitchFamily="34" charset="0"/>
              </a:rPr>
              <a:t>v</a:t>
            </a:r>
            <a:r>
              <a:rPr lang="en-AU" baseline="-25000" err="1">
                <a:latin typeface="Arial" panose="020B0604020202020204" pitchFamily="34" charset="0"/>
                <a:cs typeface="Arial" panose="020B0604020202020204" pitchFamily="34" charset="0"/>
              </a:rPr>
              <a:t>BE</a:t>
            </a:r>
            <a:r>
              <a:rPr lang="en-AU" i="1">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and evaluating at the Q‐point values.</a:t>
            </a:r>
          </a:p>
          <a:p>
            <a:pPr>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12700" marR="673100" indent="0">
              <a:buNone/>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927100" marR="673100" lvl="2"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4"/>
              <a:stretch>
                <a:fillRect/>
              </a:stretch>
            </p:blipFill>
            <p:spPr>
              <a:xfrm>
                <a:off x="-81072" y="1266552"/>
                <a:ext cx="20880" cy="26640"/>
              </a:xfrm>
              <a:prstGeom prst="rect">
                <a:avLst/>
              </a:prstGeom>
            </p:spPr>
          </p:pic>
        </mc:Fallback>
      </mc:AlternateContent>
      <p:grpSp>
        <p:nvGrpSpPr>
          <p:cNvPr id="46" name="Group 45">
            <a:extLst>
              <a:ext uri="{FF2B5EF4-FFF2-40B4-BE49-F238E27FC236}">
                <a16:creationId xmlns:a16="http://schemas.microsoft.com/office/drawing/2014/main" id="{7CF44ABD-D083-3992-F734-A1AD5023CDB9}"/>
              </a:ext>
            </a:extLst>
          </p:cNvPr>
          <p:cNvGrpSpPr/>
          <p:nvPr/>
        </p:nvGrpSpPr>
        <p:grpSpPr>
          <a:xfrm>
            <a:off x="8245368" y="1290744"/>
            <a:ext cx="230040" cy="70200"/>
            <a:chOff x="8245368" y="2580048"/>
            <a:chExt cx="230040" cy="70200"/>
          </a:xfrm>
        </p:grpSpPr>
        <mc:AlternateContent xmlns:mc="http://schemas.openxmlformats.org/markup-compatibility/2006" xmlns:p14="http://schemas.microsoft.com/office/powerpoint/2010/main">
          <mc:Choice Requires="p14">
            <p:contentPart p14:bwMode="auto" r:id="rId5">
              <p14:nvContentPartPr>
                <p14:cNvPr id="40" name="Ink 39">
                  <a:extLst>
                    <a:ext uri="{FF2B5EF4-FFF2-40B4-BE49-F238E27FC236}">
                      <a16:creationId xmlns:a16="http://schemas.microsoft.com/office/drawing/2014/main" id="{03CC4649-6E7A-C0A8-6F6B-094848D002E9}"/>
                    </a:ext>
                  </a:extLst>
                </p14:cNvPr>
                <p14:cNvContentPartPr/>
                <p14:nvPr/>
              </p14:nvContentPartPr>
              <p14:xfrm>
                <a:off x="8245368" y="2644128"/>
                <a:ext cx="124560" cy="6120"/>
              </p14:xfrm>
            </p:contentPart>
          </mc:Choice>
          <mc:Fallback xmlns="">
            <p:pic>
              <p:nvPicPr>
                <p:cNvPr id="40" name="Ink 39">
                  <a:extLst>
                    <a:ext uri="{FF2B5EF4-FFF2-40B4-BE49-F238E27FC236}">
                      <a16:creationId xmlns:a16="http://schemas.microsoft.com/office/drawing/2014/main" id="{03CC4649-6E7A-C0A8-6F6B-094848D002E9}"/>
                    </a:ext>
                  </a:extLst>
                </p:cNvPr>
                <p:cNvPicPr/>
                <p:nvPr/>
              </p:nvPicPr>
              <p:blipFill>
                <a:blip r:embed="rId6"/>
                <a:stretch>
                  <a:fillRect/>
                </a:stretch>
              </p:blipFill>
              <p:spPr>
                <a:xfrm>
                  <a:off x="8236368" y="2635128"/>
                  <a:ext cx="14220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2" name="Ink 41">
                  <a:extLst>
                    <a:ext uri="{FF2B5EF4-FFF2-40B4-BE49-F238E27FC236}">
                      <a16:creationId xmlns:a16="http://schemas.microsoft.com/office/drawing/2014/main" id="{20658119-E540-630A-84B0-5CA22366AC23}"/>
                    </a:ext>
                  </a:extLst>
                </p14:cNvPr>
                <p14:cNvContentPartPr/>
                <p14:nvPr/>
              </p14:nvContentPartPr>
              <p14:xfrm>
                <a:off x="8374608" y="2611728"/>
                <a:ext cx="100800" cy="7200"/>
              </p14:xfrm>
            </p:contentPart>
          </mc:Choice>
          <mc:Fallback xmlns="">
            <p:pic>
              <p:nvPicPr>
                <p:cNvPr id="42" name="Ink 41">
                  <a:extLst>
                    <a:ext uri="{FF2B5EF4-FFF2-40B4-BE49-F238E27FC236}">
                      <a16:creationId xmlns:a16="http://schemas.microsoft.com/office/drawing/2014/main" id="{20658119-E540-630A-84B0-5CA22366AC23}"/>
                    </a:ext>
                  </a:extLst>
                </p:cNvPr>
                <p:cNvPicPr/>
                <p:nvPr/>
              </p:nvPicPr>
              <p:blipFill>
                <a:blip r:embed="rId8"/>
                <a:stretch>
                  <a:fillRect/>
                </a:stretch>
              </p:blipFill>
              <p:spPr>
                <a:xfrm>
                  <a:off x="8365608" y="2602728"/>
                  <a:ext cx="11844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3" name="Ink 42">
                  <a:extLst>
                    <a:ext uri="{FF2B5EF4-FFF2-40B4-BE49-F238E27FC236}">
                      <a16:creationId xmlns:a16="http://schemas.microsoft.com/office/drawing/2014/main" id="{ED9CEE95-41D6-2360-E6C8-4318CCEE4AB8}"/>
                    </a:ext>
                  </a:extLst>
                </p14:cNvPr>
                <p14:cNvContentPartPr/>
                <p14:nvPr/>
              </p14:nvContentPartPr>
              <p14:xfrm>
                <a:off x="8461728" y="2580048"/>
                <a:ext cx="13320" cy="33120"/>
              </p14:xfrm>
            </p:contentPart>
          </mc:Choice>
          <mc:Fallback xmlns="">
            <p:pic>
              <p:nvPicPr>
                <p:cNvPr id="43" name="Ink 42">
                  <a:extLst>
                    <a:ext uri="{FF2B5EF4-FFF2-40B4-BE49-F238E27FC236}">
                      <a16:creationId xmlns:a16="http://schemas.microsoft.com/office/drawing/2014/main" id="{ED9CEE95-41D6-2360-E6C8-4318CCEE4AB8}"/>
                    </a:ext>
                  </a:extLst>
                </p:cNvPr>
                <p:cNvPicPr/>
                <p:nvPr/>
              </p:nvPicPr>
              <p:blipFill>
                <a:blip r:embed="rId10"/>
                <a:stretch>
                  <a:fillRect/>
                </a:stretch>
              </p:blipFill>
              <p:spPr>
                <a:xfrm>
                  <a:off x="8452478" y="2571145"/>
                  <a:ext cx="31450" cy="5057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44" name="Ink 43">
                <a:extLst>
                  <a:ext uri="{FF2B5EF4-FFF2-40B4-BE49-F238E27FC236}">
                    <a16:creationId xmlns:a16="http://schemas.microsoft.com/office/drawing/2014/main" id="{F676FBB3-A74E-8FDA-9D7E-937C0AD84D19}"/>
                  </a:ext>
                </a:extLst>
              </p14:cNvPr>
              <p14:cNvContentPartPr/>
              <p14:nvPr/>
            </p14:nvContentPartPr>
            <p14:xfrm>
              <a:off x="8494128" y="1552824"/>
              <a:ext cx="11880" cy="26640"/>
            </p14:xfrm>
          </p:contentPart>
        </mc:Choice>
        <mc:Fallback xmlns="">
          <p:pic>
            <p:nvPicPr>
              <p:cNvPr id="44" name="Ink 43">
                <a:extLst>
                  <a:ext uri="{FF2B5EF4-FFF2-40B4-BE49-F238E27FC236}">
                    <a16:creationId xmlns:a16="http://schemas.microsoft.com/office/drawing/2014/main" id="{F676FBB3-A74E-8FDA-9D7E-937C0AD84D19}"/>
                  </a:ext>
                </a:extLst>
              </p:cNvPr>
              <p:cNvPicPr/>
              <p:nvPr/>
            </p:nvPicPr>
            <p:blipFill>
              <a:blip r:embed="rId12"/>
              <a:stretch>
                <a:fillRect/>
              </a:stretch>
            </p:blipFill>
            <p:spPr>
              <a:xfrm>
                <a:off x="8485128" y="1543824"/>
                <a:ext cx="2952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5" name="Ink 44">
                <a:extLst>
                  <a:ext uri="{FF2B5EF4-FFF2-40B4-BE49-F238E27FC236}">
                    <a16:creationId xmlns:a16="http://schemas.microsoft.com/office/drawing/2014/main" id="{0EBF1460-3E70-323B-2774-9095D067041A}"/>
                  </a:ext>
                </a:extLst>
              </p14:cNvPr>
              <p14:cNvContentPartPr/>
              <p14:nvPr/>
            </p14:nvContentPartPr>
            <p14:xfrm>
              <a:off x="8472888" y="1772064"/>
              <a:ext cx="8280" cy="198360"/>
            </p14:xfrm>
          </p:contentPart>
        </mc:Choice>
        <mc:Fallback xmlns="">
          <p:pic>
            <p:nvPicPr>
              <p:cNvPr id="45" name="Ink 44">
                <a:extLst>
                  <a:ext uri="{FF2B5EF4-FFF2-40B4-BE49-F238E27FC236}">
                    <a16:creationId xmlns:a16="http://schemas.microsoft.com/office/drawing/2014/main" id="{0EBF1460-3E70-323B-2774-9095D067041A}"/>
                  </a:ext>
                </a:extLst>
              </p:cNvPr>
              <p:cNvPicPr/>
              <p:nvPr/>
            </p:nvPicPr>
            <p:blipFill>
              <a:blip r:embed="rId14"/>
              <a:stretch>
                <a:fillRect/>
              </a:stretch>
            </p:blipFill>
            <p:spPr>
              <a:xfrm>
                <a:off x="8463888" y="1763064"/>
                <a:ext cx="25920" cy="216000"/>
              </a:xfrm>
              <a:prstGeom prst="rect">
                <a:avLst/>
              </a:prstGeom>
            </p:spPr>
          </p:pic>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02B2EA13-A505-448E-91D6-5E553DD3F42C}"/>
                  </a:ext>
                </a:extLst>
              </p:cNvPr>
              <p:cNvSpPr/>
              <p:nvPr/>
            </p:nvSpPr>
            <p:spPr>
              <a:xfrm>
                <a:off x="3052457" y="1183853"/>
                <a:ext cx="3471006" cy="9694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panose="02040503050406030204" pitchFamily="18" charset="0"/>
                              <a:ea typeface="Cambria Math" panose="02040503050406030204" pitchFamily="18" charset="0"/>
                            </a:rPr>
                            <m:t>β</m:t>
                          </m:r>
                        </m:sub>
                      </m:sSub>
                      <m:r>
                        <a:rPr lang="en-AU" sz="2800" b="0" i="0" dirty="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a:latin typeface="Cambria Math"/>
                                  <a:ea typeface="Cambria Math"/>
                                </a:rPr>
                                <m:t>S</m:t>
                              </m:r>
                            </m:sub>
                          </m:sSub>
                        </m:num>
                        <m:den>
                          <m:r>
                            <m:rPr>
                              <m:sty m:val="p"/>
                            </m:rPr>
                            <a:rPr lang="en-AU" sz="2800" b="0" i="0" dirty="0" smtClean="0">
                              <a:latin typeface="Cambria Math" panose="02040503050406030204" pitchFamily="18" charset="0"/>
                              <a:ea typeface="Cambria Math" panose="02040503050406030204" pitchFamily="18" charset="0"/>
                            </a:rPr>
                            <m:t>β</m:t>
                          </m:r>
                        </m:den>
                      </m:f>
                      <m:r>
                        <m:rPr>
                          <m:sty m:val="p"/>
                        </m:rPr>
                        <a:rPr lang="en-AU" sz="2800" b="0" i="0" dirty="0" smtClean="0">
                          <a:latin typeface="Cambria Math"/>
                          <a:ea typeface="Cambria Math"/>
                        </a:rPr>
                        <m:t>exp</m:t>
                      </m:r>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r>
                        <a:rPr lang="en-AU" sz="2800" b="0" i="0" dirty="0" smtClean="0">
                          <a:latin typeface="Cambria Math"/>
                          <a:ea typeface="Cambria Math"/>
                        </a:rPr>
                        <m:t>)</m:t>
                      </m:r>
                    </m:oMath>
                  </m:oMathPara>
                </a14:m>
                <a:endParaRPr lang="en-AU" sz="2800"/>
              </a:p>
            </p:txBody>
          </p:sp>
        </mc:Choice>
        <mc:Fallback xmlns="">
          <p:sp>
            <p:nvSpPr>
              <p:cNvPr id="12" name="Rectangle 11">
                <a:extLst>
                  <a:ext uri="{FF2B5EF4-FFF2-40B4-BE49-F238E27FC236}">
                    <a16:creationId xmlns:a16="http://schemas.microsoft.com/office/drawing/2014/main" id="{02B2EA13-A505-448E-91D6-5E553DD3F42C}"/>
                  </a:ext>
                </a:extLst>
              </p:cNvPr>
              <p:cNvSpPr>
                <a:spLocks noRot="1" noChangeAspect="1" noMove="1" noResize="1" noEditPoints="1" noAdjustHandles="1" noChangeArrowheads="1" noChangeShapeType="1" noTextEdit="1"/>
              </p:cNvSpPr>
              <p:nvPr/>
            </p:nvSpPr>
            <p:spPr>
              <a:xfrm>
                <a:off x="3052457" y="1183853"/>
                <a:ext cx="3471006" cy="969433"/>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38CA0C82-5DA7-C6AE-C7F3-C891DEF28F21}"/>
                  </a:ext>
                </a:extLst>
              </p:cNvPr>
              <p:cNvSpPr/>
              <p:nvPr/>
            </p:nvSpPr>
            <p:spPr>
              <a:xfrm>
                <a:off x="3824318" y="2164781"/>
                <a:ext cx="1566464" cy="89614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r>
                            <m:rPr>
                              <m:sty m:val="p"/>
                            </m:rPr>
                            <a:rPr lang="en-AU" sz="2800" b="0" i="0" dirty="0" smtClean="0">
                              <a:latin typeface="Cambria Math"/>
                              <a:ea typeface="Cambria Math"/>
                            </a:rPr>
                            <m:t>Kq</m:t>
                          </m:r>
                        </m:num>
                        <m:den>
                          <m:r>
                            <m:rPr>
                              <m:sty m:val="p"/>
                            </m:rPr>
                            <a:rPr lang="en-AU" sz="2800" b="0" i="0" dirty="0" smtClean="0">
                              <a:latin typeface="Cambria Math"/>
                              <a:ea typeface="Cambria Math"/>
                            </a:rPr>
                            <m:t>T</m:t>
                          </m:r>
                        </m:den>
                      </m:f>
                    </m:oMath>
                  </m:oMathPara>
                </a14:m>
                <a:endParaRPr lang="en-AU" sz="2800"/>
              </a:p>
            </p:txBody>
          </p:sp>
        </mc:Choice>
        <mc:Fallback xmlns="">
          <p:sp>
            <p:nvSpPr>
              <p:cNvPr id="3" name="Rectangle 2">
                <a:extLst>
                  <a:ext uri="{FF2B5EF4-FFF2-40B4-BE49-F238E27FC236}">
                    <a16:creationId xmlns:a16="http://schemas.microsoft.com/office/drawing/2014/main" id="{38CA0C82-5DA7-C6AE-C7F3-C891DEF28F21}"/>
                  </a:ext>
                </a:extLst>
              </p:cNvPr>
              <p:cNvSpPr>
                <a:spLocks noRot="1" noChangeAspect="1" noMove="1" noResize="1" noEditPoints="1" noAdjustHandles="1" noChangeArrowheads="1" noChangeShapeType="1" noTextEdit="1"/>
              </p:cNvSpPr>
              <p:nvPr/>
            </p:nvSpPr>
            <p:spPr>
              <a:xfrm>
                <a:off x="3824318" y="2164781"/>
                <a:ext cx="1566464" cy="896143"/>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D98ECFA0-80FE-DE14-6BE9-805CDB2CA736}"/>
                  </a:ext>
                </a:extLst>
              </p:cNvPr>
              <p:cNvSpPr/>
              <p:nvPr/>
            </p:nvSpPr>
            <p:spPr>
              <a:xfrm>
                <a:off x="5944802" y="2428186"/>
                <a:ext cx="3322833" cy="523220"/>
              </a:xfrm>
              <a:prstGeom prst="rect">
                <a:avLst/>
              </a:prstGeom>
            </p:spPr>
            <p:txBody>
              <a:bodyPr wrap="none">
                <a:spAutoFit/>
              </a:bodyPr>
              <a:lstStyle/>
              <a:p>
                <a14:m>
                  <m:oMath xmlns:m="http://schemas.openxmlformats.org/officeDocument/2006/math">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T</m:t>
                        </m:r>
                      </m:sub>
                    </m:sSub>
                    <m:r>
                      <a:rPr lang="en-AU" sz="2800" b="0" i="0" dirty="0">
                        <a:latin typeface="Cambria Math"/>
                        <a:ea typeface="Cambria Math"/>
                      </a:rPr>
                      <m:t>=26</m:t>
                    </m:r>
                    <m:r>
                      <m:rPr>
                        <m:sty m:val="p"/>
                      </m:rPr>
                      <a:rPr lang="en-AU" sz="2800" b="0" i="0" dirty="0">
                        <a:latin typeface="Cambria Math"/>
                        <a:ea typeface="Cambria Math"/>
                      </a:rPr>
                      <m:t>mV</m:t>
                    </m:r>
                    <m:r>
                      <a:rPr lang="en-AU" sz="2800" b="0" i="0" dirty="0">
                        <a:latin typeface="Cambria Math"/>
                        <a:ea typeface="Cambria Math"/>
                      </a:rPr>
                      <m:t> </m:t>
                    </m:r>
                  </m:oMath>
                </a14:m>
                <a:r>
                  <a:rPr lang="en-AU" sz="2800">
                    <a:latin typeface="Arial" panose="020B0604020202020204" pitchFamily="34" charset="0"/>
                    <a:cs typeface="Arial" panose="020B0604020202020204" pitchFamily="34" charset="0"/>
                  </a:rPr>
                  <a:t> at 300K</a:t>
                </a:r>
              </a:p>
            </p:txBody>
          </p:sp>
        </mc:Choice>
        <mc:Fallback xmlns="">
          <p:sp>
            <p:nvSpPr>
              <p:cNvPr id="13" name="Rectangle 12">
                <a:extLst>
                  <a:ext uri="{FF2B5EF4-FFF2-40B4-BE49-F238E27FC236}">
                    <a16:creationId xmlns:a16="http://schemas.microsoft.com/office/drawing/2014/main" id="{D98ECFA0-80FE-DE14-6BE9-805CDB2CA736}"/>
                  </a:ext>
                </a:extLst>
              </p:cNvPr>
              <p:cNvSpPr>
                <a:spLocks noRot="1" noChangeAspect="1" noMove="1" noResize="1" noEditPoints="1" noAdjustHandles="1" noChangeArrowheads="1" noChangeShapeType="1" noTextEdit="1"/>
              </p:cNvSpPr>
              <p:nvPr/>
            </p:nvSpPr>
            <p:spPr>
              <a:xfrm>
                <a:off x="5944802" y="2428186"/>
                <a:ext cx="3322833" cy="523220"/>
              </a:xfrm>
              <a:prstGeom prst="rect">
                <a:avLst/>
              </a:prstGeom>
              <a:blipFill>
                <a:blip r:embed="rId17"/>
                <a:stretch>
                  <a:fillRect t="-11628" r="-3486"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8C5B23B5-B969-B37D-5FFB-70D7C7DBEDC1}"/>
                  </a:ext>
                </a:extLst>
              </p:cNvPr>
              <p:cNvSpPr/>
              <p:nvPr/>
            </p:nvSpPr>
            <p:spPr>
              <a:xfrm>
                <a:off x="3824318" y="4138342"/>
                <a:ext cx="3613974" cy="98206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a:rPr lang="en-AU" sz="2800" b="0" i="0" dirty="0" smtClean="0">
                                  <a:latin typeface="Cambria Math"/>
                                  <a:ea typeface="Cambria Math"/>
                                </a:rPr>
                                <m:t>𝜕</m:t>
                              </m:r>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sub>
                          </m:sSub>
                        </m:num>
                        <m:den>
                          <m:sSub>
                            <m:sSubPr>
                              <m:ctrlPr>
                                <a:rPr lang="en-AU" sz="2800" i="1" dirty="0" smtClean="0">
                                  <a:latin typeface="Cambria Math" panose="02040503050406030204" pitchFamily="18" charset="0"/>
                                  <a:ea typeface="Cambria Math"/>
                                </a:rPr>
                              </m:ctrlPr>
                            </m:sSubPr>
                            <m:e>
                              <m:r>
                                <a:rPr lang="en-AU" sz="2800" b="0" i="0" dirty="0" smtClean="0">
                                  <a:latin typeface="Cambria Math"/>
                                  <a:ea typeface="Cambria Math"/>
                                </a:rPr>
                                <m:t>𝜕</m:t>
                              </m:r>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sub>
                          </m:sSub>
                        </m:den>
                      </m:f>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CQ</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oMath>
                  </m:oMathPara>
                </a14:m>
                <a:endParaRPr lang="en-AU" sz="2800"/>
              </a:p>
            </p:txBody>
          </p:sp>
        </mc:Choice>
        <mc:Fallback xmlns="">
          <p:sp>
            <p:nvSpPr>
              <p:cNvPr id="15" name="Rectangle 14">
                <a:extLst>
                  <a:ext uri="{FF2B5EF4-FFF2-40B4-BE49-F238E27FC236}">
                    <a16:creationId xmlns:a16="http://schemas.microsoft.com/office/drawing/2014/main" id="{8C5B23B5-B969-B37D-5FFB-70D7C7DBEDC1}"/>
                  </a:ext>
                </a:extLst>
              </p:cNvPr>
              <p:cNvSpPr>
                <a:spLocks noRot="1" noChangeAspect="1" noMove="1" noResize="1" noEditPoints="1" noAdjustHandles="1" noChangeArrowheads="1" noChangeShapeType="1" noTextEdit="1"/>
              </p:cNvSpPr>
              <p:nvPr/>
            </p:nvSpPr>
            <p:spPr>
              <a:xfrm>
                <a:off x="3824318" y="4138342"/>
                <a:ext cx="3613974" cy="982064"/>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0A663674-D59B-EC84-A1DA-228DACCC0C52}"/>
                  </a:ext>
                </a:extLst>
              </p:cNvPr>
              <p:cNvSpPr/>
              <p:nvPr/>
            </p:nvSpPr>
            <p:spPr>
              <a:xfrm>
                <a:off x="2719080" y="5120406"/>
                <a:ext cx="6926082" cy="98450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a:rPr lang="en-AU" sz="2800" b="0" i="0" dirty="0" smtClean="0">
                                  <a:latin typeface="Cambria Math"/>
                                  <a:ea typeface="Cambria Math"/>
                                </a:rPr>
                                <m:t>𝜕</m:t>
                              </m:r>
                              <m:r>
                                <m:rPr>
                                  <m:sty m:val="p"/>
                                </m:rPr>
                                <a:rPr lang="en-AU" sz="2800" b="0" i="0" dirty="0" smtClean="0">
                                  <a:latin typeface="Cambria Math"/>
                                  <a:ea typeface="Cambria Math"/>
                                </a:rPr>
                                <m:t>i</m:t>
                              </m:r>
                            </m:e>
                            <m:sub>
                              <m:r>
                                <m:rPr>
                                  <m:sty m:val="p"/>
                                </m:rPr>
                                <a:rPr lang="en-AU" sz="2800" b="0" i="0" dirty="0" smtClean="0">
                                  <a:latin typeface="Cambria Math"/>
                                  <a:ea typeface="Cambria Math"/>
                                </a:rPr>
                                <m:t>B</m:t>
                              </m:r>
                            </m:sub>
                          </m:sSub>
                        </m:num>
                        <m:den>
                          <m:sSub>
                            <m:sSubPr>
                              <m:ctrlPr>
                                <a:rPr lang="en-AU" sz="2800" i="1" dirty="0" smtClean="0">
                                  <a:latin typeface="Cambria Math" panose="02040503050406030204" pitchFamily="18" charset="0"/>
                                  <a:ea typeface="Cambria Math"/>
                                </a:rPr>
                              </m:ctrlPr>
                            </m:sSubPr>
                            <m:e>
                              <m:r>
                                <a:rPr lang="en-AU" sz="2800" b="0" i="0" dirty="0" smtClean="0">
                                  <a:latin typeface="Cambria Math"/>
                                  <a:ea typeface="Cambria Math"/>
                                </a:rPr>
                                <m:t>𝜕</m:t>
                              </m:r>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sub>
                          </m:sSub>
                        </m:den>
                      </m:f>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BQ</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C</m:t>
                              </m:r>
                              <m:r>
                                <m:rPr>
                                  <m:sty m:val="p"/>
                                </m:rPr>
                                <a:rPr lang="en-AU" sz="2800" b="0" i="0" dirty="0">
                                  <a:latin typeface="Cambria Math"/>
                                  <a:ea typeface="Cambria Math"/>
                                </a:rPr>
                                <m:t>Q</m:t>
                              </m:r>
                            </m:sub>
                          </m:sSub>
                        </m:num>
                        <m:den>
                          <m:r>
                            <m:rPr>
                              <m:sty m:val="p"/>
                            </m:rPr>
                            <a:rPr lang="en-AU" sz="2800" b="0" i="0" dirty="0" smtClean="0">
                              <a:latin typeface="Cambria Math"/>
                              <a:ea typeface="Cambria Math"/>
                            </a:rPr>
                            <m:t>β</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T</m:t>
                              </m:r>
                            </m:sub>
                          </m:sSub>
                        </m:den>
                      </m:f>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num>
                        <m:den>
                          <m:r>
                            <m:rPr>
                              <m:sty m:val="p"/>
                            </m:rPr>
                            <a:rPr lang="en-AU" sz="2800" b="0" i="0" dirty="0" smtClean="0">
                              <a:latin typeface="Cambria Math"/>
                              <a:ea typeface="Cambria Math"/>
                            </a:rPr>
                            <m:t>β</m:t>
                          </m:r>
                        </m:den>
                      </m:f>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r>
                            <a:rPr lang="en-AU" sz="2800" b="0" i="0" dirty="0" smtClean="0">
                              <a:latin typeface="Cambria Math"/>
                              <a:ea typeface="Cambria Math"/>
                            </a:rPr>
                            <m:t>1</m:t>
                          </m:r>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r</m:t>
                              </m:r>
                            </m:e>
                            <m:sub>
                              <m:r>
                                <m:rPr>
                                  <m:sty m:val="p"/>
                                </m:rPr>
                                <a:rPr lang="en-AU" sz="2800" b="0" i="0" dirty="0" smtClean="0">
                                  <a:latin typeface="Cambria Math"/>
                                  <a:ea typeface="Cambria Math"/>
                                </a:rPr>
                                <m:t>π</m:t>
                              </m:r>
                            </m:sub>
                          </m:sSub>
                        </m:den>
                      </m:f>
                    </m:oMath>
                  </m:oMathPara>
                </a14:m>
                <a:endParaRPr lang="en-AU" sz="2800"/>
              </a:p>
            </p:txBody>
          </p:sp>
        </mc:Choice>
        <mc:Fallback xmlns="">
          <p:sp>
            <p:nvSpPr>
              <p:cNvPr id="16" name="Rectangle 15">
                <a:extLst>
                  <a:ext uri="{FF2B5EF4-FFF2-40B4-BE49-F238E27FC236}">
                    <a16:creationId xmlns:a16="http://schemas.microsoft.com/office/drawing/2014/main" id="{0A663674-D59B-EC84-A1DA-228DACCC0C52}"/>
                  </a:ext>
                </a:extLst>
              </p:cNvPr>
              <p:cNvSpPr>
                <a:spLocks noRot="1" noChangeAspect="1" noMove="1" noResize="1" noEditPoints="1" noAdjustHandles="1" noChangeArrowheads="1" noChangeShapeType="1" noTextEdit="1"/>
              </p:cNvSpPr>
              <p:nvPr/>
            </p:nvSpPr>
            <p:spPr>
              <a:xfrm>
                <a:off x="2719080" y="5120406"/>
                <a:ext cx="6926082" cy="984500"/>
              </a:xfrm>
              <a:prstGeom prst="rect">
                <a:avLst/>
              </a:prstGeom>
              <a:blipFill>
                <a:blip r:embed="rId1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39499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162452" y="596714"/>
            <a:ext cx="11867091" cy="5513168"/>
          </a:xfrm>
        </p:spPr>
        <p:txBody>
          <a:bodyPr>
            <a:normAutofit/>
          </a:bodyPr>
          <a:lstStyle/>
          <a:p>
            <a:pPr>
              <a:buFont typeface="Wingdings" panose="05000000000000000000" pitchFamily="2" charset="2"/>
              <a:buChar char="q"/>
            </a:pPr>
            <a:r>
              <a:rPr lang="en-AU">
                <a:latin typeface="Arial" panose="020B0604020202020204" pitchFamily="34" charset="0"/>
                <a:cs typeface="Arial" panose="020B0604020202020204" pitchFamily="34" charset="0"/>
              </a:rPr>
              <a:t>In the active region,  </a:t>
            </a:r>
            <a:r>
              <a:rPr lang="en-AU" i="1" err="1">
                <a:latin typeface="Arial" panose="020B0604020202020204" pitchFamily="34" charset="0"/>
                <a:cs typeface="Arial" panose="020B0604020202020204" pitchFamily="34" charset="0"/>
              </a:rPr>
              <a:t>i</a:t>
            </a:r>
            <a:r>
              <a:rPr lang="en-AU" i="1" baseline="-25000" err="1">
                <a:latin typeface="Arial" panose="020B0604020202020204" pitchFamily="34" charset="0"/>
                <a:cs typeface="Arial" panose="020B0604020202020204" pitchFamily="34" charset="0"/>
              </a:rPr>
              <a:t>C</a:t>
            </a:r>
            <a:r>
              <a:rPr lang="en-AU" err="1">
                <a:latin typeface="Arial" panose="020B0604020202020204" pitchFamily="34" charset="0"/>
                <a:cs typeface="Arial" panose="020B0604020202020204" pitchFamily="34" charset="0"/>
              </a:rPr>
              <a:t>‐</a:t>
            </a:r>
            <a:r>
              <a:rPr lang="en-AU" i="1" err="1">
                <a:latin typeface="Arial" panose="020B0604020202020204" pitchFamily="34" charset="0"/>
                <a:cs typeface="Arial" panose="020B0604020202020204" pitchFamily="34" charset="0"/>
              </a:rPr>
              <a:t>v</a:t>
            </a:r>
            <a:r>
              <a:rPr lang="en-AU" i="1" baseline="-25000" err="1">
                <a:latin typeface="Arial" panose="020B0604020202020204" pitchFamily="34" charset="0"/>
                <a:cs typeface="Arial" panose="020B0604020202020204" pitchFamily="34" charset="0"/>
              </a:rPr>
              <a:t>CE</a:t>
            </a:r>
            <a:r>
              <a:rPr lang="en-AU" i="1">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curves are not perfectly horizontal lines, but have finite slopes (as shown in the graph above). </a:t>
            </a:r>
          </a:p>
          <a:p>
            <a:pPr>
              <a:buFont typeface="Wingdings" panose="05000000000000000000" pitchFamily="2" charset="2"/>
              <a:buChar char="q"/>
            </a:pPr>
            <a:endParaRPr lang="en-AU">
              <a:latin typeface="Arial" panose="020B0604020202020204" pitchFamily="34" charset="0"/>
              <a:cs typeface="Arial" panose="020B0604020202020204" pitchFamily="34" charset="0"/>
            </a:endParaRPr>
          </a:p>
          <a:p>
            <a:pPr>
              <a:buFont typeface="Wingdings" panose="05000000000000000000" pitchFamily="2" charset="2"/>
              <a:buChar char="q"/>
            </a:pPr>
            <a:r>
              <a:rPr lang="en-AU">
                <a:latin typeface="Arial" panose="020B0604020202020204" pitchFamily="34" charset="0"/>
                <a:cs typeface="Arial" panose="020B0604020202020204" pitchFamily="34" charset="0"/>
              </a:rPr>
              <a:t>This is caused by an effect known as Base‐Width Modulation (also referred as the Early effect).</a:t>
            </a: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927100" marR="673100" lvl="2"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4"/>
              <a:stretch>
                <a:fillRect/>
              </a:stretch>
            </p:blipFill>
            <p:spPr>
              <a:xfrm>
                <a:off x="-81072" y="1266552"/>
                <a:ext cx="20880" cy="26640"/>
              </a:xfrm>
              <a:prstGeom prst="rect">
                <a:avLst/>
              </a:prstGeom>
            </p:spPr>
          </p:pic>
        </mc:Fallback>
      </mc:AlternateContent>
      <p:pic>
        <p:nvPicPr>
          <p:cNvPr id="8" name="Picture 2">
            <a:extLst>
              <a:ext uri="{FF2B5EF4-FFF2-40B4-BE49-F238E27FC236}">
                <a16:creationId xmlns:a16="http://schemas.microsoft.com/office/drawing/2014/main" id="{FC07930D-C2C4-EDBC-63BC-2BF9D743B1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5417" y="3005577"/>
            <a:ext cx="4991255" cy="29726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32151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162452" y="596714"/>
            <a:ext cx="11867091" cy="5513168"/>
          </a:xfrm>
        </p:spPr>
        <p:txBody>
          <a:bodyPr>
            <a:normAutofit lnSpcReduction="10000"/>
          </a:bodyPr>
          <a:lstStyle/>
          <a:p>
            <a:pPr>
              <a:buFont typeface="Wingdings" panose="05000000000000000000" pitchFamily="2" charset="2"/>
              <a:buChar char="§"/>
            </a:pPr>
            <a:r>
              <a:rPr lang="en-AU" sz="2800">
                <a:latin typeface="Arial" panose="020B0604020202020204" pitchFamily="34" charset="0"/>
                <a:cs typeface="Arial" panose="020B0604020202020204" pitchFamily="34" charset="0"/>
              </a:rPr>
              <a:t>How does Base-width Modulation work?</a:t>
            </a: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r>
              <a:rPr lang="en-AU" sz="2800">
                <a:latin typeface="Arial" panose="020B0604020202020204" pitchFamily="34" charset="0"/>
                <a:cs typeface="Arial" panose="020B0604020202020204" pitchFamily="34" charset="0"/>
              </a:rPr>
              <a:t>By increasing </a:t>
            </a:r>
            <a:r>
              <a:rPr lang="en-AU" sz="2800" err="1">
                <a:latin typeface="Arial" panose="020B0604020202020204" pitchFamily="34" charset="0"/>
                <a:cs typeface="Arial" panose="020B0604020202020204" pitchFamily="34" charset="0"/>
              </a:rPr>
              <a:t>v</a:t>
            </a:r>
            <a:r>
              <a:rPr lang="en-AU" sz="2800" baseline="-25000" err="1">
                <a:latin typeface="Arial" panose="020B0604020202020204" pitchFamily="34" charset="0"/>
                <a:cs typeface="Arial" panose="020B0604020202020204" pitchFamily="34" charset="0"/>
              </a:rPr>
              <a:t>CE</a:t>
            </a:r>
            <a:r>
              <a:rPr lang="en-AU" sz="2800">
                <a:latin typeface="Arial" panose="020B0604020202020204" pitchFamily="34" charset="0"/>
                <a:cs typeface="Arial" panose="020B0604020202020204" pitchFamily="34" charset="0"/>
              </a:rPr>
              <a:t>, we are increasing the reverse‐bias voltage across the C‐B junction. The depletion region of this junction is thus increased, resulting in a decrease in the effective base width, </a:t>
            </a:r>
            <a:r>
              <a:rPr lang="en-AU" sz="2800" i="1">
                <a:latin typeface="Arial" panose="020B0604020202020204" pitchFamily="34" charset="0"/>
                <a:cs typeface="Arial" panose="020B0604020202020204" pitchFamily="34" charset="0"/>
              </a:rPr>
              <a:t>W</a:t>
            </a:r>
            <a:r>
              <a:rPr lang="en-AU" sz="2800">
                <a:latin typeface="Arial" panose="020B0604020202020204" pitchFamily="34" charset="0"/>
                <a:cs typeface="Arial" panose="020B0604020202020204" pitchFamily="34" charset="0"/>
              </a:rPr>
              <a:t>.</a:t>
            </a:r>
          </a:p>
          <a:p>
            <a:pPr>
              <a:buFont typeface="Wingdings" panose="05000000000000000000" pitchFamily="2" charset="2"/>
              <a:buChar char="§"/>
            </a:pPr>
            <a:r>
              <a:rPr lang="en-AU" sz="2800">
                <a:latin typeface="Arial" panose="020B0604020202020204" pitchFamily="34" charset="0"/>
                <a:cs typeface="Arial" panose="020B0604020202020204" pitchFamily="34" charset="0"/>
              </a:rPr>
              <a:t>Since I</a:t>
            </a:r>
            <a:r>
              <a:rPr lang="en-AU" sz="2800" baseline="-25000">
                <a:latin typeface="Arial" panose="020B0604020202020204" pitchFamily="34" charset="0"/>
                <a:cs typeface="Arial" panose="020B0604020202020204" pitchFamily="34" charset="0"/>
              </a:rPr>
              <a:t>S</a:t>
            </a:r>
            <a:r>
              <a:rPr lang="en-AU" sz="2800" i="1">
                <a:latin typeface="Arial" panose="020B0604020202020204" pitchFamily="34" charset="0"/>
                <a:cs typeface="Arial" panose="020B0604020202020204" pitchFamily="34" charset="0"/>
              </a:rPr>
              <a:t> </a:t>
            </a:r>
            <a:r>
              <a:rPr lang="en-AU" sz="2800" err="1">
                <a:latin typeface="Arial" panose="020B0604020202020204" pitchFamily="34" charset="0"/>
                <a:cs typeface="Arial" panose="020B0604020202020204" pitchFamily="34" charset="0"/>
              </a:rPr>
              <a:t>is</a:t>
            </a:r>
            <a:r>
              <a:rPr lang="en-AU" sz="2800">
                <a:latin typeface="Arial" panose="020B0604020202020204" pitchFamily="34" charset="0"/>
                <a:cs typeface="Arial" panose="020B0604020202020204" pitchFamily="34" charset="0"/>
              </a:rPr>
              <a:t> inversely proportional to W, I</a:t>
            </a:r>
            <a:r>
              <a:rPr lang="en-AU" sz="2800" baseline="-25000">
                <a:latin typeface="Arial" panose="020B0604020202020204" pitchFamily="34" charset="0"/>
                <a:cs typeface="Arial" panose="020B0604020202020204" pitchFamily="34" charset="0"/>
              </a:rPr>
              <a:t>S</a:t>
            </a:r>
            <a:r>
              <a:rPr lang="en-AU" sz="2800">
                <a:latin typeface="Arial" panose="020B0604020202020204" pitchFamily="34" charset="0"/>
                <a:cs typeface="Arial" panose="020B0604020202020204" pitchFamily="34" charset="0"/>
              </a:rPr>
              <a:t>, and hence </a:t>
            </a:r>
            <a:r>
              <a:rPr lang="en-AU" sz="2800" err="1">
                <a:latin typeface="Arial" panose="020B0604020202020204" pitchFamily="34" charset="0"/>
                <a:cs typeface="Arial" panose="020B0604020202020204" pitchFamily="34" charset="0"/>
              </a:rPr>
              <a:t>i</a:t>
            </a:r>
            <a:r>
              <a:rPr lang="en-AU" sz="2800" baseline="-25000" err="1">
                <a:latin typeface="Arial" panose="020B0604020202020204" pitchFamily="34" charset="0"/>
                <a:cs typeface="Arial" panose="020B0604020202020204" pitchFamily="34" charset="0"/>
              </a:rPr>
              <a:t>C</a:t>
            </a:r>
            <a:r>
              <a:rPr lang="en-AU" sz="2800">
                <a:latin typeface="Arial" panose="020B0604020202020204" pitchFamily="34" charset="0"/>
                <a:cs typeface="Arial" panose="020B0604020202020204" pitchFamily="34" charset="0"/>
              </a:rPr>
              <a:t>, will increase. This is base‐width modulation.</a:t>
            </a: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927100" marR="673100" lvl="2"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4"/>
              <a:stretch>
                <a:fillRect/>
              </a:stretch>
            </p:blipFill>
            <p:spPr>
              <a:xfrm>
                <a:off x="-81072" y="1266552"/>
                <a:ext cx="20880" cy="26640"/>
              </a:xfrm>
              <a:prstGeom prst="rect">
                <a:avLst/>
              </a:prstGeom>
            </p:spPr>
          </p:pic>
        </mc:Fallback>
      </mc:AlternateContent>
      <p:pic>
        <p:nvPicPr>
          <p:cNvPr id="3" name="Picture 2">
            <a:extLst>
              <a:ext uri="{FF2B5EF4-FFF2-40B4-BE49-F238E27FC236}">
                <a16:creationId xmlns:a16="http://schemas.microsoft.com/office/drawing/2014/main" id="{E25C59E3-C7E7-B2F6-1F64-7726951857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5313" y="1183853"/>
            <a:ext cx="5472608" cy="26784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15574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162452" y="596714"/>
            <a:ext cx="11867091" cy="5513168"/>
          </a:xfrm>
        </p:spPr>
        <p:txBody>
          <a:bodyPr>
            <a:normAutofit/>
          </a:bodyPr>
          <a:lstStyle/>
          <a:p>
            <a:pPr>
              <a:buFont typeface="Wingdings" panose="05000000000000000000" pitchFamily="2" charset="2"/>
              <a:buChar char="q"/>
            </a:pPr>
            <a:r>
              <a:rPr lang="en-AU" sz="3000">
                <a:latin typeface="Arial" panose="020B0604020202020204" pitchFamily="34" charset="0"/>
                <a:cs typeface="Arial" panose="020B0604020202020204" pitchFamily="34" charset="0"/>
              </a:rPr>
              <a:t>Determinations of g</a:t>
            </a:r>
            <a:r>
              <a:rPr lang="en-AU" sz="3000" baseline="-25000">
                <a:latin typeface="Arial" panose="020B0604020202020204" pitchFamily="34" charset="0"/>
                <a:cs typeface="Arial" panose="020B0604020202020204" pitchFamily="34" charset="0"/>
              </a:rPr>
              <a:t>o </a:t>
            </a:r>
            <a:r>
              <a:rPr lang="en-AU" sz="3000">
                <a:latin typeface="Arial" panose="020B0604020202020204" pitchFamily="34" charset="0"/>
                <a:cs typeface="Arial" panose="020B0604020202020204" pitchFamily="34" charset="0"/>
              </a:rPr>
              <a:t>and </a:t>
            </a:r>
            <a:r>
              <a:rPr lang="en-AU" sz="3000" err="1">
                <a:latin typeface="Arial" panose="020B0604020202020204" pitchFamily="34" charset="0"/>
                <a:cs typeface="Arial" panose="020B0604020202020204" pitchFamily="34" charset="0"/>
              </a:rPr>
              <a:t>g</a:t>
            </a:r>
            <a:r>
              <a:rPr lang="en-AU" sz="3000" baseline="-25000" err="1">
                <a:latin typeface="Arial" panose="020B0604020202020204" pitchFamily="34" charset="0"/>
                <a:cs typeface="Arial" panose="020B0604020202020204" pitchFamily="34" charset="0"/>
              </a:rPr>
              <a:t>u</a:t>
            </a:r>
            <a:r>
              <a:rPr lang="en-AU" sz="3000" baseline="-25000">
                <a:latin typeface="Arial" panose="020B0604020202020204" pitchFamily="34" charset="0"/>
                <a:cs typeface="Arial" panose="020B0604020202020204" pitchFamily="34" charset="0"/>
              </a:rPr>
              <a:t> </a:t>
            </a:r>
          </a:p>
          <a:p>
            <a:pPr lvl="1">
              <a:buFont typeface="Wingdings" panose="05000000000000000000" pitchFamily="2" charset="2"/>
              <a:buChar char="§"/>
            </a:pPr>
            <a:r>
              <a:rPr lang="en-AU" sz="2800">
                <a:latin typeface="Arial" panose="020B0604020202020204" pitchFamily="34" charset="0"/>
                <a:cs typeface="Arial" panose="020B0604020202020204" pitchFamily="34" charset="0"/>
              </a:rPr>
              <a:t>By definition , </a:t>
            </a:r>
          </a:p>
          <a:p>
            <a:endParaRPr lang="en-AU">
              <a:latin typeface="Arial" panose="020B0604020202020204" pitchFamily="34" charset="0"/>
              <a:cs typeface="Arial" panose="020B0604020202020204" pitchFamily="34" charset="0"/>
            </a:endParaRPr>
          </a:p>
          <a:p>
            <a:pPr lvl="1">
              <a:buFont typeface="Wingdings" panose="05000000000000000000" pitchFamily="2" charset="2"/>
              <a:buChar char="§"/>
            </a:pPr>
            <a:r>
              <a:rPr lang="en-AU" sz="2800">
                <a:latin typeface="Arial" panose="020B0604020202020204" pitchFamily="34" charset="0"/>
                <a:cs typeface="Arial" panose="020B0604020202020204" pitchFamily="34" charset="0"/>
              </a:rPr>
              <a:t>this is the slope of the </a:t>
            </a:r>
            <a:r>
              <a:rPr lang="en-AU" sz="2800" err="1">
                <a:latin typeface="Arial" panose="020B0604020202020204" pitchFamily="34" charset="0"/>
                <a:cs typeface="Arial" panose="020B0604020202020204" pitchFamily="34" charset="0"/>
              </a:rPr>
              <a:t>i</a:t>
            </a:r>
            <a:r>
              <a:rPr lang="en-AU" sz="2800" baseline="-25000" err="1">
                <a:latin typeface="Arial" panose="020B0604020202020204" pitchFamily="34" charset="0"/>
                <a:cs typeface="Arial" panose="020B0604020202020204" pitchFamily="34" charset="0"/>
              </a:rPr>
              <a:t>C</a:t>
            </a:r>
            <a:r>
              <a:rPr lang="en-AU" sz="2800">
                <a:latin typeface="Arial" panose="020B0604020202020204" pitchFamily="34" charset="0"/>
                <a:cs typeface="Arial" panose="020B0604020202020204" pitchFamily="34" charset="0"/>
              </a:rPr>
              <a:t>(</a:t>
            </a:r>
            <a:r>
              <a:rPr lang="en-AU" sz="2800" err="1">
                <a:latin typeface="Arial" panose="020B0604020202020204" pitchFamily="34" charset="0"/>
                <a:cs typeface="Arial" panose="020B0604020202020204" pitchFamily="34" charset="0"/>
              </a:rPr>
              <a:t>v</a:t>
            </a:r>
            <a:r>
              <a:rPr lang="en-AU" sz="2800" baseline="-25000" err="1">
                <a:latin typeface="Arial" panose="020B0604020202020204" pitchFamily="34" charset="0"/>
                <a:cs typeface="Arial" panose="020B0604020202020204" pitchFamily="34" charset="0"/>
              </a:rPr>
              <a:t>CE</a:t>
            </a:r>
            <a:r>
              <a:rPr lang="en-AU" sz="2800">
                <a:latin typeface="Arial" panose="020B0604020202020204" pitchFamily="34" charset="0"/>
                <a:cs typeface="Arial" panose="020B0604020202020204" pitchFamily="34" charset="0"/>
              </a:rPr>
              <a:t>) characteristic, given by the Early effect as:</a:t>
            </a:r>
          </a:p>
          <a:p>
            <a:pPr marL="457200" lvl="1" indent="0">
              <a:buNone/>
            </a:pPr>
            <a:r>
              <a:rPr lang="en-AU" sz="2800">
                <a:latin typeface="Arial" panose="020B0604020202020204" pitchFamily="34" charset="0"/>
                <a:cs typeface="Arial" panose="020B0604020202020204" pitchFamily="34" charset="0"/>
              </a:rPr>
              <a:t>                                                where V</a:t>
            </a:r>
            <a:r>
              <a:rPr lang="en-AU" sz="2800" baseline="-25000">
                <a:latin typeface="Arial" panose="020B0604020202020204" pitchFamily="34" charset="0"/>
                <a:cs typeface="Arial" panose="020B0604020202020204" pitchFamily="34" charset="0"/>
              </a:rPr>
              <a:t>A</a:t>
            </a:r>
            <a:r>
              <a:rPr lang="en-AU" sz="2800">
                <a:latin typeface="Arial" panose="020B0604020202020204" pitchFamily="34" charset="0"/>
                <a:cs typeface="Arial" panose="020B0604020202020204" pitchFamily="34" charset="0"/>
              </a:rPr>
              <a:t> is early voltage</a:t>
            </a:r>
          </a:p>
          <a:p>
            <a:pPr marL="0" indent="0">
              <a:lnSpc>
                <a:spcPct val="90000"/>
              </a:lnSpc>
              <a:buNone/>
            </a:pPr>
            <a:endParaRPr lang="en-AU">
              <a:latin typeface="Arial" panose="020B0604020202020204" pitchFamily="34" charset="0"/>
              <a:cs typeface="Arial" panose="020B0604020202020204" pitchFamily="34" charset="0"/>
            </a:endParaRPr>
          </a:p>
          <a:p>
            <a:pPr>
              <a:lnSpc>
                <a:spcPct val="90000"/>
              </a:lnSpc>
            </a:pPr>
            <a:endParaRPr lang="en-AU">
              <a:latin typeface="Arial" panose="020B0604020202020204" pitchFamily="34" charset="0"/>
              <a:cs typeface="Arial" panose="020B0604020202020204" pitchFamily="34" charset="0"/>
            </a:endParaRPr>
          </a:p>
          <a:p>
            <a:pPr>
              <a:lnSpc>
                <a:spcPct val="90000"/>
              </a:lnSpc>
              <a:buFont typeface="Wingdings" panose="05000000000000000000" pitchFamily="2" charset="2"/>
              <a:buChar char="q"/>
            </a:pPr>
            <a:r>
              <a:rPr lang="en-AU">
                <a:latin typeface="Arial" panose="020B0604020202020204" pitchFamily="34" charset="0"/>
                <a:cs typeface="Arial" panose="020B0604020202020204" pitchFamily="34" charset="0"/>
              </a:rPr>
              <a:t>A note on magnitudes: the g parameters are related as</a:t>
            </a:r>
            <a:r>
              <a:rPr lang="en-AU" baseline="-25000">
                <a:latin typeface="Arial" panose="020B0604020202020204" pitchFamily="34" charset="0"/>
                <a:cs typeface="Arial" panose="020B0604020202020204" pitchFamily="34" charset="0"/>
              </a:rPr>
              <a:t> </a:t>
            </a:r>
          </a:p>
          <a:p>
            <a:pPr marL="12700" marR="673100" indent="0">
              <a:buNone/>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927100" marR="673100" lvl="2"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4"/>
              <a:stretch>
                <a:fillRect/>
              </a:stretch>
            </p:blipFill>
            <p:spPr>
              <a:xfrm>
                <a:off x="-81072" y="1266552"/>
                <a:ext cx="20880" cy="26640"/>
              </a:xfrm>
              <a:prstGeom prst="rect">
                <a:avLst/>
              </a:prstGeom>
            </p:spPr>
          </p:pic>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123681A6-8D46-A028-5BA8-2F6855F2B748}"/>
                  </a:ext>
                </a:extLst>
              </p:cNvPr>
              <p:cNvSpPr/>
              <p:nvPr/>
            </p:nvSpPr>
            <p:spPr>
              <a:xfrm>
                <a:off x="3708029" y="1113967"/>
                <a:ext cx="4189082" cy="98411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a:rPr lang="en-AU" sz="2800" b="0" i="0" dirty="0" smtClean="0">
                                  <a:latin typeface="Cambria Math"/>
                                  <a:ea typeface="Cambria Math"/>
                                </a:rPr>
                                <m:t>𝜕</m:t>
                              </m:r>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sub>
                          </m:sSub>
                        </m:num>
                        <m:den>
                          <m:sSub>
                            <m:sSubPr>
                              <m:ctrlPr>
                                <a:rPr lang="en-AU" sz="2800" i="1" dirty="0" smtClean="0">
                                  <a:latin typeface="Cambria Math" panose="02040503050406030204" pitchFamily="18" charset="0"/>
                                  <a:ea typeface="Cambria Math"/>
                                </a:rPr>
                              </m:ctrlPr>
                            </m:sSubPr>
                            <m:e>
                              <m:r>
                                <a:rPr lang="en-AU" sz="2800" b="0" i="0" dirty="0" smtClean="0">
                                  <a:latin typeface="Cambria Math"/>
                                  <a:ea typeface="Cambria Math"/>
                                </a:rPr>
                                <m:t>𝜕</m:t>
                              </m:r>
                              <m:r>
                                <m:rPr>
                                  <m:sty m:val="p"/>
                                </m:rPr>
                                <a:rPr lang="en-AU" sz="2800" b="0" i="0" dirty="0" smtClean="0">
                                  <a:latin typeface="Cambria Math"/>
                                  <a:ea typeface="Cambria Math"/>
                                </a:rPr>
                                <m:t>v</m:t>
                              </m:r>
                            </m:e>
                            <m:sub>
                              <m:r>
                                <m:rPr>
                                  <m:sty m:val="p"/>
                                </m:rPr>
                                <a:rPr lang="en-AU" sz="2800" b="0" i="0" dirty="0" smtClean="0">
                                  <a:latin typeface="Cambria Math"/>
                                  <a:ea typeface="Cambria Math"/>
                                </a:rPr>
                                <m:t>CE</m:t>
                              </m:r>
                            </m:sub>
                          </m:sSub>
                        </m:den>
                      </m:f>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CQ</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A</m:t>
                              </m:r>
                            </m:sub>
                          </m:sSub>
                        </m:den>
                      </m:f>
                    </m:oMath>
                  </m:oMathPara>
                </a14:m>
                <a:endParaRPr lang="en-AU" sz="2800"/>
              </a:p>
            </p:txBody>
          </p:sp>
        </mc:Choice>
        <mc:Fallback xmlns="">
          <p:sp>
            <p:nvSpPr>
              <p:cNvPr id="9" name="Rectangle 8">
                <a:extLst>
                  <a:ext uri="{FF2B5EF4-FFF2-40B4-BE49-F238E27FC236}">
                    <a16:creationId xmlns:a16="http://schemas.microsoft.com/office/drawing/2014/main" id="{123681A6-8D46-A028-5BA8-2F6855F2B748}"/>
                  </a:ext>
                </a:extLst>
              </p:cNvPr>
              <p:cNvSpPr>
                <a:spLocks noRot="1" noChangeAspect="1" noMove="1" noResize="1" noEditPoints="1" noAdjustHandles="1" noChangeArrowheads="1" noChangeShapeType="1" noTextEdit="1"/>
              </p:cNvSpPr>
              <p:nvPr/>
            </p:nvSpPr>
            <p:spPr>
              <a:xfrm>
                <a:off x="3708029" y="1113967"/>
                <a:ext cx="4189082" cy="98411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0F410B8D-A2B1-07D4-EBFE-1521F9C7A33B}"/>
                  </a:ext>
                </a:extLst>
              </p:cNvPr>
              <p:cNvSpPr/>
              <p:nvPr/>
            </p:nvSpPr>
            <p:spPr>
              <a:xfrm>
                <a:off x="3018149" y="2469746"/>
                <a:ext cx="1895573" cy="9798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CQ</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A</m:t>
                              </m:r>
                            </m:sub>
                          </m:sSub>
                        </m:den>
                      </m:f>
                    </m:oMath>
                  </m:oMathPara>
                </a14:m>
                <a:endParaRPr lang="en-AU" sz="2800"/>
              </a:p>
            </p:txBody>
          </p:sp>
        </mc:Choice>
        <mc:Fallback xmlns="">
          <p:sp>
            <p:nvSpPr>
              <p:cNvPr id="10" name="Rectangle 9">
                <a:extLst>
                  <a:ext uri="{FF2B5EF4-FFF2-40B4-BE49-F238E27FC236}">
                    <a16:creationId xmlns:a16="http://schemas.microsoft.com/office/drawing/2014/main" id="{0F410B8D-A2B1-07D4-EBFE-1521F9C7A33B}"/>
                  </a:ext>
                </a:extLst>
              </p:cNvPr>
              <p:cNvSpPr>
                <a:spLocks noRot="1" noChangeAspect="1" noMove="1" noResize="1" noEditPoints="1" noAdjustHandles="1" noChangeArrowheads="1" noChangeShapeType="1" noTextEdit="1"/>
              </p:cNvSpPr>
              <p:nvPr/>
            </p:nvSpPr>
            <p:spPr>
              <a:xfrm>
                <a:off x="3018149" y="2469746"/>
                <a:ext cx="1895573" cy="9798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16A5DA35-D60A-C052-DD96-609F40A95CC3}"/>
                  </a:ext>
                </a:extLst>
              </p:cNvPr>
              <p:cNvSpPr/>
              <p:nvPr/>
            </p:nvSpPr>
            <p:spPr>
              <a:xfrm>
                <a:off x="2454941" y="3373778"/>
                <a:ext cx="4007250" cy="98450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a:rPr lang="en-AU" sz="2800" b="0" i="0" dirty="0" smtClean="0">
                                  <a:latin typeface="Cambria Math"/>
                                  <a:ea typeface="Cambria Math"/>
                                </a:rPr>
                                <m:t>𝜕</m:t>
                              </m:r>
                              <m:r>
                                <m:rPr>
                                  <m:sty m:val="p"/>
                                </m:rPr>
                                <a:rPr lang="en-AU" sz="2800" b="0" i="0" dirty="0" smtClean="0">
                                  <a:latin typeface="Cambria Math"/>
                                  <a:ea typeface="Cambria Math"/>
                                </a:rPr>
                                <m:t>i</m:t>
                              </m:r>
                            </m:e>
                            <m:sub>
                              <m:r>
                                <m:rPr>
                                  <m:sty m:val="p"/>
                                </m:rPr>
                                <a:rPr lang="en-AU" sz="2800" b="0" i="0" dirty="0" smtClean="0">
                                  <a:latin typeface="Cambria Math"/>
                                  <a:ea typeface="Cambria Math"/>
                                </a:rPr>
                                <m:t>b</m:t>
                              </m:r>
                            </m:sub>
                          </m:sSub>
                        </m:num>
                        <m:den>
                          <m:sSub>
                            <m:sSubPr>
                              <m:ctrlPr>
                                <a:rPr lang="en-AU" sz="2800" i="1" dirty="0" smtClean="0">
                                  <a:latin typeface="Cambria Math" panose="02040503050406030204" pitchFamily="18" charset="0"/>
                                  <a:ea typeface="Cambria Math"/>
                                </a:rPr>
                              </m:ctrlPr>
                            </m:sSubPr>
                            <m:e>
                              <m:r>
                                <a:rPr lang="en-AU" sz="2800" b="0" i="0" dirty="0" smtClean="0">
                                  <a:latin typeface="Cambria Math"/>
                                  <a:ea typeface="Cambria Math"/>
                                </a:rPr>
                                <m:t>𝜕</m:t>
                              </m:r>
                              <m:r>
                                <m:rPr>
                                  <m:sty m:val="p"/>
                                </m:rPr>
                                <a:rPr lang="en-AU" sz="2800" b="0" i="0" dirty="0" smtClean="0">
                                  <a:latin typeface="Cambria Math"/>
                                  <a:ea typeface="Cambria Math"/>
                                </a:rPr>
                                <m:t>v</m:t>
                              </m:r>
                            </m:e>
                            <m:sub>
                              <m:r>
                                <m:rPr>
                                  <m:sty m:val="p"/>
                                </m:rPr>
                                <a:rPr lang="en-AU" sz="2800" b="0" i="0" dirty="0" smtClean="0">
                                  <a:latin typeface="Cambria Math"/>
                                  <a:ea typeface="Cambria Math"/>
                                </a:rPr>
                                <m:t>CE</m:t>
                              </m:r>
                            </m:sub>
                          </m:sSub>
                        </m:den>
                      </m:f>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CQ</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βV</m:t>
                              </m:r>
                            </m:e>
                            <m:sub>
                              <m:r>
                                <m:rPr>
                                  <m:sty m:val="p"/>
                                </m:rPr>
                                <a:rPr lang="en-AU" sz="2800" b="0" i="0" dirty="0" smtClean="0">
                                  <a:latin typeface="Cambria Math"/>
                                  <a:ea typeface="Cambria Math"/>
                                </a:rPr>
                                <m:t>A</m:t>
                              </m:r>
                            </m:sub>
                          </m:sSub>
                        </m:den>
                      </m:f>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num>
                        <m:den>
                          <m:r>
                            <m:rPr>
                              <m:sty m:val="p"/>
                            </m:rPr>
                            <a:rPr lang="en-AU" sz="2800" b="0" i="0" dirty="0" smtClean="0">
                              <a:latin typeface="Cambria Math"/>
                              <a:ea typeface="Cambria Math"/>
                            </a:rPr>
                            <m:t>β</m:t>
                          </m:r>
                        </m:den>
                      </m:f>
                    </m:oMath>
                  </m:oMathPara>
                </a14:m>
                <a:endParaRPr lang="en-AU" sz="2800" dirty="0"/>
              </a:p>
            </p:txBody>
          </p:sp>
        </mc:Choice>
        <mc:Fallback xmlns="">
          <p:sp>
            <p:nvSpPr>
              <p:cNvPr id="11" name="Rectangle 10">
                <a:extLst>
                  <a:ext uri="{FF2B5EF4-FFF2-40B4-BE49-F238E27FC236}">
                    <a16:creationId xmlns:a16="http://schemas.microsoft.com/office/drawing/2014/main" id="{16A5DA35-D60A-C052-DD96-609F40A95CC3}"/>
                  </a:ext>
                </a:extLst>
              </p:cNvPr>
              <p:cNvSpPr>
                <a:spLocks noRot="1" noChangeAspect="1" noMove="1" noResize="1" noEditPoints="1" noAdjustHandles="1" noChangeArrowheads="1" noChangeShapeType="1" noTextEdit="1"/>
              </p:cNvSpPr>
              <p:nvPr/>
            </p:nvSpPr>
            <p:spPr>
              <a:xfrm>
                <a:off x="2454941" y="3373778"/>
                <a:ext cx="4007250" cy="98450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B7B0C34F-3109-CF7E-B472-FD733F0909CB}"/>
                  </a:ext>
                </a:extLst>
              </p:cNvPr>
              <p:cNvSpPr/>
              <p:nvPr/>
            </p:nvSpPr>
            <p:spPr>
              <a:xfrm>
                <a:off x="619614" y="4692362"/>
                <a:ext cx="1702993" cy="90928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num>
                        <m:den>
                          <m:r>
                            <m:rPr>
                              <m:sty m:val="p"/>
                            </m:rPr>
                            <a:rPr lang="en-AU" sz="2800" b="0" i="0" dirty="0" smtClean="0">
                              <a:latin typeface="Cambria Math"/>
                              <a:ea typeface="Cambria Math"/>
                            </a:rPr>
                            <m:t>β</m:t>
                          </m:r>
                        </m:den>
                      </m:f>
                    </m:oMath>
                  </m:oMathPara>
                </a14:m>
                <a:endParaRPr lang="en-AU" sz="2800"/>
              </a:p>
            </p:txBody>
          </p:sp>
        </mc:Choice>
        <mc:Fallback xmlns="">
          <p:sp>
            <p:nvSpPr>
              <p:cNvPr id="12" name="Rectangle 11">
                <a:extLst>
                  <a:ext uri="{FF2B5EF4-FFF2-40B4-BE49-F238E27FC236}">
                    <a16:creationId xmlns:a16="http://schemas.microsoft.com/office/drawing/2014/main" id="{B7B0C34F-3109-CF7E-B472-FD733F0909CB}"/>
                  </a:ext>
                </a:extLst>
              </p:cNvPr>
              <p:cNvSpPr>
                <a:spLocks noRot="1" noChangeAspect="1" noMove="1" noResize="1" noEditPoints="1" noAdjustHandles="1" noChangeArrowheads="1" noChangeShapeType="1" noTextEdit="1"/>
              </p:cNvSpPr>
              <p:nvPr/>
            </p:nvSpPr>
            <p:spPr>
              <a:xfrm>
                <a:off x="619614" y="4692362"/>
                <a:ext cx="1702993" cy="90928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93033F97-5CC4-9E55-31E3-3D12ED6E678E}"/>
                  </a:ext>
                </a:extLst>
              </p:cNvPr>
              <p:cNvSpPr/>
              <p:nvPr/>
            </p:nvSpPr>
            <p:spPr>
              <a:xfrm>
                <a:off x="9525653" y="4760052"/>
                <a:ext cx="1557068"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oMath>
                  </m:oMathPara>
                </a14:m>
                <a:endParaRPr lang="en-AU" sz="2800"/>
              </a:p>
            </p:txBody>
          </p:sp>
        </mc:Choice>
        <mc:Fallback xmlns="">
          <p:sp>
            <p:nvSpPr>
              <p:cNvPr id="13" name="Rectangle 12">
                <a:extLst>
                  <a:ext uri="{FF2B5EF4-FFF2-40B4-BE49-F238E27FC236}">
                    <a16:creationId xmlns:a16="http://schemas.microsoft.com/office/drawing/2014/main" id="{93033F97-5CC4-9E55-31E3-3D12ED6E678E}"/>
                  </a:ext>
                </a:extLst>
              </p:cNvPr>
              <p:cNvSpPr>
                <a:spLocks noRot="1" noChangeAspect="1" noMove="1" noResize="1" noEditPoints="1" noAdjustHandles="1" noChangeArrowheads="1" noChangeShapeType="1" noTextEdit="1"/>
              </p:cNvSpPr>
              <p:nvPr/>
            </p:nvSpPr>
            <p:spPr>
              <a:xfrm>
                <a:off x="9525653" y="4760052"/>
                <a:ext cx="1557068"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5278300F-54AC-71D4-F26F-2E5B91DCD626}"/>
                  </a:ext>
                </a:extLst>
              </p:cNvPr>
              <p:cNvSpPr/>
              <p:nvPr/>
            </p:nvSpPr>
            <p:spPr>
              <a:xfrm>
                <a:off x="4000995" y="4754051"/>
                <a:ext cx="1440160" cy="90896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num>
                        <m:den>
                          <m:r>
                            <m:rPr>
                              <m:sty m:val="p"/>
                            </m:rPr>
                            <a:rPr lang="en-AU" sz="2800" b="0" i="0" dirty="0" smtClean="0">
                              <a:latin typeface="Cambria Math"/>
                              <a:ea typeface="Cambria Math"/>
                            </a:rPr>
                            <m:t>β</m:t>
                          </m:r>
                        </m:den>
                      </m:f>
                    </m:oMath>
                  </m:oMathPara>
                </a14:m>
                <a:endParaRPr lang="en-AU" sz="2800"/>
              </a:p>
            </p:txBody>
          </p:sp>
        </mc:Choice>
        <mc:Fallback xmlns="">
          <p:sp>
            <p:nvSpPr>
              <p:cNvPr id="15" name="Rectangle 14">
                <a:extLst>
                  <a:ext uri="{FF2B5EF4-FFF2-40B4-BE49-F238E27FC236}">
                    <a16:creationId xmlns:a16="http://schemas.microsoft.com/office/drawing/2014/main" id="{5278300F-54AC-71D4-F26F-2E5B91DCD626}"/>
                  </a:ext>
                </a:extLst>
              </p:cNvPr>
              <p:cNvSpPr>
                <a:spLocks noRot="1" noChangeAspect="1" noMove="1" noResize="1" noEditPoints="1" noAdjustHandles="1" noChangeArrowheads="1" noChangeShapeType="1" noTextEdit="1"/>
              </p:cNvSpPr>
              <p:nvPr/>
            </p:nvSpPr>
            <p:spPr>
              <a:xfrm>
                <a:off x="4000995" y="4754051"/>
                <a:ext cx="1440160" cy="90896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7722D6A3-722A-D8C3-17CE-8850462485D9}"/>
                  </a:ext>
                </a:extLst>
              </p:cNvPr>
              <p:cNvSpPr/>
              <p:nvPr/>
            </p:nvSpPr>
            <p:spPr>
              <a:xfrm>
                <a:off x="3965598" y="5508673"/>
                <a:ext cx="2496593" cy="55816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oMath>
                  </m:oMathPara>
                </a14:m>
                <a:endParaRPr lang="en-AU" sz="2800"/>
              </a:p>
            </p:txBody>
          </p:sp>
        </mc:Choice>
        <mc:Fallback xmlns="">
          <p:sp>
            <p:nvSpPr>
              <p:cNvPr id="16" name="Rectangle 15">
                <a:extLst>
                  <a:ext uri="{FF2B5EF4-FFF2-40B4-BE49-F238E27FC236}">
                    <a16:creationId xmlns:a16="http://schemas.microsoft.com/office/drawing/2014/main" id="{7722D6A3-722A-D8C3-17CE-8850462485D9}"/>
                  </a:ext>
                </a:extLst>
              </p:cNvPr>
              <p:cNvSpPr>
                <a:spLocks noRot="1" noChangeAspect="1" noMove="1" noResize="1" noEditPoints="1" noAdjustHandles="1" noChangeArrowheads="1" noChangeShapeType="1" noTextEdit="1"/>
              </p:cNvSpPr>
              <p:nvPr/>
            </p:nvSpPr>
            <p:spPr>
              <a:xfrm>
                <a:off x="3965598" y="5508673"/>
                <a:ext cx="2496593" cy="558166"/>
              </a:xfrm>
              <a:prstGeom prst="rect">
                <a:avLst/>
              </a:prstGeom>
              <a:blipFill>
                <a:blip r:embed="rId11"/>
                <a:stretch>
                  <a:fillRect r="-266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4A83935C-3C3C-2D43-E3A1-187525A68C20}"/>
                  </a:ext>
                </a:extLst>
              </p:cNvPr>
              <p:cNvSpPr/>
              <p:nvPr/>
            </p:nvSpPr>
            <p:spPr>
              <a:xfrm>
                <a:off x="5789529" y="4812384"/>
                <a:ext cx="1440160" cy="55816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oMath>
                  </m:oMathPara>
                </a14:m>
                <a:endParaRPr lang="en-AU" sz="2800"/>
              </a:p>
            </p:txBody>
          </p:sp>
        </mc:Choice>
        <mc:Fallback xmlns="">
          <p:sp>
            <p:nvSpPr>
              <p:cNvPr id="17" name="Rectangle 16">
                <a:extLst>
                  <a:ext uri="{FF2B5EF4-FFF2-40B4-BE49-F238E27FC236}">
                    <a16:creationId xmlns:a16="http://schemas.microsoft.com/office/drawing/2014/main" id="{4A83935C-3C3C-2D43-E3A1-187525A68C20}"/>
                  </a:ext>
                </a:extLst>
              </p:cNvPr>
              <p:cNvSpPr>
                <a:spLocks noRot="1" noChangeAspect="1" noMove="1" noResize="1" noEditPoints="1" noAdjustHandles="1" noChangeArrowheads="1" noChangeShapeType="1" noTextEdit="1"/>
              </p:cNvSpPr>
              <p:nvPr/>
            </p:nvSpPr>
            <p:spPr>
              <a:xfrm>
                <a:off x="5789529" y="4812384"/>
                <a:ext cx="1440160" cy="55816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4C8D4F10-2B44-1F6E-93DE-6B481E37DC11}"/>
                  </a:ext>
                </a:extLst>
              </p:cNvPr>
              <p:cNvSpPr/>
              <p:nvPr/>
            </p:nvSpPr>
            <p:spPr>
              <a:xfrm>
                <a:off x="2591164" y="4823776"/>
                <a:ext cx="1440160"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oMath>
                  </m:oMathPara>
                </a14:m>
                <a:endParaRPr lang="en-AU" sz="2800"/>
              </a:p>
            </p:txBody>
          </p:sp>
        </mc:Choice>
        <mc:Fallback xmlns="">
          <p:sp>
            <p:nvSpPr>
              <p:cNvPr id="18" name="Rectangle 17">
                <a:extLst>
                  <a:ext uri="{FF2B5EF4-FFF2-40B4-BE49-F238E27FC236}">
                    <a16:creationId xmlns:a16="http://schemas.microsoft.com/office/drawing/2014/main" id="{4C8D4F10-2B44-1F6E-93DE-6B481E37DC11}"/>
                  </a:ext>
                </a:extLst>
              </p:cNvPr>
              <p:cNvSpPr>
                <a:spLocks noRot="1" noChangeAspect="1" noMove="1" noResize="1" noEditPoints="1" noAdjustHandles="1" noChangeArrowheads="1" noChangeShapeType="1" noTextEdit="1"/>
              </p:cNvSpPr>
              <p:nvPr/>
            </p:nvSpPr>
            <p:spPr>
              <a:xfrm>
                <a:off x="2591164" y="4823776"/>
                <a:ext cx="1440160" cy="523220"/>
              </a:xfrm>
              <a:prstGeom prst="rect">
                <a:avLst/>
              </a:prstGeom>
              <a:blipFill>
                <a:blip r:embed="rId13"/>
                <a:stretch>
                  <a:fillRect/>
                </a:stretch>
              </a:blipFill>
            </p:spPr>
            <p:txBody>
              <a:bodyPr/>
              <a:lstStyle/>
              <a:p>
                <a:r>
                  <a:rPr lang="en-US">
                    <a:noFill/>
                  </a:rPr>
                  <a:t> </a:t>
                </a:r>
              </a:p>
            </p:txBody>
          </p:sp>
        </mc:Fallback>
      </mc:AlternateContent>
      <p:sp>
        <p:nvSpPr>
          <p:cNvPr id="20" name="Arrow: Right 19">
            <a:extLst>
              <a:ext uri="{FF2B5EF4-FFF2-40B4-BE49-F238E27FC236}">
                <a16:creationId xmlns:a16="http://schemas.microsoft.com/office/drawing/2014/main" id="{5D6471D7-68A0-4C7B-B6B4-EF2857A64AC9}"/>
              </a:ext>
            </a:extLst>
          </p:cNvPr>
          <p:cNvSpPr/>
          <p:nvPr/>
        </p:nvSpPr>
        <p:spPr>
          <a:xfrm>
            <a:off x="2227863" y="5058183"/>
            <a:ext cx="345620" cy="1236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Arrow: Right 20">
            <a:extLst>
              <a:ext uri="{FF2B5EF4-FFF2-40B4-BE49-F238E27FC236}">
                <a16:creationId xmlns:a16="http://schemas.microsoft.com/office/drawing/2014/main" id="{3C358AD3-C6AD-DD44-73D7-C2F8AA61B157}"/>
              </a:ext>
            </a:extLst>
          </p:cNvPr>
          <p:cNvSpPr/>
          <p:nvPr/>
        </p:nvSpPr>
        <p:spPr>
          <a:xfrm>
            <a:off x="5423677" y="5099038"/>
            <a:ext cx="345620" cy="1236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BB0697B5-5348-6294-DA9E-40E7ED3203DE}"/>
                  </a:ext>
                </a:extLst>
              </p:cNvPr>
              <p:cNvSpPr/>
              <p:nvPr/>
            </p:nvSpPr>
            <p:spPr>
              <a:xfrm>
                <a:off x="7217041" y="4760052"/>
                <a:ext cx="2077328" cy="719941"/>
              </a:xfrm>
              <a:prstGeom prst="rect">
                <a:avLst/>
              </a:prstGeom>
            </p:spPr>
            <p:txBody>
              <a:bodyPr wrap="square">
                <a:spAutoFit/>
              </a:bodyPr>
              <a:lstStyle/>
              <a:p>
                <a14:m>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panose="02040503050406030204" pitchFamily="18" charset="0"/>
                            <a:ea typeface="Cambria Math"/>
                          </a:rPr>
                          <m:t>o</m:t>
                        </m:r>
                      </m:sub>
                    </m:sSub>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dirty="0" smtClean="0">
                                <a:latin typeface="Cambria Math"/>
                                <a:ea typeface="Cambria Math"/>
                              </a:rPr>
                              <m:t>π</m:t>
                            </m:r>
                          </m:sub>
                        </m:sSub>
                      </m:num>
                      <m:den>
                        <m:sSub>
                          <m:sSubPr>
                            <m:ctrlPr>
                              <a:rPr lang="en-AU" sz="2800" i="1" dirty="0">
                                <a:latin typeface="Cambria Math" panose="02040503050406030204" pitchFamily="18" charset="0"/>
                                <a:ea typeface="Cambria Math"/>
                              </a:rPr>
                            </m:ctrlPr>
                          </m:sSubPr>
                          <m:e>
                            <m:r>
                              <m:rPr>
                                <m:sty m:val="p"/>
                              </m:rPr>
                              <a:rPr lang="en-AU" sz="2800" dirty="0">
                                <a:latin typeface="Cambria Math"/>
                                <a:ea typeface="Cambria Math"/>
                              </a:rPr>
                              <m:t>V</m:t>
                            </m:r>
                          </m:e>
                          <m:sub>
                            <m:r>
                              <m:rPr>
                                <m:sty m:val="p"/>
                              </m:rPr>
                              <a:rPr lang="en-AU" sz="2800" dirty="0">
                                <a:latin typeface="Cambria Math"/>
                                <a:ea typeface="Cambria Math"/>
                              </a:rPr>
                              <m:t>A</m:t>
                            </m:r>
                          </m:sub>
                        </m:sSub>
                      </m:den>
                    </m:f>
                  </m:oMath>
                </a14:m>
                <a:r>
                  <a:rPr lang="en-AU" sz="2800">
                    <a:ea typeface="Cambria Math"/>
                  </a:rPr>
                  <a:t> </a:t>
                </a:r>
                <a14:m>
                  <m:oMath xmlns:m="http://schemas.openxmlformats.org/officeDocument/2006/math">
                    <m:r>
                      <m:rPr>
                        <m:sty m:val="p"/>
                      </m:rPr>
                      <a:rPr lang="en-AU" sz="2800" dirty="0">
                        <a:latin typeface="Cambria Math"/>
                        <a:ea typeface="Cambria Math"/>
                      </a:rPr>
                      <m:t>β</m:t>
                    </m:r>
                    <m:sSub>
                      <m:sSubPr>
                        <m:ctrlPr>
                          <a:rPr lang="en-AU" sz="2800" i="1" dirty="0">
                            <a:latin typeface="Cambria Math" panose="02040503050406030204" pitchFamily="18" charset="0"/>
                            <a:ea typeface="Cambria Math"/>
                          </a:rPr>
                        </m:ctrlPr>
                      </m:sSubPr>
                      <m:e>
                        <m:r>
                          <m:rPr>
                            <m:sty m:val="p"/>
                          </m:rPr>
                          <a:rPr lang="en-AU" sz="2800" dirty="0">
                            <a:latin typeface="Cambria Math"/>
                            <a:ea typeface="Cambria Math"/>
                          </a:rPr>
                          <m:t>V</m:t>
                        </m:r>
                      </m:e>
                      <m:sub>
                        <m:r>
                          <m:rPr>
                            <m:sty m:val="p"/>
                          </m:rPr>
                          <a:rPr lang="en-AU" sz="2800" b="0" i="0" dirty="0" smtClean="0">
                            <a:latin typeface="Cambria Math" panose="02040503050406030204" pitchFamily="18" charset="0"/>
                            <a:ea typeface="Cambria Math"/>
                          </a:rPr>
                          <m:t>T</m:t>
                        </m:r>
                      </m:sub>
                    </m:sSub>
                  </m:oMath>
                </a14:m>
                <a:endParaRPr lang="en-AU" sz="2800"/>
              </a:p>
            </p:txBody>
          </p:sp>
        </mc:Choice>
        <mc:Fallback xmlns="">
          <p:sp>
            <p:nvSpPr>
              <p:cNvPr id="22" name="Rectangle 21">
                <a:extLst>
                  <a:ext uri="{FF2B5EF4-FFF2-40B4-BE49-F238E27FC236}">
                    <a16:creationId xmlns:a16="http://schemas.microsoft.com/office/drawing/2014/main" id="{BB0697B5-5348-6294-DA9E-40E7ED3203DE}"/>
                  </a:ext>
                </a:extLst>
              </p:cNvPr>
              <p:cNvSpPr>
                <a:spLocks noRot="1" noChangeAspect="1" noMove="1" noResize="1" noEditPoints="1" noAdjustHandles="1" noChangeArrowheads="1" noChangeShapeType="1" noTextEdit="1"/>
              </p:cNvSpPr>
              <p:nvPr/>
            </p:nvSpPr>
            <p:spPr>
              <a:xfrm>
                <a:off x="7217041" y="4760052"/>
                <a:ext cx="2077328" cy="719941"/>
              </a:xfrm>
              <a:prstGeom prst="rect">
                <a:avLst/>
              </a:prstGeom>
              <a:blipFill>
                <a:blip r:embed="rId14"/>
                <a:stretch>
                  <a:fillRect/>
                </a:stretch>
              </a:blipFill>
            </p:spPr>
            <p:txBody>
              <a:bodyPr/>
              <a:lstStyle/>
              <a:p>
                <a:r>
                  <a:rPr lang="en-US">
                    <a:noFill/>
                  </a:rPr>
                  <a:t> </a:t>
                </a:r>
              </a:p>
            </p:txBody>
          </p:sp>
        </mc:Fallback>
      </mc:AlternateContent>
      <p:sp>
        <p:nvSpPr>
          <p:cNvPr id="23" name="Arrow: Right 22">
            <a:extLst>
              <a:ext uri="{FF2B5EF4-FFF2-40B4-BE49-F238E27FC236}">
                <a16:creationId xmlns:a16="http://schemas.microsoft.com/office/drawing/2014/main" id="{9C71393D-C18B-6681-AE5F-CE91046FBB19}"/>
              </a:ext>
            </a:extLst>
          </p:cNvPr>
          <p:cNvSpPr/>
          <p:nvPr/>
        </p:nvSpPr>
        <p:spPr>
          <a:xfrm>
            <a:off x="9265196" y="5009650"/>
            <a:ext cx="345620" cy="1236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724465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61254"/>
            <a:ext cx="10515600" cy="587139"/>
          </a:xfrm>
        </p:spPr>
        <p:txBody>
          <a:bodyPr>
            <a:normAutofit/>
          </a:bodyPr>
          <a:lstStyle/>
          <a:p>
            <a:pPr algn="ctr"/>
            <a:r>
              <a:rPr lang="en-US" sz="3600" b="1">
                <a:latin typeface="Arial Black" panose="020B0A04020102020204" pitchFamily="34" charset="0"/>
              </a:rPr>
              <a:t>Transistor Circuit Model</a:t>
            </a:r>
            <a:r>
              <a:rPr lang="en-AU" sz="3600" b="1">
                <a:latin typeface="Arial Black" panose="020B0A04020102020204" pitchFamily="34" charset="0"/>
              </a:rPr>
              <a:t> - BJT</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9" name="Content Placeholder 2">
            <a:extLst>
              <a:ext uri="{FF2B5EF4-FFF2-40B4-BE49-F238E27FC236}">
                <a16:creationId xmlns:a16="http://schemas.microsoft.com/office/drawing/2014/main" id="{BEC021D9-EDA7-3A58-CB97-32F406713A00}"/>
              </a:ext>
            </a:extLst>
          </p:cNvPr>
          <p:cNvSpPr>
            <a:spLocks noGrp="1"/>
          </p:cNvSpPr>
          <p:nvPr>
            <p:ph idx="1"/>
          </p:nvPr>
        </p:nvSpPr>
        <p:spPr>
          <a:xfrm>
            <a:off x="162452" y="596714"/>
            <a:ext cx="11867091" cy="5513168"/>
          </a:xfrm>
        </p:spPr>
        <p:txBody>
          <a:bodyPr>
            <a:normAutofit lnSpcReduction="10000"/>
          </a:bodyPr>
          <a:lstStyle/>
          <a:p>
            <a:pPr>
              <a:buFont typeface="Wingdings" panose="05000000000000000000" pitchFamily="2" charset="2"/>
              <a:buChar char="§"/>
            </a:pPr>
            <a:r>
              <a:rPr lang="en-AU" sz="2800">
                <a:latin typeface="Arial" panose="020B0604020202020204" pitchFamily="34" charset="0"/>
                <a:cs typeface="Arial" panose="020B0604020202020204" pitchFamily="34" charset="0"/>
              </a:rPr>
              <a:t>Each of the conductance increments (g</a:t>
            </a:r>
            <a:r>
              <a:rPr lang="en-AU" sz="2800" baseline="-25000">
                <a:latin typeface="Arial" panose="020B0604020202020204" pitchFamily="34" charset="0"/>
                <a:cs typeface="Arial" panose="020B0604020202020204" pitchFamily="34" charset="0"/>
              </a:rPr>
              <a:t>o</a:t>
            </a:r>
            <a:r>
              <a:rPr lang="en-AU" sz="2800">
                <a:latin typeface="Arial" panose="020B0604020202020204" pitchFamily="34" charset="0"/>
                <a:cs typeface="Arial" panose="020B0604020202020204" pitchFamily="34" charset="0"/>
              </a:rPr>
              <a:t>, g</a:t>
            </a:r>
            <a:r>
              <a:rPr lang="en-AU" sz="2800" baseline="-25000">
                <a:latin typeface="Arial" panose="020B0604020202020204" pitchFamily="34" charset="0"/>
                <a:cs typeface="Arial" panose="020B0604020202020204" pitchFamily="34" charset="0"/>
              </a:rPr>
              <a:t>m</a:t>
            </a:r>
            <a:r>
              <a:rPr lang="en-AU" sz="2800">
                <a:latin typeface="Arial" panose="020B0604020202020204" pitchFamily="34" charset="0"/>
                <a:cs typeface="Arial" panose="020B0604020202020204" pitchFamily="34" charset="0"/>
              </a:rPr>
              <a:t>, </a:t>
            </a:r>
            <a:r>
              <a:rPr lang="en-AU" sz="2800" err="1">
                <a:latin typeface="Arial" panose="020B0604020202020204" pitchFamily="34" charset="0"/>
                <a:cs typeface="Arial" panose="020B0604020202020204" pitchFamily="34" charset="0"/>
              </a:rPr>
              <a:t>g</a:t>
            </a:r>
            <a:r>
              <a:rPr lang="en-AU" sz="2800" baseline="-25000" err="1">
                <a:latin typeface="Arial" panose="020B0604020202020204" pitchFamily="34" charset="0"/>
                <a:cs typeface="Arial" panose="020B0604020202020204" pitchFamily="34" charset="0"/>
              </a:rPr>
              <a:t>u</a:t>
            </a:r>
            <a:r>
              <a:rPr lang="en-AU" sz="2800">
                <a:latin typeface="Arial" panose="020B0604020202020204" pitchFamily="34" charset="0"/>
                <a:cs typeface="Arial" panose="020B0604020202020204" pitchFamily="34" charset="0"/>
              </a:rPr>
              <a:t>, g</a:t>
            </a:r>
            <a:r>
              <a:rPr lang="el-GR" sz="2800" baseline="-25000">
                <a:latin typeface="Arial" panose="020B0604020202020204" pitchFamily="34" charset="0"/>
                <a:cs typeface="Arial" panose="020B0604020202020204" pitchFamily="34" charset="0"/>
              </a:rPr>
              <a:t>π</a:t>
            </a:r>
            <a:r>
              <a:rPr lang="en-AU" sz="2800">
                <a:latin typeface="Arial" panose="020B0604020202020204" pitchFamily="34" charset="0"/>
                <a:cs typeface="Arial" panose="020B0604020202020204" pitchFamily="34" charset="0"/>
              </a:rPr>
              <a:t>) is directly proportional to the quiescent collector current I</a:t>
            </a:r>
            <a:r>
              <a:rPr lang="en-AU" sz="2800" baseline="-25000">
                <a:latin typeface="Arial" panose="020B0604020202020204" pitchFamily="34" charset="0"/>
                <a:cs typeface="Arial" panose="020B0604020202020204" pitchFamily="34" charset="0"/>
              </a:rPr>
              <a:t>C</a:t>
            </a:r>
            <a:r>
              <a:rPr lang="en-AU" sz="2800" i="1">
                <a:latin typeface="Arial" panose="020B0604020202020204" pitchFamily="34" charset="0"/>
                <a:cs typeface="Arial" panose="020B0604020202020204" pitchFamily="34" charset="0"/>
              </a:rPr>
              <a:t> </a:t>
            </a:r>
            <a:r>
              <a:rPr lang="en-AU" sz="2800">
                <a:latin typeface="Arial" panose="020B0604020202020204" pitchFamily="34" charset="0"/>
                <a:cs typeface="Arial" panose="020B0604020202020204" pitchFamily="34" charset="0"/>
              </a:rPr>
              <a:t>and are functions of temperature and collector voltage.</a:t>
            </a:r>
          </a:p>
          <a:p>
            <a:pPr>
              <a:buFont typeface="Wingdings" panose="05000000000000000000" pitchFamily="2" charset="2"/>
              <a:buChar char="§"/>
            </a:pPr>
            <a:r>
              <a:rPr lang="en-AU" sz="2800">
                <a:latin typeface="Arial" panose="020B0604020202020204" pitchFamily="34" charset="0"/>
                <a:cs typeface="Arial" panose="020B0604020202020204" pitchFamily="34" charset="0"/>
              </a:rPr>
              <a:t>For β large and V</a:t>
            </a:r>
            <a:r>
              <a:rPr lang="en-AU" sz="2800" baseline="-25000">
                <a:latin typeface="Arial" panose="020B0604020202020204" pitchFamily="34" charset="0"/>
                <a:cs typeface="Arial" panose="020B0604020202020204" pitchFamily="34" charset="0"/>
              </a:rPr>
              <a:t>T</a:t>
            </a:r>
            <a:r>
              <a:rPr lang="en-AU" sz="2800">
                <a:latin typeface="Arial" panose="020B0604020202020204" pitchFamily="34" charset="0"/>
                <a:cs typeface="Arial" panose="020B0604020202020204" pitchFamily="34" charset="0"/>
              </a:rPr>
              <a:t>/V</a:t>
            </a:r>
            <a:r>
              <a:rPr lang="en-AU" sz="2800" baseline="-25000">
                <a:latin typeface="Arial" panose="020B0604020202020204" pitchFamily="34" charset="0"/>
                <a:cs typeface="Arial" panose="020B0604020202020204" pitchFamily="34" charset="0"/>
              </a:rPr>
              <a:t>A</a:t>
            </a:r>
            <a:r>
              <a:rPr lang="en-AU" sz="2800">
                <a:latin typeface="Arial" panose="020B0604020202020204" pitchFamily="34" charset="0"/>
                <a:cs typeface="Arial" panose="020B0604020202020204" pitchFamily="34" charset="0"/>
              </a:rPr>
              <a:t> &lt; 1/β, typically:</a:t>
            </a:r>
          </a:p>
          <a:p>
            <a:pPr>
              <a:buFont typeface="Wingdings" panose="05000000000000000000" pitchFamily="2" charset="2"/>
              <a:buChar char="§"/>
            </a:pPr>
            <a:endParaRPr lang="en-AU" sz="2800" b="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b="0">
              <a:latin typeface="Arial" panose="020B0604020202020204" pitchFamily="34" charset="0"/>
              <a:cs typeface="Arial" panose="020B0604020202020204" pitchFamily="34" charset="0"/>
            </a:endParaRPr>
          </a:p>
          <a:p>
            <a:pPr>
              <a:buFont typeface="Wingdings" panose="05000000000000000000" pitchFamily="2" charset="2"/>
              <a:buChar char="§"/>
            </a:pPr>
            <a:r>
              <a:rPr lang="en-AU" sz="2800">
                <a:latin typeface="Arial" panose="020B0604020202020204" pitchFamily="34" charset="0"/>
                <a:cs typeface="Arial" panose="020B0604020202020204" pitchFamily="34" charset="0"/>
              </a:rPr>
              <a:t>If we neglect the effects of base‐width modulation [i.e., </a:t>
            </a:r>
            <a:r>
              <a:rPr lang="en-AU" sz="2800" i="1">
                <a:latin typeface="Arial" panose="020B0604020202020204" pitchFamily="34" charset="0"/>
                <a:cs typeface="Arial" panose="020B0604020202020204" pitchFamily="34" charset="0"/>
              </a:rPr>
              <a:t>V</a:t>
            </a:r>
            <a:r>
              <a:rPr lang="en-AU" sz="2800" baseline="-25000">
                <a:latin typeface="Arial" panose="020B0604020202020204" pitchFamily="34" charset="0"/>
                <a:cs typeface="Arial" panose="020B0604020202020204" pitchFamily="34" charset="0"/>
              </a:rPr>
              <a:t>A</a:t>
            </a:r>
            <a:r>
              <a:rPr lang="en-AU" sz="2800">
                <a:latin typeface="Arial" panose="020B0604020202020204" pitchFamily="34" charset="0"/>
                <a:cs typeface="Arial" panose="020B0604020202020204" pitchFamily="34" charset="0"/>
              </a:rPr>
              <a:t> = –∞],</a:t>
            </a:r>
          </a:p>
          <a:p>
            <a:pPr>
              <a:buFont typeface="Wingdings" panose="05000000000000000000" pitchFamily="2" charset="2"/>
              <a:buChar char="§"/>
            </a:pPr>
            <a:endParaRPr lang="pt-BR" sz="2800" i="1">
              <a:latin typeface="Arial" panose="020B0604020202020204" pitchFamily="34" charset="0"/>
              <a:cs typeface="Arial" panose="020B0604020202020204" pitchFamily="34" charset="0"/>
            </a:endParaRPr>
          </a:p>
          <a:p>
            <a:pPr>
              <a:buFont typeface="Wingdings" panose="05000000000000000000" pitchFamily="2" charset="2"/>
              <a:buChar char="§"/>
            </a:pPr>
            <a:endParaRPr lang="pt-BR" sz="2800" i="1">
              <a:latin typeface="Arial" panose="020B0604020202020204" pitchFamily="34" charset="0"/>
              <a:cs typeface="Arial" panose="020B0604020202020204" pitchFamily="34" charset="0"/>
            </a:endParaRPr>
          </a:p>
          <a:p>
            <a:pPr>
              <a:buFont typeface="Wingdings" panose="05000000000000000000" pitchFamily="2" charset="2"/>
              <a:buChar char="§"/>
            </a:pPr>
            <a:r>
              <a:rPr lang="en-AU" sz="2800">
                <a:latin typeface="Arial" panose="020B0604020202020204" pitchFamily="34" charset="0"/>
                <a:cs typeface="Arial" panose="020B0604020202020204" pitchFamily="34" charset="0"/>
              </a:rPr>
              <a:t>Example: Given an </a:t>
            </a:r>
            <a:r>
              <a:rPr lang="en-AU" sz="2800" err="1">
                <a:latin typeface="Arial" panose="020B0604020202020204" pitchFamily="34" charset="0"/>
                <a:cs typeface="Arial" panose="020B0604020202020204" pitchFamily="34" charset="0"/>
              </a:rPr>
              <a:t>npn</a:t>
            </a:r>
            <a:r>
              <a:rPr lang="en-AU" sz="2800" i="1">
                <a:latin typeface="Arial" panose="020B0604020202020204" pitchFamily="34" charset="0"/>
                <a:cs typeface="Arial" panose="020B0604020202020204" pitchFamily="34" charset="0"/>
              </a:rPr>
              <a:t> </a:t>
            </a:r>
            <a:r>
              <a:rPr lang="en-AU" sz="2800">
                <a:latin typeface="Arial" panose="020B0604020202020204" pitchFamily="34" charset="0"/>
                <a:cs typeface="Arial" panose="020B0604020202020204" pitchFamily="34" charset="0"/>
              </a:rPr>
              <a:t>transistor </a:t>
            </a:r>
            <a:r>
              <a:rPr lang="el-GR" sz="2800">
                <a:latin typeface="Arial" panose="020B0604020202020204" pitchFamily="34" charset="0"/>
                <a:cs typeface="Arial" panose="020B0604020202020204" pitchFamily="34" charset="0"/>
              </a:rPr>
              <a:t>β = 40, </a:t>
            </a:r>
            <a:r>
              <a:rPr lang="en-AU" sz="2800">
                <a:latin typeface="Arial" panose="020B0604020202020204" pitchFamily="34" charset="0"/>
                <a:cs typeface="Arial" panose="020B0604020202020204" pitchFamily="34" charset="0"/>
              </a:rPr>
              <a:t>I</a:t>
            </a:r>
            <a:r>
              <a:rPr lang="en-AU" sz="2800" baseline="-25000">
                <a:latin typeface="Arial" panose="020B0604020202020204" pitchFamily="34" charset="0"/>
                <a:cs typeface="Arial" panose="020B0604020202020204" pitchFamily="34" charset="0"/>
              </a:rPr>
              <a:t>C</a:t>
            </a:r>
            <a:r>
              <a:rPr lang="en-AU" sz="2800">
                <a:latin typeface="Arial" panose="020B0604020202020204" pitchFamily="34" charset="0"/>
                <a:cs typeface="Arial" panose="020B0604020202020204" pitchFamily="34" charset="0"/>
              </a:rPr>
              <a:t> = 2mA, V</a:t>
            </a:r>
            <a:r>
              <a:rPr lang="en-AU" sz="2800" baseline="-25000">
                <a:latin typeface="Arial" panose="020B0604020202020204" pitchFamily="34" charset="0"/>
                <a:cs typeface="Arial" panose="020B0604020202020204" pitchFamily="34" charset="0"/>
              </a:rPr>
              <a:t>A</a:t>
            </a:r>
            <a:r>
              <a:rPr lang="en-AU" sz="2800">
                <a:latin typeface="Arial" panose="020B0604020202020204" pitchFamily="34" charset="0"/>
                <a:cs typeface="Arial" panose="020B0604020202020204" pitchFamily="34" charset="0"/>
              </a:rPr>
              <a:t> = ‐ 65 volts</a:t>
            </a:r>
            <a:endParaRPr lang="en-AU">
              <a:latin typeface="Arial" panose="020B0604020202020204" pitchFamily="34" charset="0"/>
              <a:cs typeface="Arial" panose="020B0604020202020204" pitchFamily="34" charset="0"/>
            </a:endParaRPr>
          </a:p>
          <a:p>
            <a:pPr marL="457200" lvl="1" indent="0">
              <a:buNone/>
            </a:pPr>
            <a:r>
              <a:rPr lang="en-AU" sz="2000" i="1">
                <a:latin typeface="+mn-lt"/>
              </a:rPr>
              <a:t>                               </a:t>
            </a:r>
            <a:r>
              <a:rPr lang="en-AU" sz="2800">
                <a:latin typeface="Arial" panose="020B0604020202020204" pitchFamily="34" charset="0"/>
                <a:cs typeface="Arial" panose="020B0604020202020204" pitchFamily="34" charset="0"/>
              </a:rPr>
              <a:t>g</a:t>
            </a:r>
            <a:r>
              <a:rPr lang="en-AU" sz="2800" baseline="-25000">
                <a:latin typeface="Arial" panose="020B0604020202020204" pitchFamily="34" charset="0"/>
                <a:cs typeface="Arial" panose="020B0604020202020204" pitchFamily="34" charset="0"/>
              </a:rPr>
              <a:t>m</a:t>
            </a:r>
            <a:r>
              <a:rPr lang="en-AU" sz="2800">
                <a:latin typeface="Arial" panose="020B0604020202020204" pitchFamily="34" charset="0"/>
                <a:cs typeface="Arial" panose="020B0604020202020204" pitchFamily="34" charset="0"/>
              </a:rPr>
              <a:t> = 80 m</a:t>
            </a:r>
            <a:r>
              <a:rPr lang="el-GR" sz="2800">
                <a:latin typeface="Arial" panose="020B0604020202020204" pitchFamily="34" charset="0"/>
                <a:cs typeface="Arial" panose="020B0604020202020204" pitchFamily="34" charset="0"/>
              </a:rPr>
              <a:t>Ω</a:t>
            </a:r>
            <a:r>
              <a:rPr lang="el-GR" sz="2800" baseline="30000">
                <a:latin typeface="Arial" panose="020B0604020202020204" pitchFamily="34" charset="0"/>
                <a:cs typeface="Arial" panose="020B0604020202020204" pitchFamily="34" charset="0"/>
              </a:rPr>
              <a:t>‐1</a:t>
            </a:r>
            <a:r>
              <a:rPr lang="el-GR" sz="2800">
                <a:latin typeface="Arial" panose="020B0604020202020204" pitchFamily="34" charset="0"/>
                <a:cs typeface="Arial" panose="020B0604020202020204" pitchFamily="34" charset="0"/>
              </a:rPr>
              <a:t> </a:t>
            </a:r>
            <a:r>
              <a:rPr lang="en-AU" sz="2800">
                <a:latin typeface="Arial" panose="020B0604020202020204" pitchFamily="34" charset="0"/>
                <a:cs typeface="Arial" panose="020B0604020202020204" pitchFamily="34" charset="0"/>
              </a:rPr>
              <a:t>                    g</a:t>
            </a:r>
            <a:r>
              <a:rPr lang="el-GR" sz="2800" baseline="-25000">
                <a:latin typeface="Arial" panose="020B0604020202020204" pitchFamily="34" charset="0"/>
                <a:cs typeface="Arial" panose="020B0604020202020204" pitchFamily="34" charset="0"/>
              </a:rPr>
              <a:t>π</a:t>
            </a:r>
            <a:r>
              <a:rPr lang="el-GR" sz="2800">
                <a:latin typeface="Arial" panose="020B0604020202020204" pitchFamily="34" charset="0"/>
                <a:cs typeface="Arial" panose="020B0604020202020204" pitchFamily="34" charset="0"/>
              </a:rPr>
              <a:t> = 2 </a:t>
            </a:r>
            <a:r>
              <a:rPr lang="en-AU" sz="2800">
                <a:latin typeface="Arial" panose="020B0604020202020204" pitchFamily="34" charset="0"/>
                <a:cs typeface="Arial" panose="020B0604020202020204" pitchFamily="34" charset="0"/>
              </a:rPr>
              <a:t>m</a:t>
            </a:r>
            <a:r>
              <a:rPr lang="el-GR" sz="2800">
                <a:latin typeface="Arial" panose="020B0604020202020204" pitchFamily="34" charset="0"/>
                <a:cs typeface="Arial" panose="020B0604020202020204" pitchFamily="34" charset="0"/>
              </a:rPr>
              <a:t>Ω</a:t>
            </a:r>
            <a:r>
              <a:rPr lang="el-GR" sz="2800" baseline="30000">
                <a:latin typeface="Arial" panose="020B0604020202020204" pitchFamily="34" charset="0"/>
                <a:cs typeface="Arial" panose="020B0604020202020204" pitchFamily="34" charset="0"/>
              </a:rPr>
              <a:t>‐1</a:t>
            </a:r>
          </a:p>
          <a:p>
            <a:pPr marL="457200" lvl="1" indent="0">
              <a:buNone/>
            </a:pPr>
            <a:r>
              <a:rPr lang="en-AU" sz="2800">
                <a:latin typeface="Arial" panose="020B0604020202020204" pitchFamily="34" charset="0"/>
                <a:cs typeface="Arial" panose="020B0604020202020204" pitchFamily="34" charset="0"/>
              </a:rPr>
              <a:t>                  </a:t>
            </a:r>
            <a:r>
              <a:rPr lang="pl-PL" sz="2800">
                <a:latin typeface="Arial" panose="020B0604020202020204" pitchFamily="34" charset="0"/>
                <a:cs typeface="Arial" panose="020B0604020202020204" pitchFamily="34" charset="0"/>
              </a:rPr>
              <a:t>g</a:t>
            </a:r>
            <a:r>
              <a:rPr lang="pl-PL" sz="2800" baseline="-25000">
                <a:latin typeface="Arial" panose="020B0604020202020204" pitchFamily="34" charset="0"/>
                <a:cs typeface="Arial" panose="020B0604020202020204" pitchFamily="34" charset="0"/>
              </a:rPr>
              <a:t>o</a:t>
            </a:r>
            <a:r>
              <a:rPr lang="pl-PL" sz="2800">
                <a:latin typeface="Arial" panose="020B0604020202020204" pitchFamily="34" charset="0"/>
                <a:cs typeface="Arial" panose="020B0604020202020204" pitchFamily="34" charset="0"/>
              </a:rPr>
              <a:t> = 0.031 mΩ</a:t>
            </a:r>
            <a:r>
              <a:rPr lang="pl-PL" sz="2800" baseline="30000">
                <a:latin typeface="Arial" panose="020B0604020202020204" pitchFamily="34" charset="0"/>
                <a:cs typeface="Arial" panose="020B0604020202020204" pitchFamily="34" charset="0"/>
              </a:rPr>
              <a:t>‐1</a:t>
            </a:r>
            <a:r>
              <a:rPr lang="pl-PL" sz="2800">
                <a:latin typeface="Arial" panose="020B0604020202020204" pitchFamily="34" charset="0"/>
                <a:cs typeface="Arial" panose="020B0604020202020204" pitchFamily="34" charset="0"/>
              </a:rPr>
              <a:t> </a:t>
            </a:r>
            <a:r>
              <a:rPr lang="en-AU" sz="2800">
                <a:latin typeface="Arial" panose="020B0604020202020204" pitchFamily="34" charset="0"/>
                <a:cs typeface="Arial" panose="020B0604020202020204" pitchFamily="34" charset="0"/>
              </a:rPr>
              <a:t>                </a:t>
            </a:r>
            <a:r>
              <a:rPr lang="pl-PL" sz="2800">
                <a:latin typeface="Arial" panose="020B0604020202020204" pitchFamily="34" charset="0"/>
                <a:cs typeface="Arial" panose="020B0604020202020204" pitchFamily="34" charset="0"/>
              </a:rPr>
              <a:t>g</a:t>
            </a:r>
            <a:r>
              <a:rPr lang="pl-PL" sz="2800" baseline="-25000">
                <a:latin typeface="Arial" panose="020B0604020202020204" pitchFamily="34" charset="0"/>
                <a:cs typeface="Arial" panose="020B0604020202020204" pitchFamily="34" charset="0"/>
              </a:rPr>
              <a:t>μ</a:t>
            </a:r>
            <a:r>
              <a:rPr lang="pl-PL" sz="2800">
                <a:latin typeface="Arial" panose="020B0604020202020204" pitchFamily="34" charset="0"/>
                <a:cs typeface="Arial" panose="020B0604020202020204" pitchFamily="34" charset="0"/>
              </a:rPr>
              <a:t> = 0.00077 mΩ</a:t>
            </a:r>
            <a:r>
              <a:rPr lang="pl-PL" sz="2800" baseline="30000">
                <a:latin typeface="Arial" panose="020B0604020202020204" pitchFamily="34" charset="0"/>
                <a:cs typeface="Arial" panose="020B0604020202020204" pitchFamily="34" charset="0"/>
              </a:rPr>
              <a:t>‐1</a:t>
            </a:r>
            <a:endParaRPr lang="en-AU" sz="2800" baseline="30000">
              <a:latin typeface="Arial" panose="020B0604020202020204" pitchFamily="34" charset="0"/>
              <a:cs typeface="Arial" panose="020B0604020202020204" pitchFamily="34" charset="0"/>
            </a:endParaRPr>
          </a:p>
          <a:p>
            <a:pPr marL="0" indent="0">
              <a:buNone/>
            </a:pPr>
            <a:endParaRPr lang="en-AU">
              <a:latin typeface="Arial" panose="020B0604020202020204" pitchFamily="34" charset="0"/>
              <a:cs typeface="Arial" panose="020B0604020202020204" pitchFamily="34" charset="0"/>
            </a:endParaRPr>
          </a:p>
          <a:p>
            <a:pPr marL="469900" marR="673100" indent="-457200">
              <a:buFont typeface="Wingdings" panose="05000000000000000000" pitchFamily="2" charset="2"/>
              <a:buChar char="q"/>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927100" marR="673100" lvl="1" indent="-457200">
              <a:buFont typeface="Wingdings" panose="05000000000000000000" pitchFamily="2" charset="2"/>
              <a:buChar char="§"/>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927100" marR="673100" lvl="2"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a:p>
            <a:pPr marL="12700" marR="673100" indent="0">
              <a:buNone/>
            </a:pPr>
            <a:endParaRPr lang="en-AU">
              <a:latin typeface="Arial"/>
              <a:cs typeface="Arial"/>
            </a:endParaRPr>
          </a:p>
          <a:p>
            <a:pPr marL="469900" marR="673100" indent="-457200">
              <a:buFont typeface="Wingdings" panose="05000000000000000000" pitchFamily="2" charset="2"/>
              <a:buChar char="q"/>
            </a:pPr>
            <a:endParaRPr lang="en-AU">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9BD4CAF1-A7EA-D0CA-8193-ADAEE97542B2}"/>
                  </a:ext>
                </a:extLst>
              </p14:cNvPr>
              <p14:cNvContentPartPr/>
              <p14:nvPr/>
            </p14:nvContentPartPr>
            <p14:xfrm>
              <a:off x="-72072" y="1275552"/>
              <a:ext cx="3240" cy="9000"/>
            </p14:xfrm>
          </p:contentPart>
        </mc:Choice>
        <mc:Fallback xmlns="">
          <p:pic>
            <p:nvPicPr>
              <p:cNvPr id="14" name="Ink 13">
                <a:extLst>
                  <a:ext uri="{FF2B5EF4-FFF2-40B4-BE49-F238E27FC236}">
                    <a16:creationId xmlns:a16="http://schemas.microsoft.com/office/drawing/2014/main" id="{9BD4CAF1-A7EA-D0CA-8193-ADAEE97542B2}"/>
                  </a:ext>
                </a:extLst>
              </p:cNvPr>
              <p:cNvPicPr/>
              <p:nvPr/>
            </p:nvPicPr>
            <p:blipFill>
              <a:blip r:embed="rId4"/>
              <a:stretch>
                <a:fillRect/>
              </a:stretch>
            </p:blipFill>
            <p:spPr>
              <a:xfrm>
                <a:off x="-81072" y="1266552"/>
                <a:ext cx="20880" cy="26640"/>
              </a:xfrm>
              <a:prstGeom prst="rect">
                <a:avLst/>
              </a:prstGeom>
            </p:spPr>
          </p:pic>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7722D6A3-722A-D8C3-17CE-8850462485D9}"/>
                  </a:ext>
                </a:extLst>
              </p:cNvPr>
              <p:cNvSpPr/>
              <p:nvPr/>
            </p:nvSpPr>
            <p:spPr>
              <a:xfrm>
                <a:off x="1996120" y="2640838"/>
                <a:ext cx="2496593" cy="55816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oMath>
                  </m:oMathPara>
                </a14:m>
                <a:endParaRPr lang="en-AU" sz="2800"/>
              </a:p>
            </p:txBody>
          </p:sp>
        </mc:Choice>
        <mc:Fallback xmlns="">
          <p:sp>
            <p:nvSpPr>
              <p:cNvPr id="16" name="Rectangle 15">
                <a:extLst>
                  <a:ext uri="{FF2B5EF4-FFF2-40B4-BE49-F238E27FC236}">
                    <a16:creationId xmlns:a16="http://schemas.microsoft.com/office/drawing/2014/main" id="{7722D6A3-722A-D8C3-17CE-8850462485D9}"/>
                  </a:ext>
                </a:extLst>
              </p:cNvPr>
              <p:cNvSpPr>
                <a:spLocks noRot="1" noChangeAspect="1" noMove="1" noResize="1" noEditPoints="1" noAdjustHandles="1" noChangeArrowheads="1" noChangeShapeType="1" noTextEdit="1"/>
              </p:cNvSpPr>
              <p:nvPr/>
            </p:nvSpPr>
            <p:spPr>
              <a:xfrm>
                <a:off x="1996120" y="2640838"/>
                <a:ext cx="2496593" cy="558166"/>
              </a:xfrm>
              <a:prstGeom prst="rect">
                <a:avLst/>
              </a:prstGeom>
              <a:blipFill>
                <a:blip r:embed="rId5"/>
                <a:stretch>
                  <a:fillRect r="-265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41BC19BF-8528-A5C9-4838-3DD6FB62E310}"/>
                  </a:ext>
                </a:extLst>
              </p:cNvPr>
              <p:cNvSpPr/>
              <p:nvPr/>
            </p:nvSpPr>
            <p:spPr>
              <a:xfrm>
                <a:off x="5901308" y="2474510"/>
                <a:ext cx="4165884" cy="97731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a:latin typeface="Cambria Math" panose="02040503050406030204" pitchFamily="18" charset="0"/>
                              <a:ea typeface="Cambria Math"/>
                            </a:rPr>
                          </m:ctrlPr>
                        </m:sSubPr>
                        <m:e>
                          <m:sSub>
                            <m:sSubPr>
                              <m:ctrlPr>
                                <a:rPr lang="en-AU" sz="2800" i="1" dirty="0">
                                  <a:latin typeface="Cambria Math" panose="02040503050406030204" pitchFamily="18" charset="0"/>
                                  <a:ea typeface="Cambria Math"/>
                                </a:rPr>
                              </m:ctrlPr>
                            </m:sSubPr>
                            <m:e>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r</m:t>
                                  </m:r>
                                </m:e>
                                <m:sub>
                                  <m:r>
                                    <m:rPr>
                                      <m:sty m:val="p"/>
                                    </m:rPr>
                                    <a:rPr lang="en-AU" sz="2800" b="0" i="0" dirty="0">
                                      <a:latin typeface="Cambria Math"/>
                                      <a:ea typeface="Cambria Math"/>
                                    </a:rPr>
                                    <m:t>μ</m:t>
                                  </m:r>
                                </m:sub>
                              </m:sSub>
                              <m:r>
                                <a:rPr lang="en-AU" sz="2800" b="0" i="0" dirty="0">
                                  <a:latin typeface="Cambria Math"/>
                                  <a:ea typeface="Cambria Math"/>
                                </a:rPr>
                                <m:t>≫</m:t>
                              </m:r>
                              <m:r>
                                <m:rPr>
                                  <m:sty m:val="p"/>
                                </m:rPr>
                                <a:rPr lang="en-AU" sz="2800" b="0" i="0" dirty="0">
                                  <a:latin typeface="Cambria Math"/>
                                  <a:ea typeface="Cambria Math"/>
                                </a:rPr>
                                <m:t>r</m:t>
                              </m:r>
                            </m:e>
                            <m:sub>
                              <m:r>
                                <m:rPr>
                                  <m:sty m:val="p"/>
                                </m:rPr>
                                <a:rPr lang="en-AU" sz="2800" b="0" i="0" dirty="0">
                                  <a:latin typeface="Cambria Math"/>
                                  <a:ea typeface="Cambria Math"/>
                                </a:rPr>
                                <m:t>o</m:t>
                              </m:r>
                            </m:sub>
                          </m:sSub>
                          <m:r>
                            <a:rPr lang="en-AU" sz="2800" b="0" i="0" dirty="0">
                              <a:latin typeface="Cambria Math"/>
                              <a:ea typeface="Cambria Math"/>
                            </a:rPr>
                            <m:t>≫</m:t>
                          </m:r>
                          <m:r>
                            <m:rPr>
                              <m:sty m:val="p"/>
                            </m:rPr>
                            <a:rPr lang="en-AU" sz="2800" b="0" i="0" dirty="0">
                              <a:latin typeface="Cambria Math"/>
                              <a:ea typeface="Cambria Math"/>
                            </a:rPr>
                            <m:t>r</m:t>
                          </m:r>
                        </m:e>
                        <m:sub>
                          <m:r>
                            <m:rPr>
                              <m:sty m:val="p"/>
                            </m:rPr>
                            <a:rPr lang="en-AU" sz="2800" b="0" i="0" dirty="0">
                              <a:latin typeface="Cambria Math"/>
                              <a:ea typeface="Cambria Math"/>
                            </a:rPr>
                            <m:t>π</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r>
                            <a:rPr lang="en-AU" sz="2800" b="0" i="0" dirty="0">
                              <a:latin typeface="Cambria Math"/>
                              <a:ea typeface="Cambria Math"/>
                            </a:rPr>
                            <m:t>1</m:t>
                          </m:r>
                        </m:num>
                        <m:den>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g</m:t>
                              </m:r>
                            </m:e>
                            <m:sub>
                              <m:r>
                                <m:rPr>
                                  <m:sty m:val="p"/>
                                </m:rPr>
                                <a:rPr lang="en-AU" sz="2800" b="0" i="0" dirty="0">
                                  <a:latin typeface="Cambria Math"/>
                                  <a:ea typeface="Cambria Math"/>
                                </a:rPr>
                                <m:t>m</m:t>
                              </m:r>
                            </m:sub>
                          </m:sSub>
                        </m:den>
                      </m:f>
                    </m:oMath>
                  </m:oMathPara>
                </a14:m>
                <a:endParaRPr lang="en-AU" sz="2800"/>
              </a:p>
            </p:txBody>
          </p:sp>
        </mc:Choice>
        <mc:Fallback xmlns="">
          <p:sp>
            <p:nvSpPr>
              <p:cNvPr id="3" name="Rectangle 2">
                <a:extLst>
                  <a:ext uri="{FF2B5EF4-FFF2-40B4-BE49-F238E27FC236}">
                    <a16:creationId xmlns:a16="http://schemas.microsoft.com/office/drawing/2014/main" id="{41BC19BF-8528-A5C9-4838-3DD6FB62E310}"/>
                  </a:ext>
                </a:extLst>
              </p:cNvPr>
              <p:cNvSpPr>
                <a:spLocks noRot="1" noChangeAspect="1" noMove="1" noResize="1" noEditPoints="1" noAdjustHandles="1" noChangeArrowheads="1" noChangeShapeType="1" noTextEdit="1"/>
              </p:cNvSpPr>
              <p:nvPr/>
            </p:nvSpPr>
            <p:spPr>
              <a:xfrm>
                <a:off x="5901308" y="2474510"/>
                <a:ext cx="4165884" cy="9773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5EDCEF54-0667-C38F-0D38-40FE2D308848}"/>
                  </a:ext>
                </a:extLst>
              </p:cNvPr>
              <p:cNvSpPr/>
              <p:nvPr/>
            </p:nvSpPr>
            <p:spPr>
              <a:xfrm>
                <a:off x="2491335" y="4094161"/>
                <a:ext cx="2496593" cy="56028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g</m:t>
                              </m:r>
                            </m:e>
                            <m:sub>
                              <m:r>
                                <m:rPr>
                                  <m:sty m:val="p"/>
                                </m:rPr>
                                <a:rPr lang="en-AU" sz="2800" b="0" i="0" dirty="0">
                                  <a:latin typeface="Cambria Math"/>
                                  <a:ea typeface="Cambria Math"/>
                                </a:rPr>
                                <m:t>μ</m:t>
                              </m:r>
                            </m:sub>
                          </m:sSub>
                          <m:r>
                            <a:rPr lang="en-AU" sz="2800" b="0" i="0" dirty="0">
                              <a:latin typeface="Cambria Math"/>
                              <a:ea typeface="Cambria Math"/>
                            </a:rPr>
                            <m:t>=</m:t>
                          </m:r>
                          <m:r>
                            <m:rPr>
                              <m:sty m:val="p"/>
                            </m:rPr>
                            <a:rPr lang="en-AU" sz="2800" b="0" i="0" dirty="0">
                              <a:latin typeface="Cambria Math"/>
                              <a:ea typeface="Cambria Math"/>
                            </a:rPr>
                            <m:t>g</m:t>
                          </m:r>
                        </m:e>
                        <m:sub>
                          <m:r>
                            <m:rPr>
                              <m:sty m:val="p"/>
                            </m:rPr>
                            <a:rPr lang="en-AU" sz="2800" b="0" i="0" dirty="0">
                              <a:latin typeface="Cambria Math"/>
                              <a:ea typeface="Cambria Math"/>
                            </a:rPr>
                            <m:t>o</m:t>
                          </m:r>
                        </m:sub>
                      </m:sSub>
                      <m:r>
                        <a:rPr lang="en-AU" sz="2800" b="0" i="0" dirty="0">
                          <a:latin typeface="Cambria Math"/>
                          <a:ea typeface="Cambria Math"/>
                        </a:rPr>
                        <m:t>=</m:t>
                      </m:r>
                      <m:r>
                        <a:rPr lang="en-AU" sz="2800" b="0" i="0" dirty="0" smtClean="0">
                          <a:latin typeface="Cambria Math"/>
                          <a:ea typeface="Cambria Math"/>
                        </a:rPr>
                        <m:t>0</m:t>
                      </m:r>
                    </m:oMath>
                  </m:oMathPara>
                </a14:m>
                <a:endParaRPr lang="en-AU" sz="2800"/>
              </a:p>
            </p:txBody>
          </p:sp>
        </mc:Choice>
        <mc:Fallback xmlns="">
          <p:sp>
            <p:nvSpPr>
              <p:cNvPr id="8" name="Rectangle 7">
                <a:extLst>
                  <a:ext uri="{FF2B5EF4-FFF2-40B4-BE49-F238E27FC236}">
                    <a16:creationId xmlns:a16="http://schemas.microsoft.com/office/drawing/2014/main" id="{5EDCEF54-0667-C38F-0D38-40FE2D308848}"/>
                  </a:ext>
                </a:extLst>
              </p:cNvPr>
              <p:cNvSpPr>
                <a:spLocks noRot="1" noChangeAspect="1" noMove="1" noResize="1" noEditPoints="1" noAdjustHandles="1" noChangeArrowheads="1" noChangeShapeType="1" noTextEdit="1"/>
              </p:cNvSpPr>
              <p:nvPr/>
            </p:nvSpPr>
            <p:spPr>
              <a:xfrm>
                <a:off x="2491335" y="4094161"/>
                <a:ext cx="2496593" cy="560282"/>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42478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
            </a:pPr>
            <a:r>
              <a:rPr lang="en-US" sz="3800" dirty="0">
                <a:latin typeface="Arial" panose="020B0604020202020204" pitchFamily="34" charset="0"/>
                <a:cs typeface="Arial" panose="020B0604020202020204" pitchFamily="34" charset="0"/>
              </a:rPr>
              <a:t> </a:t>
            </a:r>
            <a:r>
              <a:rPr lang="en-US" sz="3000" b="1" dirty="0">
                <a:latin typeface="Arial" panose="020B0604020202020204" pitchFamily="34" charset="0"/>
                <a:cs typeface="Arial" panose="020B0604020202020204" pitchFamily="34" charset="0"/>
              </a:rPr>
              <a:t>Example: </a:t>
            </a:r>
            <a:r>
              <a:rPr lang="en-AU" sz="2800" dirty="0">
                <a:latin typeface="Arial" panose="020B0604020202020204" pitchFamily="34" charset="0"/>
                <a:cs typeface="Arial" panose="020B0604020202020204" pitchFamily="34" charset="0"/>
              </a:rPr>
              <a:t>Given an </a:t>
            </a:r>
            <a:r>
              <a:rPr lang="en-AU" sz="2800" dirty="0" err="1">
                <a:latin typeface="Arial" panose="020B0604020202020204" pitchFamily="34" charset="0"/>
                <a:cs typeface="Arial" panose="020B0604020202020204" pitchFamily="34" charset="0"/>
              </a:rPr>
              <a:t>npn</a:t>
            </a:r>
            <a:r>
              <a:rPr lang="en-AU" sz="2800" i="1" dirty="0">
                <a:latin typeface="Arial" panose="020B0604020202020204" pitchFamily="34" charset="0"/>
                <a:cs typeface="Arial" panose="020B0604020202020204" pitchFamily="34" charset="0"/>
              </a:rPr>
              <a:t> </a:t>
            </a:r>
            <a:r>
              <a:rPr lang="en-AU" sz="2800" dirty="0">
                <a:latin typeface="Arial" panose="020B0604020202020204" pitchFamily="34" charset="0"/>
                <a:cs typeface="Arial" panose="020B0604020202020204" pitchFamily="34" charset="0"/>
              </a:rPr>
              <a:t>transistor </a:t>
            </a:r>
            <a:r>
              <a:rPr lang="el-GR" sz="2800" dirty="0">
                <a:latin typeface="Arial" panose="020B0604020202020204" pitchFamily="34" charset="0"/>
                <a:cs typeface="Arial" panose="020B0604020202020204" pitchFamily="34" charset="0"/>
              </a:rPr>
              <a:t>β = 40, </a:t>
            </a:r>
            <a:r>
              <a:rPr lang="en-AU" sz="2800" dirty="0">
                <a:latin typeface="Arial" panose="020B0604020202020204" pitchFamily="34" charset="0"/>
                <a:cs typeface="Arial" panose="020B0604020202020204" pitchFamily="34" charset="0"/>
              </a:rPr>
              <a:t>I</a:t>
            </a:r>
            <a:r>
              <a:rPr lang="en-AU" sz="2800" baseline="-25000" dirty="0">
                <a:latin typeface="Arial" panose="020B0604020202020204" pitchFamily="34" charset="0"/>
                <a:cs typeface="Arial" panose="020B0604020202020204" pitchFamily="34" charset="0"/>
              </a:rPr>
              <a:t>C</a:t>
            </a:r>
            <a:r>
              <a:rPr lang="en-AU" sz="2800" dirty="0">
                <a:latin typeface="Arial" panose="020B0604020202020204" pitchFamily="34" charset="0"/>
                <a:cs typeface="Arial" panose="020B0604020202020204" pitchFamily="34" charset="0"/>
              </a:rPr>
              <a:t> = 2mA, V</a:t>
            </a:r>
            <a:r>
              <a:rPr lang="en-AU" sz="2800" baseline="-25000" dirty="0">
                <a:latin typeface="Arial" panose="020B0604020202020204" pitchFamily="34" charset="0"/>
                <a:cs typeface="Arial" panose="020B0604020202020204" pitchFamily="34" charset="0"/>
              </a:rPr>
              <a:t>A</a:t>
            </a:r>
            <a:r>
              <a:rPr lang="en-AU" sz="2800" dirty="0">
                <a:latin typeface="Arial" panose="020B0604020202020204" pitchFamily="34" charset="0"/>
                <a:cs typeface="Arial" panose="020B0604020202020204" pitchFamily="34" charset="0"/>
              </a:rPr>
              <a:t> = ‐ 65 volts</a:t>
            </a:r>
            <a:endParaRPr lang="en-AU" dirty="0">
              <a:latin typeface="Arial" panose="020B0604020202020204" pitchFamily="34" charset="0"/>
              <a:cs typeface="Arial" panose="020B0604020202020204" pitchFamily="34" charset="0"/>
            </a:endParaRPr>
          </a:p>
          <a:p>
            <a:pPr marL="457200" lvl="1" indent="0">
              <a:buNone/>
            </a:pPr>
            <a:r>
              <a:rPr lang="en-AU" sz="2000" i="1" dirty="0">
                <a:latin typeface="+mn-lt"/>
              </a:rPr>
              <a:t>                               </a:t>
            </a:r>
            <a:r>
              <a:rPr lang="en-AU" sz="2800" dirty="0">
                <a:latin typeface="Arial" panose="020B0604020202020204" pitchFamily="34" charset="0"/>
                <a:cs typeface="Arial" panose="020B0604020202020204" pitchFamily="34" charset="0"/>
              </a:rPr>
              <a:t>g</a:t>
            </a:r>
            <a:r>
              <a:rPr lang="en-AU" sz="2800" baseline="-25000" dirty="0">
                <a:latin typeface="Arial" panose="020B0604020202020204" pitchFamily="34" charset="0"/>
                <a:cs typeface="Arial" panose="020B0604020202020204" pitchFamily="34" charset="0"/>
              </a:rPr>
              <a:t>m</a:t>
            </a:r>
            <a:r>
              <a:rPr lang="en-AU" sz="2800" dirty="0">
                <a:latin typeface="Arial" panose="020B0604020202020204" pitchFamily="34" charset="0"/>
                <a:cs typeface="Arial" panose="020B0604020202020204" pitchFamily="34" charset="0"/>
              </a:rPr>
              <a:t> = 80 m</a:t>
            </a:r>
            <a:r>
              <a:rPr lang="el-GR" sz="2800" dirty="0">
                <a:latin typeface="Arial" panose="020B0604020202020204" pitchFamily="34" charset="0"/>
                <a:cs typeface="Arial" panose="020B0604020202020204" pitchFamily="34" charset="0"/>
              </a:rPr>
              <a:t>Ω</a:t>
            </a:r>
            <a:r>
              <a:rPr lang="el-GR" sz="2800" baseline="30000" dirty="0">
                <a:latin typeface="Arial" panose="020B0604020202020204" pitchFamily="34" charset="0"/>
                <a:cs typeface="Arial" panose="020B0604020202020204" pitchFamily="34" charset="0"/>
              </a:rPr>
              <a:t>‐1</a:t>
            </a:r>
            <a:r>
              <a:rPr lang="el-GR" sz="2800" dirty="0">
                <a:latin typeface="Arial" panose="020B0604020202020204" pitchFamily="34" charset="0"/>
                <a:cs typeface="Arial" panose="020B0604020202020204" pitchFamily="34" charset="0"/>
              </a:rPr>
              <a:t> </a:t>
            </a:r>
            <a:r>
              <a:rPr lang="en-AU" sz="2800" dirty="0">
                <a:latin typeface="Arial" panose="020B0604020202020204" pitchFamily="34" charset="0"/>
                <a:cs typeface="Arial" panose="020B0604020202020204" pitchFamily="34" charset="0"/>
              </a:rPr>
              <a:t>                    g</a:t>
            </a:r>
            <a:r>
              <a:rPr lang="el-GR" sz="2800" baseline="-25000" dirty="0">
                <a:latin typeface="Arial" panose="020B0604020202020204" pitchFamily="34" charset="0"/>
                <a:cs typeface="Arial" panose="020B0604020202020204" pitchFamily="34" charset="0"/>
              </a:rPr>
              <a:t>π</a:t>
            </a:r>
            <a:r>
              <a:rPr lang="el-GR" sz="2800" dirty="0">
                <a:latin typeface="Arial" panose="020B0604020202020204" pitchFamily="34" charset="0"/>
                <a:cs typeface="Arial" panose="020B0604020202020204" pitchFamily="34" charset="0"/>
              </a:rPr>
              <a:t> = 2 </a:t>
            </a:r>
            <a:r>
              <a:rPr lang="en-AU" sz="2800" dirty="0">
                <a:latin typeface="Arial" panose="020B0604020202020204" pitchFamily="34" charset="0"/>
                <a:cs typeface="Arial" panose="020B0604020202020204" pitchFamily="34" charset="0"/>
              </a:rPr>
              <a:t>m</a:t>
            </a:r>
            <a:r>
              <a:rPr lang="el-GR" sz="2800" dirty="0">
                <a:latin typeface="Arial" panose="020B0604020202020204" pitchFamily="34" charset="0"/>
                <a:cs typeface="Arial" panose="020B0604020202020204" pitchFamily="34" charset="0"/>
              </a:rPr>
              <a:t>Ω</a:t>
            </a:r>
            <a:r>
              <a:rPr lang="el-GR" sz="2800" baseline="30000" dirty="0">
                <a:latin typeface="Arial" panose="020B0604020202020204" pitchFamily="34" charset="0"/>
                <a:cs typeface="Arial" panose="020B0604020202020204" pitchFamily="34" charset="0"/>
              </a:rPr>
              <a:t>‐1</a:t>
            </a:r>
          </a:p>
          <a:p>
            <a:pPr marL="457200" lvl="1" indent="0">
              <a:buNone/>
            </a:pPr>
            <a:r>
              <a:rPr lang="en-AU" sz="2800" dirty="0">
                <a:latin typeface="Arial" panose="020B0604020202020204" pitchFamily="34" charset="0"/>
                <a:cs typeface="Arial" panose="020B0604020202020204" pitchFamily="34" charset="0"/>
              </a:rPr>
              <a:t>                  </a:t>
            </a:r>
            <a:r>
              <a:rPr lang="pl-PL" sz="2800" dirty="0">
                <a:latin typeface="Arial" panose="020B0604020202020204" pitchFamily="34" charset="0"/>
                <a:cs typeface="Arial" panose="020B0604020202020204" pitchFamily="34" charset="0"/>
              </a:rPr>
              <a:t>g</a:t>
            </a:r>
            <a:r>
              <a:rPr lang="pl-PL" sz="2800" baseline="-25000" dirty="0">
                <a:latin typeface="Arial" panose="020B0604020202020204" pitchFamily="34" charset="0"/>
                <a:cs typeface="Arial" panose="020B0604020202020204" pitchFamily="34" charset="0"/>
              </a:rPr>
              <a:t>o</a:t>
            </a:r>
            <a:r>
              <a:rPr lang="pl-PL" sz="2800" dirty="0">
                <a:latin typeface="Arial" panose="020B0604020202020204" pitchFamily="34" charset="0"/>
                <a:cs typeface="Arial" panose="020B0604020202020204" pitchFamily="34" charset="0"/>
              </a:rPr>
              <a:t> = 0.031 mΩ</a:t>
            </a:r>
            <a:r>
              <a:rPr lang="pl-PL" sz="2800" baseline="30000" dirty="0">
                <a:latin typeface="Arial" panose="020B0604020202020204" pitchFamily="34" charset="0"/>
                <a:cs typeface="Arial" panose="020B0604020202020204" pitchFamily="34" charset="0"/>
              </a:rPr>
              <a:t>‐1</a:t>
            </a:r>
            <a:r>
              <a:rPr lang="pl-PL" sz="2800" dirty="0">
                <a:latin typeface="Arial" panose="020B0604020202020204" pitchFamily="34" charset="0"/>
                <a:cs typeface="Arial" panose="020B0604020202020204" pitchFamily="34" charset="0"/>
              </a:rPr>
              <a:t> </a:t>
            </a:r>
            <a:r>
              <a:rPr lang="en-AU" sz="2800" dirty="0">
                <a:latin typeface="Arial" panose="020B0604020202020204" pitchFamily="34" charset="0"/>
                <a:cs typeface="Arial" panose="020B0604020202020204" pitchFamily="34" charset="0"/>
              </a:rPr>
              <a:t>                </a:t>
            </a:r>
            <a:r>
              <a:rPr lang="pl-PL" sz="2800" dirty="0" err="1">
                <a:latin typeface="Arial" panose="020B0604020202020204" pitchFamily="34" charset="0"/>
                <a:cs typeface="Arial" panose="020B0604020202020204" pitchFamily="34" charset="0"/>
              </a:rPr>
              <a:t>g</a:t>
            </a:r>
            <a:r>
              <a:rPr lang="pl-PL" sz="2800" baseline="-25000" dirty="0" err="1">
                <a:latin typeface="Arial" panose="020B0604020202020204" pitchFamily="34" charset="0"/>
                <a:cs typeface="Arial" panose="020B0604020202020204" pitchFamily="34" charset="0"/>
              </a:rPr>
              <a:t>μ</a:t>
            </a:r>
            <a:r>
              <a:rPr lang="pl-PL" sz="2800" dirty="0">
                <a:latin typeface="Arial" panose="020B0604020202020204" pitchFamily="34" charset="0"/>
                <a:cs typeface="Arial" panose="020B0604020202020204" pitchFamily="34" charset="0"/>
              </a:rPr>
              <a:t> = 0.00077 mΩ</a:t>
            </a:r>
            <a:r>
              <a:rPr lang="pl-PL" sz="2800" baseline="30000" dirty="0">
                <a:latin typeface="Arial" panose="020B0604020202020204" pitchFamily="34" charset="0"/>
                <a:cs typeface="Arial" panose="020B0604020202020204" pitchFamily="34" charset="0"/>
              </a:rPr>
              <a:t>‐1</a:t>
            </a:r>
            <a:endParaRPr lang="en-AU" sz="2800" baseline="30000" dirty="0">
              <a:latin typeface="Arial" panose="020B0604020202020204" pitchFamily="34" charset="0"/>
              <a:cs typeface="Arial" panose="020B0604020202020204" pitchFamily="34" charset="0"/>
            </a:endParaRPr>
          </a:p>
          <a:p>
            <a:pPr algn="just">
              <a:buFont typeface="Wingdings" panose="05000000000000000000" pitchFamily="2" charset="2"/>
              <a:buChar char="q"/>
            </a:pPr>
            <a:endParaRPr lang="en-US" sz="3800" dirty="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dirty="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dirty="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dirty="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dirty="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dirty="0">
              <a:latin typeface="Arial" panose="020B0604020202020204" pitchFamily="34" charset="0"/>
              <a:cs typeface="Arial" panose="020B0604020202020204" pitchFamily="34" charset="0"/>
            </a:endParaRPr>
          </a:p>
          <a:p>
            <a:pPr lvl="3">
              <a:lnSpc>
                <a:spcPct val="90000"/>
              </a:lnSpc>
            </a:pPr>
            <a:endParaRPr lang="en-US" sz="1800" dirty="0">
              <a:latin typeface="+mn-lt"/>
            </a:endParaRPr>
          </a:p>
          <a:p>
            <a:pPr marL="1371600" lvl="3" indent="0">
              <a:lnSpc>
                <a:spcPct val="90000"/>
              </a:lnSpc>
              <a:buNone/>
            </a:pPr>
            <a:endParaRPr lang="en-US" sz="1600" baseline="-25000" dirty="0">
              <a:latin typeface="+mn-lt"/>
            </a:endParaRPr>
          </a:p>
          <a:p>
            <a:pPr lvl="2">
              <a:lnSpc>
                <a:spcPct val="90000"/>
              </a:lnSpc>
            </a:pPr>
            <a:endParaRPr lang="en-US" sz="2000" dirty="0">
              <a:latin typeface="+mn-lt"/>
            </a:endParaRPr>
          </a:p>
          <a:p>
            <a:pPr lvl="2">
              <a:lnSpc>
                <a:spcPct val="90000"/>
              </a:lnSpc>
            </a:pPr>
            <a:endParaRPr lang="en-US" sz="2000" dirty="0">
              <a:latin typeface="+mn-lt"/>
            </a:endParaRPr>
          </a:p>
          <a:p>
            <a:pPr lvl="2">
              <a:lnSpc>
                <a:spcPct val="90000"/>
              </a:lnSpc>
            </a:pPr>
            <a:endParaRPr lang="en-US" sz="2000" dirty="0">
              <a:latin typeface="+mn-lt"/>
            </a:endParaRPr>
          </a:p>
          <a:p>
            <a:pPr lvl="1">
              <a:lnSpc>
                <a:spcPct val="90000"/>
              </a:lnSpc>
            </a:pPr>
            <a:endParaRPr lang="en-US" sz="2000" dirty="0">
              <a:latin typeface="+mn-lt"/>
            </a:endParaRPr>
          </a:p>
          <a:p>
            <a:pPr marL="457200" lvl="1" indent="0">
              <a:lnSpc>
                <a:spcPct val="90000"/>
              </a:lnSpc>
              <a:buNone/>
            </a:pPr>
            <a:endParaRPr lang="en-US" sz="2000" dirty="0">
              <a:latin typeface="+mn-lt"/>
            </a:endParaRPr>
          </a:p>
          <a:p>
            <a:pPr marL="0" indent="0">
              <a:lnSpc>
                <a:spcPct val="90000"/>
              </a:lnSpc>
              <a:buNone/>
            </a:pPr>
            <a:endParaRPr lang="en-US" sz="2400" dirty="0">
              <a:latin typeface="+mn-lt"/>
            </a:endParaRPr>
          </a:p>
          <a:p>
            <a:pPr>
              <a:lnSpc>
                <a:spcPct val="90000"/>
              </a:lnSpc>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marL="0" indent="0">
              <a:lnSpc>
                <a:spcPct val="90000"/>
              </a:lnSpc>
              <a:buNone/>
            </a:pPr>
            <a:endParaRPr lang="en-US" sz="2400" dirty="0">
              <a:latin typeface="+mn-lt"/>
            </a:endParaRPr>
          </a:p>
          <a:p>
            <a:pPr>
              <a:lnSpc>
                <a:spcPct val="90000"/>
              </a:lnSpc>
            </a:pPr>
            <a:endParaRPr lang="en-US" dirty="0">
              <a:latin typeface="+mn-lt"/>
            </a:endParaRPr>
          </a:p>
        </p:txBody>
      </p:sp>
    </p:spTree>
    <p:extLst>
      <p:ext uri="{BB962C8B-B14F-4D97-AF65-F5344CB8AC3E}">
        <p14:creationId xmlns:p14="http://schemas.microsoft.com/office/powerpoint/2010/main" val="3079102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
            </a:pPr>
            <a:r>
              <a:rPr lang="en-AU" sz="2800">
                <a:latin typeface="Arial" panose="020B0604020202020204" pitchFamily="34" charset="0"/>
                <a:cs typeface="Arial" panose="020B0604020202020204" pitchFamily="34" charset="0"/>
              </a:rPr>
              <a:t>Low frequency hybrid-</a:t>
            </a:r>
            <a:r>
              <a:rPr lang="el-GR" sz="2800">
                <a:latin typeface="Arial" panose="020B0604020202020204" pitchFamily="34" charset="0"/>
                <a:cs typeface="Arial" panose="020B0604020202020204" pitchFamily="34" charset="0"/>
              </a:rPr>
              <a:t>π</a:t>
            </a:r>
            <a:r>
              <a:rPr lang="en-AU" sz="2800">
                <a:latin typeface="Arial" panose="020B0604020202020204" pitchFamily="34" charset="0"/>
                <a:cs typeface="Arial" panose="020B0604020202020204" pitchFamily="34" charset="0"/>
              </a:rPr>
              <a:t> model</a:t>
            </a: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r>
              <a:rPr lang="en-AU" sz="2800">
                <a:latin typeface="Arial" panose="020B0604020202020204" pitchFamily="34" charset="0"/>
                <a:cs typeface="Arial" panose="020B0604020202020204" pitchFamily="34" charset="0"/>
              </a:rPr>
              <a:t>Because of the relative sizes of the g‐parameters, we can simplify the above model to</a:t>
            </a:r>
          </a:p>
          <a:p>
            <a:pPr>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3" name="Picture 2">
            <a:extLst>
              <a:ext uri="{FF2B5EF4-FFF2-40B4-BE49-F238E27FC236}">
                <a16:creationId xmlns:a16="http://schemas.microsoft.com/office/drawing/2014/main" id="{A58CD728-E85D-5158-9951-08B5D82A66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1514" y="1144552"/>
            <a:ext cx="4176464" cy="2090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a:extLst>
              <a:ext uri="{FF2B5EF4-FFF2-40B4-BE49-F238E27FC236}">
                <a16:creationId xmlns:a16="http://schemas.microsoft.com/office/drawing/2014/main" id="{B20369CA-D7B2-204E-C56B-2A465A31B9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3680" y="3846091"/>
            <a:ext cx="4176464" cy="22243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64BEA78F-32B4-7CA1-C91A-DBA3EFF14ABE}"/>
                  </a:ext>
                </a:extLst>
              </p:cNvPr>
              <p:cNvSpPr/>
              <p:nvPr/>
            </p:nvSpPr>
            <p:spPr>
              <a:xfrm>
                <a:off x="1753570" y="4958273"/>
                <a:ext cx="2496593" cy="55816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π</m:t>
                              </m:r>
                            </m:sub>
                          </m:sSub>
                          <m:r>
                            <a:rPr lang="en-AU" sz="2800" b="0" i="0" dirty="0" smtClean="0">
                              <a:latin typeface="Cambria Math"/>
                              <a:ea typeface="Cambria Math"/>
                            </a:rPr>
                            <m:t>≪</m:t>
                          </m:r>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oMath>
                  </m:oMathPara>
                </a14:m>
                <a:endParaRPr lang="en-AU" sz="2800"/>
              </a:p>
            </p:txBody>
          </p:sp>
        </mc:Choice>
        <mc:Fallback xmlns="">
          <p:sp>
            <p:nvSpPr>
              <p:cNvPr id="9" name="Rectangle 8">
                <a:extLst>
                  <a:ext uri="{FF2B5EF4-FFF2-40B4-BE49-F238E27FC236}">
                    <a16:creationId xmlns:a16="http://schemas.microsoft.com/office/drawing/2014/main" id="{64BEA78F-32B4-7CA1-C91A-DBA3EFF14ABE}"/>
                  </a:ext>
                </a:extLst>
              </p:cNvPr>
              <p:cNvSpPr>
                <a:spLocks noRot="1" noChangeAspect="1" noMove="1" noResize="1" noEditPoints="1" noAdjustHandles="1" noChangeArrowheads="1" noChangeShapeType="1" noTextEdit="1"/>
              </p:cNvSpPr>
              <p:nvPr/>
            </p:nvSpPr>
            <p:spPr>
              <a:xfrm>
                <a:off x="1753570" y="4958273"/>
                <a:ext cx="2496593" cy="558166"/>
              </a:xfrm>
              <a:prstGeom prst="rect">
                <a:avLst/>
              </a:prstGeom>
              <a:blipFill>
                <a:blip r:embed="rId5"/>
                <a:stretch>
                  <a:fillRect r="-26650"/>
                </a:stretch>
              </a:blipFill>
            </p:spPr>
            <p:txBody>
              <a:bodyPr/>
              <a:lstStyle/>
              <a:p>
                <a:r>
                  <a:rPr lang="en-US">
                    <a:noFill/>
                  </a:rPr>
                  <a:t> </a:t>
                </a:r>
              </a:p>
            </p:txBody>
          </p:sp>
        </mc:Fallback>
      </mc:AlternateContent>
    </p:spTree>
    <p:extLst>
      <p:ext uri="{BB962C8B-B14F-4D97-AF65-F5344CB8AC3E}">
        <p14:creationId xmlns:p14="http://schemas.microsoft.com/office/powerpoint/2010/main" val="1842113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
            </a:pPr>
            <a:r>
              <a:rPr lang="en-AU">
                <a:latin typeface="Arial" panose="020B0604020202020204" pitchFamily="34" charset="0"/>
                <a:cs typeface="Arial" panose="020B0604020202020204" pitchFamily="34" charset="0"/>
              </a:rPr>
              <a:t>The small‐signal model for the BJT, we have so far, is only partially complete. We need to augment the model to incorporate other parameters that relate to the physical structure and physics of operation of the device:</a:t>
            </a:r>
          </a:p>
          <a:p>
            <a:pPr lvl="2">
              <a:buFont typeface="Courier New" panose="02070309020205020404" pitchFamily="49" charset="0"/>
              <a:buChar char="o"/>
            </a:pPr>
            <a:r>
              <a:rPr lang="en-AU" sz="2800">
                <a:latin typeface="Arial" panose="020B0604020202020204" pitchFamily="34" charset="0"/>
                <a:cs typeface="Arial" panose="020B0604020202020204" pitchFamily="34" charset="0"/>
              </a:rPr>
              <a:t>extrinsic resistances</a:t>
            </a:r>
          </a:p>
          <a:p>
            <a:pPr lvl="2">
              <a:buFont typeface="Courier New" panose="02070309020205020404" pitchFamily="49" charset="0"/>
              <a:buChar char="o"/>
            </a:pPr>
            <a:r>
              <a:rPr lang="en-AU" sz="2800">
                <a:latin typeface="Arial" panose="020B0604020202020204" pitchFamily="34" charset="0"/>
                <a:cs typeface="Arial" panose="020B0604020202020204" pitchFamily="34" charset="0"/>
              </a:rPr>
              <a:t>parasitic capacitances</a:t>
            </a:r>
          </a:p>
          <a:p>
            <a:pPr lvl="2">
              <a:buFont typeface="Courier New" panose="02070309020205020404" pitchFamily="49" charset="0"/>
              <a:buChar char="o"/>
            </a:pPr>
            <a:r>
              <a:rPr lang="en-AU" sz="2800">
                <a:latin typeface="Arial" panose="020B0604020202020204" pitchFamily="34" charset="0"/>
                <a:cs typeface="Arial" panose="020B0604020202020204" pitchFamily="34" charset="0"/>
              </a:rPr>
              <a:t>charge‐storage capacitances</a:t>
            </a:r>
          </a:p>
          <a:p>
            <a:pPr>
              <a:buFont typeface="Wingdings" panose="05000000000000000000" pitchFamily="2" charset="2"/>
              <a:buChar char="§"/>
            </a:pPr>
            <a:r>
              <a:rPr lang="en-AU">
                <a:latin typeface="Arial" panose="020B0604020202020204" pitchFamily="34" charset="0"/>
                <a:cs typeface="Arial" panose="020B0604020202020204" pitchFamily="34" charset="0"/>
              </a:rPr>
              <a:t>The complete </a:t>
            </a:r>
            <a:r>
              <a:rPr lang="en-AU" b="1">
                <a:solidFill>
                  <a:srgbClr val="FF0000"/>
                </a:solidFill>
                <a:latin typeface="Arial" panose="020B0604020202020204" pitchFamily="34" charset="0"/>
                <a:cs typeface="Arial" panose="020B0604020202020204" pitchFamily="34" charset="0"/>
              </a:rPr>
              <a:t>hybrid-</a:t>
            </a:r>
            <a:r>
              <a:rPr lang="el-GR" b="1">
                <a:solidFill>
                  <a:srgbClr val="FF0000"/>
                </a:solidFill>
                <a:latin typeface="Arial" panose="020B0604020202020204" pitchFamily="34" charset="0"/>
                <a:cs typeface="Arial" panose="020B0604020202020204" pitchFamily="34" charset="0"/>
              </a:rPr>
              <a:t>π</a:t>
            </a:r>
            <a:r>
              <a:rPr lang="en-AU">
                <a:latin typeface="Arial" panose="020B0604020202020204" pitchFamily="34" charset="0"/>
                <a:cs typeface="Arial" panose="020B0604020202020204" pitchFamily="34" charset="0"/>
              </a:rPr>
              <a:t> is </a:t>
            </a:r>
          </a:p>
          <a:p>
            <a:pPr marL="0" indent="0">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10" name="Picture 3">
            <a:extLst>
              <a:ext uri="{FF2B5EF4-FFF2-40B4-BE49-F238E27FC236}">
                <a16:creationId xmlns:a16="http://schemas.microsoft.com/office/drawing/2014/main" id="{5FE1D40C-08D9-5CD3-A7F5-42B6884C3D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246" y="4033267"/>
            <a:ext cx="3477317" cy="2060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Rectangle 11">
            <a:extLst>
              <a:ext uri="{FF2B5EF4-FFF2-40B4-BE49-F238E27FC236}">
                <a16:creationId xmlns:a16="http://schemas.microsoft.com/office/drawing/2014/main" id="{95F9F2CD-26E3-463E-1AEA-B42FF35B3D94}"/>
              </a:ext>
            </a:extLst>
          </p:cNvPr>
          <p:cNvSpPr/>
          <p:nvPr/>
        </p:nvSpPr>
        <p:spPr>
          <a:xfrm>
            <a:off x="4967654" y="4469082"/>
            <a:ext cx="6134100" cy="1231106"/>
          </a:xfrm>
          <a:prstGeom prst="rect">
            <a:avLst/>
          </a:prstGeom>
        </p:spPr>
        <p:txBody>
          <a:bodyPr wrap="square">
            <a:spAutoFit/>
          </a:bodyPr>
          <a:lstStyle/>
          <a:p>
            <a:r>
              <a:rPr lang="en-AU" sz="2800">
                <a:latin typeface="Arial" panose="020B0604020202020204" pitchFamily="34" charset="0"/>
                <a:cs typeface="Arial" panose="020B0604020202020204" pitchFamily="34" charset="0"/>
              </a:rPr>
              <a:t>Typically, C</a:t>
            </a:r>
            <a:r>
              <a:rPr lang="en-AU" sz="2800" baseline="-25000">
                <a:latin typeface="Arial" panose="020B0604020202020204" pitchFamily="34" charset="0"/>
                <a:cs typeface="Arial" panose="020B0604020202020204" pitchFamily="34" charset="0"/>
              </a:rPr>
              <a:t>π</a:t>
            </a:r>
            <a:r>
              <a:rPr lang="en-AU" sz="2800">
                <a:latin typeface="Arial" panose="020B0604020202020204" pitchFamily="34" charset="0"/>
                <a:cs typeface="Arial" panose="020B0604020202020204" pitchFamily="34" charset="0"/>
              </a:rPr>
              <a:t> ≈10‐20pF</a:t>
            </a:r>
          </a:p>
          <a:p>
            <a:r>
              <a:rPr lang="en-AU" sz="2800">
                <a:latin typeface="Arial" panose="020B0604020202020204" pitchFamily="34" charset="0"/>
                <a:cs typeface="Arial" panose="020B0604020202020204" pitchFamily="34" charset="0"/>
              </a:rPr>
              <a:t> </a:t>
            </a:r>
            <a:r>
              <a:rPr lang="en-AU" sz="2800" err="1">
                <a:latin typeface="Arial" panose="020B0604020202020204" pitchFamily="34" charset="0"/>
                <a:cs typeface="Arial" panose="020B0604020202020204" pitchFamily="34" charset="0"/>
              </a:rPr>
              <a:t>C</a:t>
            </a:r>
            <a:r>
              <a:rPr lang="en-AU" sz="2800" baseline="-25000" err="1">
                <a:latin typeface="Arial" panose="020B0604020202020204" pitchFamily="34" charset="0"/>
                <a:cs typeface="Arial" panose="020B0604020202020204" pitchFamily="34" charset="0"/>
              </a:rPr>
              <a:t>μ</a:t>
            </a:r>
            <a:r>
              <a:rPr lang="en-AU" sz="2800" baseline="-25000">
                <a:latin typeface="Arial" panose="020B0604020202020204" pitchFamily="34" charset="0"/>
                <a:cs typeface="Arial" panose="020B0604020202020204" pitchFamily="34" charset="0"/>
              </a:rPr>
              <a:t> </a:t>
            </a:r>
            <a:r>
              <a:rPr lang="en-AU" sz="2800">
                <a:latin typeface="Arial" panose="020B0604020202020204" pitchFamily="34" charset="0"/>
                <a:cs typeface="Arial" panose="020B0604020202020204" pitchFamily="34" charset="0"/>
              </a:rPr>
              <a:t>is an order of magnitude smaller</a:t>
            </a:r>
          </a:p>
          <a:p>
            <a:endParaRPr lang="en-AU"/>
          </a:p>
        </p:txBody>
      </p:sp>
    </p:spTree>
    <p:extLst>
      <p:ext uri="{BB962C8B-B14F-4D97-AF65-F5344CB8AC3E}">
        <p14:creationId xmlns:p14="http://schemas.microsoft.com/office/powerpoint/2010/main" val="4163145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906845" cy="5743173"/>
          </a:xfrm>
        </p:spPr>
        <p:txBody>
          <a:bodyPr>
            <a:normAutofit/>
          </a:bodyPr>
          <a:lstStyle/>
          <a:p>
            <a:pPr>
              <a:buFont typeface="Wingdings" panose="05000000000000000000" pitchFamily="2" charset="2"/>
              <a:buChar char="§"/>
            </a:pPr>
            <a:r>
              <a:rPr lang="en-AU" sz="2800">
                <a:latin typeface="Arial" panose="020B0604020202020204" pitchFamily="34" charset="0"/>
                <a:cs typeface="Arial" panose="020B0604020202020204" pitchFamily="34" charset="0"/>
              </a:rPr>
              <a:t>BJT can be expressed as a two-port network with emitter as a common terminal for both input and output ports.</a:t>
            </a:r>
          </a:p>
          <a:p>
            <a:pPr>
              <a:buFont typeface="Wingdings" panose="05000000000000000000" pitchFamily="2" charset="2"/>
              <a:buChar char="§"/>
            </a:pPr>
            <a:r>
              <a:rPr lang="en-AU" sz="2800">
                <a:latin typeface="Arial" panose="020B0604020202020204" pitchFamily="34" charset="0"/>
                <a:cs typeface="Arial" panose="020B0604020202020204" pitchFamily="34" charset="0"/>
              </a:rPr>
              <a:t>The h-parameter is often provided in data sheet by manufacturers</a:t>
            </a: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endParaRPr lang="en-AU" sz="2800">
              <a:latin typeface="Arial" panose="020B0604020202020204" pitchFamily="34" charset="0"/>
              <a:cs typeface="Arial" panose="020B0604020202020204" pitchFamily="34" charset="0"/>
            </a:endParaRPr>
          </a:p>
          <a:p>
            <a:pPr>
              <a:buFont typeface="Wingdings" panose="05000000000000000000" pitchFamily="2" charset="2"/>
              <a:buChar char="§"/>
            </a:pPr>
            <a:r>
              <a:rPr lang="en-AU" sz="2800">
                <a:latin typeface="Arial" panose="020B0604020202020204" pitchFamily="34" charset="0"/>
                <a:cs typeface="Arial" panose="020B0604020202020204" pitchFamily="34" charset="0"/>
              </a:rPr>
              <a:t>The h-parameters and g-parameters are related as follows </a:t>
            </a:r>
          </a:p>
          <a:p>
            <a:pPr marL="0" indent="0">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16849D05-C052-9B69-01D2-1DA2C95B01FB}"/>
                  </a:ext>
                </a:extLst>
              </p:cNvPr>
              <p:cNvSpPr/>
              <p:nvPr/>
            </p:nvSpPr>
            <p:spPr>
              <a:xfrm>
                <a:off x="349763" y="4781483"/>
                <a:ext cx="2457452"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h</m:t>
                          </m:r>
                        </m:e>
                        <m:sub>
                          <m:r>
                            <m:rPr>
                              <m:sty m:val="p"/>
                            </m:rPr>
                            <a:rPr lang="en-AU" sz="2800" b="0" i="0" dirty="0" smtClean="0">
                              <a:latin typeface="Cambria Math"/>
                              <a:ea typeface="Cambria Math"/>
                            </a:rPr>
                            <m:t>ie</m:t>
                          </m:r>
                        </m:sub>
                      </m:sSub>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r</m:t>
                          </m:r>
                        </m:e>
                        <m:sub>
                          <m:r>
                            <m:rPr>
                              <m:sty m:val="p"/>
                            </m:rPr>
                            <a:rPr lang="en-AU" sz="2800" b="0" i="0" dirty="0" smtClean="0">
                              <a:latin typeface="Cambria Math"/>
                              <a:ea typeface="Cambria Math"/>
                            </a:rPr>
                            <m:t>b</m:t>
                          </m:r>
                        </m:sub>
                      </m:sSub>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r</m:t>
                          </m:r>
                        </m:e>
                        <m:sub>
                          <m:r>
                            <m:rPr>
                              <m:sty m:val="p"/>
                            </m:rPr>
                            <a:rPr lang="en-AU" sz="2800" b="0" i="0" dirty="0" smtClean="0">
                              <a:latin typeface="Cambria Math"/>
                              <a:ea typeface="Cambria Math"/>
                            </a:rPr>
                            <m:t>π</m:t>
                          </m:r>
                        </m:sub>
                      </m:sSub>
                    </m:oMath>
                  </m:oMathPara>
                </a14:m>
                <a:endParaRPr lang="en-AU" sz="2800"/>
              </a:p>
            </p:txBody>
          </p:sp>
        </mc:Choice>
        <mc:Fallback xmlns="">
          <p:sp>
            <p:nvSpPr>
              <p:cNvPr id="10" name="Rectangle 9">
                <a:extLst>
                  <a:ext uri="{FF2B5EF4-FFF2-40B4-BE49-F238E27FC236}">
                    <a16:creationId xmlns:a16="http://schemas.microsoft.com/office/drawing/2014/main" id="{16849D05-C052-9B69-01D2-1DA2C95B01FB}"/>
                  </a:ext>
                </a:extLst>
              </p:cNvPr>
              <p:cNvSpPr>
                <a:spLocks noRot="1" noChangeAspect="1" noMove="1" noResize="1" noEditPoints="1" noAdjustHandles="1" noChangeArrowheads="1" noChangeShapeType="1" noTextEdit="1"/>
              </p:cNvSpPr>
              <p:nvPr/>
            </p:nvSpPr>
            <p:spPr>
              <a:xfrm>
                <a:off x="349763" y="4781483"/>
                <a:ext cx="2457452"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8C4C52F0-5E72-9CEB-23D8-7F6929506B6D}"/>
                  </a:ext>
                </a:extLst>
              </p:cNvPr>
              <p:cNvSpPr/>
              <p:nvPr/>
            </p:nvSpPr>
            <p:spPr>
              <a:xfrm>
                <a:off x="2607023" y="4882108"/>
                <a:ext cx="216024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h</m:t>
                          </m:r>
                        </m:e>
                        <m:sub>
                          <m:r>
                            <m:rPr>
                              <m:sty m:val="p"/>
                            </m:rPr>
                            <a:rPr lang="en-AU" sz="2800" b="0" i="0" dirty="0" smtClean="0">
                              <a:latin typeface="Cambria Math"/>
                              <a:ea typeface="Cambria Math"/>
                            </a:rPr>
                            <m:t>fe</m:t>
                          </m:r>
                        </m:sub>
                      </m:sSub>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r</m:t>
                          </m:r>
                        </m:e>
                        <m:sub>
                          <m:r>
                            <m:rPr>
                              <m:sty m:val="p"/>
                            </m:rPr>
                            <a:rPr lang="en-AU" sz="2800" b="0" i="0" dirty="0" smtClean="0">
                              <a:latin typeface="Cambria Math"/>
                              <a:ea typeface="Cambria Math"/>
                            </a:rPr>
                            <m:t>π</m:t>
                          </m:r>
                        </m:sub>
                      </m:sSub>
                    </m:oMath>
                  </m:oMathPara>
                </a14:m>
                <a:endParaRPr lang="en-AU" sz="2800"/>
              </a:p>
            </p:txBody>
          </p:sp>
        </mc:Choice>
        <mc:Fallback xmlns="">
          <p:sp>
            <p:nvSpPr>
              <p:cNvPr id="12" name="Rectangle 11">
                <a:extLst>
                  <a:ext uri="{FF2B5EF4-FFF2-40B4-BE49-F238E27FC236}">
                    <a16:creationId xmlns:a16="http://schemas.microsoft.com/office/drawing/2014/main" id="{8C4C52F0-5E72-9CEB-23D8-7F6929506B6D}"/>
                  </a:ext>
                </a:extLst>
              </p:cNvPr>
              <p:cNvSpPr>
                <a:spLocks noRot="1" noChangeAspect="1" noMove="1" noResize="1" noEditPoints="1" noAdjustHandles="1" noChangeArrowheads="1" noChangeShapeType="1" noTextEdit="1"/>
              </p:cNvSpPr>
              <p:nvPr/>
            </p:nvSpPr>
            <p:spPr>
              <a:xfrm>
                <a:off x="2607023" y="4882108"/>
                <a:ext cx="2160241"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D23AAE57-18FE-B140-0153-12382EBF86C0}"/>
                  </a:ext>
                </a:extLst>
              </p:cNvPr>
              <p:cNvSpPr/>
              <p:nvPr/>
            </p:nvSpPr>
            <p:spPr>
              <a:xfrm>
                <a:off x="179182" y="5236499"/>
                <a:ext cx="2160241" cy="95821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h</m:t>
                          </m:r>
                        </m:e>
                        <m:sub>
                          <m:r>
                            <m:rPr>
                              <m:sty m:val="p"/>
                            </m:rPr>
                            <a:rPr lang="en-AU" sz="2800" b="0" i="0" dirty="0" smtClean="0">
                              <a:latin typeface="Cambria Math"/>
                              <a:ea typeface="Cambria Math"/>
                            </a:rPr>
                            <m:t>re</m:t>
                          </m:r>
                        </m:sub>
                      </m:sSub>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r</m:t>
                              </m:r>
                            </m:e>
                            <m:sub>
                              <m:r>
                                <m:rPr>
                                  <m:sty m:val="p"/>
                                </m:rPr>
                                <a:rPr lang="en-AU" sz="2800" b="0" i="0" dirty="0">
                                  <a:latin typeface="Cambria Math"/>
                                  <a:ea typeface="Cambria Math"/>
                                </a:rPr>
                                <m:t>π</m:t>
                              </m:r>
                            </m:sub>
                          </m:sSub>
                        </m:num>
                        <m:den>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r</m:t>
                              </m:r>
                            </m:e>
                            <m:sub>
                              <m:r>
                                <m:rPr>
                                  <m:sty m:val="p"/>
                                </m:rPr>
                                <a:rPr lang="en-AU" sz="2800" b="0" i="0" dirty="0">
                                  <a:latin typeface="Cambria Math"/>
                                  <a:ea typeface="Cambria Math"/>
                                </a:rPr>
                                <m:t>μ</m:t>
                              </m:r>
                            </m:sub>
                          </m:sSub>
                        </m:den>
                      </m:f>
                    </m:oMath>
                  </m:oMathPara>
                </a14:m>
                <a:endParaRPr lang="en-AU" sz="2800"/>
              </a:p>
            </p:txBody>
          </p:sp>
        </mc:Choice>
        <mc:Fallback xmlns="">
          <p:sp>
            <p:nvSpPr>
              <p:cNvPr id="13" name="Rectangle 12">
                <a:extLst>
                  <a:ext uri="{FF2B5EF4-FFF2-40B4-BE49-F238E27FC236}">
                    <a16:creationId xmlns:a16="http://schemas.microsoft.com/office/drawing/2014/main" id="{D23AAE57-18FE-B140-0153-12382EBF86C0}"/>
                  </a:ext>
                </a:extLst>
              </p:cNvPr>
              <p:cNvSpPr>
                <a:spLocks noRot="1" noChangeAspect="1" noMove="1" noResize="1" noEditPoints="1" noAdjustHandles="1" noChangeArrowheads="1" noChangeShapeType="1" noTextEdit="1"/>
              </p:cNvSpPr>
              <p:nvPr/>
            </p:nvSpPr>
            <p:spPr>
              <a:xfrm>
                <a:off x="179182" y="5236499"/>
                <a:ext cx="2160241" cy="95821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1046D576-258A-D41A-65E8-DD3CD1F16EFB}"/>
                  </a:ext>
                </a:extLst>
              </p:cNvPr>
              <p:cNvSpPr/>
              <p:nvPr/>
            </p:nvSpPr>
            <p:spPr>
              <a:xfrm>
                <a:off x="2518605" y="5440123"/>
                <a:ext cx="2884536"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h</m:t>
                          </m:r>
                        </m:e>
                        <m:sub>
                          <m:r>
                            <m:rPr>
                              <m:sty m:val="p"/>
                            </m:rPr>
                            <a:rPr lang="en-AU" sz="2800" b="0" i="0" dirty="0" smtClean="0">
                              <a:latin typeface="Cambria Math"/>
                              <a:ea typeface="Cambria Math"/>
                            </a:rPr>
                            <m:t>oe</m:t>
                          </m:r>
                        </m:sub>
                      </m:sSub>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sSub>
                        <m:sSubPr>
                          <m:ctrlPr>
                            <a:rPr lang="en-AU" sz="2800" i="1" dirty="0" smtClean="0">
                              <a:latin typeface="Cambria Math" panose="02040503050406030204" pitchFamily="18" charset="0"/>
                              <a:ea typeface="Cambria Math"/>
                            </a:rPr>
                          </m:ctrlPr>
                        </m:sSubPr>
                        <m:e>
                          <m:r>
                            <a:rPr lang="en-AU" sz="2800" b="0" i="0" dirty="0" smtClean="0">
                              <a:latin typeface="Cambria Math"/>
                              <a:ea typeface="Cambria Math"/>
                            </a:rPr>
                            <m:t>+ </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r>
                            <m:rPr>
                              <m:sty m:val="p"/>
                            </m:rPr>
                            <a:rPr lang="en-AU" sz="2800" b="0" i="0" dirty="0" smtClean="0">
                              <a:latin typeface="Cambria Math"/>
                              <a:ea typeface="Cambria Math"/>
                            </a:rPr>
                            <m:t>h</m:t>
                          </m:r>
                        </m:e>
                        <m:sub>
                          <m:r>
                            <m:rPr>
                              <m:sty m:val="p"/>
                            </m:rPr>
                            <a:rPr lang="en-AU" sz="2800" b="0" i="0" dirty="0" smtClean="0">
                              <a:latin typeface="Cambria Math"/>
                              <a:ea typeface="Cambria Math"/>
                            </a:rPr>
                            <m:t>re</m:t>
                          </m:r>
                        </m:sub>
                      </m:sSub>
                    </m:oMath>
                  </m:oMathPara>
                </a14:m>
                <a:endParaRPr lang="en-AU" sz="2800"/>
              </a:p>
            </p:txBody>
          </p:sp>
        </mc:Choice>
        <mc:Fallback xmlns="">
          <p:sp>
            <p:nvSpPr>
              <p:cNvPr id="14" name="Rectangle 13">
                <a:extLst>
                  <a:ext uri="{FF2B5EF4-FFF2-40B4-BE49-F238E27FC236}">
                    <a16:creationId xmlns:a16="http://schemas.microsoft.com/office/drawing/2014/main" id="{1046D576-258A-D41A-65E8-DD3CD1F16EFB}"/>
                  </a:ext>
                </a:extLst>
              </p:cNvPr>
              <p:cNvSpPr>
                <a:spLocks noRot="1" noChangeAspect="1" noMove="1" noResize="1" noEditPoints="1" noAdjustHandles="1" noChangeArrowheads="1" noChangeShapeType="1" noTextEdit="1"/>
              </p:cNvSpPr>
              <p:nvPr/>
            </p:nvSpPr>
            <p:spPr>
              <a:xfrm>
                <a:off x="2518605" y="5440123"/>
                <a:ext cx="2884536"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BE6829BD-CFAB-E03E-EB82-E2273055566C}"/>
                  </a:ext>
                </a:extLst>
              </p:cNvPr>
              <p:cNvSpPr/>
              <p:nvPr/>
            </p:nvSpPr>
            <p:spPr>
              <a:xfrm>
                <a:off x="5148216" y="4950213"/>
                <a:ext cx="1926294" cy="9798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r>
                        <a:rPr lang="en-AU" sz="2800" b="0" i="0" dirty="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CQ</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oMath>
                  </m:oMathPara>
                </a14:m>
                <a:endParaRPr lang="en-AU" sz="2800"/>
              </a:p>
            </p:txBody>
          </p:sp>
        </mc:Choice>
        <mc:Fallback xmlns="">
          <p:sp>
            <p:nvSpPr>
              <p:cNvPr id="15" name="Rectangle 14">
                <a:extLst>
                  <a:ext uri="{FF2B5EF4-FFF2-40B4-BE49-F238E27FC236}">
                    <a16:creationId xmlns:a16="http://schemas.microsoft.com/office/drawing/2014/main" id="{BE6829BD-CFAB-E03E-EB82-E2273055566C}"/>
                  </a:ext>
                </a:extLst>
              </p:cNvPr>
              <p:cNvSpPr>
                <a:spLocks noRot="1" noChangeAspect="1" noMove="1" noResize="1" noEditPoints="1" noAdjustHandles="1" noChangeArrowheads="1" noChangeShapeType="1" noTextEdit="1"/>
              </p:cNvSpPr>
              <p:nvPr/>
            </p:nvSpPr>
            <p:spPr>
              <a:xfrm>
                <a:off x="5148216" y="4950213"/>
                <a:ext cx="1926294" cy="9798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0C8C1251-39BC-21C0-42B4-A04996C5DE26}"/>
                  </a:ext>
                </a:extLst>
              </p:cNvPr>
              <p:cNvSpPr/>
              <p:nvPr/>
            </p:nvSpPr>
            <p:spPr>
              <a:xfrm>
                <a:off x="6774054" y="4930883"/>
                <a:ext cx="2698759" cy="98700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r</m:t>
                          </m:r>
                        </m:e>
                        <m:sub>
                          <m:r>
                            <m:rPr>
                              <m:sty m:val="p"/>
                            </m:rPr>
                            <a:rPr lang="en-AU" sz="2800" b="0" i="0" dirty="0" smtClean="0">
                              <a:latin typeface="Cambria Math"/>
                              <a:ea typeface="Cambria Math"/>
                            </a:rPr>
                            <m:t>π</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h</m:t>
                              </m:r>
                            </m:e>
                            <m:sub>
                              <m:r>
                                <m:rPr>
                                  <m:sty m:val="p"/>
                                </m:rPr>
                                <a:rPr lang="en-AU" sz="2800" b="0" i="0" dirty="0" smtClean="0">
                                  <a:latin typeface="Cambria Math"/>
                                  <a:ea typeface="Cambria Math"/>
                                </a:rPr>
                                <m:t>fe</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m</m:t>
                              </m:r>
                            </m:sub>
                          </m:sSub>
                        </m:den>
                      </m:f>
                      <m:r>
                        <a:rPr lang="en-AU" sz="2800" b="0" i="0" dirty="0" smtClean="0">
                          <a:latin typeface="Cambria Math"/>
                          <a:ea typeface="Cambria Math"/>
                        </a:rPr>
                        <m:t>=</m:t>
                      </m:r>
                      <m:f>
                        <m:fPr>
                          <m:ctrlPr>
                            <a:rPr lang="en-AU" sz="2800" i="1" dirty="0">
                              <a:latin typeface="Cambria Math" panose="02040503050406030204" pitchFamily="18" charset="0"/>
                              <a:ea typeface="Cambria Math"/>
                            </a:rPr>
                          </m:ctrlPr>
                        </m:fPr>
                        <m:num>
                          <m:r>
                            <m:rPr>
                              <m:sty m:val="p"/>
                            </m:rPr>
                            <a:rPr lang="en-AU" sz="2800" b="0" i="0" dirty="0" smtClean="0">
                              <a:latin typeface="Cambria Math"/>
                              <a:ea typeface="Cambria Math"/>
                            </a:rPr>
                            <m:t>β</m:t>
                          </m:r>
                        </m:num>
                        <m:den>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g</m:t>
                              </m:r>
                            </m:e>
                            <m:sub>
                              <m:r>
                                <m:rPr>
                                  <m:sty m:val="p"/>
                                </m:rPr>
                                <a:rPr lang="en-AU" sz="2800" b="0" i="0" dirty="0">
                                  <a:latin typeface="Cambria Math"/>
                                  <a:ea typeface="Cambria Math"/>
                                </a:rPr>
                                <m:t>m</m:t>
                              </m:r>
                            </m:sub>
                          </m:sSub>
                        </m:den>
                      </m:f>
                    </m:oMath>
                  </m:oMathPara>
                </a14:m>
                <a:endParaRPr lang="en-AU" sz="2800"/>
              </a:p>
            </p:txBody>
          </p:sp>
        </mc:Choice>
        <mc:Fallback xmlns="">
          <p:sp>
            <p:nvSpPr>
              <p:cNvPr id="16" name="Rectangle 15">
                <a:extLst>
                  <a:ext uri="{FF2B5EF4-FFF2-40B4-BE49-F238E27FC236}">
                    <a16:creationId xmlns:a16="http://schemas.microsoft.com/office/drawing/2014/main" id="{0C8C1251-39BC-21C0-42B4-A04996C5DE26}"/>
                  </a:ext>
                </a:extLst>
              </p:cNvPr>
              <p:cNvSpPr>
                <a:spLocks noRot="1" noChangeAspect="1" noMove="1" noResize="1" noEditPoints="1" noAdjustHandles="1" noChangeArrowheads="1" noChangeShapeType="1" noTextEdit="1"/>
              </p:cNvSpPr>
              <p:nvPr/>
            </p:nvSpPr>
            <p:spPr>
              <a:xfrm>
                <a:off x="6774054" y="4930883"/>
                <a:ext cx="2698759" cy="98700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5D414A96-DFBD-00B6-AFB6-C8A217EB503F}"/>
                  </a:ext>
                </a:extLst>
              </p:cNvPr>
              <p:cNvSpPr/>
              <p:nvPr/>
            </p:nvSpPr>
            <p:spPr>
              <a:xfrm>
                <a:off x="10567114" y="4930883"/>
                <a:ext cx="1687180" cy="90928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μ</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num>
                        <m:den>
                          <m:r>
                            <m:rPr>
                              <m:sty m:val="p"/>
                            </m:rPr>
                            <a:rPr lang="en-AU" sz="2800" b="0" i="0" dirty="0" smtClean="0">
                              <a:latin typeface="Cambria Math"/>
                              <a:ea typeface="Cambria Math"/>
                            </a:rPr>
                            <m:t>β</m:t>
                          </m:r>
                        </m:den>
                      </m:f>
                    </m:oMath>
                  </m:oMathPara>
                </a14:m>
                <a:endParaRPr lang="en-AU" sz="2800"/>
              </a:p>
            </p:txBody>
          </p:sp>
        </mc:Choice>
        <mc:Fallback xmlns="">
          <p:sp>
            <p:nvSpPr>
              <p:cNvPr id="17" name="Rectangle 16">
                <a:extLst>
                  <a:ext uri="{FF2B5EF4-FFF2-40B4-BE49-F238E27FC236}">
                    <a16:creationId xmlns:a16="http://schemas.microsoft.com/office/drawing/2014/main" id="{5D414A96-DFBD-00B6-AFB6-C8A217EB503F}"/>
                  </a:ext>
                </a:extLst>
              </p:cNvPr>
              <p:cNvSpPr>
                <a:spLocks noRot="1" noChangeAspect="1" noMove="1" noResize="1" noEditPoints="1" noAdjustHandles="1" noChangeArrowheads="1" noChangeShapeType="1" noTextEdit="1"/>
              </p:cNvSpPr>
              <p:nvPr/>
            </p:nvSpPr>
            <p:spPr>
              <a:xfrm>
                <a:off x="10567114" y="4930883"/>
                <a:ext cx="1687180" cy="90928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F9D7E0B6-3792-3B96-13E2-732B73F136CB}"/>
                  </a:ext>
                </a:extLst>
              </p:cNvPr>
              <p:cNvSpPr/>
              <p:nvPr/>
            </p:nvSpPr>
            <p:spPr>
              <a:xfrm>
                <a:off x="9081368" y="4866846"/>
                <a:ext cx="1762358" cy="9798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g</m:t>
                          </m:r>
                        </m:e>
                        <m:sub>
                          <m:r>
                            <m:rPr>
                              <m:sty m:val="p"/>
                            </m:rPr>
                            <a:rPr lang="en-AU" sz="2800" b="0" i="0" dirty="0" smtClean="0">
                              <a:latin typeface="Cambria Math"/>
                              <a:ea typeface="Cambria Math"/>
                            </a:rPr>
                            <m:t>o</m:t>
                          </m:r>
                        </m:sub>
                      </m:sSub>
                      <m:r>
                        <a:rPr lang="en-AU" sz="2800" b="0" i="0" dirty="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CQ</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A</m:t>
                              </m:r>
                            </m:sub>
                          </m:sSub>
                        </m:den>
                      </m:f>
                    </m:oMath>
                  </m:oMathPara>
                </a14:m>
                <a:endParaRPr lang="en-AU" sz="2800"/>
              </a:p>
            </p:txBody>
          </p:sp>
        </mc:Choice>
        <mc:Fallback xmlns="">
          <p:sp>
            <p:nvSpPr>
              <p:cNvPr id="18" name="Rectangle 17">
                <a:extLst>
                  <a:ext uri="{FF2B5EF4-FFF2-40B4-BE49-F238E27FC236}">
                    <a16:creationId xmlns:a16="http://schemas.microsoft.com/office/drawing/2014/main" id="{F9D7E0B6-3792-3B96-13E2-732B73F136CB}"/>
                  </a:ext>
                </a:extLst>
              </p:cNvPr>
              <p:cNvSpPr>
                <a:spLocks noRot="1" noChangeAspect="1" noMove="1" noResize="1" noEditPoints="1" noAdjustHandles="1" noChangeArrowheads="1" noChangeShapeType="1" noTextEdit="1"/>
              </p:cNvSpPr>
              <p:nvPr/>
            </p:nvSpPr>
            <p:spPr>
              <a:xfrm>
                <a:off x="9081368" y="4866846"/>
                <a:ext cx="1762358" cy="979820"/>
              </a:xfrm>
              <a:prstGeom prst="rect">
                <a:avLst/>
              </a:prstGeom>
              <a:blipFill>
                <a:blip r:embed="rId10"/>
                <a:stretch>
                  <a:fillRect/>
                </a:stretch>
              </a:blipFill>
            </p:spPr>
            <p:txBody>
              <a:bodyPr/>
              <a:lstStyle/>
              <a:p>
                <a:r>
                  <a:rPr lang="en-US">
                    <a:noFill/>
                  </a:rPr>
                  <a:t> </a:t>
                </a:r>
              </a:p>
            </p:txBody>
          </p:sp>
        </mc:Fallback>
      </mc:AlternateContent>
      <p:pic>
        <p:nvPicPr>
          <p:cNvPr id="19" name="Picture 2">
            <a:extLst>
              <a:ext uri="{FF2B5EF4-FFF2-40B4-BE49-F238E27FC236}">
                <a16:creationId xmlns:a16="http://schemas.microsoft.com/office/drawing/2014/main" id="{D0128216-874D-4C5E-4BD9-C538020A734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81296" y="2115924"/>
            <a:ext cx="8643689" cy="22615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8070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marL="0" indent="0">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spTree>
    <p:extLst>
      <p:ext uri="{BB962C8B-B14F-4D97-AF65-F5344CB8AC3E}">
        <p14:creationId xmlns:p14="http://schemas.microsoft.com/office/powerpoint/2010/main" val="1541139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 – AC Analysis</a:t>
            </a:r>
            <a:endParaRPr lang="en-AU" sz="3600" b="1">
              <a:latin typeface="Arial Black" panose="020B0A04020102020204" pitchFamily="34" charset="0"/>
            </a:endParaRP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q"/>
            </a:pPr>
            <a:r>
              <a:rPr lang="en-AU" sz="3000" b="1">
                <a:latin typeface="Arial" panose="020B0604020202020204" pitchFamily="34" charset="0"/>
                <a:cs typeface="Arial" panose="020B0604020202020204" pitchFamily="34" charset="0"/>
              </a:rPr>
              <a:t>AC Equivalent Circuit</a:t>
            </a:r>
          </a:p>
          <a:p>
            <a:pPr lvl="1">
              <a:buFont typeface="Wingdings" panose="05000000000000000000" pitchFamily="2" charset="2"/>
              <a:buChar char="§"/>
            </a:pPr>
            <a:r>
              <a:rPr lang="en-AU" sz="2800">
                <a:latin typeface="Arial" panose="020B0604020202020204" pitchFamily="34" charset="0"/>
                <a:cs typeface="Arial" panose="020B0604020202020204" pitchFamily="34" charset="0"/>
              </a:rPr>
              <a:t>Steps in finding AC equivalent circuit ( in mid-frequency range)</a:t>
            </a:r>
          </a:p>
          <a:p>
            <a:pPr marL="1428750" lvl="2" indent="-514350">
              <a:buFont typeface="+mj-lt"/>
              <a:buAutoNum type="arabicPeriod"/>
            </a:pPr>
            <a:r>
              <a:rPr lang="en-AU" sz="2800">
                <a:latin typeface="Arial" panose="020B0604020202020204" pitchFamily="34" charset="0"/>
                <a:cs typeface="Arial" panose="020B0604020202020204" pitchFamily="34" charset="0"/>
              </a:rPr>
              <a:t>Disable independent DC sources</a:t>
            </a:r>
          </a:p>
          <a:p>
            <a:pPr lvl="3">
              <a:buFont typeface="Courier New" panose="02070309020205020404" pitchFamily="49" charset="0"/>
              <a:buChar char="o"/>
            </a:pPr>
            <a:r>
              <a:rPr lang="en-AU" sz="2800">
                <a:latin typeface="Arial" panose="020B0604020202020204" pitchFamily="34" charset="0"/>
                <a:cs typeface="Arial" panose="020B0604020202020204" pitchFamily="34" charset="0"/>
              </a:rPr>
              <a:t>DC Voltage sources to ground (or short circuited)</a:t>
            </a:r>
          </a:p>
          <a:p>
            <a:pPr lvl="3">
              <a:buFont typeface="Courier New" panose="02070309020205020404" pitchFamily="49" charset="0"/>
              <a:buChar char="o"/>
            </a:pPr>
            <a:r>
              <a:rPr lang="en-AU" sz="2800">
                <a:latin typeface="Arial" panose="020B0604020202020204" pitchFamily="34" charset="0"/>
                <a:cs typeface="Arial" panose="020B0604020202020204" pitchFamily="34" charset="0"/>
              </a:rPr>
              <a:t>Open circuit - DC current sources</a:t>
            </a:r>
          </a:p>
          <a:p>
            <a:pPr marL="1428750" lvl="2" indent="-514350">
              <a:buFont typeface="+mj-lt"/>
              <a:buAutoNum type="arabicPeriod"/>
            </a:pPr>
            <a:r>
              <a:rPr lang="en-AU" sz="2800">
                <a:latin typeface="Arial" panose="020B0604020202020204" pitchFamily="34" charset="0"/>
                <a:cs typeface="Arial" panose="020B0604020202020204" pitchFamily="34" charset="0"/>
              </a:rPr>
              <a:t>Replace non-linear transistors with linear small signal model</a:t>
            </a:r>
          </a:p>
          <a:p>
            <a:pPr marL="1428750" lvl="2" indent="-514350">
              <a:buFont typeface="+mj-lt"/>
              <a:buAutoNum type="arabicPeriod"/>
            </a:pPr>
            <a:r>
              <a:rPr lang="en-AU" sz="2800">
                <a:latin typeface="Arial" panose="020B0604020202020204" pitchFamily="34" charset="0"/>
                <a:cs typeface="Arial" panose="020B0604020202020204" pitchFamily="34" charset="0"/>
              </a:rPr>
              <a:t>Short large capacitors (in µf range) and open small capacitors (in pf range)</a:t>
            </a: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spTree>
    <p:extLst>
      <p:ext uri="{BB962C8B-B14F-4D97-AF65-F5344CB8AC3E}">
        <p14:creationId xmlns:p14="http://schemas.microsoft.com/office/powerpoint/2010/main" val="3822113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AC Analysis</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q"/>
            </a:pPr>
            <a:r>
              <a:rPr lang="en-AU" sz="3000" b="1">
                <a:latin typeface="Arial" panose="020B0604020202020204" pitchFamily="34" charset="0"/>
                <a:cs typeface="Arial" panose="020B0604020202020204" pitchFamily="34" charset="0"/>
              </a:rPr>
              <a:t>Example:</a:t>
            </a: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3" name="Picture 2">
            <a:extLst>
              <a:ext uri="{FF2B5EF4-FFF2-40B4-BE49-F238E27FC236}">
                <a16:creationId xmlns:a16="http://schemas.microsoft.com/office/drawing/2014/main" id="{5F4994A9-9926-17B3-2FAB-466084F06B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015" y="1399166"/>
            <a:ext cx="4317023" cy="2390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a:extLst>
              <a:ext uri="{FF2B5EF4-FFF2-40B4-BE49-F238E27FC236}">
                <a16:creationId xmlns:a16="http://schemas.microsoft.com/office/drawing/2014/main" id="{DDA1282B-1A3B-C2FD-11BB-CDE15D47DC7C}"/>
              </a:ext>
            </a:extLst>
          </p:cNvPr>
          <p:cNvSpPr txBox="1"/>
          <p:nvPr/>
        </p:nvSpPr>
        <p:spPr>
          <a:xfrm>
            <a:off x="5503985" y="735938"/>
            <a:ext cx="2620108" cy="523220"/>
          </a:xfrm>
          <a:prstGeom prst="rect">
            <a:avLst/>
          </a:prstGeom>
          <a:noFill/>
        </p:spPr>
        <p:txBody>
          <a:bodyPr wrap="square" rtlCol="0">
            <a:spAutoFit/>
          </a:bodyPr>
          <a:lstStyle/>
          <a:p>
            <a:r>
              <a:rPr lang="en-AU" sz="2800" b="1">
                <a:latin typeface="Arial" panose="020B0604020202020204" pitchFamily="34" charset="0"/>
                <a:cs typeface="Arial" panose="020B0604020202020204" pitchFamily="34" charset="0"/>
              </a:rPr>
              <a:t>Step 1 and 3:</a:t>
            </a:r>
          </a:p>
        </p:txBody>
      </p:sp>
      <p:pic>
        <p:nvPicPr>
          <p:cNvPr id="9" name="Picture 2">
            <a:extLst>
              <a:ext uri="{FF2B5EF4-FFF2-40B4-BE49-F238E27FC236}">
                <a16:creationId xmlns:a16="http://schemas.microsoft.com/office/drawing/2014/main" id="{ADC2F8C9-71B7-650E-5E58-3A1B575549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3985" y="1195505"/>
            <a:ext cx="4862145" cy="2797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a:extLst>
              <a:ext uri="{FF2B5EF4-FFF2-40B4-BE49-F238E27FC236}">
                <a16:creationId xmlns:a16="http://schemas.microsoft.com/office/drawing/2014/main" id="{4C4661A2-A81A-2E8A-274B-1E87A1AA96EB}"/>
              </a:ext>
            </a:extLst>
          </p:cNvPr>
          <p:cNvSpPr txBox="1"/>
          <p:nvPr/>
        </p:nvSpPr>
        <p:spPr>
          <a:xfrm>
            <a:off x="5385288" y="3678662"/>
            <a:ext cx="2620108" cy="523220"/>
          </a:xfrm>
          <a:prstGeom prst="rect">
            <a:avLst/>
          </a:prstGeom>
          <a:noFill/>
        </p:spPr>
        <p:txBody>
          <a:bodyPr wrap="square" rtlCol="0">
            <a:spAutoFit/>
          </a:bodyPr>
          <a:lstStyle/>
          <a:p>
            <a:r>
              <a:rPr lang="en-AU" sz="2800">
                <a:latin typeface="Arial" panose="020B0604020202020204" pitchFamily="34" charset="0"/>
                <a:cs typeface="Arial" panose="020B0604020202020204" pitchFamily="34" charset="0"/>
              </a:rPr>
              <a:t>Step 2:</a:t>
            </a:r>
          </a:p>
        </p:txBody>
      </p:sp>
      <p:pic>
        <p:nvPicPr>
          <p:cNvPr id="12" name="Picture 3">
            <a:extLst>
              <a:ext uri="{FF2B5EF4-FFF2-40B4-BE49-F238E27FC236}">
                <a16:creationId xmlns:a16="http://schemas.microsoft.com/office/drawing/2014/main" id="{75172078-F7E5-84CF-C12F-281A0291D3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74224" y="4149348"/>
            <a:ext cx="6149150" cy="19556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6827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AC Analysis</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746523" cy="5743173"/>
          </a:xfrm>
        </p:spPr>
        <p:txBody>
          <a:bodyPr>
            <a:normAutofit/>
          </a:bodyPr>
          <a:lstStyle/>
          <a:p>
            <a:pPr>
              <a:buFont typeface="Wingdings" panose="05000000000000000000" pitchFamily="2" charset="2"/>
              <a:buChar char="§"/>
            </a:pPr>
            <a:r>
              <a:rPr lang="en-AU" sz="3000">
                <a:latin typeface="Arial" panose="020B0604020202020204" pitchFamily="34" charset="0"/>
                <a:cs typeface="Arial" panose="020B0604020202020204" pitchFamily="34" charset="0"/>
              </a:rPr>
              <a:t>The above model is the complete model with intrinsic and extrinsic capacitance and resistance. It can be further simplified depending the frequency range in which the amplifier is working.</a:t>
            </a: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lvl="3">
              <a:lnSpc>
                <a:spcPct val="90000"/>
              </a:lnSpc>
            </a:pPr>
            <a:endParaRPr lang="en-US"/>
          </a:p>
          <a:p>
            <a:pPr lvl="3">
              <a:lnSpc>
                <a:spcPct val="90000"/>
              </a:lnSpc>
            </a:pPr>
            <a:endParaRPr lang="en-US" sz="1800">
              <a:latin typeface="+mn-lt"/>
            </a:endParaRPr>
          </a:p>
          <a:p>
            <a:pPr>
              <a:buFont typeface="Wingdings" panose="05000000000000000000" pitchFamily="2" charset="2"/>
              <a:buChar char="§"/>
            </a:pPr>
            <a:r>
              <a:rPr lang="en-AU">
                <a:latin typeface="Arial" panose="020B0604020202020204" pitchFamily="34" charset="0"/>
                <a:cs typeface="Arial" panose="020B0604020202020204" pitchFamily="34" charset="0"/>
              </a:rPr>
              <a:t>In mid-band frequency range, the intrinsic capacitances are  and have very high impedances ( </a:t>
            </a:r>
            <a:r>
              <a:rPr lang="en-AU" err="1">
                <a:latin typeface="Arial" panose="020B0604020202020204" pitchFamily="34" charset="0"/>
                <a:cs typeface="Arial" panose="020B0604020202020204" pitchFamily="34" charset="0"/>
              </a:rPr>
              <a:t>Z</a:t>
            </a:r>
            <a:r>
              <a:rPr lang="en-AU" baseline="-25000" err="1">
                <a:latin typeface="Arial" panose="020B0604020202020204" pitchFamily="34" charset="0"/>
                <a:cs typeface="Arial" panose="020B0604020202020204" pitchFamily="34" charset="0"/>
              </a:rPr>
              <a:t>c</a:t>
            </a:r>
            <a:r>
              <a:rPr lang="en-AU">
                <a:latin typeface="Arial" panose="020B0604020202020204" pitchFamily="34" charset="0"/>
                <a:cs typeface="Arial" panose="020B0604020202020204" pitchFamily="34" charset="0"/>
              </a:rPr>
              <a:t>=1/</a:t>
            </a:r>
            <a:r>
              <a:rPr lang="en-AU" err="1">
                <a:latin typeface="Arial" panose="020B0604020202020204" pitchFamily="34" charset="0"/>
                <a:cs typeface="Arial" panose="020B0604020202020204" pitchFamily="34" charset="0"/>
              </a:rPr>
              <a:t>jwC</a:t>
            </a:r>
            <a:r>
              <a:rPr lang="en-AU">
                <a:latin typeface="Arial" panose="020B0604020202020204" pitchFamily="34" charset="0"/>
                <a:cs typeface="Arial" panose="020B0604020202020204" pitchFamily="34" charset="0"/>
              </a:rPr>
              <a:t>) because the capacitance values are in the order of pf. Therefore, they can be considered as </a:t>
            </a:r>
            <a:r>
              <a:rPr lang="en-AU">
                <a:solidFill>
                  <a:srgbClr val="FF0000"/>
                </a:solidFill>
                <a:latin typeface="Arial" panose="020B0604020202020204" pitchFamily="34" charset="0"/>
                <a:cs typeface="Arial" panose="020B0604020202020204" pitchFamily="34" charset="0"/>
              </a:rPr>
              <a:t>open</a:t>
            </a:r>
            <a:r>
              <a:rPr lang="en-AU">
                <a:latin typeface="Arial" panose="020B0604020202020204" pitchFamily="34" charset="0"/>
                <a:cs typeface="Arial" panose="020B0604020202020204" pitchFamily="34" charset="0"/>
              </a:rPr>
              <a:t>.  ( note that </a:t>
            </a:r>
            <a:r>
              <a:rPr lang="en-AU" err="1">
                <a:latin typeface="Arial" panose="020B0604020202020204" pitchFamily="34" charset="0"/>
                <a:cs typeface="Arial" panose="020B0604020202020204" pitchFamily="34" charset="0"/>
              </a:rPr>
              <a:t>r</a:t>
            </a:r>
            <a:r>
              <a:rPr lang="en-AU" baseline="-25000" err="1">
                <a:latin typeface="Arial" panose="020B0604020202020204" pitchFamily="34" charset="0"/>
                <a:cs typeface="Arial" panose="020B0604020202020204" pitchFamily="34" charset="0"/>
              </a:rPr>
              <a:t>u</a:t>
            </a:r>
            <a:r>
              <a:rPr lang="en-AU" baseline="-25000">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is very large)</a:t>
            </a:r>
            <a:endParaRPr lang="en-AU" baseline="-25000">
              <a:latin typeface="Arial" panose="020B0604020202020204" pitchFamily="34" charset="0"/>
              <a:cs typeface="Arial" panose="020B0604020202020204" pitchFamily="34" charset="0"/>
            </a:endParaRPr>
          </a:p>
          <a:p>
            <a:pPr marL="914400" lvl="2" indent="0">
              <a:lnSpc>
                <a:spcPct val="90000"/>
              </a:lnSpc>
              <a:buNone/>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13" name="Picture 2">
            <a:extLst>
              <a:ext uri="{FF2B5EF4-FFF2-40B4-BE49-F238E27FC236}">
                <a16:creationId xmlns:a16="http://schemas.microsoft.com/office/drawing/2014/main" id="{C7223FBC-F290-3808-2A90-AA37163275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7770" y="1891128"/>
            <a:ext cx="4889315" cy="21557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274524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AC Analysis</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marL="0" indent="0">
              <a:buNone/>
            </a:pPr>
            <a:endParaRPr lang="en-AU" sz="3000" b="1">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13" name="Picture 3">
            <a:extLst>
              <a:ext uri="{FF2B5EF4-FFF2-40B4-BE49-F238E27FC236}">
                <a16:creationId xmlns:a16="http://schemas.microsoft.com/office/drawing/2014/main" id="{6F121620-F535-119B-3EFA-37CDDF3559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459" y="726196"/>
            <a:ext cx="6788487" cy="20503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2">
            <a:extLst>
              <a:ext uri="{FF2B5EF4-FFF2-40B4-BE49-F238E27FC236}">
                <a16:creationId xmlns:a16="http://schemas.microsoft.com/office/drawing/2014/main" id="{7D7AD7FC-117D-B249-0625-1CFE9235E1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0436" y="3428999"/>
            <a:ext cx="6788487" cy="19560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506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AC Analysis</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
            </a:pPr>
            <a:r>
              <a:rPr lang="en-AU" sz="3000">
                <a:latin typeface="Arial" panose="020B0604020202020204" pitchFamily="34" charset="0"/>
                <a:cs typeface="Arial" panose="020B0604020202020204" pitchFamily="34" charset="0"/>
              </a:rPr>
              <a:t>Calculate voltage gain ( A</a:t>
            </a:r>
            <a:r>
              <a:rPr lang="en-AU" sz="3000" baseline="-25000">
                <a:latin typeface="Arial" panose="020B0604020202020204" pitchFamily="34" charset="0"/>
                <a:cs typeface="Arial" panose="020B0604020202020204" pitchFamily="34" charset="0"/>
              </a:rPr>
              <a:t>v</a:t>
            </a:r>
            <a:r>
              <a:rPr lang="en-AU" sz="3000">
                <a:latin typeface="Arial" panose="020B0604020202020204" pitchFamily="34" charset="0"/>
                <a:cs typeface="Arial" panose="020B0604020202020204" pitchFamily="34" charset="0"/>
              </a:rPr>
              <a:t>= V</a:t>
            </a:r>
            <a:r>
              <a:rPr lang="en-AU" sz="3000" baseline="-25000">
                <a:latin typeface="Arial" panose="020B0604020202020204" pitchFamily="34" charset="0"/>
                <a:cs typeface="Arial" panose="020B0604020202020204" pitchFamily="34" charset="0"/>
              </a:rPr>
              <a:t>o</a:t>
            </a:r>
            <a:r>
              <a:rPr lang="en-AU" sz="3000">
                <a:latin typeface="Arial" panose="020B0604020202020204" pitchFamily="34" charset="0"/>
                <a:cs typeface="Arial" panose="020B0604020202020204" pitchFamily="34" charset="0"/>
              </a:rPr>
              <a:t>/V</a:t>
            </a:r>
            <a:r>
              <a:rPr lang="en-AU" sz="3000" baseline="-25000">
                <a:latin typeface="Arial" panose="020B0604020202020204" pitchFamily="34" charset="0"/>
                <a:cs typeface="Arial" panose="020B0604020202020204" pitchFamily="34" charset="0"/>
              </a:rPr>
              <a:t>s</a:t>
            </a:r>
            <a:r>
              <a:rPr lang="en-AU" sz="3000">
                <a:latin typeface="Arial" panose="020B0604020202020204" pitchFamily="34" charset="0"/>
                <a:cs typeface="Arial" panose="020B0604020202020204" pitchFamily="34" charset="0"/>
              </a:rPr>
              <a:t>)</a:t>
            </a:r>
            <a:endParaRPr lang="en-AU" sz="3000" baseline="-250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AU" sz="3200" b="1">
              <a:effectLst>
                <a:outerShdw blurRad="38100" dist="38100" dir="2700000" algn="tl">
                  <a:srgbClr val="000000">
                    <a:alpha val="43137"/>
                  </a:srgbClr>
                </a:outerShdw>
              </a:effectLst>
              <a:latin typeface="+mn-lt"/>
            </a:endParaRPr>
          </a:p>
          <a:p>
            <a:pPr marL="0" indent="0">
              <a:buNone/>
            </a:pPr>
            <a:endParaRPr lang="en-AU" sz="30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3" name="Picture 2">
            <a:extLst>
              <a:ext uri="{FF2B5EF4-FFF2-40B4-BE49-F238E27FC236}">
                <a16:creationId xmlns:a16="http://schemas.microsoft.com/office/drawing/2014/main" id="{3B5E807D-2AF2-21B3-C7A0-7D39A0E353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435" y="1268760"/>
            <a:ext cx="8221514" cy="19560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926043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AC Analysis</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
            </a:pPr>
            <a:r>
              <a:rPr lang="en-AU" sz="3000">
                <a:latin typeface="Arial" panose="020B0604020202020204" pitchFamily="34" charset="0"/>
                <a:cs typeface="Arial" panose="020B0604020202020204" pitchFamily="34" charset="0"/>
              </a:rPr>
              <a:t>Calculate input impedance</a:t>
            </a:r>
            <a:endParaRPr lang="en-AU" sz="3000" baseline="-250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AU" sz="3200" b="1">
              <a:effectLst>
                <a:outerShdw blurRad="38100" dist="38100" dir="2700000" algn="tl">
                  <a:srgbClr val="000000">
                    <a:alpha val="43137"/>
                  </a:srgbClr>
                </a:outerShdw>
              </a:effectLst>
              <a:latin typeface="+mn-lt"/>
            </a:endParaRPr>
          </a:p>
          <a:p>
            <a:pPr marL="0" indent="0">
              <a:buNone/>
            </a:pPr>
            <a:endParaRPr lang="en-AU" sz="30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3" name="Picture 2">
            <a:extLst>
              <a:ext uri="{FF2B5EF4-FFF2-40B4-BE49-F238E27FC236}">
                <a16:creationId xmlns:a16="http://schemas.microsoft.com/office/drawing/2014/main" id="{3B5E807D-2AF2-21B3-C7A0-7D39A0E353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435" y="1268760"/>
            <a:ext cx="8221514" cy="19560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28374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AC Analysis</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
            </a:pPr>
            <a:r>
              <a:rPr lang="en-AU" sz="3000">
                <a:latin typeface="Arial" panose="020B0604020202020204" pitchFamily="34" charset="0"/>
                <a:cs typeface="Arial" panose="020B0604020202020204" pitchFamily="34" charset="0"/>
              </a:rPr>
              <a:t>Calculate output impedance</a:t>
            </a:r>
            <a:endParaRPr lang="en-AU" sz="3000" baseline="-250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AU" sz="3200" b="1">
              <a:effectLst>
                <a:outerShdw blurRad="38100" dist="38100" dir="2700000" algn="tl">
                  <a:srgbClr val="000000">
                    <a:alpha val="43137"/>
                  </a:srgbClr>
                </a:outerShdw>
              </a:effectLst>
              <a:latin typeface="+mn-lt"/>
            </a:endParaRPr>
          </a:p>
          <a:p>
            <a:pPr marL="0" indent="0">
              <a:buNone/>
            </a:pPr>
            <a:endParaRPr lang="en-AU" sz="30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3" name="Picture 2">
            <a:extLst>
              <a:ext uri="{FF2B5EF4-FFF2-40B4-BE49-F238E27FC236}">
                <a16:creationId xmlns:a16="http://schemas.microsoft.com/office/drawing/2014/main" id="{3B5E807D-2AF2-21B3-C7A0-7D39A0E353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435" y="1268760"/>
            <a:ext cx="8221514" cy="19560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48083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DC Analysis</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q"/>
            </a:pPr>
            <a:r>
              <a:rPr lang="en-AU" sz="3000" b="1">
                <a:latin typeface="Arial" panose="020B0604020202020204" pitchFamily="34" charset="0"/>
                <a:cs typeface="Arial" panose="020B0604020202020204" pitchFamily="34" charset="0"/>
              </a:rPr>
              <a:t>DC biasing analysis of BJT amplifiers (steps)</a:t>
            </a:r>
          </a:p>
          <a:p>
            <a:pPr lvl="1">
              <a:buFont typeface="Wingdings" panose="05000000000000000000" pitchFamily="2" charset="2"/>
              <a:buChar char="§"/>
            </a:pPr>
            <a:r>
              <a:rPr lang="en-AU" sz="2800">
                <a:latin typeface="Arial" panose="020B0604020202020204" pitchFamily="34" charset="0"/>
                <a:cs typeface="Arial" panose="020B0604020202020204" pitchFamily="34" charset="0"/>
              </a:rPr>
              <a:t>Open circuited any capacitor  and short circuited any inductor</a:t>
            </a:r>
          </a:p>
          <a:p>
            <a:pPr lvl="1">
              <a:buFont typeface="Wingdings" panose="05000000000000000000" pitchFamily="2" charset="2"/>
              <a:buChar char="§"/>
            </a:pPr>
            <a:r>
              <a:rPr lang="en-AU" sz="2800">
                <a:latin typeface="Arial" panose="020B0604020202020204" pitchFamily="34" charset="0"/>
                <a:cs typeface="Arial" panose="020B0604020202020204" pitchFamily="34" charset="0"/>
              </a:rPr>
              <a:t>Calculate the base voltage(s) of the first transistor ( transistors in the first stage) and determine whether the base-emitter junctions are forward biased. If so, assume V</a:t>
            </a:r>
            <a:r>
              <a:rPr lang="en-AU" sz="2800" baseline="-25000">
                <a:latin typeface="Arial" panose="020B0604020202020204" pitchFamily="34" charset="0"/>
                <a:cs typeface="Arial" panose="020B0604020202020204" pitchFamily="34" charset="0"/>
              </a:rPr>
              <a:t>BE</a:t>
            </a:r>
            <a:r>
              <a:rPr lang="en-AU" sz="2800">
                <a:latin typeface="Arial" panose="020B0604020202020204" pitchFamily="34" charset="0"/>
                <a:cs typeface="Arial" panose="020B0604020202020204" pitchFamily="34" charset="0"/>
              </a:rPr>
              <a:t> is around 0.7V. </a:t>
            </a:r>
          </a:p>
          <a:p>
            <a:pPr lvl="1">
              <a:buFont typeface="Wingdings" panose="05000000000000000000" pitchFamily="2" charset="2"/>
              <a:buChar char="§"/>
            </a:pPr>
            <a:r>
              <a:rPr lang="en-AU" sz="2800">
                <a:latin typeface="Arial" panose="020B0604020202020204" pitchFamily="34" charset="0"/>
                <a:cs typeface="Arial" panose="020B0604020202020204" pitchFamily="34" charset="0"/>
              </a:rPr>
              <a:t>Further assume that the transistors are in forward active region and apply the normal collector, emitter, and base currents relationships (</a:t>
            </a:r>
            <a:r>
              <a:rPr lang="en-AU" sz="2800" err="1">
                <a:latin typeface="Arial" panose="020B0604020202020204" pitchFamily="34" charset="0"/>
                <a:cs typeface="Arial" panose="020B0604020202020204" pitchFamily="34" charset="0"/>
              </a:rPr>
              <a:t>I</a:t>
            </a:r>
            <a:r>
              <a:rPr lang="en-AU" sz="2800" baseline="-25000" err="1">
                <a:latin typeface="Arial" panose="020B0604020202020204" pitchFamily="34" charset="0"/>
                <a:cs typeface="Arial" panose="020B0604020202020204" pitchFamily="34" charset="0"/>
              </a:rPr>
              <a:t>C</a:t>
            </a:r>
            <a:r>
              <a:rPr lang="en-AU" sz="2800" err="1">
                <a:latin typeface="Arial" panose="020B0604020202020204" pitchFamily="34" charset="0"/>
                <a:cs typeface="Arial" panose="020B0604020202020204" pitchFamily="34" charset="0"/>
              </a:rPr>
              <a:t>,I</a:t>
            </a:r>
            <a:r>
              <a:rPr lang="en-AU" sz="2800" baseline="-25000" err="1">
                <a:latin typeface="Arial" panose="020B0604020202020204" pitchFamily="34" charset="0"/>
                <a:cs typeface="Arial" panose="020B0604020202020204" pitchFamily="34" charset="0"/>
              </a:rPr>
              <a:t>E</a:t>
            </a:r>
            <a:r>
              <a:rPr lang="en-AU" sz="2800" err="1">
                <a:latin typeface="Arial" panose="020B0604020202020204" pitchFamily="34" charset="0"/>
                <a:cs typeface="Arial" panose="020B0604020202020204" pitchFamily="34" charset="0"/>
              </a:rPr>
              <a:t>,and</a:t>
            </a:r>
            <a:r>
              <a:rPr lang="en-AU" sz="2800">
                <a:latin typeface="Arial" panose="020B0604020202020204" pitchFamily="34" charset="0"/>
                <a:cs typeface="Arial" panose="020B0604020202020204" pitchFamily="34" charset="0"/>
              </a:rPr>
              <a:t> I</a:t>
            </a:r>
            <a:r>
              <a:rPr lang="en-AU" sz="2800" baseline="-25000">
                <a:latin typeface="Arial" panose="020B0604020202020204" pitchFamily="34" charset="0"/>
                <a:cs typeface="Arial" panose="020B0604020202020204" pitchFamily="34" charset="0"/>
              </a:rPr>
              <a:t>B</a:t>
            </a:r>
            <a:r>
              <a:rPr lang="en-AU" sz="2800">
                <a:latin typeface="Arial" panose="020B0604020202020204" pitchFamily="34" charset="0"/>
                <a:cs typeface="Arial" panose="020B0604020202020204" pitchFamily="34" charset="0"/>
              </a:rPr>
              <a:t>). That is, I</a:t>
            </a:r>
            <a:r>
              <a:rPr lang="en-AU" sz="2800" baseline="-25000">
                <a:latin typeface="Arial" panose="020B0604020202020204" pitchFamily="34" charset="0"/>
                <a:cs typeface="Arial" panose="020B0604020202020204" pitchFamily="34" charset="0"/>
              </a:rPr>
              <a:t>C</a:t>
            </a:r>
            <a:r>
              <a:rPr lang="en-AU" sz="2800">
                <a:latin typeface="Arial" panose="020B0604020202020204" pitchFamily="34" charset="0"/>
                <a:cs typeface="Arial" panose="020B0604020202020204" pitchFamily="34" charset="0"/>
              </a:rPr>
              <a:t> = </a:t>
            </a:r>
            <a:r>
              <a:rPr lang="el-GR" sz="2800">
                <a:latin typeface="Arial" panose="020B0604020202020204" pitchFamily="34" charset="0"/>
                <a:cs typeface="Arial" panose="020B0604020202020204" pitchFamily="34" charset="0"/>
              </a:rPr>
              <a:t>β</a:t>
            </a:r>
            <a:r>
              <a:rPr lang="en-AU" sz="2800">
                <a:latin typeface="Arial" panose="020B0604020202020204" pitchFamily="34" charset="0"/>
                <a:cs typeface="Arial" panose="020B0604020202020204" pitchFamily="34" charset="0"/>
              </a:rPr>
              <a:t>I</a:t>
            </a:r>
            <a:r>
              <a:rPr lang="en-AU" sz="2800" baseline="-25000">
                <a:latin typeface="Arial" panose="020B0604020202020204" pitchFamily="34" charset="0"/>
                <a:cs typeface="Arial" panose="020B0604020202020204" pitchFamily="34" charset="0"/>
              </a:rPr>
              <a:t>B.</a:t>
            </a:r>
          </a:p>
          <a:p>
            <a:pPr lvl="1">
              <a:buFont typeface="Wingdings" panose="05000000000000000000" pitchFamily="2" charset="2"/>
              <a:buChar char="§"/>
            </a:pPr>
            <a:r>
              <a:rPr lang="en-AU" sz="2800">
                <a:latin typeface="Arial" panose="020B0604020202020204" pitchFamily="34" charset="0"/>
                <a:cs typeface="Arial" panose="020B0604020202020204" pitchFamily="34" charset="0"/>
              </a:rPr>
              <a:t>Calculate collector and emitter voltages, and check if the assumption of forward active is acceptable.  If so, the calculated voltages and currents are DC biasing points. Otherwise, the transistors are in saturation region</a:t>
            </a:r>
            <a:endParaRPr lang="en-AU" sz="2800" baseline="-2500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AU">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indent="0">
              <a:buNone/>
            </a:pPr>
            <a:endParaRPr lang="en-AU" sz="30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spTree>
    <p:extLst>
      <p:ext uri="{BB962C8B-B14F-4D97-AF65-F5344CB8AC3E}">
        <p14:creationId xmlns:p14="http://schemas.microsoft.com/office/powerpoint/2010/main" val="37528968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q"/>
            </a:pPr>
            <a:r>
              <a:rPr lang="en-AU" sz="3000" b="1">
                <a:latin typeface="Arial" panose="020B0604020202020204" pitchFamily="34" charset="0"/>
                <a:cs typeface="Arial" panose="020B0604020202020204" pitchFamily="34" charset="0"/>
              </a:rPr>
              <a:t>Example 1:</a:t>
            </a:r>
          </a:p>
          <a:p>
            <a:pPr marL="342900" indent="-342900">
              <a:buFont typeface="Arial" panose="020B0604020202020204" pitchFamily="34" charset="0"/>
              <a:buChar char="•"/>
            </a:pPr>
            <a:endParaRPr lang="en-AU">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indent="0">
              <a:buNone/>
            </a:pPr>
            <a:endParaRPr lang="en-AU" sz="30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3" name="Picture 2">
            <a:extLst>
              <a:ext uri="{FF2B5EF4-FFF2-40B4-BE49-F238E27FC236}">
                <a16:creationId xmlns:a16="http://schemas.microsoft.com/office/drawing/2014/main" id="{4B8E07D3-D657-9C98-000B-787F508BDD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9199" y="620386"/>
            <a:ext cx="3985245" cy="37631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16474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906845" cy="5743173"/>
          </a:xfrm>
        </p:spPr>
        <p:txBody>
          <a:bodyPr>
            <a:normAutofit/>
          </a:bodyPr>
          <a:lstStyle/>
          <a:p>
            <a:pPr>
              <a:buFont typeface="Wingdings" panose="05000000000000000000" pitchFamily="2" charset="2"/>
              <a:buChar char="q"/>
            </a:pPr>
            <a:r>
              <a:rPr lang="en-AU" sz="3000" b="1">
                <a:latin typeface="Arial" panose="020B0604020202020204" pitchFamily="34" charset="0"/>
                <a:cs typeface="Arial" panose="020B0604020202020204" pitchFamily="34" charset="0"/>
              </a:rPr>
              <a:t>Example 3: </a:t>
            </a:r>
            <a:r>
              <a:rPr lang="en-AU" sz="3000">
                <a:latin typeface="Arial" panose="020B0604020202020204" pitchFamily="34" charset="0"/>
                <a:cs typeface="Arial" panose="020B0604020202020204" pitchFamily="34" charset="0"/>
              </a:rPr>
              <a:t>Determine the voltages at all nodes assume </a:t>
            </a:r>
            <a:r>
              <a:rPr lang="el-GR" sz="3000">
                <a:latin typeface="Arial" panose="020B0604020202020204" pitchFamily="34" charset="0"/>
                <a:cs typeface="Arial" panose="020B0604020202020204" pitchFamily="34" charset="0"/>
              </a:rPr>
              <a:t>β</a:t>
            </a:r>
            <a:r>
              <a:rPr lang="en-AU" sz="3000">
                <a:latin typeface="Arial" panose="020B0604020202020204" pitchFamily="34" charset="0"/>
                <a:cs typeface="Arial" panose="020B0604020202020204" pitchFamily="34" charset="0"/>
              </a:rPr>
              <a:t>=100.</a:t>
            </a:r>
          </a:p>
          <a:p>
            <a:pPr marL="342900" indent="-342900">
              <a:buFont typeface="Arial" panose="020B0604020202020204" pitchFamily="34" charset="0"/>
              <a:buChar char="•"/>
            </a:pPr>
            <a:endParaRPr lang="en-AU">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indent="0">
              <a:buNone/>
            </a:pPr>
            <a:endParaRPr lang="en-AU" sz="30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D835BA7D-8DD1-65C9-A073-B7AFC829C4F4}"/>
                  </a:ext>
                </a:extLst>
              </p14:cNvPr>
              <p14:cNvContentPartPr/>
              <p14:nvPr/>
            </p14:nvContentPartPr>
            <p14:xfrm>
              <a:off x="8960128" y="1487275"/>
              <a:ext cx="176400" cy="1102320"/>
            </p14:xfrm>
          </p:contentPart>
        </mc:Choice>
        <mc:Fallback xmlns="">
          <p:pic>
            <p:nvPicPr>
              <p:cNvPr id="10" name="Ink 9">
                <a:extLst>
                  <a:ext uri="{FF2B5EF4-FFF2-40B4-BE49-F238E27FC236}">
                    <a16:creationId xmlns:a16="http://schemas.microsoft.com/office/drawing/2014/main" id="{D835BA7D-8DD1-65C9-A073-B7AFC829C4F4}"/>
                  </a:ext>
                </a:extLst>
              </p:cNvPr>
              <p:cNvPicPr/>
              <p:nvPr/>
            </p:nvPicPr>
            <p:blipFill>
              <a:blip r:embed="rId4"/>
              <a:stretch>
                <a:fillRect/>
              </a:stretch>
            </p:blipFill>
            <p:spPr>
              <a:xfrm>
                <a:off x="8951128" y="1478275"/>
                <a:ext cx="194040" cy="1119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356BF5FF-BE2D-BD29-5CFC-A9FB35102D56}"/>
                  </a:ext>
                </a:extLst>
              </p14:cNvPr>
              <p14:cNvContentPartPr/>
              <p14:nvPr/>
            </p14:nvContentPartPr>
            <p14:xfrm>
              <a:off x="8994688" y="2588155"/>
              <a:ext cx="203400" cy="993600"/>
            </p14:xfrm>
          </p:contentPart>
        </mc:Choice>
        <mc:Fallback xmlns="">
          <p:pic>
            <p:nvPicPr>
              <p:cNvPr id="12" name="Ink 11">
                <a:extLst>
                  <a:ext uri="{FF2B5EF4-FFF2-40B4-BE49-F238E27FC236}">
                    <a16:creationId xmlns:a16="http://schemas.microsoft.com/office/drawing/2014/main" id="{356BF5FF-BE2D-BD29-5CFC-A9FB35102D56}"/>
                  </a:ext>
                </a:extLst>
              </p:cNvPr>
              <p:cNvPicPr/>
              <p:nvPr/>
            </p:nvPicPr>
            <p:blipFill>
              <a:blip r:embed="rId6"/>
              <a:stretch>
                <a:fillRect/>
              </a:stretch>
            </p:blipFill>
            <p:spPr>
              <a:xfrm>
                <a:off x="8985688" y="2579155"/>
                <a:ext cx="221040" cy="1011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CF013EE8-05C2-DAA3-4CE6-DC8B5BECA3A5}"/>
                  </a:ext>
                </a:extLst>
              </p14:cNvPr>
              <p14:cNvContentPartPr/>
              <p14:nvPr/>
            </p14:nvContentPartPr>
            <p14:xfrm>
              <a:off x="8498608" y="3028435"/>
              <a:ext cx="70560" cy="159480"/>
            </p14:xfrm>
          </p:contentPart>
        </mc:Choice>
        <mc:Fallback xmlns="">
          <p:pic>
            <p:nvPicPr>
              <p:cNvPr id="13" name="Ink 12">
                <a:extLst>
                  <a:ext uri="{FF2B5EF4-FFF2-40B4-BE49-F238E27FC236}">
                    <a16:creationId xmlns:a16="http://schemas.microsoft.com/office/drawing/2014/main" id="{CF013EE8-05C2-DAA3-4CE6-DC8B5BECA3A5}"/>
                  </a:ext>
                </a:extLst>
              </p:cNvPr>
              <p:cNvPicPr/>
              <p:nvPr/>
            </p:nvPicPr>
            <p:blipFill>
              <a:blip r:embed="rId8"/>
              <a:stretch>
                <a:fillRect/>
              </a:stretch>
            </p:blipFill>
            <p:spPr>
              <a:xfrm>
                <a:off x="8489608" y="3019455"/>
                <a:ext cx="88200" cy="177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8E8B8CDE-740A-E14F-0F45-A3F969ED620C}"/>
                  </a:ext>
                </a:extLst>
              </p14:cNvPr>
              <p14:cNvContentPartPr/>
              <p14:nvPr/>
            </p14:nvContentPartPr>
            <p14:xfrm>
              <a:off x="8515888" y="3001795"/>
              <a:ext cx="191520" cy="169560"/>
            </p14:xfrm>
          </p:contentPart>
        </mc:Choice>
        <mc:Fallback xmlns="">
          <p:pic>
            <p:nvPicPr>
              <p:cNvPr id="14" name="Ink 13">
                <a:extLst>
                  <a:ext uri="{FF2B5EF4-FFF2-40B4-BE49-F238E27FC236}">
                    <a16:creationId xmlns:a16="http://schemas.microsoft.com/office/drawing/2014/main" id="{8E8B8CDE-740A-E14F-0F45-A3F969ED620C}"/>
                  </a:ext>
                </a:extLst>
              </p:cNvPr>
              <p:cNvPicPr/>
              <p:nvPr/>
            </p:nvPicPr>
            <p:blipFill>
              <a:blip r:embed="rId10"/>
              <a:stretch>
                <a:fillRect/>
              </a:stretch>
            </p:blipFill>
            <p:spPr>
              <a:xfrm>
                <a:off x="8506888" y="2992795"/>
                <a:ext cx="20916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B6B7B7A4-526D-B78B-21F2-AB4313101818}"/>
                  </a:ext>
                </a:extLst>
              </p14:cNvPr>
              <p14:cNvContentPartPr/>
              <p14:nvPr/>
            </p14:nvContentPartPr>
            <p14:xfrm>
              <a:off x="8731888" y="2974075"/>
              <a:ext cx="33480" cy="184320"/>
            </p14:xfrm>
          </p:contentPart>
        </mc:Choice>
        <mc:Fallback xmlns="">
          <p:pic>
            <p:nvPicPr>
              <p:cNvPr id="15" name="Ink 14">
                <a:extLst>
                  <a:ext uri="{FF2B5EF4-FFF2-40B4-BE49-F238E27FC236}">
                    <a16:creationId xmlns:a16="http://schemas.microsoft.com/office/drawing/2014/main" id="{B6B7B7A4-526D-B78B-21F2-AB4313101818}"/>
                  </a:ext>
                </a:extLst>
              </p:cNvPr>
              <p:cNvPicPr/>
              <p:nvPr/>
            </p:nvPicPr>
            <p:blipFill>
              <a:blip r:embed="rId12"/>
              <a:stretch>
                <a:fillRect/>
              </a:stretch>
            </p:blipFill>
            <p:spPr>
              <a:xfrm>
                <a:off x="8722888" y="2965075"/>
                <a:ext cx="5112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DAC1358A-99D3-4472-6F12-3BA03F21915C}"/>
                  </a:ext>
                </a:extLst>
              </p14:cNvPr>
              <p14:cNvContentPartPr/>
              <p14:nvPr/>
            </p14:nvContentPartPr>
            <p14:xfrm>
              <a:off x="8752408" y="3030955"/>
              <a:ext cx="71280" cy="140400"/>
            </p14:xfrm>
          </p:contentPart>
        </mc:Choice>
        <mc:Fallback xmlns="">
          <p:pic>
            <p:nvPicPr>
              <p:cNvPr id="16" name="Ink 15">
                <a:extLst>
                  <a:ext uri="{FF2B5EF4-FFF2-40B4-BE49-F238E27FC236}">
                    <a16:creationId xmlns:a16="http://schemas.microsoft.com/office/drawing/2014/main" id="{DAC1358A-99D3-4472-6F12-3BA03F21915C}"/>
                  </a:ext>
                </a:extLst>
              </p:cNvPr>
              <p:cNvPicPr/>
              <p:nvPr/>
            </p:nvPicPr>
            <p:blipFill>
              <a:blip r:embed="rId14"/>
              <a:stretch>
                <a:fillRect/>
              </a:stretch>
            </p:blipFill>
            <p:spPr>
              <a:xfrm>
                <a:off x="8743408" y="3021955"/>
                <a:ext cx="8892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54F47E36-7F3B-60A2-9E81-BF02C39A24CB}"/>
                  </a:ext>
                </a:extLst>
              </p14:cNvPr>
              <p14:cNvContentPartPr/>
              <p14:nvPr/>
            </p14:nvContentPartPr>
            <p14:xfrm>
              <a:off x="8819008" y="3026995"/>
              <a:ext cx="151560" cy="142560"/>
            </p14:xfrm>
          </p:contentPart>
        </mc:Choice>
        <mc:Fallback xmlns="">
          <p:pic>
            <p:nvPicPr>
              <p:cNvPr id="17" name="Ink 16">
                <a:extLst>
                  <a:ext uri="{FF2B5EF4-FFF2-40B4-BE49-F238E27FC236}">
                    <a16:creationId xmlns:a16="http://schemas.microsoft.com/office/drawing/2014/main" id="{54F47E36-7F3B-60A2-9E81-BF02C39A24CB}"/>
                  </a:ext>
                </a:extLst>
              </p:cNvPr>
              <p:cNvPicPr/>
              <p:nvPr/>
            </p:nvPicPr>
            <p:blipFill>
              <a:blip r:embed="rId16"/>
              <a:stretch>
                <a:fillRect/>
              </a:stretch>
            </p:blipFill>
            <p:spPr>
              <a:xfrm>
                <a:off x="8810008" y="3017995"/>
                <a:ext cx="16920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8" name="Ink 17">
                <a:extLst>
                  <a:ext uri="{FF2B5EF4-FFF2-40B4-BE49-F238E27FC236}">
                    <a16:creationId xmlns:a16="http://schemas.microsoft.com/office/drawing/2014/main" id="{12011CE5-4BCD-A99D-BD90-70D87A8EE1E3}"/>
                  </a:ext>
                </a:extLst>
              </p14:cNvPr>
              <p14:cNvContentPartPr/>
              <p14:nvPr/>
            </p14:nvContentPartPr>
            <p14:xfrm>
              <a:off x="8932408" y="3584995"/>
              <a:ext cx="403920" cy="72720"/>
            </p14:xfrm>
          </p:contentPart>
        </mc:Choice>
        <mc:Fallback xmlns="">
          <p:pic>
            <p:nvPicPr>
              <p:cNvPr id="18" name="Ink 17">
                <a:extLst>
                  <a:ext uri="{FF2B5EF4-FFF2-40B4-BE49-F238E27FC236}">
                    <a16:creationId xmlns:a16="http://schemas.microsoft.com/office/drawing/2014/main" id="{12011CE5-4BCD-A99D-BD90-70D87A8EE1E3}"/>
                  </a:ext>
                </a:extLst>
              </p:cNvPr>
              <p:cNvPicPr/>
              <p:nvPr/>
            </p:nvPicPr>
            <p:blipFill>
              <a:blip r:embed="rId18"/>
              <a:stretch>
                <a:fillRect/>
              </a:stretch>
            </p:blipFill>
            <p:spPr>
              <a:xfrm>
                <a:off x="8923408" y="3575995"/>
                <a:ext cx="42156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9" name="Ink 18">
                <a:extLst>
                  <a:ext uri="{FF2B5EF4-FFF2-40B4-BE49-F238E27FC236}">
                    <a16:creationId xmlns:a16="http://schemas.microsoft.com/office/drawing/2014/main" id="{4C3B9989-5813-44ED-1090-14ACC1151375}"/>
                  </a:ext>
                </a:extLst>
              </p14:cNvPr>
              <p14:cNvContentPartPr/>
              <p14:nvPr/>
            </p14:nvContentPartPr>
            <p14:xfrm>
              <a:off x="9107008" y="2499595"/>
              <a:ext cx="588600" cy="37440"/>
            </p14:xfrm>
          </p:contentPart>
        </mc:Choice>
        <mc:Fallback xmlns="">
          <p:pic>
            <p:nvPicPr>
              <p:cNvPr id="19" name="Ink 18">
                <a:extLst>
                  <a:ext uri="{FF2B5EF4-FFF2-40B4-BE49-F238E27FC236}">
                    <a16:creationId xmlns:a16="http://schemas.microsoft.com/office/drawing/2014/main" id="{4C3B9989-5813-44ED-1090-14ACC1151375}"/>
                  </a:ext>
                </a:extLst>
              </p:cNvPr>
              <p:cNvPicPr/>
              <p:nvPr/>
            </p:nvPicPr>
            <p:blipFill>
              <a:blip r:embed="rId20"/>
              <a:stretch>
                <a:fillRect/>
              </a:stretch>
            </p:blipFill>
            <p:spPr>
              <a:xfrm>
                <a:off x="9098008" y="2490595"/>
                <a:ext cx="60624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0" name="Ink 19">
                <a:extLst>
                  <a:ext uri="{FF2B5EF4-FFF2-40B4-BE49-F238E27FC236}">
                    <a16:creationId xmlns:a16="http://schemas.microsoft.com/office/drawing/2014/main" id="{F5F3BCE6-E80E-BC66-DF8E-7495FAFFDB8C}"/>
                  </a:ext>
                </a:extLst>
              </p14:cNvPr>
              <p14:cNvContentPartPr/>
              <p14:nvPr/>
            </p14:nvContentPartPr>
            <p14:xfrm>
              <a:off x="9665008" y="2297635"/>
              <a:ext cx="52920" cy="397800"/>
            </p14:xfrm>
          </p:contentPart>
        </mc:Choice>
        <mc:Fallback xmlns="">
          <p:pic>
            <p:nvPicPr>
              <p:cNvPr id="20" name="Ink 19">
                <a:extLst>
                  <a:ext uri="{FF2B5EF4-FFF2-40B4-BE49-F238E27FC236}">
                    <a16:creationId xmlns:a16="http://schemas.microsoft.com/office/drawing/2014/main" id="{F5F3BCE6-E80E-BC66-DF8E-7495FAFFDB8C}"/>
                  </a:ext>
                </a:extLst>
              </p:cNvPr>
              <p:cNvPicPr/>
              <p:nvPr/>
            </p:nvPicPr>
            <p:blipFill>
              <a:blip r:embed="rId22"/>
              <a:stretch>
                <a:fillRect/>
              </a:stretch>
            </p:blipFill>
            <p:spPr>
              <a:xfrm>
                <a:off x="9656008" y="2288635"/>
                <a:ext cx="70560" cy="415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1" name="Ink 20">
                <a:extLst>
                  <a:ext uri="{FF2B5EF4-FFF2-40B4-BE49-F238E27FC236}">
                    <a16:creationId xmlns:a16="http://schemas.microsoft.com/office/drawing/2014/main" id="{35BCEB04-205D-3F22-727E-ECB87C82020F}"/>
                  </a:ext>
                </a:extLst>
              </p14:cNvPr>
              <p14:cNvContentPartPr/>
              <p14:nvPr/>
            </p14:nvContentPartPr>
            <p14:xfrm>
              <a:off x="9710008" y="2611195"/>
              <a:ext cx="211320" cy="70200"/>
            </p14:xfrm>
          </p:contentPart>
        </mc:Choice>
        <mc:Fallback xmlns="">
          <p:pic>
            <p:nvPicPr>
              <p:cNvPr id="21" name="Ink 20">
                <a:extLst>
                  <a:ext uri="{FF2B5EF4-FFF2-40B4-BE49-F238E27FC236}">
                    <a16:creationId xmlns:a16="http://schemas.microsoft.com/office/drawing/2014/main" id="{35BCEB04-205D-3F22-727E-ECB87C82020F}"/>
                  </a:ext>
                </a:extLst>
              </p:cNvPr>
              <p:cNvPicPr/>
              <p:nvPr/>
            </p:nvPicPr>
            <p:blipFill>
              <a:blip r:embed="rId24"/>
              <a:stretch>
                <a:fillRect/>
              </a:stretch>
            </p:blipFill>
            <p:spPr>
              <a:xfrm>
                <a:off x="9701008" y="2602195"/>
                <a:ext cx="22896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2" name="Ink 21">
                <a:extLst>
                  <a:ext uri="{FF2B5EF4-FFF2-40B4-BE49-F238E27FC236}">
                    <a16:creationId xmlns:a16="http://schemas.microsoft.com/office/drawing/2014/main" id="{7FF5BE5A-1BF4-27A0-FAC0-17D849D89A81}"/>
                  </a:ext>
                </a:extLst>
              </p14:cNvPr>
              <p14:cNvContentPartPr/>
              <p14:nvPr/>
            </p14:nvContentPartPr>
            <p14:xfrm>
              <a:off x="9802888" y="2576635"/>
              <a:ext cx="66240" cy="123120"/>
            </p14:xfrm>
          </p:contentPart>
        </mc:Choice>
        <mc:Fallback xmlns="">
          <p:pic>
            <p:nvPicPr>
              <p:cNvPr id="22" name="Ink 21">
                <a:extLst>
                  <a:ext uri="{FF2B5EF4-FFF2-40B4-BE49-F238E27FC236}">
                    <a16:creationId xmlns:a16="http://schemas.microsoft.com/office/drawing/2014/main" id="{7FF5BE5A-1BF4-27A0-FAC0-17D849D89A81}"/>
                  </a:ext>
                </a:extLst>
              </p:cNvPr>
              <p:cNvPicPr/>
              <p:nvPr/>
            </p:nvPicPr>
            <p:blipFill>
              <a:blip r:embed="rId26"/>
              <a:stretch>
                <a:fillRect/>
              </a:stretch>
            </p:blipFill>
            <p:spPr>
              <a:xfrm>
                <a:off x="9793888" y="2567661"/>
                <a:ext cx="83880" cy="140709"/>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8A8ACDDB-C530-2276-F3F9-4CD67CEAE11B}"/>
                  </a:ext>
                </a:extLst>
              </p14:cNvPr>
              <p14:cNvContentPartPr/>
              <p14:nvPr/>
            </p14:nvContentPartPr>
            <p14:xfrm>
              <a:off x="9920608" y="2703715"/>
              <a:ext cx="28800" cy="255240"/>
            </p14:xfrm>
          </p:contentPart>
        </mc:Choice>
        <mc:Fallback xmlns="">
          <p:pic>
            <p:nvPicPr>
              <p:cNvPr id="23" name="Ink 22">
                <a:extLst>
                  <a:ext uri="{FF2B5EF4-FFF2-40B4-BE49-F238E27FC236}">
                    <a16:creationId xmlns:a16="http://schemas.microsoft.com/office/drawing/2014/main" id="{8A8ACDDB-C530-2276-F3F9-4CD67CEAE11B}"/>
                  </a:ext>
                </a:extLst>
              </p:cNvPr>
              <p:cNvPicPr/>
              <p:nvPr/>
            </p:nvPicPr>
            <p:blipFill>
              <a:blip r:embed="rId28"/>
              <a:stretch>
                <a:fillRect/>
              </a:stretch>
            </p:blipFill>
            <p:spPr>
              <a:xfrm>
                <a:off x="9911608" y="2694702"/>
                <a:ext cx="46440" cy="272905"/>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0F9B3527-DD3E-B428-3AFB-3A69F84B6A58}"/>
                  </a:ext>
                </a:extLst>
              </p14:cNvPr>
              <p14:cNvContentPartPr/>
              <p14:nvPr/>
            </p14:nvContentPartPr>
            <p14:xfrm>
              <a:off x="9876328" y="2958955"/>
              <a:ext cx="156960" cy="491760"/>
            </p14:xfrm>
          </p:contentPart>
        </mc:Choice>
        <mc:Fallback xmlns="">
          <p:pic>
            <p:nvPicPr>
              <p:cNvPr id="24" name="Ink 23">
                <a:extLst>
                  <a:ext uri="{FF2B5EF4-FFF2-40B4-BE49-F238E27FC236}">
                    <a16:creationId xmlns:a16="http://schemas.microsoft.com/office/drawing/2014/main" id="{0F9B3527-DD3E-B428-3AFB-3A69F84B6A58}"/>
                  </a:ext>
                </a:extLst>
              </p:cNvPr>
              <p:cNvPicPr/>
              <p:nvPr/>
            </p:nvPicPr>
            <p:blipFill>
              <a:blip r:embed="rId30"/>
              <a:stretch>
                <a:fillRect/>
              </a:stretch>
            </p:blipFill>
            <p:spPr>
              <a:xfrm>
                <a:off x="9867328" y="2949955"/>
                <a:ext cx="174600" cy="5094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B9F1B2E9-72C8-7561-401A-4C9C9B290EAA}"/>
                  </a:ext>
                </a:extLst>
              </p14:cNvPr>
              <p14:cNvContentPartPr/>
              <p14:nvPr/>
            </p14:nvContentPartPr>
            <p14:xfrm>
              <a:off x="9787768" y="3469795"/>
              <a:ext cx="316080" cy="44280"/>
            </p14:xfrm>
          </p:contentPart>
        </mc:Choice>
        <mc:Fallback xmlns="">
          <p:pic>
            <p:nvPicPr>
              <p:cNvPr id="25" name="Ink 24">
                <a:extLst>
                  <a:ext uri="{FF2B5EF4-FFF2-40B4-BE49-F238E27FC236}">
                    <a16:creationId xmlns:a16="http://schemas.microsoft.com/office/drawing/2014/main" id="{B9F1B2E9-72C8-7561-401A-4C9C9B290EAA}"/>
                  </a:ext>
                </a:extLst>
              </p:cNvPr>
              <p:cNvPicPr/>
              <p:nvPr/>
            </p:nvPicPr>
            <p:blipFill>
              <a:blip r:embed="rId32"/>
              <a:stretch>
                <a:fillRect/>
              </a:stretch>
            </p:blipFill>
            <p:spPr>
              <a:xfrm>
                <a:off x="9778758" y="3460795"/>
                <a:ext cx="33374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432C3746-1052-CF60-B305-07547F71ACEB}"/>
                  </a:ext>
                </a:extLst>
              </p14:cNvPr>
              <p14:cNvContentPartPr/>
              <p14:nvPr/>
            </p14:nvContentPartPr>
            <p14:xfrm>
              <a:off x="9964528" y="3585715"/>
              <a:ext cx="34560" cy="22680"/>
            </p14:xfrm>
          </p:contentPart>
        </mc:Choice>
        <mc:Fallback xmlns="">
          <p:pic>
            <p:nvPicPr>
              <p:cNvPr id="26" name="Ink 25">
                <a:extLst>
                  <a:ext uri="{FF2B5EF4-FFF2-40B4-BE49-F238E27FC236}">
                    <a16:creationId xmlns:a16="http://schemas.microsoft.com/office/drawing/2014/main" id="{432C3746-1052-CF60-B305-07547F71ACEB}"/>
                  </a:ext>
                </a:extLst>
              </p:cNvPr>
              <p:cNvPicPr/>
              <p:nvPr/>
            </p:nvPicPr>
            <p:blipFill>
              <a:blip r:embed="rId34"/>
              <a:stretch>
                <a:fillRect/>
              </a:stretch>
            </p:blipFill>
            <p:spPr>
              <a:xfrm>
                <a:off x="9955621" y="3576570"/>
                <a:ext cx="52018" cy="40605"/>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 name="Ink 26">
                <a:extLst>
                  <a:ext uri="{FF2B5EF4-FFF2-40B4-BE49-F238E27FC236}">
                    <a16:creationId xmlns:a16="http://schemas.microsoft.com/office/drawing/2014/main" id="{75C4CDAE-7D7C-2433-0530-CC563264B769}"/>
                  </a:ext>
                </a:extLst>
              </p14:cNvPr>
              <p14:cNvContentPartPr/>
              <p14:nvPr/>
            </p14:nvContentPartPr>
            <p14:xfrm>
              <a:off x="10115008" y="2979835"/>
              <a:ext cx="97920" cy="171720"/>
            </p14:xfrm>
          </p:contentPart>
        </mc:Choice>
        <mc:Fallback xmlns="">
          <p:pic>
            <p:nvPicPr>
              <p:cNvPr id="27" name="Ink 26">
                <a:extLst>
                  <a:ext uri="{FF2B5EF4-FFF2-40B4-BE49-F238E27FC236}">
                    <a16:creationId xmlns:a16="http://schemas.microsoft.com/office/drawing/2014/main" id="{75C4CDAE-7D7C-2433-0530-CC563264B769}"/>
                  </a:ext>
                </a:extLst>
              </p:cNvPr>
              <p:cNvPicPr/>
              <p:nvPr/>
            </p:nvPicPr>
            <p:blipFill>
              <a:blip r:embed="rId36"/>
              <a:stretch>
                <a:fillRect/>
              </a:stretch>
            </p:blipFill>
            <p:spPr>
              <a:xfrm>
                <a:off x="10106008" y="2970835"/>
                <a:ext cx="11556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8" name="Ink 27">
                <a:extLst>
                  <a:ext uri="{FF2B5EF4-FFF2-40B4-BE49-F238E27FC236}">
                    <a16:creationId xmlns:a16="http://schemas.microsoft.com/office/drawing/2014/main" id="{2CB565B6-FAD2-CEB4-FCC9-F17A01189987}"/>
                  </a:ext>
                </a:extLst>
              </p14:cNvPr>
              <p14:cNvContentPartPr/>
              <p14:nvPr/>
            </p14:nvContentPartPr>
            <p14:xfrm>
              <a:off x="10280608" y="2947075"/>
              <a:ext cx="19080" cy="182520"/>
            </p14:xfrm>
          </p:contentPart>
        </mc:Choice>
        <mc:Fallback xmlns="">
          <p:pic>
            <p:nvPicPr>
              <p:cNvPr id="28" name="Ink 27">
                <a:extLst>
                  <a:ext uri="{FF2B5EF4-FFF2-40B4-BE49-F238E27FC236}">
                    <a16:creationId xmlns:a16="http://schemas.microsoft.com/office/drawing/2014/main" id="{2CB565B6-FAD2-CEB4-FCC9-F17A01189987}"/>
                  </a:ext>
                </a:extLst>
              </p:cNvPr>
              <p:cNvPicPr/>
              <p:nvPr/>
            </p:nvPicPr>
            <p:blipFill>
              <a:blip r:embed="rId38"/>
              <a:stretch>
                <a:fillRect/>
              </a:stretch>
            </p:blipFill>
            <p:spPr>
              <a:xfrm>
                <a:off x="10271608" y="2938057"/>
                <a:ext cx="36720" cy="200195"/>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9" name="Ink 28">
                <a:extLst>
                  <a:ext uri="{FF2B5EF4-FFF2-40B4-BE49-F238E27FC236}">
                    <a16:creationId xmlns:a16="http://schemas.microsoft.com/office/drawing/2014/main" id="{08AC6EF2-2CD4-F776-4A42-6686E38969EF}"/>
                  </a:ext>
                </a:extLst>
              </p14:cNvPr>
              <p14:cNvContentPartPr/>
              <p14:nvPr/>
            </p14:nvContentPartPr>
            <p14:xfrm>
              <a:off x="10313008" y="2992075"/>
              <a:ext cx="91440" cy="131040"/>
            </p14:xfrm>
          </p:contentPart>
        </mc:Choice>
        <mc:Fallback xmlns="">
          <p:pic>
            <p:nvPicPr>
              <p:cNvPr id="29" name="Ink 28">
                <a:extLst>
                  <a:ext uri="{FF2B5EF4-FFF2-40B4-BE49-F238E27FC236}">
                    <a16:creationId xmlns:a16="http://schemas.microsoft.com/office/drawing/2014/main" id="{08AC6EF2-2CD4-F776-4A42-6686E38969EF}"/>
                  </a:ext>
                </a:extLst>
              </p:cNvPr>
              <p:cNvPicPr/>
              <p:nvPr/>
            </p:nvPicPr>
            <p:blipFill>
              <a:blip r:embed="rId40"/>
              <a:stretch>
                <a:fillRect/>
              </a:stretch>
            </p:blipFill>
            <p:spPr>
              <a:xfrm>
                <a:off x="10304008" y="2983075"/>
                <a:ext cx="1090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0" name="Ink 29">
                <a:extLst>
                  <a:ext uri="{FF2B5EF4-FFF2-40B4-BE49-F238E27FC236}">
                    <a16:creationId xmlns:a16="http://schemas.microsoft.com/office/drawing/2014/main" id="{5AAA5A63-EC20-D64F-4196-217D52B57EA8}"/>
                  </a:ext>
                </a:extLst>
              </p14:cNvPr>
              <p14:cNvContentPartPr/>
              <p14:nvPr/>
            </p14:nvContentPartPr>
            <p14:xfrm>
              <a:off x="10402288" y="2961835"/>
              <a:ext cx="95760" cy="156960"/>
            </p14:xfrm>
          </p:contentPart>
        </mc:Choice>
        <mc:Fallback xmlns="">
          <p:pic>
            <p:nvPicPr>
              <p:cNvPr id="30" name="Ink 29">
                <a:extLst>
                  <a:ext uri="{FF2B5EF4-FFF2-40B4-BE49-F238E27FC236}">
                    <a16:creationId xmlns:a16="http://schemas.microsoft.com/office/drawing/2014/main" id="{5AAA5A63-EC20-D64F-4196-217D52B57EA8}"/>
                  </a:ext>
                </a:extLst>
              </p:cNvPr>
              <p:cNvPicPr/>
              <p:nvPr/>
            </p:nvPicPr>
            <p:blipFill>
              <a:blip r:embed="rId42"/>
              <a:stretch>
                <a:fillRect/>
              </a:stretch>
            </p:blipFill>
            <p:spPr>
              <a:xfrm>
                <a:off x="10393288" y="2952835"/>
                <a:ext cx="1134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1" name="Ink 30">
                <a:extLst>
                  <a:ext uri="{FF2B5EF4-FFF2-40B4-BE49-F238E27FC236}">
                    <a16:creationId xmlns:a16="http://schemas.microsoft.com/office/drawing/2014/main" id="{2E3AB799-236E-82EB-1FB2-34F4AF1D4CAA}"/>
                  </a:ext>
                </a:extLst>
              </p14:cNvPr>
              <p14:cNvContentPartPr/>
              <p14:nvPr/>
            </p14:nvContentPartPr>
            <p14:xfrm>
              <a:off x="10515328" y="2959315"/>
              <a:ext cx="113400" cy="143640"/>
            </p14:xfrm>
          </p:contentPart>
        </mc:Choice>
        <mc:Fallback xmlns="">
          <p:pic>
            <p:nvPicPr>
              <p:cNvPr id="31" name="Ink 30">
                <a:extLst>
                  <a:ext uri="{FF2B5EF4-FFF2-40B4-BE49-F238E27FC236}">
                    <a16:creationId xmlns:a16="http://schemas.microsoft.com/office/drawing/2014/main" id="{2E3AB799-236E-82EB-1FB2-34F4AF1D4CAA}"/>
                  </a:ext>
                </a:extLst>
              </p:cNvPr>
              <p:cNvPicPr/>
              <p:nvPr/>
            </p:nvPicPr>
            <p:blipFill>
              <a:blip r:embed="rId44"/>
              <a:stretch>
                <a:fillRect/>
              </a:stretch>
            </p:blipFill>
            <p:spPr>
              <a:xfrm>
                <a:off x="10506328" y="2950315"/>
                <a:ext cx="13104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2" name="Ink 31">
                <a:extLst>
                  <a:ext uri="{FF2B5EF4-FFF2-40B4-BE49-F238E27FC236}">
                    <a16:creationId xmlns:a16="http://schemas.microsoft.com/office/drawing/2014/main" id="{9A1A2C3D-8952-6FB0-1178-0EED0A603CFD}"/>
                  </a:ext>
                </a:extLst>
              </p14:cNvPr>
              <p14:cNvContentPartPr/>
              <p14:nvPr/>
            </p14:nvContentPartPr>
            <p14:xfrm>
              <a:off x="9657808" y="2256235"/>
              <a:ext cx="201600" cy="116280"/>
            </p14:xfrm>
          </p:contentPart>
        </mc:Choice>
        <mc:Fallback xmlns="">
          <p:pic>
            <p:nvPicPr>
              <p:cNvPr id="32" name="Ink 31">
                <a:extLst>
                  <a:ext uri="{FF2B5EF4-FFF2-40B4-BE49-F238E27FC236}">
                    <a16:creationId xmlns:a16="http://schemas.microsoft.com/office/drawing/2014/main" id="{9A1A2C3D-8952-6FB0-1178-0EED0A603CFD}"/>
                  </a:ext>
                </a:extLst>
              </p:cNvPr>
              <p:cNvPicPr/>
              <p:nvPr/>
            </p:nvPicPr>
            <p:blipFill>
              <a:blip r:embed="rId46"/>
              <a:stretch>
                <a:fillRect/>
              </a:stretch>
            </p:blipFill>
            <p:spPr>
              <a:xfrm>
                <a:off x="9648808" y="2247235"/>
                <a:ext cx="2192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3" name="Ink 32">
                <a:extLst>
                  <a:ext uri="{FF2B5EF4-FFF2-40B4-BE49-F238E27FC236}">
                    <a16:creationId xmlns:a16="http://schemas.microsoft.com/office/drawing/2014/main" id="{4D0D747C-FED0-7ABF-85AE-D38B57DA9AFB}"/>
                  </a:ext>
                </a:extLst>
              </p14:cNvPr>
              <p14:cNvContentPartPr/>
              <p14:nvPr/>
            </p14:nvContentPartPr>
            <p14:xfrm>
              <a:off x="8927008" y="1433995"/>
              <a:ext cx="164880" cy="98280"/>
            </p14:xfrm>
          </p:contentPart>
        </mc:Choice>
        <mc:Fallback xmlns="">
          <p:pic>
            <p:nvPicPr>
              <p:cNvPr id="33" name="Ink 32">
                <a:extLst>
                  <a:ext uri="{FF2B5EF4-FFF2-40B4-BE49-F238E27FC236}">
                    <a16:creationId xmlns:a16="http://schemas.microsoft.com/office/drawing/2014/main" id="{4D0D747C-FED0-7ABF-85AE-D38B57DA9AFB}"/>
                  </a:ext>
                </a:extLst>
              </p:cNvPr>
              <p:cNvPicPr/>
              <p:nvPr/>
            </p:nvPicPr>
            <p:blipFill>
              <a:blip r:embed="rId48"/>
              <a:stretch>
                <a:fillRect/>
              </a:stretch>
            </p:blipFill>
            <p:spPr>
              <a:xfrm>
                <a:off x="8918028" y="1424995"/>
                <a:ext cx="182482"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4" name="Ink 33">
                <a:extLst>
                  <a:ext uri="{FF2B5EF4-FFF2-40B4-BE49-F238E27FC236}">
                    <a16:creationId xmlns:a16="http://schemas.microsoft.com/office/drawing/2014/main" id="{97A59D26-57FD-18D1-8C16-F0ACD3E09B1F}"/>
                  </a:ext>
                </a:extLst>
              </p14:cNvPr>
              <p14:cNvContentPartPr/>
              <p14:nvPr/>
            </p14:nvContentPartPr>
            <p14:xfrm>
              <a:off x="9719008" y="1452715"/>
              <a:ext cx="169560" cy="813240"/>
            </p14:xfrm>
          </p:contentPart>
        </mc:Choice>
        <mc:Fallback xmlns="">
          <p:pic>
            <p:nvPicPr>
              <p:cNvPr id="34" name="Ink 33">
                <a:extLst>
                  <a:ext uri="{FF2B5EF4-FFF2-40B4-BE49-F238E27FC236}">
                    <a16:creationId xmlns:a16="http://schemas.microsoft.com/office/drawing/2014/main" id="{97A59D26-57FD-18D1-8C16-F0ACD3E09B1F}"/>
                  </a:ext>
                </a:extLst>
              </p:cNvPr>
              <p:cNvPicPr/>
              <p:nvPr/>
            </p:nvPicPr>
            <p:blipFill>
              <a:blip r:embed="rId50"/>
              <a:stretch>
                <a:fillRect/>
              </a:stretch>
            </p:blipFill>
            <p:spPr>
              <a:xfrm>
                <a:off x="9710008" y="1443715"/>
                <a:ext cx="187200" cy="8308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5" name="Ink 34">
                <a:extLst>
                  <a:ext uri="{FF2B5EF4-FFF2-40B4-BE49-F238E27FC236}">
                    <a16:creationId xmlns:a16="http://schemas.microsoft.com/office/drawing/2014/main" id="{A0E41A0B-56BF-13D4-DE44-BBAD010DF375}"/>
                  </a:ext>
                </a:extLst>
              </p14:cNvPr>
              <p14:cNvContentPartPr/>
              <p14:nvPr/>
            </p14:nvContentPartPr>
            <p14:xfrm>
              <a:off x="9974968" y="1754395"/>
              <a:ext cx="99720" cy="165240"/>
            </p14:xfrm>
          </p:contentPart>
        </mc:Choice>
        <mc:Fallback xmlns="">
          <p:pic>
            <p:nvPicPr>
              <p:cNvPr id="35" name="Ink 34">
                <a:extLst>
                  <a:ext uri="{FF2B5EF4-FFF2-40B4-BE49-F238E27FC236}">
                    <a16:creationId xmlns:a16="http://schemas.microsoft.com/office/drawing/2014/main" id="{A0E41A0B-56BF-13D4-DE44-BBAD010DF375}"/>
                  </a:ext>
                </a:extLst>
              </p:cNvPr>
              <p:cNvPicPr/>
              <p:nvPr/>
            </p:nvPicPr>
            <p:blipFill>
              <a:blip r:embed="rId52"/>
              <a:stretch>
                <a:fillRect/>
              </a:stretch>
            </p:blipFill>
            <p:spPr>
              <a:xfrm>
                <a:off x="9965968" y="1745395"/>
                <a:ext cx="11736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6" name="Ink 35">
                <a:extLst>
                  <a:ext uri="{FF2B5EF4-FFF2-40B4-BE49-F238E27FC236}">
                    <a16:creationId xmlns:a16="http://schemas.microsoft.com/office/drawing/2014/main" id="{7DF49E0B-ADAF-2D12-BB5C-D41C467F16D2}"/>
                  </a:ext>
                </a:extLst>
              </p14:cNvPr>
              <p14:cNvContentPartPr/>
              <p14:nvPr/>
            </p14:nvContentPartPr>
            <p14:xfrm>
              <a:off x="10022488" y="1698595"/>
              <a:ext cx="104400" cy="172440"/>
            </p14:xfrm>
          </p:contentPart>
        </mc:Choice>
        <mc:Fallback xmlns="">
          <p:pic>
            <p:nvPicPr>
              <p:cNvPr id="36" name="Ink 35">
                <a:extLst>
                  <a:ext uri="{FF2B5EF4-FFF2-40B4-BE49-F238E27FC236}">
                    <a16:creationId xmlns:a16="http://schemas.microsoft.com/office/drawing/2014/main" id="{7DF49E0B-ADAF-2D12-BB5C-D41C467F16D2}"/>
                  </a:ext>
                </a:extLst>
              </p:cNvPr>
              <p:cNvPicPr/>
              <p:nvPr/>
            </p:nvPicPr>
            <p:blipFill>
              <a:blip r:embed="rId54"/>
              <a:stretch>
                <a:fillRect/>
              </a:stretch>
            </p:blipFill>
            <p:spPr>
              <a:xfrm>
                <a:off x="10013488" y="1689614"/>
                <a:ext cx="122040" cy="190043"/>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7" name="Ink 36">
                <a:extLst>
                  <a:ext uri="{FF2B5EF4-FFF2-40B4-BE49-F238E27FC236}">
                    <a16:creationId xmlns:a16="http://schemas.microsoft.com/office/drawing/2014/main" id="{CB5275EE-BAAC-F87A-318B-4A7BC3ACB6DF}"/>
                  </a:ext>
                </a:extLst>
              </p14:cNvPr>
              <p14:cNvContentPartPr/>
              <p14:nvPr/>
            </p14:nvContentPartPr>
            <p14:xfrm>
              <a:off x="10147048" y="1746475"/>
              <a:ext cx="112320" cy="139680"/>
            </p14:xfrm>
          </p:contentPart>
        </mc:Choice>
        <mc:Fallback xmlns="">
          <p:pic>
            <p:nvPicPr>
              <p:cNvPr id="37" name="Ink 36">
                <a:extLst>
                  <a:ext uri="{FF2B5EF4-FFF2-40B4-BE49-F238E27FC236}">
                    <a16:creationId xmlns:a16="http://schemas.microsoft.com/office/drawing/2014/main" id="{CB5275EE-BAAC-F87A-318B-4A7BC3ACB6DF}"/>
                  </a:ext>
                </a:extLst>
              </p:cNvPr>
              <p:cNvPicPr/>
              <p:nvPr/>
            </p:nvPicPr>
            <p:blipFill>
              <a:blip r:embed="rId56"/>
              <a:stretch>
                <a:fillRect/>
              </a:stretch>
            </p:blipFill>
            <p:spPr>
              <a:xfrm>
                <a:off x="10138048" y="1737475"/>
                <a:ext cx="12996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8" name="Ink 37">
                <a:extLst>
                  <a:ext uri="{FF2B5EF4-FFF2-40B4-BE49-F238E27FC236}">
                    <a16:creationId xmlns:a16="http://schemas.microsoft.com/office/drawing/2014/main" id="{81EB1A43-56D2-7781-2380-481CE6C0EFD9}"/>
                  </a:ext>
                </a:extLst>
              </p14:cNvPr>
              <p14:cNvContentPartPr/>
              <p14:nvPr/>
            </p14:nvContentPartPr>
            <p14:xfrm>
              <a:off x="10263688" y="1721995"/>
              <a:ext cx="97920" cy="169920"/>
            </p14:xfrm>
          </p:contentPart>
        </mc:Choice>
        <mc:Fallback xmlns="">
          <p:pic>
            <p:nvPicPr>
              <p:cNvPr id="38" name="Ink 37">
                <a:extLst>
                  <a:ext uri="{FF2B5EF4-FFF2-40B4-BE49-F238E27FC236}">
                    <a16:creationId xmlns:a16="http://schemas.microsoft.com/office/drawing/2014/main" id="{81EB1A43-56D2-7781-2380-481CE6C0EFD9}"/>
                  </a:ext>
                </a:extLst>
              </p:cNvPr>
              <p:cNvPicPr/>
              <p:nvPr/>
            </p:nvPicPr>
            <p:blipFill>
              <a:blip r:embed="rId58"/>
              <a:stretch>
                <a:fillRect/>
              </a:stretch>
            </p:blipFill>
            <p:spPr>
              <a:xfrm>
                <a:off x="10254655" y="1713014"/>
                <a:ext cx="115625" cy="187523"/>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9" name="Ink 38">
                <a:extLst>
                  <a:ext uri="{FF2B5EF4-FFF2-40B4-BE49-F238E27FC236}">
                    <a16:creationId xmlns:a16="http://schemas.microsoft.com/office/drawing/2014/main" id="{C6042433-DD8A-FA6C-48AD-7C07A4827098}"/>
                  </a:ext>
                </a:extLst>
              </p14:cNvPr>
              <p14:cNvContentPartPr/>
              <p14:nvPr/>
            </p14:nvContentPartPr>
            <p14:xfrm>
              <a:off x="10350448" y="1703995"/>
              <a:ext cx="158400" cy="164880"/>
            </p14:xfrm>
          </p:contentPart>
        </mc:Choice>
        <mc:Fallback xmlns="">
          <p:pic>
            <p:nvPicPr>
              <p:cNvPr id="39" name="Ink 38">
                <a:extLst>
                  <a:ext uri="{FF2B5EF4-FFF2-40B4-BE49-F238E27FC236}">
                    <a16:creationId xmlns:a16="http://schemas.microsoft.com/office/drawing/2014/main" id="{C6042433-DD8A-FA6C-48AD-7C07A4827098}"/>
                  </a:ext>
                </a:extLst>
              </p:cNvPr>
              <p:cNvPicPr/>
              <p:nvPr/>
            </p:nvPicPr>
            <p:blipFill>
              <a:blip r:embed="rId60"/>
              <a:stretch>
                <a:fillRect/>
              </a:stretch>
            </p:blipFill>
            <p:spPr>
              <a:xfrm>
                <a:off x="10341448" y="1694995"/>
                <a:ext cx="17604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0" name="Ink 39">
                <a:extLst>
                  <a:ext uri="{FF2B5EF4-FFF2-40B4-BE49-F238E27FC236}">
                    <a16:creationId xmlns:a16="http://schemas.microsoft.com/office/drawing/2014/main" id="{2570D398-6CE7-56BE-EC53-C84855F43109}"/>
                  </a:ext>
                </a:extLst>
              </p14:cNvPr>
              <p14:cNvContentPartPr/>
              <p14:nvPr/>
            </p14:nvContentPartPr>
            <p14:xfrm>
              <a:off x="9721888" y="1393675"/>
              <a:ext cx="156240" cy="90000"/>
            </p14:xfrm>
          </p:contentPart>
        </mc:Choice>
        <mc:Fallback xmlns="">
          <p:pic>
            <p:nvPicPr>
              <p:cNvPr id="40" name="Ink 39">
                <a:extLst>
                  <a:ext uri="{FF2B5EF4-FFF2-40B4-BE49-F238E27FC236}">
                    <a16:creationId xmlns:a16="http://schemas.microsoft.com/office/drawing/2014/main" id="{2570D398-6CE7-56BE-EC53-C84855F43109}"/>
                  </a:ext>
                </a:extLst>
              </p:cNvPr>
              <p:cNvPicPr/>
              <p:nvPr/>
            </p:nvPicPr>
            <p:blipFill>
              <a:blip r:embed="rId62"/>
              <a:stretch>
                <a:fillRect/>
              </a:stretch>
            </p:blipFill>
            <p:spPr>
              <a:xfrm>
                <a:off x="9712888" y="1384675"/>
                <a:ext cx="17388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1" name="Ink 40">
                <a:extLst>
                  <a:ext uri="{FF2B5EF4-FFF2-40B4-BE49-F238E27FC236}">
                    <a16:creationId xmlns:a16="http://schemas.microsoft.com/office/drawing/2014/main" id="{BABCBD6B-8CBB-C28F-B317-0184F2B576DC}"/>
                  </a:ext>
                </a:extLst>
              </p14:cNvPr>
              <p14:cNvContentPartPr/>
              <p14:nvPr/>
            </p14:nvContentPartPr>
            <p14:xfrm>
              <a:off x="10072528" y="1309435"/>
              <a:ext cx="6480" cy="129600"/>
            </p14:xfrm>
          </p:contentPart>
        </mc:Choice>
        <mc:Fallback xmlns="">
          <p:pic>
            <p:nvPicPr>
              <p:cNvPr id="41" name="Ink 40">
                <a:extLst>
                  <a:ext uri="{FF2B5EF4-FFF2-40B4-BE49-F238E27FC236}">
                    <a16:creationId xmlns:a16="http://schemas.microsoft.com/office/drawing/2014/main" id="{BABCBD6B-8CBB-C28F-B317-0184F2B576DC}"/>
                  </a:ext>
                </a:extLst>
              </p:cNvPr>
              <p:cNvPicPr/>
              <p:nvPr/>
            </p:nvPicPr>
            <p:blipFill>
              <a:blip r:embed="rId64"/>
              <a:stretch>
                <a:fillRect/>
              </a:stretch>
            </p:blipFill>
            <p:spPr>
              <a:xfrm>
                <a:off x="10063528" y="1300435"/>
                <a:ext cx="2412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2" name="Ink 41">
                <a:extLst>
                  <a:ext uri="{FF2B5EF4-FFF2-40B4-BE49-F238E27FC236}">
                    <a16:creationId xmlns:a16="http://schemas.microsoft.com/office/drawing/2014/main" id="{B1763D3D-99AB-4E75-4E98-57E9A48F6FC6}"/>
                  </a:ext>
                </a:extLst>
              </p14:cNvPr>
              <p14:cNvContentPartPr/>
              <p14:nvPr/>
            </p14:nvContentPartPr>
            <p14:xfrm>
              <a:off x="10147048" y="1305115"/>
              <a:ext cx="55800" cy="135360"/>
            </p14:xfrm>
          </p:contentPart>
        </mc:Choice>
        <mc:Fallback xmlns="">
          <p:pic>
            <p:nvPicPr>
              <p:cNvPr id="42" name="Ink 41">
                <a:extLst>
                  <a:ext uri="{FF2B5EF4-FFF2-40B4-BE49-F238E27FC236}">
                    <a16:creationId xmlns:a16="http://schemas.microsoft.com/office/drawing/2014/main" id="{B1763D3D-99AB-4E75-4E98-57E9A48F6FC6}"/>
                  </a:ext>
                </a:extLst>
              </p:cNvPr>
              <p:cNvPicPr/>
              <p:nvPr/>
            </p:nvPicPr>
            <p:blipFill>
              <a:blip r:embed="rId66"/>
              <a:stretch>
                <a:fillRect/>
              </a:stretch>
            </p:blipFill>
            <p:spPr>
              <a:xfrm>
                <a:off x="10138048" y="1296115"/>
                <a:ext cx="7344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3" name="Ink 42">
                <a:extLst>
                  <a:ext uri="{FF2B5EF4-FFF2-40B4-BE49-F238E27FC236}">
                    <a16:creationId xmlns:a16="http://schemas.microsoft.com/office/drawing/2014/main" id="{803C0D8B-8218-029D-8995-2637B050D9E4}"/>
                  </a:ext>
                </a:extLst>
              </p14:cNvPr>
              <p14:cNvContentPartPr/>
              <p14:nvPr/>
            </p14:nvContentPartPr>
            <p14:xfrm>
              <a:off x="10136968" y="1305475"/>
              <a:ext cx="67320" cy="23760"/>
            </p14:xfrm>
          </p:contentPart>
        </mc:Choice>
        <mc:Fallback xmlns="">
          <p:pic>
            <p:nvPicPr>
              <p:cNvPr id="43" name="Ink 42">
                <a:extLst>
                  <a:ext uri="{FF2B5EF4-FFF2-40B4-BE49-F238E27FC236}">
                    <a16:creationId xmlns:a16="http://schemas.microsoft.com/office/drawing/2014/main" id="{803C0D8B-8218-029D-8995-2637B050D9E4}"/>
                  </a:ext>
                </a:extLst>
              </p:cNvPr>
              <p:cNvPicPr/>
              <p:nvPr/>
            </p:nvPicPr>
            <p:blipFill>
              <a:blip r:embed="rId68"/>
              <a:stretch>
                <a:fillRect/>
              </a:stretch>
            </p:blipFill>
            <p:spPr>
              <a:xfrm>
                <a:off x="10127968" y="1296475"/>
                <a:ext cx="8496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4" name="Ink 43">
                <a:extLst>
                  <a:ext uri="{FF2B5EF4-FFF2-40B4-BE49-F238E27FC236}">
                    <a16:creationId xmlns:a16="http://schemas.microsoft.com/office/drawing/2014/main" id="{9E26A0D3-74A2-B96F-8375-44C19B26F825}"/>
                  </a:ext>
                </a:extLst>
              </p14:cNvPr>
              <p14:cNvContentPartPr/>
              <p14:nvPr/>
            </p14:nvContentPartPr>
            <p14:xfrm>
              <a:off x="10279168" y="1253275"/>
              <a:ext cx="112680" cy="166320"/>
            </p14:xfrm>
          </p:contentPart>
        </mc:Choice>
        <mc:Fallback xmlns="">
          <p:pic>
            <p:nvPicPr>
              <p:cNvPr id="44" name="Ink 43">
                <a:extLst>
                  <a:ext uri="{FF2B5EF4-FFF2-40B4-BE49-F238E27FC236}">
                    <a16:creationId xmlns:a16="http://schemas.microsoft.com/office/drawing/2014/main" id="{9E26A0D3-74A2-B96F-8375-44C19B26F825}"/>
                  </a:ext>
                </a:extLst>
              </p:cNvPr>
              <p:cNvPicPr/>
              <p:nvPr/>
            </p:nvPicPr>
            <p:blipFill>
              <a:blip r:embed="rId70"/>
              <a:stretch>
                <a:fillRect/>
              </a:stretch>
            </p:blipFill>
            <p:spPr>
              <a:xfrm>
                <a:off x="10270197" y="1244275"/>
                <a:ext cx="130264"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5" name="Ink 44">
                <a:extLst>
                  <a:ext uri="{FF2B5EF4-FFF2-40B4-BE49-F238E27FC236}">
                    <a16:creationId xmlns:a16="http://schemas.microsoft.com/office/drawing/2014/main" id="{696DA3D2-650D-59CF-2724-2DBEF19F067A}"/>
                  </a:ext>
                </a:extLst>
              </p14:cNvPr>
              <p14:cNvContentPartPr/>
              <p14:nvPr/>
            </p14:nvContentPartPr>
            <p14:xfrm>
              <a:off x="9866248" y="1336075"/>
              <a:ext cx="109080" cy="39960"/>
            </p14:xfrm>
          </p:contentPart>
        </mc:Choice>
        <mc:Fallback xmlns="">
          <p:pic>
            <p:nvPicPr>
              <p:cNvPr id="45" name="Ink 44">
                <a:extLst>
                  <a:ext uri="{FF2B5EF4-FFF2-40B4-BE49-F238E27FC236}">
                    <a16:creationId xmlns:a16="http://schemas.microsoft.com/office/drawing/2014/main" id="{696DA3D2-650D-59CF-2724-2DBEF19F067A}"/>
                  </a:ext>
                </a:extLst>
              </p:cNvPr>
              <p:cNvPicPr/>
              <p:nvPr/>
            </p:nvPicPr>
            <p:blipFill>
              <a:blip r:embed="rId72"/>
              <a:stretch>
                <a:fillRect/>
              </a:stretch>
            </p:blipFill>
            <p:spPr>
              <a:xfrm>
                <a:off x="9857218" y="1327075"/>
                <a:ext cx="126778"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6" name="Ink 45">
                <a:extLst>
                  <a:ext uri="{FF2B5EF4-FFF2-40B4-BE49-F238E27FC236}">
                    <a16:creationId xmlns:a16="http://schemas.microsoft.com/office/drawing/2014/main" id="{DA0C0889-89F1-296B-053A-5B1A9C8FCD57}"/>
                  </a:ext>
                </a:extLst>
              </p14:cNvPr>
              <p14:cNvContentPartPr/>
              <p14:nvPr/>
            </p14:nvContentPartPr>
            <p14:xfrm>
              <a:off x="9915208" y="1289995"/>
              <a:ext cx="6480" cy="132840"/>
            </p14:xfrm>
          </p:contentPart>
        </mc:Choice>
        <mc:Fallback xmlns="">
          <p:pic>
            <p:nvPicPr>
              <p:cNvPr id="46" name="Ink 45">
                <a:extLst>
                  <a:ext uri="{FF2B5EF4-FFF2-40B4-BE49-F238E27FC236}">
                    <a16:creationId xmlns:a16="http://schemas.microsoft.com/office/drawing/2014/main" id="{DA0C0889-89F1-296B-053A-5B1A9C8FCD57}"/>
                  </a:ext>
                </a:extLst>
              </p:cNvPr>
              <p:cNvPicPr/>
              <p:nvPr/>
            </p:nvPicPr>
            <p:blipFill>
              <a:blip r:embed="rId74"/>
              <a:stretch>
                <a:fillRect/>
              </a:stretch>
            </p:blipFill>
            <p:spPr>
              <a:xfrm>
                <a:off x="9906208" y="1280995"/>
                <a:ext cx="2412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7" name="Ink 46">
                <a:extLst>
                  <a:ext uri="{FF2B5EF4-FFF2-40B4-BE49-F238E27FC236}">
                    <a16:creationId xmlns:a16="http://schemas.microsoft.com/office/drawing/2014/main" id="{F5104C16-9958-3E0C-4205-383FF8DD062A}"/>
                  </a:ext>
                </a:extLst>
              </p14:cNvPr>
              <p14:cNvContentPartPr/>
              <p14:nvPr/>
            </p14:nvContentPartPr>
            <p14:xfrm>
              <a:off x="8282608" y="1903795"/>
              <a:ext cx="12600" cy="141120"/>
            </p14:xfrm>
          </p:contentPart>
        </mc:Choice>
        <mc:Fallback xmlns="">
          <p:pic>
            <p:nvPicPr>
              <p:cNvPr id="47" name="Ink 46">
                <a:extLst>
                  <a:ext uri="{FF2B5EF4-FFF2-40B4-BE49-F238E27FC236}">
                    <a16:creationId xmlns:a16="http://schemas.microsoft.com/office/drawing/2014/main" id="{F5104C16-9958-3E0C-4205-383FF8DD062A}"/>
                  </a:ext>
                </a:extLst>
              </p:cNvPr>
              <p:cNvPicPr/>
              <p:nvPr/>
            </p:nvPicPr>
            <p:blipFill>
              <a:blip r:embed="rId76"/>
              <a:stretch>
                <a:fillRect/>
              </a:stretch>
            </p:blipFill>
            <p:spPr>
              <a:xfrm>
                <a:off x="8273608" y="1894818"/>
                <a:ext cx="30240" cy="158715"/>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8" name="Ink 47">
                <a:extLst>
                  <a:ext uri="{FF2B5EF4-FFF2-40B4-BE49-F238E27FC236}">
                    <a16:creationId xmlns:a16="http://schemas.microsoft.com/office/drawing/2014/main" id="{7DCD88EC-AFD1-D454-2772-9A0CB7544B01}"/>
                  </a:ext>
                </a:extLst>
              </p14:cNvPr>
              <p14:cNvContentPartPr/>
              <p14:nvPr/>
            </p14:nvContentPartPr>
            <p14:xfrm>
              <a:off x="8337328" y="1918915"/>
              <a:ext cx="109440" cy="129960"/>
            </p14:xfrm>
          </p:contentPart>
        </mc:Choice>
        <mc:Fallback xmlns="">
          <p:pic>
            <p:nvPicPr>
              <p:cNvPr id="48" name="Ink 47">
                <a:extLst>
                  <a:ext uri="{FF2B5EF4-FFF2-40B4-BE49-F238E27FC236}">
                    <a16:creationId xmlns:a16="http://schemas.microsoft.com/office/drawing/2014/main" id="{7DCD88EC-AFD1-D454-2772-9A0CB7544B01}"/>
                  </a:ext>
                </a:extLst>
              </p:cNvPr>
              <p:cNvPicPr/>
              <p:nvPr/>
            </p:nvPicPr>
            <p:blipFill>
              <a:blip r:embed="rId78"/>
              <a:stretch>
                <a:fillRect/>
              </a:stretch>
            </p:blipFill>
            <p:spPr>
              <a:xfrm>
                <a:off x="8328328" y="1909940"/>
                <a:ext cx="127080" cy="147551"/>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9" name="Ink 48">
                <a:extLst>
                  <a:ext uri="{FF2B5EF4-FFF2-40B4-BE49-F238E27FC236}">
                    <a16:creationId xmlns:a16="http://schemas.microsoft.com/office/drawing/2014/main" id="{A24456C1-E45D-C012-6068-0D8923782D77}"/>
                  </a:ext>
                </a:extLst>
              </p14:cNvPr>
              <p14:cNvContentPartPr/>
              <p14:nvPr/>
            </p14:nvContentPartPr>
            <p14:xfrm>
              <a:off x="8471968" y="1944475"/>
              <a:ext cx="58680" cy="95760"/>
            </p14:xfrm>
          </p:contentPart>
        </mc:Choice>
        <mc:Fallback xmlns="">
          <p:pic>
            <p:nvPicPr>
              <p:cNvPr id="49" name="Ink 48">
                <a:extLst>
                  <a:ext uri="{FF2B5EF4-FFF2-40B4-BE49-F238E27FC236}">
                    <a16:creationId xmlns:a16="http://schemas.microsoft.com/office/drawing/2014/main" id="{A24456C1-E45D-C012-6068-0D8923782D77}"/>
                  </a:ext>
                </a:extLst>
              </p:cNvPr>
              <p:cNvPicPr/>
              <p:nvPr/>
            </p:nvPicPr>
            <p:blipFill>
              <a:blip r:embed="rId80"/>
              <a:stretch>
                <a:fillRect/>
              </a:stretch>
            </p:blipFill>
            <p:spPr>
              <a:xfrm>
                <a:off x="8462968" y="1935475"/>
                <a:ext cx="763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0" name="Ink 49">
                <a:extLst>
                  <a:ext uri="{FF2B5EF4-FFF2-40B4-BE49-F238E27FC236}">
                    <a16:creationId xmlns:a16="http://schemas.microsoft.com/office/drawing/2014/main" id="{20B78D70-7F18-F85E-18A3-AB50856150F4}"/>
                  </a:ext>
                </a:extLst>
              </p14:cNvPr>
              <p14:cNvContentPartPr/>
              <p14:nvPr/>
            </p14:nvContentPartPr>
            <p14:xfrm>
              <a:off x="8616688" y="1868875"/>
              <a:ext cx="21600" cy="161640"/>
            </p14:xfrm>
          </p:contentPart>
        </mc:Choice>
        <mc:Fallback xmlns="">
          <p:pic>
            <p:nvPicPr>
              <p:cNvPr id="50" name="Ink 49">
                <a:extLst>
                  <a:ext uri="{FF2B5EF4-FFF2-40B4-BE49-F238E27FC236}">
                    <a16:creationId xmlns:a16="http://schemas.microsoft.com/office/drawing/2014/main" id="{20B78D70-7F18-F85E-18A3-AB50856150F4}"/>
                  </a:ext>
                </a:extLst>
              </p:cNvPr>
              <p:cNvPicPr/>
              <p:nvPr/>
            </p:nvPicPr>
            <p:blipFill>
              <a:blip r:embed="rId82"/>
              <a:stretch>
                <a:fillRect/>
              </a:stretch>
            </p:blipFill>
            <p:spPr>
              <a:xfrm>
                <a:off x="8607688" y="1859875"/>
                <a:ext cx="3924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1" name="Ink 50">
                <a:extLst>
                  <a:ext uri="{FF2B5EF4-FFF2-40B4-BE49-F238E27FC236}">
                    <a16:creationId xmlns:a16="http://schemas.microsoft.com/office/drawing/2014/main" id="{07CFF009-F3E9-1510-2475-7235D03832EB}"/>
                  </a:ext>
                </a:extLst>
              </p14:cNvPr>
              <p14:cNvContentPartPr/>
              <p14:nvPr/>
            </p14:nvContentPartPr>
            <p14:xfrm>
              <a:off x="8631808" y="1933315"/>
              <a:ext cx="100440" cy="112320"/>
            </p14:xfrm>
          </p:contentPart>
        </mc:Choice>
        <mc:Fallback xmlns="">
          <p:pic>
            <p:nvPicPr>
              <p:cNvPr id="51" name="Ink 50">
                <a:extLst>
                  <a:ext uri="{FF2B5EF4-FFF2-40B4-BE49-F238E27FC236}">
                    <a16:creationId xmlns:a16="http://schemas.microsoft.com/office/drawing/2014/main" id="{07CFF009-F3E9-1510-2475-7235D03832EB}"/>
                  </a:ext>
                </a:extLst>
              </p:cNvPr>
              <p:cNvPicPr/>
              <p:nvPr/>
            </p:nvPicPr>
            <p:blipFill>
              <a:blip r:embed="rId84"/>
              <a:stretch>
                <a:fillRect/>
              </a:stretch>
            </p:blipFill>
            <p:spPr>
              <a:xfrm>
                <a:off x="8622840" y="1924315"/>
                <a:ext cx="118017"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2" name="Ink 51">
                <a:extLst>
                  <a:ext uri="{FF2B5EF4-FFF2-40B4-BE49-F238E27FC236}">
                    <a16:creationId xmlns:a16="http://schemas.microsoft.com/office/drawing/2014/main" id="{9F582B89-E1B8-51A1-0F36-02B66766C0E6}"/>
                  </a:ext>
                </a:extLst>
              </p14:cNvPr>
              <p14:cNvContentPartPr/>
              <p14:nvPr/>
            </p14:nvContentPartPr>
            <p14:xfrm>
              <a:off x="8712448" y="1906675"/>
              <a:ext cx="65520" cy="142200"/>
            </p14:xfrm>
          </p:contentPart>
        </mc:Choice>
        <mc:Fallback xmlns="">
          <p:pic>
            <p:nvPicPr>
              <p:cNvPr id="52" name="Ink 51">
                <a:extLst>
                  <a:ext uri="{FF2B5EF4-FFF2-40B4-BE49-F238E27FC236}">
                    <a16:creationId xmlns:a16="http://schemas.microsoft.com/office/drawing/2014/main" id="{9F582B89-E1B8-51A1-0F36-02B66766C0E6}"/>
                  </a:ext>
                </a:extLst>
              </p:cNvPr>
              <p:cNvPicPr/>
              <p:nvPr/>
            </p:nvPicPr>
            <p:blipFill>
              <a:blip r:embed="rId86"/>
              <a:stretch>
                <a:fillRect/>
              </a:stretch>
            </p:blipFill>
            <p:spPr>
              <a:xfrm>
                <a:off x="8703448" y="1897675"/>
                <a:ext cx="831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3" name="Ink 52">
                <a:extLst>
                  <a:ext uri="{FF2B5EF4-FFF2-40B4-BE49-F238E27FC236}">
                    <a16:creationId xmlns:a16="http://schemas.microsoft.com/office/drawing/2014/main" id="{62AA5A29-90EF-717E-5AB0-D62D9DFB09D2}"/>
                  </a:ext>
                </a:extLst>
              </p14:cNvPr>
              <p14:cNvContentPartPr/>
              <p14:nvPr/>
            </p14:nvContentPartPr>
            <p14:xfrm>
              <a:off x="8751328" y="1917835"/>
              <a:ext cx="148320" cy="146880"/>
            </p14:xfrm>
          </p:contentPart>
        </mc:Choice>
        <mc:Fallback xmlns="">
          <p:pic>
            <p:nvPicPr>
              <p:cNvPr id="53" name="Ink 52">
                <a:extLst>
                  <a:ext uri="{FF2B5EF4-FFF2-40B4-BE49-F238E27FC236}">
                    <a16:creationId xmlns:a16="http://schemas.microsoft.com/office/drawing/2014/main" id="{62AA5A29-90EF-717E-5AB0-D62D9DFB09D2}"/>
                  </a:ext>
                </a:extLst>
              </p:cNvPr>
              <p:cNvPicPr/>
              <p:nvPr/>
            </p:nvPicPr>
            <p:blipFill>
              <a:blip r:embed="rId88"/>
              <a:stretch>
                <a:fillRect/>
              </a:stretch>
            </p:blipFill>
            <p:spPr>
              <a:xfrm>
                <a:off x="8742328" y="1908857"/>
                <a:ext cx="165960" cy="164477"/>
              </a:xfrm>
              <a:prstGeom prst="rect">
                <a:avLst/>
              </a:prstGeom>
            </p:spPr>
          </p:pic>
        </mc:Fallback>
      </mc:AlternateContent>
    </p:spTree>
    <p:extLst>
      <p:ext uri="{BB962C8B-B14F-4D97-AF65-F5344CB8AC3E}">
        <p14:creationId xmlns:p14="http://schemas.microsoft.com/office/powerpoint/2010/main" val="8446867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Transistor Model</a:t>
            </a:r>
            <a:r>
              <a:rPr lang="en-AU" sz="3600" b="1">
                <a:latin typeface="Arial Black" panose="020B0A04020102020204" pitchFamily="34" charset="0"/>
              </a:rPr>
              <a:t> - BJT</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906845" cy="5743173"/>
          </a:xfrm>
        </p:spPr>
        <p:txBody>
          <a:bodyPr>
            <a:normAutofit/>
          </a:bodyPr>
          <a:lstStyle/>
          <a:p>
            <a:pPr>
              <a:buFont typeface="Wingdings" panose="05000000000000000000" pitchFamily="2" charset="2"/>
              <a:buChar char="q"/>
            </a:pPr>
            <a:r>
              <a:rPr lang="en-AU" sz="3000" b="1">
                <a:latin typeface="Arial" panose="020B0604020202020204" pitchFamily="34" charset="0"/>
                <a:cs typeface="Arial" panose="020B0604020202020204" pitchFamily="34" charset="0"/>
              </a:rPr>
              <a:t>Example 4: </a:t>
            </a:r>
            <a:r>
              <a:rPr lang="en-AU" sz="3000">
                <a:latin typeface="Arial" panose="020B0604020202020204" pitchFamily="34" charset="0"/>
                <a:cs typeface="Arial" panose="020B0604020202020204" pitchFamily="34" charset="0"/>
              </a:rPr>
              <a:t>Determine the voltages and currents in the amplifier assume </a:t>
            </a:r>
            <a:r>
              <a:rPr lang="el-GR" sz="3000">
                <a:latin typeface="Arial" panose="020B0604020202020204" pitchFamily="34" charset="0"/>
                <a:cs typeface="Arial" panose="020B0604020202020204" pitchFamily="34" charset="0"/>
              </a:rPr>
              <a:t>β</a:t>
            </a:r>
            <a:r>
              <a:rPr lang="en-AU" sz="3000">
                <a:latin typeface="Arial" panose="020B0604020202020204" pitchFamily="34" charset="0"/>
                <a:cs typeface="Arial" panose="020B0604020202020204" pitchFamily="34" charset="0"/>
              </a:rPr>
              <a:t>=100.</a:t>
            </a:r>
          </a:p>
          <a:p>
            <a:pPr marL="342900" indent="-342900">
              <a:buFont typeface="Arial" panose="020B0604020202020204" pitchFamily="34" charset="0"/>
              <a:buChar char="•"/>
            </a:pPr>
            <a:endParaRPr lang="en-AU">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indent="0">
              <a:buNone/>
            </a:pPr>
            <a:endParaRPr lang="en-AU" sz="30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grpSp>
        <p:nvGrpSpPr>
          <p:cNvPr id="3" name="Group 2">
            <a:extLst>
              <a:ext uri="{FF2B5EF4-FFF2-40B4-BE49-F238E27FC236}">
                <a16:creationId xmlns:a16="http://schemas.microsoft.com/office/drawing/2014/main" id="{CB9CC489-02E2-5B9B-D3AF-37B676D7ECCD}"/>
              </a:ext>
            </a:extLst>
          </p:cNvPr>
          <p:cNvGrpSpPr/>
          <p:nvPr/>
        </p:nvGrpSpPr>
        <p:grpSpPr>
          <a:xfrm>
            <a:off x="7892272" y="1316289"/>
            <a:ext cx="4003200" cy="1934280"/>
            <a:chOff x="4964433" y="577735"/>
            <a:chExt cx="4003200" cy="1934280"/>
          </a:xfrm>
        </p:grpSpPr>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5CA6FD8F-C1CD-8D15-072B-AB4DD1893089}"/>
                    </a:ext>
                  </a:extLst>
                </p14:cNvPr>
                <p14:cNvContentPartPr/>
                <p14:nvPr/>
              </p14:nvContentPartPr>
              <p14:xfrm>
                <a:off x="5442153" y="1031695"/>
                <a:ext cx="158760" cy="718920"/>
              </p14:xfrm>
            </p:contentPart>
          </mc:Choice>
          <mc:Fallback xmlns="">
            <p:pic>
              <p:nvPicPr>
                <p:cNvPr id="8" name="Ink 7">
                  <a:extLst>
                    <a:ext uri="{FF2B5EF4-FFF2-40B4-BE49-F238E27FC236}">
                      <a16:creationId xmlns:a16="http://schemas.microsoft.com/office/drawing/2014/main" id="{5CA6FD8F-C1CD-8D15-072B-AB4DD1893089}"/>
                    </a:ext>
                  </a:extLst>
                </p:cNvPr>
                <p:cNvPicPr/>
                <p:nvPr/>
              </p:nvPicPr>
              <p:blipFill>
                <a:blip r:embed="rId4"/>
                <a:stretch>
                  <a:fillRect/>
                </a:stretch>
              </p:blipFill>
              <p:spPr>
                <a:xfrm>
                  <a:off x="5433153" y="1022700"/>
                  <a:ext cx="176400" cy="736551"/>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342A0244-018B-40B9-802F-2CD492451E57}"/>
                    </a:ext>
                  </a:extLst>
                </p14:cNvPr>
                <p14:cNvContentPartPr/>
                <p14:nvPr/>
              </p14:nvContentPartPr>
              <p14:xfrm>
                <a:off x="5549433" y="1747375"/>
                <a:ext cx="35280" cy="42120"/>
              </p14:xfrm>
            </p:contentPart>
          </mc:Choice>
          <mc:Fallback xmlns="">
            <p:pic>
              <p:nvPicPr>
                <p:cNvPr id="9" name="Ink 8">
                  <a:extLst>
                    <a:ext uri="{FF2B5EF4-FFF2-40B4-BE49-F238E27FC236}">
                      <a16:creationId xmlns:a16="http://schemas.microsoft.com/office/drawing/2014/main" id="{342A0244-018B-40B9-802F-2CD492451E57}"/>
                    </a:ext>
                  </a:extLst>
                </p:cNvPr>
                <p:cNvPicPr/>
                <p:nvPr/>
              </p:nvPicPr>
              <p:blipFill>
                <a:blip r:embed="rId6"/>
                <a:stretch>
                  <a:fillRect/>
                </a:stretch>
              </p:blipFill>
              <p:spPr>
                <a:xfrm>
                  <a:off x="5540433" y="1738451"/>
                  <a:ext cx="52920" cy="5961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4" name="Ink 53">
                  <a:extLst>
                    <a:ext uri="{FF2B5EF4-FFF2-40B4-BE49-F238E27FC236}">
                      <a16:creationId xmlns:a16="http://schemas.microsoft.com/office/drawing/2014/main" id="{EC286C68-B2F3-7EC9-7667-9E4FF093CB84}"/>
                    </a:ext>
                  </a:extLst>
                </p14:cNvPr>
                <p14:cNvContentPartPr/>
                <p14:nvPr/>
              </p14:nvContentPartPr>
              <p14:xfrm>
                <a:off x="5488233" y="1788415"/>
                <a:ext cx="122760" cy="565560"/>
              </p14:xfrm>
            </p:contentPart>
          </mc:Choice>
          <mc:Fallback xmlns="">
            <p:pic>
              <p:nvPicPr>
                <p:cNvPr id="54" name="Ink 53">
                  <a:extLst>
                    <a:ext uri="{FF2B5EF4-FFF2-40B4-BE49-F238E27FC236}">
                      <a16:creationId xmlns:a16="http://schemas.microsoft.com/office/drawing/2014/main" id="{EC286C68-B2F3-7EC9-7667-9E4FF093CB84}"/>
                    </a:ext>
                  </a:extLst>
                </p:cNvPr>
                <p:cNvPicPr/>
                <p:nvPr/>
              </p:nvPicPr>
              <p:blipFill>
                <a:blip r:embed="rId8"/>
                <a:stretch>
                  <a:fillRect/>
                </a:stretch>
              </p:blipFill>
              <p:spPr>
                <a:xfrm>
                  <a:off x="5479233" y="1779415"/>
                  <a:ext cx="140400" cy="583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5" name="Ink 54">
                  <a:extLst>
                    <a:ext uri="{FF2B5EF4-FFF2-40B4-BE49-F238E27FC236}">
                      <a16:creationId xmlns:a16="http://schemas.microsoft.com/office/drawing/2014/main" id="{1BAC0B1F-01B2-515D-F8A2-541BCAA4D473}"/>
                    </a:ext>
                  </a:extLst>
                </p14:cNvPr>
                <p14:cNvContentPartPr/>
                <p14:nvPr/>
              </p14:nvContentPartPr>
              <p14:xfrm>
                <a:off x="5526033" y="1688335"/>
                <a:ext cx="456840" cy="64800"/>
              </p14:xfrm>
            </p:contentPart>
          </mc:Choice>
          <mc:Fallback xmlns="">
            <p:pic>
              <p:nvPicPr>
                <p:cNvPr id="55" name="Ink 54">
                  <a:extLst>
                    <a:ext uri="{FF2B5EF4-FFF2-40B4-BE49-F238E27FC236}">
                      <a16:creationId xmlns:a16="http://schemas.microsoft.com/office/drawing/2014/main" id="{1BAC0B1F-01B2-515D-F8A2-541BCAA4D473}"/>
                    </a:ext>
                  </a:extLst>
                </p:cNvPr>
                <p:cNvPicPr/>
                <p:nvPr/>
              </p:nvPicPr>
              <p:blipFill>
                <a:blip r:embed="rId10"/>
                <a:stretch>
                  <a:fillRect/>
                </a:stretch>
              </p:blipFill>
              <p:spPr>
                <a:xfrm>
                  <a:off x="5517033" y="1679335"/>
                  <a:ext cx="47448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6" name="Ink 55">
                  <a:extLst>
                    <a:ext uri="{FF2B5EF4-FFF2-40B4-BE49-F238E27FC236}">
                      <a16:creationId xmlns:a16="http://schemas.microsoft.com/office/drawing/2014/main" id="{49F09222-3B6D-0370-425B-1CFCC3B46AC8}"/>
                    </a:ext>
                  </a:extLst>
                </p14:cNvPr>
                <p14:cNvContentPartPr/>
                <p14:nvPr/>
              </p14:nvContentPartPr>
              <p14:xfrm>
                <a:off x="6017793" y="1505095"/>
                <a:ext cx="19080" cy="330120"/>
              </p14:xfrm>
            </p:contentPart>
          </mc:Choice>
          <mc:Fallback xmlns="">
            <p:pic>
              <p:nvPicPr>
                <p:cNvPr id="56" name="Ink 55">
                  <a:extLst>
                    <a:ext uri="{FF2B5EF4-FFF2-40B4-BE49-F238E27FC236}">
                      <a16:creationId xmlns:a16="http://schemas.microsoft.com/office/drawing/2014/main" id="{49F09222-3B6D-0370-425B-1CFCC3B46AC8}"/>
                    </a:ext>
                  </a:extLst>
                </p:cNvPr>
                <p:cNvPicPr/>
                <p:nvPr/>
              </p:nvPicPr>
              <p:blipFill>
                <a:blip r:embed="rId12"/>
                <a:stretch>
                  <a:fillRect/>
                </a:stretch>
              </p:blipFill>
              <p:spPr>
                <a:xfrm>
                  <a:off x="6008793" y="1496095"/>
                  <a:ext cx="3672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 name="Ink 56">
                  <a:extLst>
                    <a:ext uri="{FF2B5EF4-FFF2-40B4-BE49-F238E27FC236}">
                      <a16:creationId xmlns:a16="http://schemas.microsoft.com/office/drawing/2014/main" id="{18BE80D2-8716-ED8B-CBB9-927FBD82C64F}"/>
                    </a:ext>
                  </a:extLst>
                </p14:cNvPr>
                <p14:cNvContentPartPr/>
                <p14:nvPr/>
              </p14:nvContentPartPr>
              <p14:xfrm>
                <a:off x="6049473" y="1752055"/>
                <a:ext cx="157680" cy="96120"/>
              </p14:xfrm>
            </p:contentPart>
          </mc:Choice>
          <mc:Fallback xmlns="">
            <p:pic>
              <p:nvPicPr>
                <p:cNvPr id="57" name="Ink 56">
                  <a:extLst>
                    <a:ext uri="{FF2B5EF4-FFF2-40B4-BE49-F238E27FC236}">
                      <a16:creationId xmlns:a16="http://schemas.microsoft.com/office/drawing/2014/main" id="{18BE80D2-8716-ED8B-CBB9-927FBD82C64F}"/>
                    </a:ext>
                  </a:extLst>
                </p:cNvPr>
                <p:cNvPicPr/>
                <p:nvPr/>
              </p:nvPicPr>
              <p:blipFill>
                <a:blip r:embed="rId14"/>
                <a:stretch>
                  <a:fillRect/>
                </a:stretch>
              </p:blipFill>
              <p:spPr>
                <a:xfrm>
                  <a:off x="6040473" y="1743055"/>
                  <a:ext cx="17532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8" name="Ink 57">
                  <a:extLst>
                    <a:ext uri="{FF2B5EF4-FFF2-40B4-BE49-F238E27FC236}">
                      <a16:creationId xmlns:a16="http://schemas.microsoft.com/office/drawing/2014/main" id="{404BF0ED-C341-1A13-6082-2E37AF6AB800}"/>
                    </a:ext>
                  </a:extLst>
                </p14:cNvPr>
                <p14:cNvContentPartPr/>
                <p14:nvPr/>
              </p14:nvContentPartPr>
              <p14:xfrm>
                <a:off x="6102753" y="1763575"/>
                <a:ext cx="81000" cy="135360"/>
              </p14:xfrm>
            </p:contentPart>
          </mc:Choice>
          <mc:Fallback xmlns="">
            <p:pic>
              <p:nvPicPr>
                <p:cNvPr id="58" name="Ink 57">
                  <a:extLst>
                    <a:ext uri="{FF2B5EF4-FFF2-40B4-BE49-F238E27FC236}">
                      <a16:creationId xmlns:a16="http://schemas.microsoft.com/office/drawing/2014/main" id="{404BF0ED-C341-1A13-6082-2E37AF6AB800}"/>
                    </a:ext>
                  </a:extLst>
                </p:cNvPr>
                <p:cNvPicPr/>
                <p:nvPr/>
              </p:nvPicPr>
              <p:blipFill>
                <a:blip r:embed="rId16"/>
                <a:stretch>
                  <a:fillRect/>
                </a:stretch>
              </p:blipFill>
              <p:spPr>
                <a:xfrm>
                  <a:off x="6093793" y="1754575"/>
                  <a:ext cx="98562"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9" name="Ink 58">
                  <a:extLst>
                    <a:ext uri="{FF2B5EF4-FFF2-40B4-BE49-F238E27FC236}">
                      <a16:creationId xmlns:a16="http://schemas.microsoft.com/office/drawing/2014/main" id="{4F200DD1-5F03-2E3B-603B-4F24E7CE1EC6}"/>
                    </a:ext>
                  </a:extLst>
                </p14:cNvPr>
                <p14:cNvContentPartPr/>
                <p14:nvPr/>
              </p14:nvContentPartPr>
              <p14:xfrm>
                <a:off x="6221193" y="1881655"/>
                <a:ext cx="43560" cy="230760"/>
              </p14:xfrm>
            </p:contentPart>
          </mc:Choice>
          <mc:Fallback xmlns="">
            <p:pic>
              <p:nvPicPr>
                <p:cNvPr id="59" name="Ink 58">
                  <a:extLst>
                    <a:ext uri="{FF2B5EF4-FFF2-40B4-BE49-F238E27FC236}">
                      <a16:creationId xmlns:a16="http://schemas.microsoft.com/office/drawing/2014/main" id="{4F200DD1-5F03-2E3B-603B-4F24E7CE1EC6}"/>
                    </a:ext>
                  </a:extLst>
                </p:cNvPr>
                <p:cNvPicPr/>
                <p:nvPr/>
              </p:nvPicPr>
              <p:blipFill>
                <a:blip r:embed="rId18"/>
                <a:stretch>
                  <a:fillRect/>
                </a:stretch>
              </p:blipFill>
              <p:spPr>
                <a:xfrm>
                  <a:off x="6212193" y="1872655"/>
                  <a:ext cx="6120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60" name="Ink 59">
                  <a:extLst>
                    <a:ext uri="{FF2B5EF4-FFF2-40B4-BE49-F238E27FC236}">
                      <a16:creationId xmlns:a16="http://schemas.microsoft.com/office/drawing/2014/main" id="{A94DF341-D017-43CB-5D6F-ADEDA7F6324B}"/>
                    </a:ext>
                  </a:extLst>
                </p14:cNvPr>
                <p14:cNvContentPartPr/>
                <p14:nvPr/>
              </p14:nvContentPartPr>
              <p14:xfrm>
                <a:off x="6219753" y="2078215"/>
                <a:ext cx="128160" cy="268560"/>
              </p14:xfrm>
            </p:contentPart>
          </mc:Choice>
          <mc:Fallback xmlns="">
            <p:pic>
              <p:nvPicPr>
                <p:cNvPr id="60" name="Ink 59">
                  <a:extLst>
                    <a:ext uri="{FF2B5EF4-FFF2-40B4-BE49-F238E27FC236}">
                      <a16:creationId xmlns:a16="http://schemas.microsoft.com/office/drawing/2014/main" id="{A94DF341-D017-43CB-5D6F-ADEDA7F6324B}"/>
                    </a:ext>
                  </a:extLst>
                </p:cNvPr>
                <p:cNvPicPr/>
                <p:nvPr/>
              </p:nvPicPr>
              <p:blipFill>
                <a:blip r:embed="rId20"/>
                <a:stretch>
                  <a:fillRect/>
                </a:stretch>
              </p:blipFill>
              <p:spPr>
                <a:xfrm>
                  <a:off x="6210753" y="2069227"/>
                  <a:ext cx="145800" cy="286176"/>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61" name="Ink 60">
                  <a:extLst>
                    <a:ext uri="{FF2B5EF4-FFF2-40B4-BE49-F238E27FC236}">
                      <a16:creationId xmlns:a16="http://schemas.microsoft.com/office/drawing/2014/main" id="{D23893A2-19C0-6A8A-84E1-9BE210F23F0F}"/>
                    </a:ext>
                  </a:extLst>
                </p14:cNvPr>
                <p14:cNvContentPartPr/>
                <p14:nvPr/>
              </p14:nvContentPartPr>
              <p14:xfrm>
                <a:off x="6146673" y="2419495"/>
                <a:ext cx="202320" cy="24480"/>
              </p14:xfrm>
            </p:contentPart>
          </mc:Choice>
          <mc:Fallback xmlns="">
            <p:pic>
              <p:nvPicPr>
                <p:cNvPr id="61" name="Ink 60">
                  <a:extLst>
                    <a:ext uri="{FF2B5EF4-FFF2-40B4-BE49-F238E27FC236}">
                      <a16:creationId xmlns:a16="http://schemas.microsoft.com/office/drawing/2014/main" id="{D23893A2-19C0-6A8A-84E1-9BE210F23F0F}"/>
                    </a:ext>
                  </a:extLst>
                </p:cNvPr>
                <p:cNvPicPr/>
                <p:nvPr/>
              </p:nvPicPr>
              <p:blipFill>
                <a:blip r:embed="rId22"/>
                <a:stretch>
                  <a:fillRect/>
                </a:stretch>
              </p:blipFill>
              <p:spPr>
                <a:xfrm>
                  <a:off x="6137689" y="2410495"/>
                  <a:ext cx="219929"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62" name="Ink 61">
                  <a:extLst>
                    <a:ext uri="{FF2B5EF4-FFF2-40B4-BE49-F238E27FC236}">
                      <a16:creationId xmlns:a16="http://schemas.microsoft.com/office/drawing/2014/main" id="{7B2551B8-350B-76C7-0B42-E376BCF02017}"/>
                    </a:ext>
                  </a:extLst>
                </p14:cNvPr>
                <p14:cNvContentPartPr/>
                <p14:nvPr/>
              </p14:nvContentPartPr>
              <p14:xfrm>
                <a:off x="6240273" y="2504455"/>
                <a:ext cx="36000" cy="3240"/>
              </p14:xfrm>
            </p:contentPart>
          </mc:Choice>
          <mc:Fallback xmlns="">
            <p:pic>
              <p:nvPicPr>
                <p:cNvPr id="62" name="Ink 61">
                  <a:extLst>
                    <a:ext uri="{FF2B5EF4-FFF2-40B4-BE49-F238E27FC236}">
                      <a16:creationId xmlns:a16="http://schemas.microsoft.com/office/drawing/2014/main" id="{7B2551B8-350B-76C7-0B42-E376BCF02017}"/>
                    </a:ext>
                  </a:extLst>
                </p:cNvPr>
                <p:cNvPicPr/>
                <p:nvPr/>
              </p:nvPicPr>
              <p:blipFill>
                <a:blip r:embed="rId24"/>
                <a:stretch>
                  <a:fillRect/>
                </a:stretch>
              </p:blipFill>
              <p:spPr>
                <a:xfrm>
                  <a:off x="6231273" y="2494330"/>
                  <a:ext cx="53640" cy="23085"/>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63" name="Ink 62">
                  <a:extLst>
                    <a:ext uri="{FF2B5EF4-FFF2-40B4-BE49-F238E27FC236}">
                      <a16:creationId xmlns:a16="http://schemas.microsoft.com/office/drawing/2014/main" id="{3552F9BD-F112-4D37-67E6-0EA615CFB439}"/>
                    </a:ext>
                  </a:extLst>
                </p14:cNvPr>
                <p14:cNvContentPartPr/>
                <p14:nvPr/>
              </p14:nvContentPartPr>
              <p14:xfrm>
                <a:off x="6456273" y="2077135"/>
                <a:ext cx="54360" cy="155520"/>
              </p14:xfrm>
            </p:contentPart>
          </mc:Choice>
          <mc:Fallback xmlns="">
            <p:pic>
              <p:nvPicPr>
                <p:cNvPr id="63" name="Ink 62">
                  <a:extLst>
                    <a:ext uri="{FF2B5EF4-FFF2-40B4-BE49-F238E27FC236}">
                      <a16:creationId xmlns:a16="http://schemas.microsoft.com/office/drawing/2014/main" id="{3552F9BD-F112-4D37-67E6-0EA615CFB439}"/>
                    </a:ext>
                  </a:extLst>
                </p:cNvPr>
                <p:cNvPicPr/>
                <p:nvPr/>
              </p:nvPicPr>
              <p:blipFill>
                <a:blip r:embed="rId26"/>
                <a:stretch>
                  <a:fillRect/>
                </a:stretch>
              </p:blipFill>
              <p:spPr>
                <a:xfrm>
                  <a:off x="6447213" y="2068114"/>
                  <a:ext cx="72118" cy="173201"/>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64" name="Ink 63">
                  <a:extLst>
                    <a:ext uri="{FF2B5EF4-FFF2-40B4-BE49-F238E27FC236}">
                      <a16:creationId xmlns:a16="http://schemas.microsoft.com/office/drawing/2014/main" id="{1E83F667-78FC-BEC1-3155-7274B9D9BFB0}"/>
                    </a:ext>
                  </a:extLst>
                </p14:cNvPr>
                <p14:cNvContentPartPr/>
                <p14:nvPr/>
              </p14:nvContentPartPr>
              <p14:xfrm>
                <a:off x="6562113" y="2053375"/>
                <a:ext cx="16920" cy="123480"/>
              </p14:xfrm>
            </p:contentPart>
          </mc:Choice>
          <mc:Fallback xmlns="">
            <p:pic>
              <p:nvPicPr>
                <p:cNvPr id="64" name="Ink 63">
                  <a:extLst>
                    <a:ext uri="{FF2B5EF4-FFF2-40B4-BE49-F238E27FC236}">
                      <a16:creationId xmlns:a16="http://schemas.microsoft.com/office/drawing/2014/main" id="{1E83F667-78FC-BEC1-3155-7274B9D9BFB0}"/>
                    </a:ext>
                  </a:extLst>
                </p:cNvPr>
                <p:cNvPicPr/>
                <p:nvPr/>
              </p:nvPicPr>
              <p:blipFill>
                <a:blip r:embed="rId28"/>
                <a:stretch>
                  <a:fillRect/>
                </a:stretch>
              </p:blipFill>
              <p:spPr>
                <a:xfrm>
                  <a:off x="6553300" y="2044349"/>
                  <a:ext cx="34193" cy="141172"/>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65" name="Ink 64">
                  <a:extLst>
                    <a:ext uri="{FF2B5EF4-FFF2-40B4-BE49-F238E27FC236}">
                      <a16:creationId xmlns:a16="http://schemas.microsoft.com/office/drawing/2014/main" id="{C0A4D476-4C7C-F930-E30A-71C4142036B5}"/>
                    </a:ext>
                  </a:extLst>
                </p14:cNvPr>
                <p14:cNvContentPartPr/>
                <p14:nvPr/>
              </p14:nvContentPartPr>
              <p14:xfrm>
                <a:off x="6595953" y="2078935"/>
                <a:ext cx="68040" cy="90360"/>
              </p14:xfrm>
            </p:contentPart>
          </mc:Choice>
          <mc:Fallback xmlns="">
            <p:pic>
              <p:nvPicPr>
                <p:cNvPr id="65" name="Ink 64">
                  <a:extLst>
                    <a:ext uri="{FF2B5EF4-FFF2-40B4-BE49-F238E27FC236}">
                      <a16:creationId xmlns:a16="http://schemas.microsoft.com/office/drawing/2014/main" id="{C0A4D476-4C7C-F930-E30A-71C4142036B5}"/>
                    </a:ext>
                  </a:extLst>
                </p:cNvPr>
                <p:cNvPicPr/>
                <p:nvPr/>
              </p:nvPicPr>
              <p:blipFill>
                <a:blip r:embed="rId30"/>
                <a:stretch>
                  <a:fillRect/>
                </a:stretch>
              </p:blipFill>
              <p:spPr>
                <a:xfrm>
                  <a:off x="6586953" y="2069935"/>
                  <a:ext cx="8568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66" name="Ink 65">
                  <a:extLst>
                    <a:ext uri="{FF2B5EF4-FFF2-40B4-BE49-F238E27FC236}">
                      <a16:creationId xmlns:a16="http://schemas.microsoft.com/office/drawing/2014/main" id="{6F61D860-9A92-0F1C-8B46-2678846FF5D9}"/>
                    </a:ext>
                  </a:extLst>
                </p14:cNvPr>
                <p14:cNvContentPartPr/>
                <p14:nvPr/>
              </p14:nvContentPartPr>
              <p14:xfrm>
                <a:off x="6703953" y="2026735"/>
                <a:ext cx="173880" cy="154440"/>
              </p14:xfrm>
            </p:contentPart>
          </mc:Choice>
          <mc:Fallback xmlns="">
            <p:pic>
              <p:nvPicPr>
                <p:cNvPr id="66" name="Ink 65">
                  <a:extLst>
                    <a:ext uri="{FF2B5EF4-FFF2-40B4-BE49-F238E27FC236}">
                      <a16:creationId xmlns:a16="http://schemas.microsoft.com/office/drawing/2014/main" id="{6F61D860-9A92-0F1C-8B46-2678846FF5D9}"/>
                    </a:ext>
                  </a:extLst>
                </p:cNvPr>
                <p:cNvPicPr/>
                <p:nvPr/>
              </p:nvPicPr>
              <p:blipFill>
                <a:blip r:embed="rId32"/>
                <a:stretch>
                  <a:fillRect/>
                </a:stretch>
              </p:blipFill>
              <p:spPr>
                <a:xfrm>
                  <a:off x="6694934" y="2017735"/>
                  <a:ext cx="191557"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7" name="Ink 66">
                  <a:extLst>
                    <a:ext uri="{FF2B5EF4-FFF2-40B4-BE49-F238E27FC236}">
                      <a16:creationId xmlns:a16="http://schemas.microsoft.com/office/drawing/2014/main" id="{7FCF27B8-FF43-60B3-1867-0036EE4C11F9}"/>
                    </a:ext>
                  </a:extLst>
                </p14:cNvPr>
                <p14:cNvContentPartPr/>
                <p14:nvPr/>
              </p14:nvContentPartPr>
              <p14:xfrm>
                <a:off x="5664273" y="2020255"/>
                <a:ext cx="59040" cy="133200"/>
              </p14:xfrm>
            </p:contentPart>
          </mc:Choice>
          <mc:Fallback xmlns="">
            <p:pic>
              <p:nvPicPr>
                <p:cNvPr id="67" name="Ink 66">
                  <a:extLst>
                    <a:ext uri="{FF2B5EF4-FFF2-40B4-BE49-F238E27FC236}">
                      <a16:creationId xmlns:a16="http://schemas.microsoft.com/office/drawing/2014/main" id="{7FCF27B8-FF43-60B3-1867-0036EE4C11F9}"/>
                    </a:ext>
                  </a:extLst>
                </p:cNvPr>
                <p:cNvPicPr/>
                <p:nvPr/>
              </p:nvPicPr>
              <p:blipFill>
                <a:blip r:embed="rId34"/>
                <a:stretch>
                  <a:fillRect/>
                </a:stretch>
              </p:blipFill>
              <p:spPr>
                <a:xfrm>
                  <a:off x="5655273" y="2011279"/>
                  <a:ext cx="76680" cy="150792"/>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8" name="Ink 67">
                  <a:extLst>
                    <a:ext uri="{FF2B5EF4-FFF2-40B4-BE49-F238E27FC236}">
                      <a16:creationId xmlns:a16="http://schemas.microsoft.com/office/drawing/2014/main" id="{2E3C09EF-AC69-9B71-423E-BD71999C4DDA}"/>
                    </a:ext>
                  </a:extLst>
                </p14:cNvPr>
                <p14:cNvContentPartPr/>
                <p14:nvPr/>
              </p14:nvContentPartPr>
              <p14:xfrm>
                <a:off x="5675433" y="1992535"/>
                <a:ext cx="150120" cy="122040"/>
              </p14:xfrm>
            </p:contentPart>
          </mc:Choice>
          <mc:Fallback xmlns="">
            <p:pic>
              <p:nvPicPr>
                <p:cNvPr id="68" name="Ink 67">
                  <a:extLst>
                    <a:ext uri="{FF2B5EF4-FFF2-40B4-BE49-F238E27FC236}">
                      <a16:creationId xmlns:a16="http://schemas.microsoft.com/office/drawing/2014/main" id="{2E3C09EF-AC69-9B71-423E-BD71999C4DDA}"/>
                    </a:ext>
                  </a:extLst>
                </p:cNvPr>
                <p:cNvPicPr/>
                <p:nvPr/>
              </p:nvPicPr>
              <p:blipFill>
                <a:blip r:embed="rId36"/>
                <a:stretch>
                  <a:fillRect/>
                </a:stretch>
              </p:blipFill>
              <p:spPr>
                <a:xfrm>
                  <a:off x="5666433" y="1983508"/>
                  <a:ext cx="167760" cy="139732"/>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9" name="Ink 68">
                  <a:extLst>
                    <a:ext uri="{FF2B5EF4-FFF2-40B4-BE49-F238E27FC236}">
                      <a16:creationId xmlns:a16="http://schemas.microsoft.com/office/drawing/2014/main" id="{B3254404-C6DD-F66E-84A4-1BF92485DF50}"/>
                    </a:ext>
                  </a:extLst>
                </p14:cNvPr>
                <p14:cNvContentPartPr/>
                <p14:nvPr/>
              </p14:nvContentPartPr>
              <p14:xfrm>
                <a:off x="5850033" y="1956895"/>
                <a:ext cx="18720" cy="160920"/>
              </p14:xfrm>
            </p:contentPart>
          </mc:Choice>
          <mc:Fallback xmlns="">
            <p:pic>
              <p:nvPicPr>
                <p:cNvPr id="69" name="Ink 68">
                  <a:extLst>
                    <a:ext uri="{FF2B5EF4-FFF2-40B4-BE49-F238E27FC236}">
                      <a16:creationId xmlns:a16="http://schemas.microsoft.com/office/drawing/2014/main" id="{B3254404-C6DD-F66E-84A4-1BF92485DF50}"/>
                    </a:ext>
                  </a:extLst>
                </p:cNvPr>
                <p:cNvPicPr/>
                <p:nvPr/>
              </p:nvPicPr>
              <p:blipFill>
                <a:blip r:embed="rId38"/>
                <a:stretch>
                  <a:fillRect/>
                </a:stretch>
              </p:blipFill>
              <p:spPr>
                <a:xfrm>
                  <a:off x="5841203" y="1947895"/>
                  <a:ext cx="36027"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70" name="Ink 69">
                  <a:extLst>
                    <a:ext uri="{FF2B5EF4-FFF2-40B4-BE49-F238E27FC236}">
                      <a16:creationId xmlns:a16="http://schemas.microsoft.com/office/drawing/2014/main" id="{F08727DB-643F-6C75-688E-F27FD66E22EF}"/>
                    </a:ext>
                  </a:extLst>
                </p14:cNvPr>
                <p14:cNvContentPartPr/>
                <p14:nvPr/>
              </p14:nvContentPartPr>
              <p14:xfrm>
                <a:off x="5853633" y="1997575"/>
                <a:ext cx="73440" cy="113040"/>
              </p14:xfrm>
            </p:contentPart>
          </mc:Choice>
          <mc:Fallback xmlns="">
            <p:pic>
              <p:nvPicPr>
                <p:cNvPr id="70" name="Ink 69">
                  <a:extLst>
                    <a:ext uri="{FF2B5EF4-FFF2-40B4-BE49-F238E27FC236}">
                      <a16:creationId xmlns:a16="http://schemas.microsoft.com/office/drawing/2014/main" id="{F08727DB-643F-6C75-688E-F27FD66E22EF}"/>
                    </a:ext>
                  </a:extLst>
                </p:cNvPr>
                <p:cNvPicPr/>
                <p:nvPr/>
              </p:nvPicPr>
              <p:blipFill>
                <a:blip r:embed="rId40"/>
                <a:stretch>
                  <a:fillRect/>
                </a:stretch>
              </p:blipFill>
              <p:spPr>
                <a:xfrm>
                  <a:off x="5844633" y="1988575"/>
                  <a:ext cx="9108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71" name="Ink 70">
                  <a:extLst>
                    <a:ext uri="{FF2B5EF4-FFF2-40B4-BE49-F238E27FC236}">
                      <a16:creationId xmlns:a16="http://schemas.microsoft.com/office/drawing/2014/main" id="{42BAB452-40D8-089F-C9A9-A89A18850B9E}"/>
                    </a:ext>
                  </a:extLst>
                </p14:cNvPr>
                <p14:cNvContentPartPr/>
                <p14:nvPr/>
              </p14:nvContentPartPr>
              <p14:xfrm>
                <a:off x="5931753" y="1982095"/>
                <a:ext cx="145440" cy="142560"/>
              </p14:xfrm>
            </p:contentPart>
          </mc:Choice>
          <mc:Fallback xmlns="">
            <p:pic>
              <p:nvPicPr>
                <p:cNvPr id="71" name="Ink 70">
                  <a:extLst>
                    <a:ext uri="{FF2B5EF4-FFF2-40B4-BE49-F238E27FC236}">
                      <a16:creationId xmlns:a16="http://schemas.microsoft.com/office/drawing/2014/main" id="{42BAB452-40D8-089F-C9A9-A89A18850B9E}"/>
                    </a:ext>
                  </a:extLst>
                </p:cNvPr>
                <p:cNvPicPr/>
                <p:nvPr/>
              </p:nvPicPr>
              <p:blipFill>
                <a:blip r:embed="rId42"/>
                <a:stretch>
                  <a:fillRect/>
                </a:stretch>
              </p:blipFill>
              <p:spPr>
                <a:xfrm>
                  <a:off x="5922753" y="1973118"/>
                  <a:ext cx="163080" cy="160156"/>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72" name="Ink 71">
                  <a:extLst>
                    <a:ext uri="{FF2B5EF4-FFF2-40B4-BE49-F238E27FC236}">
                      <a16:creationId xmlns:a16="http://schemas.microsoft.com/office/drawing/2014/main" id="{2D29A813-CD2C-4D8D-EA57-9E5E0E6AC79B}"/>
                    </a:ext>
                  </a:extLst>
                </p14:cNvPr>
                <p14:cNvContentPartPr/>
                <p14:nvPr/>
              </p14:nvContentPartPr>
              <p14:xfrm>
                <a:off x="4964433" y="1185055"/>
                <a:ext cx="13680" cy="136800"/>
              </p14:xfrm>
            </p:contentPart>
          </mc:Choice>
          <mc:Fallback xmlns="">
            <p:pic>
              <p:nvPicPr>
                <p:cNvPr id="72" name="Ink 71">
                  <a:extLst>
                    <a:ext uri="{FF2B5EF4-FFF2-40B4-BE49-F238E27FC236}">
                      <a16:creationId xmlns:a16="http://schemas.microsoft.com/office/drawing/2014/main" id="{2D29A813-CD2C-4D8D-EA57-9E5E0E6AC79B}"/>
                    </a:ext>
                  </a:extLst>
                </p:cNvPr>
                <p:cNvPicPr/>
                <p:nvPr/>
              </p:nvPicPr>
              <p:blipFill>
                <a:blip r:embed="rId44"/>
                <a:stretch>
                  <a:fillRect/>
                </a:stretch>
              </p:blipFill>
              <p:spPr>
                <a:xfrm>
                  <a:off x="4955433" y="1176055"/>
                  <a:ext cx="313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73" name="Ink 72">
                  <a:extLst>
                    <a:ext uri="{FF2B5EF4-FFF2-40B4-BE49-F238E27FC236}">
                      <a16:creationId xmlns:a16="http://schemas.microsoft.com/office/drawing/2014/main" id="{467300C2-EB58-F0CB-5A83-ADFE369FA8FB}"/>
                    </a:ext>
                  </a:extLst>
                </p14:cNvPr>
                <p14:cNvContentPartPr/>
                <p14:nvPr/>
              </p14:nvContentPartPr>
              <p14:xfrm>
                <a:off x="5007633" y="1178935"/>
                <a:ext cx="167760" cy="137160"/>
              </p14:xfrm>
            </p:contentPart>
          </mc:Choice>
          <mc:Fallback xmlns="">
            <p:pic>
              <p:nvPicPr>
                <p:cNvPr id="73" name="Ink 72">
                  <a:extLst>
                    <a:ext uri="{FF2B5EF4-FFF2-40B4-BE49-F238E27FC236}">
                      <a16:creationId xmlns:a16="http://schemas.microsoft.com/office/drawing/2014/main" id="{467300C2-EB58-F0CB-5A83-ADFE369FA8FB}"/>
                    </a:ext>
                  </a:extLst>
                </p:cNvPr>
                <p:cNvPicPr/>
                <p:nvPr/>
              </p:nvPicPr>
              <p:blipFill>
                <a:blip r:embed="rId46"/>
                <a:stretch>
                  <a:fillRect/>
                </a:stretch>
              </p:blipFill>
              <p:spPr>
                <a:xfrm>
                  <a:off x="4998633" y="1169935"/>
                  <a:ext cx="18540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74" name="Ink 73">
                  <a:extLst>
                    <a:ext uri="{FF2B5EF4-FFF2-40B4-BE49-F238E27FC236}">
                      <a16:creationId xmlns:a16="http://schemas.microsoft.com/office/drawing/2014/main" id="{F9EF3C23-963F-BA40-7EDA-DE057E58DEAB}"/>
                    </a:ext>
                  </a:extLst>
                </p14:cNvPr>
                <p14:cNvContentPartPr/>
                <p14:nvPr/>
              </p14:nvContentPartPr>
              <p14:xfrm>
                <a:off x="5208873" y="1132855"/>
                <a:ext cx="25920" cy="178200"/>
              </p14:xfrm>
            </p:contentPart>
          </mc:Choice>
          <mc:Fallback xmlns="">
            <p:pic>
              <p:nvPicPr>
                <p:cNvPr id="74" name="Ink 73">
                  <a:extLst>
                    <a:ext uri="{FF2B5EF4-FFF2-40B4-BE49-F238E27FC236}">
                      <a16:creationId xmlns:a16="http://schemas.microsoft.com/office/drawing/2014/main" id="{F9EF3C23-963F-BA40-7EDA-DE057E58DEAB}"/>
                    </a:ext>
                  </a:extLst>
                </p:cNvPr>
                <p:cNvPicPr/>
                <p:nvPr/>
              </p:nvPicPr>
              <p:blipFill>
                <a:blip r:embed="rId48"/>
                <a:stretch>
                  <a:fillRect/>
                </a:stretch>
              </p:blipFill>
              <p:spPr>
                <a:xfrm>
                  <a:off x="5199873" y="1123855"/>
                  <a:ext cx="4356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75" name="Ink 74">
                  <a:extLst>
                    <a:ext uri="{FF2B5EF4-FFF2-40B4-BE49-F238E27FC236}">
                      <a16:creationId xmlns:a16="http://schemas.microsoft.com/office/drawing/2014/main" id="{DC171DFD-B609-A58C-362F-17C5A112C260}"/>
                    </a:ext>
                  </a:extLst>
                </p14:cNvPr>
                <p14:cNvContentPartPr/>
                <p14:nvPr/>
              </p14:nvContentPartPr>
              <p14:xfrm>
                <a:off x="5262153" y="1180735"/>
                <a:ext cx="45720" cy="111240"/>
              </p14:xfrm>
            </p:contentPart>
          </mc:Choice>
          <mc:Fallback xmlns="">
            <p:pic>
              <p:nvPicPr>
                <p:cNvPr id="75" name="Ink 74">
                  <a:extLst>
                    <a:ext uri="{FF2B5EF4-FFF2-40B4-BE49-F238E27FC236}">
                      <a16:creationId xmlns:a16="http://schemas.microsoft.com/office/drawing/2014/main" id="{DC171DFD-B609-A58C-362F-17C5A112C260}"/>
                    </a:ext>
                  </a:extLst>
                </p:cNvPr>
                <p:cNvPicPr/>
                <p:nvPr/>
              </p:nvPicPr>
              <p:blipFill>
                <a:blip r:embed="rId50"/>
                <a:stretch>
                  <a:fillRect/>
                </a:stretch>
              </p:blipFill>
              <p:spPr>
                <a:xfrm>
                  <a:off x="5253153" y="1171735"/>
                  <a:ext cx="6336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76" name="Ink 75">
                  <a:extLst>
                    <a:ext uri="{FF2B5EF4-FFF2-40B4-BE49-F238E27FC236}">
                      <a16:creationId xmlns:a16="http://schemas.microsoft.com/office/drawing/2014/main" id="{F615E52A-382C-764C-7011-46AEC3FB72AE}"/>
                    </a:ext>
                  </a:extLst>
                </p14:cNvPr>
                <p14:cNvContentPartPr/>
                <p14:nvPr/>
              </p14:nvContentPartPr>
              <p14:xfrm>
                <a:off x="5313273" y="1170655"/>
                <a:ext cx="34920" cy="143280"/>
              </p14:xfrm>
            </p:contentPart>
          </mc:Choice>
          <mc:Fallback xmlns="">
            <p:pic>
              <p:nvPicPr>
                <p:cNvPr id="76" name="Ink 75">
                  <a:extLst>
                    <a:ext uri="{FF2B5EF4-FFF2-40B4-BE49-F238E27FC236}">
                      <a16:creationId xmlns:a16="http://schemas.microsoft.com/office/drawing/2014/main" id="{F615E52A-382C-764C-7011-46AEC3FB72AE}"/>
                    </a:ext>
                  </a:extLst>
                </p:cNvPr>
                <p:cNvPicPr/>
                <p:nvPr/>
              </p:nvPicPr>
              <p:blipFill>
                <a:blip r:embed="rId52"/>
                <a:stretch>
                  <a:fillRect/>
                </a:stretch>
              </p:blipFill>
              <p:spPr>
                <a:xfrm>
                  <a:off x="5304365" y="1161678"/>
                  <a:ext cx="52380" cy="160876"/>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7" name="Ink 76">
                  <a:extLst>
                    <a:ext uri="{FF2B5EF4-FFF2-40B4-BE49-F238E27FC236}">
                      <a16:creationId xmlns:a16="http://schemas.microsoft.com/office/drawing/2014/main" id="{83C935AB-B0C8-3743-9E0B-AFA26613166F}"/>
                    </a:ext>
                  </a:extLst>
                </p14:cNvPr>
                <p14:cNvContentPartPr/>
                <p14:nvPr/>
              </p14:nvContentPartPr>
              <p14:xfrm>
                <a:off x="5328393" y="1170655"/>
                <a:ext cx="94680" cy="141120"/>
              </p14:xfrm>
            </p:contentPart>
          </mc:Choice>
          <mc:Fallback xmlns="">
            <p:pic>
              <p:nvPicPr>
                <p:cNvPr id="77" name="Ink 76">
                  <a:extLst>
                    <a:ext uri="{FF2B5EF4-FFF2-40B4-BE49-F238E27FC236}">
                      <a16:creationId xmlns:a16="http://schemas.microsoft.com/office/drawing/2014/main" id="{83C935AB-B0C8-3743-9E0B-AFA26613166F}"/>
                    </a:ext>
                  </a:extLst>
                </p:cNvPr>
                <p:cNvPicPr/>
                <p:nvPr/>
              </p:nvPicPr>
              <p:blipFill>
                <a:blip r:embed="rId54"/>
                <a:stretch>
                  <a:fillRect/>
                </a:stretch>
              </p:blipFill>
              <p:spPr>
                <a:xfrm>
                  <a:off x="5319393" y="1161655"/>
                  <a:ext cx="1123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8" name="Ink 77">
                  <a:extLst>
                    <a:ext uri="{FF2B5EF4-FFF2-40B4-BE49-F238E27FC236}">
                      <a16:creationId xmlns:a16="http://schemas.microsoft.com/office/drawing/2014/main" id="{65C3066B-21D9-1A40-0D01-1AEFAAD6F4B0}"/>
                    </a:ext>
                  </a:extLst>
                </p14:cNvPr>
                <p14:cNvContentPartPr/>
                <p14:nvPr/>
              </p14:nvContentPartPr>
              <p14:xfrm>
                <a:off x="5460513" y="2387455"/>
                <a:ext cx="210240" cy="36000"/>
              </p14:xfrm>
            </p:contentPart>
          </mc:Choice>
          <mc:Fallback xmlns="">
            <p:pic>
              <p:nvPicPr>
                <p:cNvPr id="78" name="Ink 77">
                  <a:extLst>
                    <a:ext uri="{FF2B5EF4-FFF2-40B4-BE49-F238E27FC236}">
                      <a16:creationId xmlns:a16="http://schemas.microsoft.com/office/drawing/2014/main" id="{65C3066B-21D9-1A40-0D01-1AEFAAD6F4B0}"/>
                    </a:ext>
                  </a:extLst>
                </p:cNvPr>
                <p:cNvPicPr/>
                <p:nvPr/>
              </p:nvPicPr>
              <p:blipFill>
                <a:blip r:embed="rId56"/>
                <a:stretch>
                  <a:fillRect/>
                </a:stretch>
              </p:blipFill>
              <p:spPr>
                <a:xfrm>
                  <a:off x="5451513" y="2378364"/>
                  <a:ext cx="227880" cy="53818"/>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9" name="Ink 78">
                  <a:extLst>
                    <a:ext uri="{FF2B5EF4-FFF2-40B4-BE49-F238E27FC236}">
                      <a16:creationId xmlns:a16="http://schemas.microsoft.com/office/drawing/2014/main" id="{D38763BF-6F01-5B13-9A3D-D5FFB9BFC4DA}"/>
                    </a:ext>
                  </a:extLst>
                </p14:cNvPr>
                <p14:cNvContentPartPr/>
                <p14:nvPr/>
              </p14:nvContentPartPr>
              <p14:xfrm>
                <a:off x="5534673" y="2439655"/>
                <a:ext cx="61200" cy="4680"/>
              </p14:xfrm>
            </p:contentPart>
          </mc:Choice>
          <mc:Fallback xmlns="">
            <p:pic>
              <p:nvPicPr>
                <p:cNvPr id="79" name="Ink 78">
                  <a:extLst>
                    <a:ext uri="{FF2B5EF4-FFF2-40B4-BE49-F238E27FC236}">
                      <a16:creationId xmlns:a16="http://schemas.microsoft.com/office/drawing/2014/main" id="{D38763BF-6F01-5B13-9A3D-D5FFB9BFC4DA}"/>
                    </a:ext>
                  </a:extLst>
                </p:cNvPr>
                <p:cNvPicPr/>
                <p:nvPr/>
              </p:nvPicPr>
              <p:blipFill>
                <a:blip r:embed="rId58"/>
                <a:stretch>
                  <a:fillRect/>
                </a:stretch>
              </p:blipFill>
              <p:spPr>
                <a:xfrm>
                  <a:off x="5525673" y="2431298"/>
                  <a:ext cx="78840" cy="210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80" name="Ink 79">
                  <a:extLst>
                    <a:ext uri="{FF2B5EF4-FFF2-40B4-BE49-F238E27FC236}">
                      <a16:creationId xmlns:a16="http://schemas.microsoft.com/office/drawing/2014/main" id="{196D4E16-BF4D-B170-A8E5-81FC423F676F}"/>
                    </a:ext>
                  </a:extLst>
                </p14:cNvPr>
                <p14:cNvContentPartPr/>
                <p14:nvPr/>
              </p14:nvContentPartPr>
              <p14:xfrm>
                <a:off x="6003033" y="1534255"/>
                <a:ext cx="228240" cy="93960"/>
              </p14:xfrm>
            </p:contentPart>
          </mc:Choice>
          <mc:Fallback xmlns="">
            <p:pic>
              <p:nvPicPr>
                <p:cNvPr id="80" name="Ink 79">
                  <a:extLst>
                    <a:ext uri="{FF2B5EF4-FFF2-40B4-BE49-F238E27FC236}">
                      <a16:creationId xmlns:a16="http://schemas.microsoft.com/office/drawing/2014/main" id="{196D4E16-BF4D-B170-A8E5-81FC423F676F}"/>
                    </a:ext>
                  </a:extLst>
                </p:cNvPr>
                <p:cNvPicPr/>
                <p:nvPr/>
              </p:nvPicPr>
              <p:blipFill>
                <a:blip r:embed="rId60"/>
                <a:stretch>
                  <a:fillRect/>
                </a:stretch>
              </p:blipFill>
              <p:spPr>
                <a:xfrm>
                  <a:off x="5994033" y="1525255"/>
                  <a:ext cx="24588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81" name="Ink 80">
                  <a:extLst>
                    <a:ext uri="{FF2B5EF4-FFF2-40B4-BE49-F238E27FC236}">
                      <a16:creationId xmlns:a16="http://schemas.microsoft.com/office/drawing/2014/main" id="{38362444-8A75-1C49-CB29-35F7207ECF95}"/>
                    </a:ext>
                  </a:extLst>
                </p14:cNvPr>
                <p14:cNvContentPartPr/>
                <p14:nvPr/>
              </p14:nvContentPartPr>
              <p14:xfrm>
                <a:off x="6108153" y="868615"/>
                <a:ext cx="108720" cy="637560"/>
              </p14:xfrm>
            </p:contentPart>
          </mc:Choice>
          <mc:Fallback xmlns="">
            <p:pic>
              <p:nvPicPr>
                <p:cNvPr id="81" name="Ink 80">
                  <a:extLst>
                    <a:ext uri="{FF2B5EF4-FFF2-40B4-BE49-F238E27FC236}">
                      <a16:creationId xmlns:a16="http://schemas.microsoft.com/office/drawing/2014/main" id="{38362444-8A75-1C49-CB29-35F7207ECF95}"/>
                    </a:ext>
                  </a:extLst>
                </p:cNvPr>
                <p:cNvPicPr/>
                <p:nvPr/>
              </p:nvPicPr>
              <p:blipFill>
                <a:blip r:embed="rId62"/>
                <a:stretch>
                  <a:fillRect/>
                </a:stretch>
              </p:blipFill>
              <p:spPr>
                <a:xfrm>
                  <a:off x="6099153" y="859620"/>
                  <a:ext cx="126360" cy="65519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2" name="Ink 81">
                  <a:extLst>
                    <a:ext uri="{FF2B5EF4-FFF2-40B4-BE49-F238E27FC236}">
                      <a16:creationId xmlns:a16="http://schemas.microsoft.com/office/drawing/2014/main" id="{0C8259EC-5301-3323-644B-3AAB19E33A68}"/>
                    </a:ext>
                  </a:extLst>
                </p14:cNvPr>
                <p14:cNvContentPartPr/>
                <p14:nvPr/>
              </p14:nvContentPartPr>
              <p14:xfrm>
                <a:off x="6496593" y="957895"/>
                <a:ext cx="37080" cy="153720"/>
              </p14:xfrm>
            </p:contentPart>
          </mc:Choice>
          <mc:Fallback xmlns="">
            <p:pic>
              <p:nvPicPr>
                <p:cNvPr id="82" name="Ink 81">
                  <a:extLst>
                    <a:ext uri="{FF2B5EF4-FFF2-40B4-BE49-F238E27FC236}">
                      <a16:creationId xmlns:a16="http://schemas.microsoft.com/office/drawing/2014/main" id="{0C8259EC-5301-3323-644B-3AAB19E33A68}"/>
                    </a:ext>
                  </a:extLst>
                </p:cNvPr>
                <p:cNvPicPr/>
                <p:nvPr/>
              </p:nvPicPr>
              <p:blipFill>
                <a:blip r:embed="rId64"/>
                <a:stretch>
                  <a:fillRect/>
                </a:stretch>
              </p:blipFill>
              <p:spPr>
                <a:xfrm>
                  <a:off x="6487505" y="948916"/>
                  <a:ext cx="54893" cy="171319"/>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83" name="Ink 82">
                  <a:extLst>
                    <a:ext uri="{FF2B5EF4-FFF2-40B4-BE49-F238E27FC236}">
                      <a16:creationId xmlns:a16="http://schemas.microsoft.com/office/drawing/2014/main" id="{E9BE23C4-6A88-F374-D1C2-FCE9935143D8}"/>
                    </a:ext>
                  </a:extLst>
                </p14:cNvPr>
                <p14:cNvContentPartPr/>
                <p14:nvPr/>
              </p14:nvContentPartPr>
              <p14:xfrm>
                <a:off x="6525753" y="1002175"/>
                <a:ext cx="132120" cy="126720"/>
              </p14:xfrm>
            </p:contentPart>
          </mc:Choice>
          <mc:Fallback xmlns="">
            <p:pic>
              <p:nvPicPr>
                <p:cNvPr id="83" name="Ink 82">
                  <a:extLst>
                    <a:ext uri="{FF2B5EF4-FFF2-40B4-BE49-F238E27FC236}">
                      <a16:creationId xmlns:a16="http://schemas.microsoft.com/office/drawing/2014/main" id="{E9BE23C4-6A88-F374-D1C2-FCE9935143D8}"/>
                    </a:ext>
                  </a:extLst>
                </p:cNvPr>
                <p:cNvPicPr/>
                <p:nvPr/>
              </p:nvPicPr>
              <p:blipFill>
                <a:blip r:embed="rId66"/>
                <a:stretch>
                  <a:fillRect/>
                </a:stretch>
              </p:blipFill>
              <p:spPr>
                <a:xfrm>
                  <a:off x="6516753" y="993175"/>
                  <a:ext cx="14976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84" name="Ink 83">
                  <a:extLst>
                    <a:ext uri="{FF2B5EF4-FFF2-40B4-BE49-F238E27FC236}">
                      <a16:creationId xmlns:a16="http://schemas.microsoft.com/office/drawing/2014/main" id="{DE1D2D52-7D4A-225F-9B80-3BC25C884C9A}"/>
                    </a:ext>
                  </a:extLst>
                </p14:cNvPr>
                <p14:cNvContentPartPr/>
                <p14:nvPr/>
              </p14:nvContentPartPr>
              <p14:xfrm>
                <a:off x="6638073" y="984175"/>
                <a:ext cx="118800" cy="83160"/>
              </p14:xfrm>
            </p:contentPart>
          </mc:Choice>
          <mc:Fallback xmlns="">
            <p:pic>
              <p:nvPicPr>
                <p:cNvPr id="84" name="Ink 83">
                  <a:extLst>
                    <a:ext uri="{FF2B5EF4-FFF2-40B4-BE49-F238E27FC236}">
                      <a16:creationId xmlns:a16="http://schemas.microsoft.com/office/drawing/2014/main" id="{DE1D2D52-7D4A-225F-9B80-3BC25C884C9A}"/>
                    </a:ext>
                  </a:extLst>
                </p:cNvPr>
                <p:cNvPicPr/>
                <p:nvPr/>
              </p:nvPicPr>
              <p:blipFill>
                <a:blip r:embed="rId68"/>
                <a:stretch>
                  <a:fillRect/>
                </a:stretch>
              </p:blipFill>
              <p:spPr>
                <a:xfrm>
                  <a:off x="6629100" y="975175"/>
                  <a:ext cx="136387"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85" name="Ink 84">
                  <a:extLst>
                    <a:ext uri="{FF2B5EF4-FFF2-40B4-BE49-F238E27FC236}">
                      <a16:creationId xmlns:a16="http://schemas.microsoft.com/office/drawing/2014/main" id="{2C392A98-9E3A-D413-9228-3DA6002CD099}"/>
                    </a:ext>
                  </a:extLst>
                </p14:cNvPr>
                <p14:cNvContentPartPr/>
                <p14:nvPr/>
              </p14:nvContentPartPr>
              <p14:xfrm>
                <a:off x="5510913" y="863935"/>
                <a:ext cx="676080" cy="205560"/>
              </p14:xfrm>
            </p:contentPart>
          </mc:Choice>
          <mc:Fallback xmlns="">
            <p:pic>
              <p:nvPicPr>
                <p:cNvPr id="85" name="Ink 84">
                  <a:extLst>
                    <a:ext uri="{FF2B5EF4-FFF2-40B4-BE49-F238E27FC236}">
                      <a16:creationId xmlns:a16="http://schemas.microsoft.com/office/drawing/2014/main" id="{2C392A98-9E3A-D413-9228-3DA6002CD099}"/>
                    </a:ext>
                  </a:extLst>
                </p:cNvPr>
                <p:cNvPicPr/>
                <p:nvPr/>
              </p:nvPicPr>
              <p:blipFill>
                <a:blip r:embed="rId70"/>
                <a:stretch>
                  <a:fillRect/>
                </a:stretch>
              </p:blipFill>
              <p:spPr>
                <a:xfrm>
                  <a:off x="5501913" y="854951"/>
                  <a:ext cx="693720" cy="223169"/>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6" name="Ink 85">
                  <a:extLst>
                    <a:ext uri="{FF2B5EF4-FFF2-40B4-BE49-F238E27FC236}">
                      <a16:creationId xmlns:a16="http://schemas.microsoft.com/office/drawing/2014/main" id="{4551333E-6799-ADC2-6579-A2E9A8A0CF6D}"/>
                    </a:ext>
                  </a:extLst>
                </p14:cNvPr>
                <p14:cNvContentPartPr/>
                <p14:nvPr/>
              </p14:nvContentPartPr>
              <p14:xfrm>
                <a:off x="6146313" y="710575"/>
                <a:ext cx="46440" cy="160560"/>
              </p14:xfrm>
            </p:contentPart>
          </mc:Choice>
          <mc:Fallback xmlns="">
            <p:pic>
              <p:nvPicPr>
                <p:cNvPr id="86" name="Ink 85">
                  <a:extLst>
                    <a:ext uri="{FF2B5EF4-FFF2-40B4-BE49-F238E27FC236}">
                      <a16:creationId xmlns:a16="http://schemas.microsoft.com/office/drawing/2014/main" id="{4551333E-6799-ADC2-6579-A2E9A8A0CF6D}"/>
                    </a:ext>
                  </a:extLst>
                </p:cNvPr>
                <p:cNvPicPr/>
                <p:nvPr/>
              </p:nvPicPr>
              <p:blipFill>
                <a:blip r:embed="rId72"/>
                <a:stretch>
                  <a:fillRect/>
                </a:stretch>
              </p:blipFill>
              <p:spPr>
                <a:xfrm>
                  <a:off x="6137313" y="701575"/>
                  <a:ext cx="6408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87" name="Ink 86">
                  <a:extLst>
                    <a:ext uri="{FF2B5EF4-FFF2-40B4-BE49-F238E27FC236}">
                      <a16:creationId xmlns:a16="http://schemas.microsoft.com/office/drawing/2014/main" id="{F732F76E-2237-48BD-819B-66FE4D972219}"/>
                    </a:ext>
                  </a:extLst>
                </p14:cNvPr>
                <p14:cNvContentPartPr/>
                <p14:nvPr/>
              </p14:nvContentPartPr>
              <p14:xfrm>
                <a:off x="6094113" y="690055"/>
                <a:ext cx="110880" cy="73800"/>
              </p14:xfrm>
            </p:contentPart>
          </mc:Choice>
          <mc:Fallback xmlns="">
            <p:pic>
              <p:nvPicPr>
                <p:cNvPr id="87" name="Ink 86">
                  <a:extLst>
                    <a:ext uri="{FF2B5EF4-FFF2-40B4-BE49-F238E27FC236}">
                      <a16:creationId xmlns:a16="http://schemas.microsoft.com/office/drawing/2014/main" id="{F732F76E-2237-48BD-819B-66FE4D972219}"/>
                    </a:ext>
                  </a:extLst>
                </p:cNvPr>
                <p:cNvPicPr/>
                <p:nvPr/>
              </p:nvPicPr>
              <p:blipFill>
                <a:blip r:embed="rId74"/>
                <a:stretch>
                  <a:fillRect/>
                </a:stretch>
              </p:blipFill>
              <p:spPr>
                <a:xfrm>
                  <a:off x="6085113" y="681055"/>
                  <a:ext cx="12852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88" name="Ink 87">
                  <a:extLst>
                    <a:ext uri="{FF2B5EF4-FFF2-40B4-BE49-F238E27FC236}">
                      <a16:creationId xmlns:a16="http://schemas.microsoft.com/office/drawing/2014/main" id="{C9DD6979-0583-A64A-1CEB-B8698008A4A3}"/>
                    </a:ext>
                  </a:extLst>
                </p14:cNvPr>
                <p14:cNvContentPartPr/>
                <p14:nvPr/>
              </p14:nvContentPartPr>
              <p14:xfrm>
                <a:off x="6302193" y="673135"/>
                <a:ext cx="27360" cy="113760"/>
              </p14:xfrm>
            </p:contentPart>
          </mc:Choice>
          <mc:Fallback xmlns="">
            <p:pic>
              <p:nvPicPr>
                <p:cNvPr id="88" name="Ink 87">
                  <a:extLst>
                    <a:ext uri="{FF2B5EF4-FFF2-40B4-BE49-F238E27FC236}">
                      <a16:creationId xmlns:a16="http://schemas.microsoft.com/office/drawing/2014/main" id="{C9DD6979-0583-A64A-1CEB-B8698008A4A3}"/>
                    </a:ext>
                  </a:extLst>
                </p:cNvPr>
                <p:cNvPicPr/>
                <p:nvPr/>
              </p:nvPicPr>
              <p:blipFill>
                <a:blip r:embed="rId76"/>
                <a:stretch>
                  <a:fillRect/>
                </a:stretch>
              </p:blipFill>
              <p:spPr>
                <a:xfrm>
                  <a:off x="6293193" y="664135"/>
                  <a:ext cx="4500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89" name="Ink 88">
                  <a:extLst>
                    <a:ext uri="{FF2B5EF4-FFF2-40B4-BE49-F238E27FC236}">
                      <a16:creationId xmlns:a16="http://schemas.microsoft.com/office/drawing/2014/main" id="{C5004D12-E606-EF0B-09E3-7B0754DD510E}"/>
                    </a:ext>
                  </a:extLst>
                </p14:cNvPr>
                <p14:cNvContentPartPr/>
                <p14:nvPr/>
              </p14:nvContentPartPr>
              <p14:xfrm>
                <a:off x="6372033" y="658375"/>
                <a:ext cx="87840" cy="107640"/>
              </p14:xfrm>
            </p:contentPart>
          </mc:Choice>
          <mc:Fallback xmlns="">
            <p:pic>
              <p:nvPicPr>
                <p:cNvPr id="89" name="Ink 88">
                  <a:extLst>
                    <a:ext uri="{FF2B5EF4-FFF2-40B4-BE49-F238E27FC236}">
                      <a16:creationId xmlns:a16="http://schemas.microsoft.com/office/drawing/2014/main" id="{C5004D12-E606-EF0B-09E3-7B0754DD510E}"/>
                    </a:ext>
                  </a:extLst>
                </p:cNvPr>
                <p:cNvPicPr/>
                <p:nvPr/>
              </p:nvPicPr>
              <p:blipFill>
                <a:blip r:embed="rId78"/>
                <a:stretch>
                  <a:fillRect/>
                </a:stretch>
              </p:blipFill>
              <p:spPr>
                <a:xfrm>
                  <a:off x="6362996" y="649375"/>
                  <a:ext cx="105553"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0" name="Ink 89">
                  <a:extLst>
                    <a:ext uri="{FF2B5EF4-FFF2-40B4-BE49-F238E27FC236}">
                      <a16:creationId xmlns:a16="http://schemas.microsoft.com/office/drawing/2014/main" id="{7A6F8774-17EB-617B-EF64-FF56DB8DC4FC}"/>
                    </a:ext>
                  </a:extLst>
                </p14:cNvPr>
                <p14:cNvContentPartPr/>
                <p14:nvPr/>
              </p14:nvContentPartPr>
              <p14:xfrm>
                <a:off x="6408033" y="629575"/>
                <a:ext cx="195840" cy="97920"/>
              </p14:xfrm>
            </p:contentPart>
          </mc:Choice>
          <mc:Fallback xmlns="">
            <p:pic>
              <p:nvPicPr>
                <p:cNvPr id="90" name="Ink 89">
                  <a:extLst>
                    <a:ext uri="{FF2B5EF4-FFF2-40B4-BE49-F238E27FC236}">
                      <a16:creationId xmlns:a16="http://schemas.microsoft.com/office/drawing/2014/main" id="{7A6F8774-17EB-617B-EF64-FF56DB8DC4FC}"/>
                    </a:ext>
                  </a:extLst>
                </p:cNvPr>
                <p:cNvPicPr/>
                <p:nvPr/>
              </p:nvPicPr>
              <p:blipFill>
                <a:blip r:embed="rId80"/>
                <a:stretch>
                  <a:fillRect/>
                </a:stretch>
              </p:blipFill>
              <p:spPr>
                <a:xfrm>
                  <a:off x="6399033" y="620575"/>
                  <a:ext cx="21348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1" name="Ink 90">
                  <a:extLst>
                    <a:ext uri="{FF2B5EF4-FFF2-40B4-BE49-F238E27FC236}">
                      <a16:creationId xmlns:a16="http://schemas.microsoft.com/office/drawing/2014/main" id="{E86ACCCF-E865-520B-4E7F-93A2FE33B288}"/>
                    </a:ext>
                  </a:extLst>
                </p14:cNvPr>
                <p14:cNvContentPartPr/>
                <p14:nvPr/>
              </p14:nvContentPartPr>
              <p14:xfrm>
                <a:off x="6215793" y="1290895"/>
                <a:ext cx="885240" cy="101880"/>
              </p14:xfrm>
            </p:contentPart>
          </mc:Choice>
          <mc:Fallback xmlns="">
            <p:pic>
              <p:nvPicPr>
                <p:cNvPr id="91" name="Ink 90">
                  <a:extLst>
                    <a:ext uri="{FF2B5EF4-FFF2-40B4-BE49-F238E27FC236}">
                      <a16:creationId xmlns:a16="http://schemas.microsoft.com/office/drawing/2014/main" id="{E86ACCCF-E865-520B-4E7F-93A2FE33B288}"/>
                    </a:ext>
                  </a:extLst>
                </p:cNvPr>
                <p:cNvPicPr/>
                <p:nvPr/>
              </p:nvPicPr>
              <p:blipFill>
                <a:blip r:embed="rId82"/>
                <a:stretch>
                  <a:fillRect/>
                </a:stretch>
              </p:blipFill>
              <p:spPr>
                <a:xfrm>
                  <a:off x="6206797" y="1281895"/>
                  <a:ext cx="902873"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2" name="Ink 91">
                  <a:extLst>
                    <a:ext uri="{FF2B5EF4-FFF2-40B4-BE49-F238E27FC236}">
                      <a16:creationId xmlns:a16="http://schemas.microsoft.com/office/drawing/2014/main" id="{3BE1828A-3ECF-70D3-7CA9-F01EEA8FAFDE}"/>
                    </a:ext>
                  </a:extLst>
                </p14:cNvPr>
                <p14:cNvContentPartPr/>
                <p14:nvPr/>
              </p14:nvContentPartPr>
              <p14:xfrm>
                <a:off x="7137393" y="1089295"/>
                <a:ext cx="21240" cy="453600"/>
              </p14:xfrm>
            </p:contentPart>
          </mc:Choice>
          <mc:Fallback xmlns="">
            <p:pic>
              <p:nvPicPr>
                <p:cNvPr id="92" name="Ink 91">
                  <a:extLst>
                    <a:ext uri="{FF2B5EF4-FFF2-40B4-BE49-F238E27FC236}">
                      <a16:creationId xmlns:a16="http://schemas.microsoft.com/office/drawing/2014/main" id="{3BE1828A-3ECF-70D3-7CA9-F01EEA8FAFDE}"/>
                    </a:ext>
                  </a:extLst>
                </p:cNvPr>
                <p:cNvPicPr/>
                <p:nvPr/>
              </p:nvPicPr>
              <p:blipFill>
                <a:blip r:embed="rId84"/>
                <a:stretch>
                  <a:fillRect/>
                </a:stretch>
              </p:blipFill>
              <p:spPr>
                <a:xfrm>
                  <a:off x="7128543" y="1080295"/>
                  <a:ext cx="38586" cy="4712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3" name="Ink 92">
                  <a:extLst>
                    <a:ext uri="{FF2B5EF4-FFF2-40B4-BE49-F238E27FC236}">
                      <a16:creationId xmlns:a16="http://schemas.microsoft.com/office/drawing/2014/main" id="{8446F058-91E3-0B5A-C62F-6E87910300F5}"/>
                    </a:ext>
                  </a:extLst>
                </p14:cNvPr>
                <p14:cNvContentPartPr/>
                <p14:nvPr/>
              </p14:nvContentPartPr>
              <p14:xfrm>
                <a:off x="7170513" y="1024495"/>
                <a:ext cx="79920" cy="147960"/>
              </p14:xfrm>
            </p:contentPart>
          </mc:Choice>
          <mc:Fallback xmlns="">
            <p:pic>
              <p:nvPicPr>
                <p:cNvPr id="93" name="Ink 92">
                  <a:extLst>
                    <a:ext uri="{FF2B5EF4-FFF2-40B4-BE49-F238E27FC236}">
                      <a16:creationId xmlns:a16="http://schemas.microsoft.com/office/drawing/2014/main" id="{8446F058-91E3-0B5A-C62F-6E87910300F5}"/>
                    </a:ext>
                  </a:extLst>
                </p:cNvPr>
                <p:cNvPicPr/>
                <p:nvPr/>
              </p:nvPicPr>
              <p:blipFill>
                <a:blip r:embed="rId86"/>
                <a:stretch>
                  <a:fillRect/>
                </a:stretch>
              </p:blipFill>
              <p:spPr>
                <a:xfrm>
                  <a:off x="7161513" y="1015495"/>
                  <a:ext cx="975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94" name="Ink 93">
                  <a:extLst>
                    <a:ext uri="{FF2B5EF4-FFF2-40B4-BE49-F238E27FC236}">
                      <a16:creationId xmlns:a16="http://schemas.microsoft.com/office/drawing/2014/main" id="{FA7AB44A-9049-4C30-458C-844C785A64A8}"/>
                    </a:ext>
                  </a:extLst>
                </p14:cNvPr>
                <p14:cNvContentPartPr/>
                <p14:nvPr/>
              </p14:nvContentPartPr>
              <p14:xfrm>
                <a:off x="7589193" y="737575"/>
                <a:ext cx="114840" cy="125640"/>
              </p14:xfrm>
            </p:contentPart>
          </mc:Choice>
          <mc:Fallback xmlns="">
            <p:pic>
              <p:nvPicPr>
                <p:cNvPr id="94" name="Ink 93">
                  <a:extLst>
                    <a:ext uri="{FF2B5EF4-FFF2-40B4-BE49-F238E27FC236}">
                      <a16:creationId xmlns:a16="http://schemas.microsoft.com/office/drawing/2014/main" id="{FA7AB44A-9049-4C30-458C-844C785A64A8}"/>
                    </a:ext>
                  </a:extLst>
                </p:cNvPr>
                <p:cNvPicPr/>
                <p:nvPr/>
              </p:nvPicPr>
              <p:blipFill>
                <a:blip r:embed="rId88"/>
                <a:stretch>
                  <a:fillRect/>
                </a:stretch>
              </p:blipFill>
              <p:spPr>
                <a:xfrm>
                  <a:off x="7580221" y="728575"/>
                  <a:ext cx="132425"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95" name="Ink 94">
                  <a:extLst>
                    <a:ext uri="{FF2B5EF4-FFF2-40B4-BE49-F238E27FC236}">
                      <a16:creationId xmlns:a16="http://schemas.microsoft.com/office/drawing/2014/main" id="{1EE5F849-65EE-02DE-EF86-B7D58336E071}"/>
                    </a:ext>
                  </a:extLst>
                </p14:cNvPr>
                <p14:cNvContentPartPr/>
                <p14:nvPr/>
              </p14:nvContentPartPr>
              <p14:xfrm>
                <a:off x="7802313" y="677455"/>
                <a:ext cx="28080" cy="174960"/>
              </p14:xfrm>
            </p:contentPart>
          </mc:Choice>
          <mc:Fallback xmlns="">
            <p:pic>
              <p:nvPicPr>
                <p:cNvPr id="95" name="Ink 94">
                  <a:extLst>
                    <a:ext uri="{FF2B5EF4-FFF2-40B4-BE49-F238E27FC236}">
                      <a16:creationId xmlns:a16="http://schemas.microsoft.com/office/drawing/2014/main" id="{1EE5F849-65EE-02DE-EF86-B7D58336E071}"/>
                    </a:ext>
                  </a:extLst>
                </p:cNvPr>
                <p:cNvPicPr/>
                <p:nvPr/>
              </p:nvPicPr>
              <p:blipFill>
                <a:blip r:embed="rId90"/>
                <a:stretch>
                  <a:fillRect/>
                </a:stretch>
              </p:blipFill>
              <p:spPr>
                <a:xfrm>
                  <a:off x="7793313" y="668455"/>
                  <a:ext cx="4572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96" name="Ink 95">
                  <a:extLst>
                    <a:ext uri="{FF2B5EF4-FFF2-40B4-BE49-F238E27FC236}">
                      <a16:creationId xmlns:a16="http://schemas.microsoft.com/office/drawing/2014/main" id="{B386B5E8-885E-C6B8-1CE3-3BA3333AF6B8}"/>
                    </a:ext>
                  </a:extLst>
                </p14:cNvPr>
                <p14:cNvContentPartPr/>
                <p14:nvPr/>
              </p14:nvContentPartPr>
              <p14:xfrm>
                <a:off x="7840113" y="723535"/>
                <a:ext cx="148680" cy="130320"/>
              </p14:xfrm>
            </p:contentPart>
          </mc:Choice>
          <mc:Fallback xmlns="">
            <p:pic>
              <p:nvPicPr>
                <p:cNvPr id="96" name="Ink 95">
                  <a:extLst>
                    <a:ext uri="{FF2B5EF4-FFF2-40B4-BE49-F238E27FC236}">
                      <a16:creationId xmlns:a16="http://schemas.microsoft.com/office/drawing/2014/main" id="{B386B5E8-885E-C6B8-1CE3-3BA3333AF6B8}"/>
                    </a:ext>
                  </a:extLst>
                </p:cNvPr>
                <p:cNvPicPr/>
                <p:nvPr/>
              </p:nvPicPr>
              <p:blipFill>
                <a:blip r:embed="rId92"/>
                <a:stretch>
                  <a:fillRect/>
                </a:stretch>
              </p:blipFill>
              <p:spPr>
                <a:xfrm>
                  <a:off x="7831113" y="714535"/>
                  <a:ext cx="16632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97" name="Ink 96">
                  <a:extLst>
                    <a:ext uri="{FF2B5EF4-FFF2-40B4-BE49-F238E27FC236}">
                      <a16:creationId xmlns:a16="http://schemas.microsoft.com/office/drawing/2014/main" id="{E19F51F0-9A25-0868-3A97-CA84EF0918B1}"/>
                    </a:ext>
                  </a:extLst>
                </p14:cNvPr>
                <p14:cNvContentPartPr/>
                <p14:nvPr/>
              </p14:nvContentPartPr>
              <p14:xfrm>
                <a:off x="8004993" y="708055"/>
                <a:ext cx="112680" cy="114120"/>
              </p14:xfrm>
            </p:contentPart>
          </mc:Choice>
          <mc:Fallback xmlns="">
            <p:pic>
              <p:nvPicPr>
                <p:cNvPr id="97" name="Ink 96">
                  <a:extLst>
                    <a:ext uri="{FF2B5EF4-FFF2-40B4-BE49-F238E27FC236}">
                      <a16:creationId xmlns:a16="http://schemas.microsoft.com/office/drawing/2014/main" id="{E19F51F0-9A25-0868-3A97-CA84EF0918B1}"/>
                    </a:ext>
                  </a:extLst>
                </p:cNvPr>
                <p:cNvPicPr/>
                <p:nvPr/>
              </p:nvPicPr>
              <p:blipFill>
                <a:blip r:embed="rId94"/>
                <a:stretch>
                  <a:fillRect/>
                </a:stretch>
              </p:blipFill>
              <p:spPr>
                <a:xfrm>
                  <a:off x="7995993" y="699055"/>
                  <a:ext cx="13032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98" name="Ink 97">
                  <a:extLst>
                    <a:ext uri="{FF2B5EF4-FFF2-40B4-BE49-F238E27FC236}">
                      <a16:creationId xmlns:a16="http://schemas.microsoft.com/office/drawing/2014/main" id="{156785A0-FAEB-CDF8-3764-F66441A03918}"/>
                    </a:ext>
                  </a:extLst>
                </p14:cNvPr>
                <p14:cNvContentPartPr/>
                <p14:nvPr/>
              </p14:nvContentPartPr>
              <p14:xfrm>
                <a:off x="7161873" y="1366855"/>
                <a:ext cx="374760" cy="984600"/>
              </p14:xfrm>
            </p:contentPart>
          </mc:Choice>
          <mc:Fallback xmlns="">
            <p:pic>
              <p:nvPicPr>
                <p:cNvPr id="98" name="Ink 97">
                  <a:extLst>
                    <a:ext uri="{FF2B5EF4-FFF2-40B4-BE49-F238E27FC236}">
                      <a16:creationId xmlns:a16="http://schemas.microsoft.com/office/drawing/2014/main" id="{156785A0-FAEB-CDF8-3764-F66441A03918}"/>
                    </a:ext>
                  </a:extLst>
                </p:cNvPr>
                <p:cNvPicPr/>
                <p:nvPr/>
              </p:nvPicPr>
              <p:blipFill>
                <a:blip r:embed="rId96"/>
                <a:stretch>
                  <a:fillRect/>
                </a:stretch>
              </p:blipFill>
              <p:spPr>
                <a:xfrm>
                  <a:off x="7152873" y="1357855"/>
                  <a:ext cx="392400" cy="10022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99" name="Ink 98">
                  <a:extLst>
                    <a:ext uri="{FF2B5EF4-FFF2-40B4-BE49-F238E27FC236}">
                      <a16:creationId xmlns:a16="http://schemas.microsoft.com/office/drawing/2014/main" id="{8102616D-C560-3058-5D1B-E4AAE14343A1}"/>
                    </a:ext>
                  </a:extLst>
                </p14:cNvPr>
                <p14:cNvContentPartPr/>
                <p14:nvPr/>
              </p14:nvContentPartPr>
              <p14:xfrm>
                <a:off x="7277073" y="2404735"/>
                <a:ext cx="207000" cy="17640"/>
              </p14:xfrm>
            </p:contentPart>
          </mc:Choice>
          <mc:Fallback xmlns="">
            <p:pic>
              <p:nvPicPr>
                <p:cNvPr id="99" name="Ink 98">
                  <a:extLst>
                    <a:ext uri="{FF2B5EF4-FFF2-40B4-BE49-F238E27FC236}">
                      <a16:creationId xmlns:a16="http://schemas.microsoft.com/office/drawing/2014/main" id="{8102616D-C560-3058-5D1B-E4AAE14343A1}"/>
                    </a:ext>
                  </a:extLst>
                </p:cNvPr>
                <p:cNvPicPr/>
                <p:nvPr/>
              </p:nvPicPr>
              <p:blipFill>
                <a:blip r:embed="rId98"/>
                <a:stretch>
                  <a:fillRect/>
                </a:stretch>
              </p:blipFill>
              <p:spPr>
                <a:xfrm>
                  <a:off x="7268073" y="2395735"/>
                  <a:ext cx="2246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00" name="Ink 99">
                  <a:extLst>
                    <a:ext uri="{FF2B5EF4-FFF2-40B4-BE49-F238E27FC236}">
                      <a16:creationId xmlns:a16="http://schemas.microsoft.com/office/drawing/2014/main" id="{F52F1513-53FC-8DC0-DF97-398B1A945CE5}"/>
                    </a:ext>
                  </a:extLst>
                </p14:cNvPr>
                <p14:cNvContentPartPr/>
                <p14:nvPr/>
              </p14:nvContentPartPr>
              <p14:xfrm>
                <a:off x="7376073" y="2497975"/>
                <a:ext cx="65520" cy="14040"/>
              </p14:xfrm>
            </p:contentPart>
          </mc:Choice>
          <mc:Fallback xmlns="">
            <p:pic>
              <p:nvPicPr>
                <p:cNvPr id="100" name="Ink 99">
                  <a:extLst>
                    <a:ext uri="{FF2B5EF4-FFF2-40B4-BE49-F238E27FC236}">
                      <a16:creationId xmlns:a16="http://schemas.microsoft.com/office/drawing/2014/main" id="{F52F1513-53FC-8DC0-DF97-398B1A945CE5}"/>
                    </a:ext>
                  </a:extLst>
                </p:cNvPr>
                <p:cNvPicPr/>
                <p:nvPr/>
              </p:nvPicPr>
              <p:blipFill>
                <a:blip r:embed="rId100"/>
                <a:stretch>
                  <a:fillRect/>
                </a:stretch>
              </p:blipFill>
              <p:spPr>
                <a:xfrm>
                  <a:off x="7367073" y="2488975"/>
                  <a:ext cx="8316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01" name="Ink 100">
                  <a:extLst>
                    <a:ext uri="{FF2B5EF4-FFF2-40B4-BE49-F238E27FC236}">
                      <a16:creationId xmlns:a16="http://schemas.microsoft.com/office/drawing/2014/main" id="{F8C2A2E0-D8AC-259C-7676-C4648BFE8740}"/>
                    </a:ext>
                  </a:extLst>
                </p14:cNvPr>
                <p14:cNvContentPartPr/>
                <p14:nvPr/>
              </p14:nvContentPartPr>
              <p14:xfrm>
                <a:off x="7646433" y="1755655"/>
                <a:ext cx="108720" cy="177480"/>
              </p14:xfrm>
            </p:contentPart>
          </mc:Choice>
          <mc:Fallback xmlns="">
            <p:pic>
              <p:nvPicPr>
                <p:cNvPr id="101" name="Ink 100">
                  <a:extLst>
                    <a:ext uri="{FF2B5EF4-FFF2-40B4-BE49-F238E27FC236}">
                      <a16:creationId xmlns:a16="http://schemas.microsoft.com/office/drawing/2014/main" id="{F8C2A2E0-D8AC-259C-7676-C4648BFE8740}"/>
                    </a:ext>
                  </a:extLst>
                </p:cNvPr>
                <p:cNvPicPr/>
                <p:nvPr/>
              </p:nvPicPr>
              <p:blipFill>
                <a:blip r:embed="rId102"/>
                <a:stretch>
                  <a:fillRect/>
                </a:stretch>
              </p:blipFill>
              <p:spPr>
                <a:xfrm>
                  <a:off x="7637433" y="1746655"/>
                  <a:ext cx="12636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02" name="Ink 101">
                  <a:extLst>
                    <a:ext uri="{FF2B5EF4-FFF2-40B4-BE49-F238E27FC236}">
                      <a16:creationId xmlns:a16="http://schemas.microsoft.com/office/drawing/2014/main" id="{28FA395C-0012-256F-88A4-A0440C35D28B}"/>
                    </a:ext>
                  </a:extLst>
                </p14:cNvPr>
                <p14:cNvContentPartPr/>
                <p14:nvPr/>
              </p14:nvContentPartPr>
              <p14:xfrm>
                <a:off x="7836873" y="1790215"/>
                <a:ext cx="65160" cy="134280"/>
              </p14:xfrm>
            </p:contentPart>
          </mc:Choice>
          <mc:Fallback xmlns="">
            <p:pic>
              <p:nvPicPr>
                <p:cNvPr id="102" name="Ink 101">
                  <a:extLst>
                    <a:ext uri="{FF2B5EF4-FFF2-40B4-BE49-F238E27FC236}">
                      <a16:creationId xmlns:a16="http://schemas.microsoft.com/office/drawing/2014/main" id="{28FA395C-0012-256F-88A4-A0440C35D28B}"/>
                    </a:ext>
                  </a:extLst>
                </p:cNvPr>
                <p:cNvPicPr/>
                <p:nvPr/>
              </p:nvPicPr>
              <p:blipFill>
                <a:blip r:embed="rId104"/>
                <a:stretch>
                  <a:fillRect/>
                </a:stretch>
              </p:blipFill>
              <p:spPr>
                <a:xfrm>
                  <a:off x="7827873" y="1781215"/>
                  <a:ext cx="8280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03" name="Ink 102">
                  <a:extLst>
                    <a:ext uri="{FF2B5EF4-FFF2-40B4-BE49-F238E27FC236}">
                      <a16:creationId xmlns:a16="http://schemas.microsoft.com/office/drawing/2014/main" id="{586705EC-C513-1516-81F4-4A462A6CAEA7}"/>
                    </a:ext>
                  </a:extLst>
                </p14:cNvPr>
                <p14:cNvContentPartPr/>
                <p14:nvPr/>
              </p14:nvContentPartPr>
              <p14:xfrm>
                <a:off x="7911753" y="1891015"/>
                <a:ext cx="98280" cy="127440"/>
              </p14:xfrm>
            </p:contentPart>
          </mc:Choice>
          <mc:Fallback xmlns="">
            <p:pic>
              <p:nvPicPr>
                <p:cNvPr id="103" name="Ink 102">
                  <a:extLst>
                    <a:ext uri="{FF2B5EF4-FFF2-40B4-BE49-F238E27FC236}">
                      <a16:creationId xmlns:a16="http://schemas.microsoft.com/office/drawing/2014/main" id="{586705EC-C513-1516-81F4-4A462A6CAEA7}"/>
                    </a:ext>
                  </a:extLst>
                </p:cNvPr>
                <p:cNvPicPr/>
                <p:nvPr/>
              </p:nvPicPr>
              <p:blipFill>
                <a:blip r:embed="rId106"/>
                <a:stretch>
                  <a:fillRect/>
                </a:stretch>
              </p:blipFill>
              <p:spPr>
                <a:xfrm>
                  <a:off x="7902753" y="1882015"/>
                  <a:ext cx="11592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04" name="Ink 103">
                  <a:extLst>
                    <a:ext uri="{FF2B5EF4-FFF2-40B4-BE49-F238E27FC236}">
                      <a16:creationId xmlns:a16="http://schemas.microsoft.com/office/drawing/2014/main" id="{003E7808-2BCB-6999-3320-17CF89A99BA3}"/>
                    </a:ext>
                  </a:extLst>
                </p14:cNvPr>
                <p14:cNvContentPartPr/>
                <p14:nvPr/>
              </p14:nvContentPartPr>
              <p14:xfrm>
                <a:off x="8077353" y="1831615"/>
                <a:ext cx="72720" cy="5400"/>
              </p14:xfrm>
            </p:contentPart>
          </mc:Choice>
          <mc:Fallback xmlns="">
            <p:pic>
              <p:nvPicPr>
                <p:cNvPr id="104" name="Ink 103">
                  <a:extLst>
                    <a:ext uri="{FF2B5EF4-FFF2-40B4-BE49-F238E27FC236}">
                      <a16:creationId xmlns:a16="http://schemas.microsoft.com/office/drawing/2014/main" id="{003E7808-2BCB-6999-3320-17CF89A99BA3}"/>
                    </a:ext>
                  </a:extLst>
                </p:cNvPr>
                <p:cNvPicPr/>
                <p:nvPr/>
              </p:nvPicPr>
              <p:blipFill>
                <a:blip r:embed="rId108"/>
                <a:stretch>
                  <a:fillRect/>
                </a:stretch>
              </p:blipFill>
              <p:spPr>
                <a:xfrm>
                  <a:off x="8068353" y="1822615"/>
                  <a:ext cx="903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05" name="Ink 104">
                  <a:extLst>
                    <a:ext uri="{FF2B5EF4-FFF2-40B4-BE49-F238E27FC236}">
                      <a16:creationId xmlns:a16="http://schemas.microsoft.com/office/drawing/2014/main" id="{AD8F44EC-7BEE-BB58-2842-350C686B3A3A}"/>
                    </a:ext>
                  </a:extLst>
                </p14:cNvPr>
                <p14:cNvContentPartPr/>
                <p14:nvPr/>
              </p14:nvContentPartPr>
              <p14:xfrm>
                <a:off x="8078793" y="1874815"/>
                <a:ext cx="41400" cy="8280"/>
              </p14:xfrm>
            </p:contentPart>
          </mc:Choice>
          <mc:Fallback xmlns="">
            <p:pic>
              <p:nvPicPr>
                <p:cNvPr id="105" name="Ink 104">
                  <a:extLst>
                    <a:ext uri="{FF2B5EF4-FFF2-40B4-BE49-F238E27FC236}">
                      <a16:creationId xmlns:a16="http://schemas.microsoft.com/office/drawing/2014/main" id="{AD8F44EC-7BEE-BB58-2842-350C686B3A3A}"/>
                    </a:ext>
                  </a:extLst>
                </p:cNvPr>
                <p:cNvPicPr/>
                <p:nvPr/>
              </p:nvPicPr>
              <p:blipFill>
                <a:blip r:embed="rId110"/>
                <a:stretch>
                  <a:fillRect/>
                </a:stretch>
              </p:blipFill>
              <p:spPr>
                <a:xfrm>
                  <a:off x="8069793" y="1865815"/>
                  <a:ext cx="5904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06" name="Ink 105">
                  <a:extLst>
                    <a:ext uri="{FF2B5EF4-FFF2-40B4-BE49-F238E27FC236}">
                      <a16:creationId xmlns:a16="http://schemas.microsoft.com/office/drawing/2014/main" id="{0612CAF3-36E5-4F25-C1A2-85F841749309}"/>
                    </a:ext>
                  </a:extLst>
                </p14:cNvPr>
                <p14:cNvContentPartPr/>
                <p14:nvPr/>
              </p14:nvContentPartPr>
              <p14:xfrm>
                <a:off x="8267793" y="1722175"/>
                <a:ext cx="86400" cy="134280"/>
              </p14:xfrm>
            </p:contentPart>
          </mc:Choice>
          <mc:Fallback xmlns="">
            <p:pic>
              <p:nvPicPr>
                <p:cNvPr id="106" name="Ink 105">
                  <a:extLst>
                    <a:ext uri="{FF2B5EF4-FFF2-40B4-BE49-F238E27FC236}">
                      <a16:creationId xmlns:a16="http://schemas.microsoft.com/office/drawing/2014/main" id="{0612CAF3-36E5-4F25-C1A2-85F841749309}"/>
                    </a:ext>
                  </a:extLst>
                </p:cNvPr>
                <p:cNvPicPr/>
                <p:nvPr/>
              </p:nvPicPr>
              <p:blipFill>
                <a:blip r:embed="rId112"/>
                <a:stretch>
                  <a:fillRect/>
                </a:stretch>
              </p:blipFill>
              <p:spPr>
                <a:xfrm>
                  <a:off x="8258755" y="1713151"/>
                  <a:ext cx="104114" cy="151967"/>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07" name="Ink 106">
                  <a:extLst>
                    <a:ext uri="{FF2B5EF4-FFF2-40B4-BE49-F238E27FC236}">
                      <a16:creationId xmlns:a16="http://schemas.microsoft.com/office/drawing/2014/main" id="{614AD950-CFAA-E16C-23FF-9CEF45173C51}"/>
                    </a:ext>
                  </a:extLst>
                </p14:cNvPr>
                <p14:cNvContentPartPr/>
                <p14:nvPr/>
              </p14:nvContentPartPr>
              <p14:xfrm>
                <a:off x="8435913" y="1644055"/>
                <a:ext cx="163080" cy="200520"/>
              </p14:xfrm>
            </p:contentPart>
          </mc:Choice>
          <mc:Fallback xmlns="">
            <p:pic>
              <p:nvPicPr>
                <p:cNvPr id="107" name="Ink 106">
                  <a:extLst>
                    <a:ext uri="{FF2B5EF4-FFF2-40B4-BE49-F238E27FC236}">
                      <a16:creationId xmlns:a16="http://schemas.microsoft.com/office/drawing/2014/main" id="{614AD950-CFAA-E16C-23FF-9CEF45173C51}"/>
                    </a:ext>
                  </a:extLst>
                </p:cNvPr>
                <p:cNvPicPr/>
                <p:nvPr/>
              </p:nvPicPr>
              <p:blipFill>
                <a:blip r:embed="rId114"/>
                <a:stretch>
                  <a:fillRect/>
                </a:stretch>
              </p:blipFill>
              <p:spPr>
                <a:xfrm>
                  <a:off x="8426913" y="1635055"/>
                  <a:ext cx="18072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08" name="Ink 107">
                  <a:extLst>
                    <a:ext uri="{FF2B5EF4-FFF2-40B4-BE49-F238E27FC236}">
                      <a16:creationId xmlns:a16="http://schemas.microsoft.com/office/drawing/2014/main" id="{08576E4D-3D1E-8D0F-BB5B-2A5BAB573088}"/>
                    </a:ext>
                  </a:extLst>
                </p14:cNvPr>
                <p14:cNvContentPartPr/>
                <p14:nvPr/>
              </p14:nvContentPartPr>
              <p14:xfrm>
                <a:off x="8531673" y="1663855"/>
                <a:ext cx="145080" cy="156960"/>
              </p14:xfrm>
            </p:contentPart>
          </mc:Choice>
          <mc:Fallback xmlns="">
            <p:pic>
              <p:nvPicPr>
                <p:cNvPr id="108" name="Ink 107">
                  <a:extLst>
                    <a:ext uri="{FF2B5EF4-FFF2-40B4-BE49-F238E27FC236}">
                      <a16:creationId xmlns:a16="http://schemas.microsoft.com/office/drawing/2014/main" id="{08576E4D-3D1E-8D0F-BB5B-2A5BAB573088}"/>
                    </a:ext>
                  </a:extLst>
                </p:cNvPr>
                <p:cNvPicPr/>
                <p:nvPr/>
              </p:nvPicPr>
              <p:blipFill>
                <a:blip r:embed="rId116"/>
                <a:stretch>
                  <a:fillRect/>
                </a:stretch>
              </p:blipFill>
              <p:spPr>
                <a:xfrm>
                  <a:off x="8522673" y="1654855"/>
                  <a:ext cx="16272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09" name="Ink 108">
                  <a:extLst>
                    <a:ext uri="{FF2B5EF4-FFF2-40B4-BE49-F238E27FC236}">
                      <a16:creationId xmlns:a16="http://schemas.microsoft.com/office/drawing/2014/main" id="{5926212E-F9D1-3D07-5253-94ACF4AADA29}"/>
                    </a:ext>
                  </a:extLst>
                </p14:cNvPr>
                <p14:cNvContentPartPr/>
                <p14:nvPr/>
              </p14:nvContentPartPr>
              <p14:xfrm>
                <a:off x="8679273" y="1690135"/>
                <a:ext cx="69120" cy="106560"/>
              </p14:xfrm>
            </p:contentPart>
          </mc:Choice>
          <mc:Fallback xmlns="">
            <p:pic>
              <p:nvPicPr>
                <p:cNvPr id="109" name="Ink 108">
                  <a:extLst>
                    <a:ext uri="{FF2B5EF4-FFF2-40B4-BE49-F238E27FC236}">
                      <a16:creationId xmlns:a16="http://schemas.microsoft.com/office/drawing/2014/main" id="{5926212E-F9D1-3D07-5253-94ACF4AADA29}"/>
                    </a:ext>
                  </a:extLst>
                </p:cNvPr>
                <p:cNvPicPr/>
                <p:nvPr/>
              </p:nvPicPr>
              <p:blipFill>
                <a:blip r:embed="rId118"/>
                <a:stretch>
                  <a:fillRect/>
                </a:stretch>
              </p:blipFill>
              <p:spPr>
                <a:xfrm>
                  <a:off x="8670273" y="1681104"/>
                  <a:ext cx="86760" cy="12426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10" name="Ink 109">
                  <a:extLst>
                    <a:ext uri="{FF2B5EF4-FFF2-40B4-BE49-F238E27FC236}">
                      <a16:creationId xmlns:a16="http://schemas.microsoft.com/office/drawing/2014/main" id="{EBF1CF9E-06AF-8CE5-7201-EC4ADD713B70}"/>
                    </a:ext>
                  </a:extLst>
                </p14:cNvPr>
                <p14:cNvContentPartPr/>
                <p14:nvPr/>
              </p14:nvContentPartPr>
              <p14:xfrm>
                <a:off x="8768193" y="1668895"/>
                <a:ext cx="68040" cy="155520"/>
              </p14:xfrm>
            </p:contentPart>
          </mc:Choice>
          <mc:Fallback xmlns="">
            <p:pic>
              <p:nvPicPr>
                <p:cNvPr id="110" name="Ink 109">
                  <a:extLst>
                    <a:ext uri="{FF2B5EF4-FFF2-40B4-BE49-F238E27FC236}">
                      <a16:creationId xmlns:a16="http://schemas.microsoft.com/office/drawing/2014/main" id="{EBF1CF9E-06AF-8CE5-7201-EC4ADD713B70}"/>
                    </a:ext>
                  </a:extLst>
                </p:cNvPr>
                <p:cNvPicPr/>
                <p:nvPr/>
              </p:nvPicPr>
              <p:blipFill>
                <a:blip r:embed="rId120"/>
                <a:stretch>
                  <a:fillRect/>
                </a:stretch>
              </p:blipFill>
              <p:spPr>
                <a:xfrm>
                  <a:off x="8759193" y="1659895"/>
                  <a:ext cx="8568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11" name="Ink 110">
                  <a:extLst>
                    <a:ext uri="{FF2B5EF4-FFF2-40B4-BE49-F238E27FC236}">
                      <a16:creationId xmlns:a16="http://schemas.microsoft.com/office/drawing/2014/main" id="{F91FB572-CEE9-EF95-A13E-7351ADD4FAAD}"/>
                    </a:ext>
                  </a:extLst>
                </p14:cNvPr>
                <p14:cNvContentPartPr/>
                <p14:nvPr/>
              </p14:nvContentPartPr>
              <p14:xfrm>
                <a:off x="8824713" y="1669975"/>
                <a:ext cx="142920" cy="133200"/>
              </p14:xfrm>
            </p:contentPart>
          </mc:Choice>
          <mc:Fallback xmlns="">
            <p:pic>
              <p:nvPicPr>
                <p:cNvPr id="111" name="Ink 110">
                  <a:extLst>
                    <a:ext uri="{FF2B5EF4-FFF2-40B4-BE49-F238E27FC236}">
                      <a16:creationId xmlns:a16="http://schemas.microsoft.com/office/drawing/2014/main" id="{F91FB572-CEE9-EF95-A13E-7351ADD4FAAD}"/>
                    </a:ext>
                  </a:extLst>
                </p:cNvPr>
                <p:cNvPicPr/>
                <p:nvPr/>
              </p:nvPicPr>
              <p:blipFill>
                <a:blip r:embed="rId122"/>
                <a:stretch>
                  <a:fillRect/>
                </a:stretch>
              </p:blipFill>
              <p:spPr>
                <a:xfrm>
                  <a:off x="8815690" y="1660975"/>
                  <a:ext cx="160605"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12" name="Ink 111">
                  <a:extLst>
                    <a:ext uri="{FF2B5EF4-FFF2-40B4-BE49-F238E27FC236}">
                      <a16:creationId xmlns:a16="http://schemas.microsoft.com/office/drawing/2014/main" id="{E52F4E0B-E3FC-72DF-C33F-5A78CE6B7F62}"/>
                    </a:ext>
                  </a:extLst>
                </p14:cNvPr>
                <p14:cNvContentPartPr/>
                <p14:nvPr/>
              </p14:nvContentPartPr>
              <p14:xfrm>
                <a:off x="6312273" y="984895"/>
                <a:ext cx="79200" cy="129600"/>
              </p14:xfrm>
            </p:contentPart>
          </mc:Choice>
          <mc:Fallback xmlns="">
            <p:pic>
              <p:nvPicPr>
                <p:cNvPr id="112" name="Ink 111">
                  <a:extLst>
                    <a:ext uri="{FF2B5EF4-FFF2-40B4-BE49-F238E27FC236}">
                      <a16:creationId xmlns:a16="http://schemas.microsoft.com/office/drawing/2014/main" id="{E52F4E0B-E3FC-72DF-C33F-5A78CE6B7F62}"/>
                    </a:ext>
                  </a:extLst>
                </p:cNvPr>
                <p:cNvPicPr/>
                <p:nvPr/>
              </p:nvPicPr>
              <p:blipFill>
                <a:blip r:embed="rId124"/>
                <a:stretch>
                  <a:fillRect/>
                </a:stretch>
              </p:blipFill>
              <p:spPr>
                <a:xfrm>
                  <a:off x="6303273" y="975895"/>
                  <a:ext cx="9684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13" name="Ink 112">
                  <a:extLst>
                    <a:ext uri="{FF2B5EF4-FFF2-40B4-BE49-F238E27FC236}">
                      <a16:creationId xmlns:a16="http://schemas.microsoft.com/office/drawing/2014/main" id="{1E385C4E-D9B2-50C1-EB80-165295873746}"/>
                    </a:ext>
                  </a:extLst>
                </p14:cNvPr>
                <p14:cNvContentPartPr/>
                <p14:nvPr/>
              </p14:nvContentPartPr>
              <p14:xfrm>
                <a:off x="6329553" y="949615"/>
                <a:ext cx="99000" cy="25920"/>
              </p14:xfrm>
            </p:contentPart>
          </mc:Choice>
          <mc:Fallback xmlns="">
            <p:pic>
              <p:nvPicPr>
                <p:cNvPr id="113" name="Ink 112">
                  <a:extLst>
                    <a:ext uri="{FF2B5EF4-FFF2-40B4-BE49-F238E27FC236}">
                      <a16:creationId xmlns:a16="http://schemas.microsoft.com/office/drawing/2014/main" id="{1E385C4E-D9B2-50C1-EB80-165295873746}"/>
                    </a:ext>
                  </a:extLst>
                </p:cNvPr>
                <p:cNvPicPr/>
                <p:nvPr/>
              </p:nvPicPr>
              <p:blipFill>
                <a:blip r:embed="rId126"/>
                <a:stretch>
                  <a:fillRect/>
                </a:stretch>
              </p:blipFill>
              <p:spPr>
                <a:xfrm>
                  <a:off x="6320553" y="940615"/>
                  <a:ext cx="1166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14" name="Ink 113">
                  <a:extLst>
                    <a:ext uri="{FF2B5EF4-FFF2-40B4-BE49-F238E27FC236}">
                      <a16:creationId xmlns:a16="http://schemas.microsoft.com/office/drawing/2014/main" id="{7CBE9752-B1B3-AB71-AC47-4B8526570443}"/>
                    </a:ext>
                  </a:extLst>
                </p14:cNvPr>
                <p14:cNvContentPartPr/>
                <p14:nvPr/>
              </p14:nvContentPartPr>
              <p14:xfrm>
                <a:off x="5989353" y="964015"/>
                <a:ext cx="14760" cy="197280"/>
              </p14:xfrm>
            </p:contentPart>
          </mc:Choice>
          <mc:Fallback xmlns="">
            <p:pic>
              <p:nvPicPr>
                <p:cNvPr id="114" name="Ink 113">
                  <a:extLst>
                    <a:ext uri="{FF2B5EF4-FFF2-40B4-BE49-F238E27FC236}">
                      <a16:creationId xmlns:a16="http://schemas.microsoft.com/office/drawing/2014/main" id="{7CBE9752-B1B3-AB71-AC47-4B8526570443}"/>
                    </a:ext>
                  </a:extLst>
                </p:cNvPr>
                <p:cNvPicPr/>
                <p:nvPr/>
              </p:nvPicPr>
              <p:blipFill>
                <a:blip r:embed="rId128"/>
                <a:stretch>
                  <a:fillRect/>
                </a:stretch>
              </p:blipFill>
              <p:spPr>
                <a:xfrm>
                  <a:off x="5980353" y="955015"/>
                  <a:ext cx="3240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15" name="Ink 114">
                  <a:extLst>
                    <a:ext uri="{FF2B5EF4-FFF2-40B4-BE49-F238E27FC236}">
                      <a16:creationId xmlns:a16="http://schemas.microsoft.com/office/drawing/2014/main" id="{7687BAEE-EC16-3636-581D-ED66B46C3900}"/>
                    </a:ext>
                  </a:extLst>
                </p14:cNvPr>
                <p14:cNvContentPartPr/>
                <p14:nvPr/>
              </p14:nvContentPartPr>
              <p14:xfrm>
                <a:off x="5911233" y="1102975"/>
                <a:ext cx="101160" cy="84600"/>
              </p14:xfrm>
            </p:contentPart>
          </mc:Choice>
          <mc:Fallback xmlns="">
            <p:pic>
              <p:nvPicPr>
                <p:cNvPr id="115" name="Ink 114">
                  <a:extLst>
                    <a:ext uri="{FF2B5EF4-FFF2-40B4-BE49-F238E27FC236}">
                      <a16:creationId xmlns:a16="http://schemas.microsoft.com/office/drawing/2014/main" id="{7687BAEE-EC16-3636-581D-ED66B46C3900}"/>
                    </a:ext>
                  </a:extLst>
                </p:cNvPr>
                <p:cNvPicPr/>
                <p:nvPr/>
              </p:nvPicPr>
              <p:blipFill>
                <a:blip r:embed="rId130"/>
                <a:stretch>
                  <a:fillRect/>
                </a:stretch>
              </p:blipFill>
              <p:spPr>
                <a:xfrm>
                  <a:off x="5902233" y="1093975"/>
                  <a:ext cx="11880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16" name="Ink 115">
                  <a:extLst>
                    <a:ext uri="{FF2B5EF4-FFF2-40B4-BE49-F238E27FC236}">
                      <a16:creationId xmlns:a16="http://schemas.microsoft.com/office/drawing/2014/main" id="{BE2299DD-359D-8BEE-67F0-97168A087E44}"/>
                    </a:ext>
                  </a:extLst>
                </p14:cNvPr>
                <p14:cNvContentPartPr/>
                <p14:nvPr/>
              </p14:nvContentPartPr>
              <p14:xfrm>
                <a:off x="6149553" y="1351735"/>
                <a:ext cx="81360" cy="47160"/>
              </p14:xfrm>
            </p:contentPart>
          </mc:Choice>
          <mc:Fallback xmlns="">
            <p:pic>
              <p:nvPicPr>
                <p:cNvPr id="116" name="Ink 115">
                  <a:extLst>
                    <a:ext uri="{FF2B5EF4-FFF2-40B4-BE49-F238E27FC236}">
                      <a16:creationId xmlns:a16="http://schemas.microsoft.com/office/drawing/2014/main" id="{BE2299DD-359D-8BEE-67F0-97168A087E44}"/>
                    </a:ext>
                  </a:extLst>
                </p:cNvPr>
                <p:cNvPicPr/>
                <p:nvPr/>
              </p:nvPicPr>
              <p:blipFill>
                <a:blip r:embed="rId132"/>
                <a:stretch>
                  <a:fillRect/>
                </a:stretch>
              </p:blipFill>
              <p:spPr>
                <a:xfrm>
                  <a:off x="6140553" y="1342735"/>
                  <a:ext cx="9900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17" name="Ink 116">
                  <a:extLst>
                    <a:ext uri="{FF2B5EF4-FFF2-40B4-BE49-F238E27FC236}">
                      <a16:creationId xmlns:a16="http://schemas.microsoft.com/office/drawing/2014/main" id="{30301764-0543-B28F-6DAA-9AF121E38B3F}"/>
                    </a:ext>
                  </a:extLst>
                </p14:cNvPr>
                <p14:cNvContentPartPr/>
                <p14:nvPr/>
              </p14:nvContentPartPr>
              <p14:xfrm>
                <a:off x="5927073" y="1371535"/>
                <a:ext cx="87840" cy="90360"/>
              </p14:xfrm>
            </p:contentPart>
          </mc:Choice>
          <mc:Fallback xmlns="">
            <p:pic>
              <p:nvPicPr>
                <p:cNvPr id="117" name="Ink 116">
                  <a:extLst>
                    <a:ext uri="{FF2B5EF4-FFF2-40B4-BE49-F238E27FC236}">
                      <a16:creationId xmlns:a16="http://schemas.microsoft.com/office/drawing/2014/main" id="{30301764-0543-B28F-6DAA-9AF121E38B3F}"/>
                    </a:ext>
                  </a:extLst>
                </p:cNvPr>
                <p:cNvPicPr/>
                <p:nvPr/>
              </p:nvPicPr>
              <p:blipFill>
                <a:blip r:embed="rId134"/>
                <a:stretch>
                  <a:fillRect/>
                </a:stretch>
              </p:blipFill>
              <p:spPr>
                <a:xfrm>
                  <a:off x="5918073" y="1362535"/>
                  <a:ext cx="10548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18" name="Ink 117">
                  <a:extLst>
                    <a:ext uri="{FF2B5EF4-FFF2-40B4-BE49-F238E27FC236}">
                      <a16:creationId xmlns:a16="http://schemas.microsoft.com/office/drawing/2014/main" id="{FB73642C-7034-38CA-5DA6-7461D5860169}"/>
                    </a:ext>
                  </a:extLst>
                </p14:cNvPr>
                <p14:cNvContentPartPr/>
                <p14:nvPr/>
              </p14:nvContentPartPr>
              <p14:xfrm>
                <a:off x="6046233" y="1360735"/>
                <a:ext cx="7560" cy="110520"/>
              </p14:xfrm>
            </p:contentPart>
          </mc:Choice>
          <mc:Fallback xmlns="">
            <p:pic>
              <p:nvPicPr>
                <p:cNvPr id="118" name="Ink 117">
                  <a:extLst>
                    <a:ext uri="{FF2B5EF4-FFF2-40B4-BE49-F238E27FC236}">
                      <a16:creationId xmlns:a16="http://schemas.microsoft.com/office/drawing/2014/main" id="{FB73642C-7034-38CA-5DA6-7461D5860169}"/>
                    </a:ext>
                  </a:extLst>
                </p:cNvPr>
                <p:cNvPicPr/>
                <p:nvPr/>
              </p:nvPicPr>
              <p:blipFill>
                <a:blip r:embed="rId136"/>
                <a:stretch>
                  <a:fillRect/>
                </a:stretch>
              </p:blipFill>
              <p:spPr>
                <a:xfrm>
                  <a:off x="6037233" y="1351735"/>
                  <a:ext cx="2520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19" name="Ink 118">
                  <a:extLst>
                    <a:ext uri="{FF2B5EF4-FFF2-40B4-BE49-F238E27FC236}">
                      <a16:creationId xmlns:a16="http://schemas.microsoft.com/office/drawing/2014/main" id="{672517F8-5C89-A005-96FD-A5B7F72D4B62}"/>
                    </a:ext>
                  </a:extLst>
                </p14:cNvPr>
                <p14:cNvContentPartPr/>
                <p14:nvPr/>
              </p14:nvContentPartPr>
              <p14:xfrm>
                <a:off x="7190673" y="580975"/>
                <a:ext cx="177120" cy="487440"/>
              </p14:xfrm>
            </p:contentPart>
          </mc:Choice>
          <mc:Fallback xmlns="">
            <p:pic>
              <p:nvPicPr>
                <p:cNvPr id="119" name="Ink 118">
                  <a:extLst>
                    <a:ext uri="{FF2B5EF4-FFF2-40B4-BE49-F238E27FC236}">
                      <a16:creationId xmlns:a16="http://schemas.microsoft.com/office/drawing/2014/main" id="{672517F8-5C89-A005-96FD-A5B7F72D4B62}"/>
                    </a:ext>
                  </a:extLst>
                </p:cNvPr>
                <p:cNvPicPr/>
                <p:nvPr/>
              </p:nvPicPr>
              <p:blipFill>
                <a:blip r:embed="rId138"/>
                <a:stretch>
                  <a:fillRect/>
                </a:stretch>
              </p:blipFill>
              <p:spPr>
                <a:xfrm>
                  <a:off x="7181691" y="571975"/>
                  <a:ext cx="194724" cy="5050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20" name="Ink 119">
                  <a:extLst>
                    <a:ext uri="{FF2B5EF4-FFF2-40B4-BE49-F238E27FC236}">
                      <a16:creationId xmlns:a16="http://schemas.microsoft.com/office/drawing/2014/main" id="{77F3F4C5-5577-A792-0CFE-5C93D1A8F48B}"/>
                    </a:ext>
                  </a:extLst>
                </p14:cNvPr>
                <p14:cNvContentPartPr/>
                <p14:nvPr/>
              </p14:nvContentPartPr>
              <p14:xfrm>
                <a:off x="7207233" y="577735"/>
                <a:ext cx="182160" cy="92520"/>
              </p14:xfrm>
            </p:contentPart>
          </mc:Choice>
          <mc:Fallback xmlns="">
            <p:pic>
              <p:nvPicPr>
                <p:cNvPr id="120" name="Ink 119">
                  <a:extLst>
                    <a:ext uri="{FF2B5EF4-FFF2-40B4-BE49-F238E27FC236}">
                      <a16:creationId xmlns:a16="http://schemas.microsoft.com/office/drawing/2014/main" id="{77F3F4C5-5577-A792-0CFE-5C93D1A8F48B}"/>
                    </a:ext>
                  </a:extLst>
                </p:cNvPr>
                <p:cNvPicPr/>
                <p:nvPr/>
              </p:nvPicPr>
              <p:blipFill>
                <a:blip r:embed="rId140"/>
                <a:stretch>
                  <a:fillRect/>
                </a:stretch>
              </p:blipFill>
              <p:spPr>
                <a:xfrm>
                  <a:off x="7198233" y="568735"/>
                  <a:ext cx="19980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21" name="Ink 120">
                  <a:extLst>
                    <a:ext uri="{FF2B5EF4-FFF2-40B4-BE49-F238E27FC236}">
                      <a16:creationId xmlns:a16="http://schemas.microsoft.com/office/drawing/2014/main" id="{F3FCE5B0-1690-BF1B-420F-BFD59033A2B1}"/>
                    </a:ext>
                  </a:extLst>
                </p14:cNvPr>
                <p14:cNvContentPartPr/>
                <p14:nvPr/>
              </p14:nvContentPartPr>
              <p14:xfrm>
                <a:off x="7333953" y="960055"/>
                <a:ext cx="28080" cy="36000"/>
              </p14:xfrm>
            </p:contentPart>
          </mc:Choice>
          <mc:Fallback xmlns="">
            <p:pic>
              <p:nvPicPr>
                <p:cNvPr id="121" name="Ink 120">
                  <a:extLst>
                    <a:ext uri="{FF2B5EF4-FFF2-40B4-BE49-F238E27FC236}">
                      <a16:creationId xmlns:a16="http://schemas.microsoft.com/office/drawing/2014/main" id="{F3FCE5B0-1690-BF1B-420F-BFD59033A2B1}"/>
                    </a:ext>
                  </a:extLst>
                </p:cNvPr>
                <p:cNvPicPr/>
                <p:nvPr/>
              </p:nvPicPr>
              <p:blipFill>
                <a:blip r:embed="rId142"/>
                <a:stretch>
                  <a:fillRect/>
                </a:stretch>
              </p:blipFill>
              <p:spPr>
                <a:xfrm>
                  <a:off x="7324953" y="951055"/>
                  <a:ext cx="4572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22" name="Ink 121">
                  <a:extLst>
                    <a:ext uri="{FF2B5EF4-FFF2-40B4-BE49-F238E27FC236}">
                      <a16:creationId xmlns:a16="http://schemas.microsoft.com/office/drawing/2014/main" id="{23629EDF-4B25-0D81-0911-35C0C3FB8AA8}"/>
                    </a:ext>
                  </a:extLst>
                </p14:cNvPr>
                <p14:cNvContentPartPr/>
                <p14:nvPr/>
              </p14:nvContentPartPr>
              <p14:xfrm>
                <a:off x="7410633" y="973375"/>
                <a:ext cx="96840" cy="135360"/>
              </p14:xfrm>
            </p:contentPart>
          </mc:Choice>
          <mc:Fallback xmlns="">
            <p:pic>
              <p:nvPicPr>
                <p:cNvPr id="122" name="Ink 121">
                  <a:extLst>
                    <a:ext uri="{FF2B5EF4-FFF2-40B4-BE49-F238E27FC236}">
                      <a16:creationId xmlns:a16="http://schemas.microsoft.com/office/drawing/2014/main" id="{23629EDF-4B25-0D81-0911-35C0C3FB8AA8}"/>
                    </a:ext>
                  </a:extLst>
                </p:cNvPr>
                <p:cNvPicPr/>
                <p:nvPr/>
              </p:nvPicPr>
              <p:blipFill>
                <a:blip r:embed="rId144"/>
                <a:stretch>
                  <a:fillRect/>
                </a:stretch>
              </p:blipFill>
              <p:spPr>
                <a:xfrm>
                  <a:off x="7401633" y="964375"/>
                  <a:ext cx="11448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23" name="Ink 122">
                  <a:extLst>
                    <a:ext uri="{FF2B5EF4-FFF2-40B4-BE49-F238E27FC236}">
                      <a16:creationId xmlns:a16="http://schemas.microsoft.com/office/drawing/2014/main" id="{2D1E5EB0-6424-34C1-228C-6ED4945DC081}"/>
                    </a:ext>
                  </a:extLst>
                </p14:cNvPr>
                <p14:cNvContentPartPr/>
                <p14:nvPr/>
              </p14:nvContentPartPr>
              <p14:xfrm>
                <a:off x="7419993" y="1066615"/>
                <a:ext cx="87480" cy="10440"/>
              </p14:xfrm>
            </p:contentPart>
          </mc:Choice>
          <mc:Fallback xmlns="">
            <p:pic>
              <p:nvPicPr>
                <p:cNvPr id="123" name="Ink 122">
                  <a:extLst>
                    <a:ext uri="{FF2B5EF4-FFF2-40B4-BE49-F238E27FC236}">
                      <a16:creationId xmlns:a16="http://schemas.microsoft.com/office/drawing/2014/main" id="{2D1E5EB0-6424-34C1-228C-6ED4945DC081}"/>
                    </a:ext>
                  </a:extLst>
                </p:cNvPr>
                <p:cNvPicPr/>
                <p:nvPr/>
              </p:nvPicPr>
              <p:blipFill>
                <a:blip r:embed="rId146"/>
                <a:stretch>
                  <a:fillRect/>
                </a:stretch>
              </p:blipFill>
              <p:spPr>
                <a:xfrm>
                  <a:off x="7410993" y="1057615"/>
                  <a:ext cx="1051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24" name="Ink 123">
                  <a:extLst>
                    <a:ext uri="{FF2B5EF4-FFF2-40B4-BE49-F238E27FC236}">
                      <a16:creationId xmlns:a16="http://schemas.microsoft.com/office/drawing/2014/main" id="{7EF238B4-49F9-92DE-384C-A12F855745D5}"/>
                    </a:ext>
                  </a:extLst>
                </p14:cNvPr>
                <p14:cNvContentPartPr/>
                <p14:nvPr/>
              </p14:nvContentPartPr>
              <p14:xfrm>
                <a:off x="7387233" y="965095"/>
                <a:ext cx="131040" cy="36000"/>
              </p14:xfrm>
            </p:contentPart>
          </mc:Choice>
          <mc:Fallback xmlns="">
            <p:pic>
              <p:nvPicPr>
                <p:cNvPr id="124" name="Ink 123">
                  <a:extLst>
                    <a:ext uri="{FF2B5EF4-FFF2-40B4-BE49-F238E27FC236}">
                      <a16:creationId xmlns:a16="http://schemas.microsoft.com/office/drawing/2014/main" id="{7EF238B4-49F9-92DE-384C-A12F855745D5}"/>
                    </a:ext>
                  </a:extLst>
                </p:cNvPr>
                <p:cNvPicPr/>
                <p:nvPr/>
              </p:nvPicPr>
              <p:blipFill>
                <a:blip r:embed="rId148"/>
                <a:stretch>
                  <a:fillRect/>
                </a:stretch>
              </p:blipFill>
              <p:spPr>
                <a:xfrm>
                  <a:off x="7378233" y="956095"/>
                  <a:ext cx="14868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25" name="Ink 124">
                  <a:extLst>
                    <a:ext uri="{FF2B5EF4-FFF2-40B4-BE49-F238E27FC236}">
                      <a16:creationId xmlns:a16="http://schemas.microsoft.com/office/drawing/2014/main" id="{7F01104D-8D77-5660-0F6E-F6D1FA9A6730}"/>
                    </a:ext>
                  </a:extLst>
                </p14:cNvPr>
                <p14:cNvContentPartPr/>
                <p14:nvPr/>
              </p14:nvContentPartPr>
              <p14:xfrm>
                <a:off x="7534833" y="1022335"/>
                <a:ext cx="116640" cy="105840"/>
              </p14:xfrm>
            </p:contentPart>
          </mc:Choice>
          <mc:Fallback xmlns="">
            <p:pic>
              <p:nvPicPr>
                <p:cNvPr id="125" name="Ink 124">
                  <a:extLst>
                    <a:ext uri="{FF2B5EF4-FFF2-40B4-BE49-F238E27FC236}">
                      <a16:creationId xmlns:a16="http://schemas.microsoft.com/office/drawing/2014/main" id="{7F01104D-8D77-5660-0F6E-F6D1FA9A6730}"/>
                    </a:ext>
                  </a:extLst>
                </p:cNvPr>
                <p:cNvPicPr/>
                <p:nvPr/>
              </p:nvPicPr>
              <p:blipFill>
                <a:blip r:embed="rId150"/>
                <a:stretch>
                  <a:fillRect/>
                </a:stretch>
              </p:blipFill>
              <p:spPr>
                <a:xfrm>
                  <a:off x="7525833" y="1013335"/>
                  <a:ext cx="134280" cy="123480"/>
                </a:xfrm>
                <a:prstGeom prst="rect">
                  <a:avLst/>
                </a:prstGeom>
              </p:spPr>
            </p:pic>
          </mc:Fallback>
        </mc:AlternateContent>
      </p:grpSp>
      <p:grpSp>
        <p:nvGrpSpPr>
          <p:cNvPr id="126" name="Group 125">
            <a:extLst>
              <a:ext uri="{FF2B5EF4-FFF2-40B4-BE49-F238E27FC236}">
                <a16:creationId xmlns:a16="http://schemas.microsoft.com/office/drawing/2014/main" id="{DFD2CE5A-FA07-5FB3-15F2-8F1452F260CC}"/>
              </a:ext>
            </a:extLst>
          </p:cNvPr>
          <p:cNvGrpSpPr/>
          <p:nvPr/>
        </p:nvGrpSpPr>
        <p:grpSpPr>
          <a:xfrm>
            <a:off x="10331632" y="2149492"/>
            <a:ext cx="411120" cy="164880"/>
            <a:chOff x="7403793" y="1410938"/>
            <a:chExt cx="411120" cy="164880"/>
          </a:xfrm>
        </p:grpSpPr>
        <mc:AlternateContent xmlns:mc="http://schemas.openxmlformats.org/markup-compatibility/2006" xmlns:p14="http://schemas.microsoft.com/office/powerpoint/2010/main">
          <mc:Choice Requires="p14">
            <p:contentPart p14:bwMode="auto" r:id="rId151">
              <p14:nvContentPartPr>
                <p14:cNvPr id="127" name="Ink 126">
                  <a:extLst>
                    <a:ext uri="{FF2B5EF4-FFF2-40B4-BE49-F238E27FC236}">
                      <a16:creationId xmlns:a16="http://schemas.microsoft.com/office/drawing/2014/main" id="{C0815647-BE91-E136-FF3A-3704838B012C}"/>
                    </a:ext>
                  </a:extLst>
                </p14:cNvPr>
                <p14:cNvContentPartPr/>
                <p14:nvPr/>
              </p14:nvContentPartPr>
              <p14:xfrm>
                <a:off x="7403793" y="1547018"/>
                <a:ext cx="66600" cy="28800"/>
              </p14:xfrm>
            </p:contentPart>
          </mc:Choice>
          <mc:Fallback xmlns="">
            <p:pic>
              <p:nvPicPr>
                <p:cNvPr id="127" name="Ink 126">
                  <a:extLst>
                    <a:ext uri="{FF2B5EF4-FFF2-40B4-BE49-F238E27FC236}">
                      <a16:creationId xmlns:a16="http://schemas.microsoft.com/office/drawing/2014/main" id="{C0815647-BE91-E136-FF3A-3704838B012C}"/>
                    </a:ext>
                  </a:extLst>
                </p:cNvPr>
                <p:cNvPicPr/>
                <p:nvPr/>
              </p:nvPicPr>
              <p:blipFill>
                <a:blip r:embed="rId152"/>
                <a:stretch>
                  <a:fillRect/>
                </a:stretch>
              </p:blipFill>
              <p:spPr>
                <a:xfrm>
                  <a:off x="7394793" y="1538018"/>
                  <a:ext cx="842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28" name="Ink 127">
                  <a:extLst>
                    <a:ext uri="{FF2B5EF4-FFF2-40B4-BE49-F238E27FC236}">
                      <a16:creationId xmlns:a16="http://schemas.microsoft.com/office/drawing/2014/main" id="{311BCBC3-372C-AD01-DC62-F2412A754A8A}"/>
                    </a:ext>
                  </a:extLst>
                </p14:cNvPr>
                <p14:cNvContentPartPr/>
                <p14:nvPr/>
              </p14:nvContentPartPr>
              <p14:xfrm>
                <a:off x="7511073" y="1410938"/>
                <a:ext cx="131400" cy="133920"/>
              </p14:xfrm>
            </p:contentPart>
          </mc:Choice>
          <mc:Fallback xmlns="">
            <p:pic>
              <p:nvPicPr>
                <p:cNvPr id="128" name="Ink 127">
                  <a:extLst>
                    <a:ext uri="{FF2B5EF4-FFF2-40B4-BE49-F238E27FC236}">
                      <a16:creationId xmlns:a16="http://schemas.microsoft.com/office/drawing/2014/main" id="{311BCBC3-372C-AD01-DC62-F2412A754A8A}"/>
                    </a:ext>
                  </a:extLst>
                </p:cNvPr>
                <p:cNvPicPr/>
                <p:nvPr/>
              </p:nvPicPr>
              <p:blipFill>
                <a:blip r:embed="rId154"/>
                <a:stretch>
                  <a:fillRect/>
                </a:stretch>
              </p:blipFill>
              <p:spPr>
                <a:xfrm>
                  <a:off x="7502098" y="1401938"/>
                  <a:ext cx="148992"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29" name="Ink 128">
                  <a:extLst>
                    <a:ext uri="{FF2B5EF4-FFF2-40B4-BE49-F238E27FC236}">
                      <a16:creationId xmlns:a16="http://schemas.microsoft.com/office/drawing/2014/main" id="{939CF485-7C54-7464-0100-0C8527423DEF}"/>
                    </a:ext>
                  </a:extLst>
                </p14:cNvPr>
                <p14:cNvContentPartPr/>
                <p14:nvPr/>
              </p14:nvContentPartPr>
              <p14:xfrm>
                <a:off x="7642113" y="1464218"/>
                <a:ext cx="172800" cy="65520"/>
              </p14:xfrm>
            </p:contentPart>
          </mc:Choice>
          <mc:Fallback xmlns="">
            <p:pic>
              <p:nvPicPr>
                <p:cNvPr id="129" name="Ink 128">
                  <a:extLst>
                    <a:ext uri="{FF2B5EF4-FFF2-40B4-BE49-F238E27FC236}">
                      <a16:creationId xmlns:a16="http://schemas.microsoft.com/office/drawing/2014/main" id="{939CF485-7C54-7464-0100-0C8527423DEF}"/>
                    </a:ext>
                  </a:extLst>
                </p:cNvPr>
                <p:cNvPicPr/>
                <p:nvPr/>
              </p:nvPicPr>
              <p:blipFill>
                <a:blip r:embed="rId156"/>
                <a:stretch>
                  <a:fillRect/>
                </a:stretch>
              </p:blipFill>
              <p:spPr>
                <a:xfrm>
                  <a:off x="7633094" y="1455218"/>
                  <a:ext cx="190477" cy="83160"/>
                </a:xfrm>
                <a:prstGeom prst="rect">
                  <a:avLst/>
                </a:prstGeom>
              </p:spPr>
            </p:pic>
          </mc:Fallback>
        </mc:AlternateContent>
      </p:grpSp>
      <p:grpSp>
        <p:nvGrpSpPr>
          <p:cNvPr id="130" name="Group 129">
            <a:extLst>
              <a:ext uri="{FF2B5EF4-FFF2-40B4-BE49-F238E27FC236}">
                <a16:creationId xmlns:a16="http://schemas.microsoft.com/office/drawing/2014/main" id="{11DD8316-9716-E8A6-52C2-66DBECDF95EC}"/>
              </a:ext>
            </a:extLst>
          </p:cNvPr>
          <p:cNvGrpSpPr/>
          <p:nvPr/>
        </p:nvGrpSpPr>
        <p:grpSpPr>
          <a:xfrm>
            <a:off x="9856432" y="2238969"/>
            <a:ext cx="389160" cy="536400"/>
            <a:chOff x="6928593" y="1500415"/>
            <a:chExt cx="389160" cy="536400"/>
          </a:xfrm>
        </p:grpSpPr>
        <mc:AlternateContent xmlns:mc="http://schemas.openxmlformats.org/markup-compatibility/2006" xmlns:p14="http://schemas.microsoft.com/office/powerpoint/2010/main">
          <mc:Choice Requires="p14">
            <p:contentPart p14:bwMode="auto" r:id="rId157">
              <p14:nvContentPartPr>
                <p14:cNvPr id="131" name="Ink 130">
                  <a:extLst>
                    <a:ext uri="{FF2B5EF4-FFF2-40B4-BE49-F238E27FC236}">
                      <a16:creationId xmlns:a16="http://schemas.microsoft.com/office/drawing/2014/main" id="{A656B486-08BD-B794-6B7D-277FD88B2478}"/>
                    </a:ext>
                  </a:extLst>
                </p14:cNvPr>
                <p14:cNvContentPartPr/>
                <p14:nvPr/>
              </p14:nvContentPartPr>
              <p14:xfrm>
                <a:off x="7257993" y="1500415"/>
                <a:ext cx="25920" cy="186120"/>
              </p14:xfrm>
            </p:contentPart>
          </mc:Choice>
          <mc:Fallback xmlns="">
            <p:pic>
              <p:nvPicPr>
                <p:cNvPr id="131" name="Ink 130">
                  <a:extLst>
                    <a:ext uri="{FF2B5EF4-FFF2-40B4-BE49-F238E27FC236}">
                      <a16:creationId xmlns:a16="http://schemas.microsoft.com/office/drawing/2014/main" id="{A656B486-08BD-B794-6B7D-277FD88B2478}"/>
                    </a:ext>
                  </a:extLst>
                </p:cNvPr>
                <p:cNvPicPr/>
                <p:nvPr/>
              </p:nvPicPr>
              <p:blipFill>
                <a:blip r:embed="rId158"/>
                <a:stretch>
                  <a:fillRect/>
                </a:stretch>
              </p:blipFill>
              <p:spPr>
                <a:xfrm>
                  <a:off x="7248993" y="1491398"/>
                  <a:ext cx="43560" cy="203794"/>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32" name="Ink 131">
                  <a:extLst>
                    <a:ext uri="{FF2B5EF4-FFF2-40B4-BE49-F238E27FC236}">
                      <a16:creationId xmlns:a16="http://schemas.microsoft.com/office/drawing/2014/main" id="{DDC2910B-5335-F39B-4767-5B075E4DF124}"/>
                    </a:ext>
                  </a:extLst>
                </p14:cNvPr>
                <p14:cNvContentPartPr/>
                <p14:nvPr/>
              </p14:nvContentPartPr>
              <p14:xfrm>
                <a:off x="7185633" y="1645135"/>
                <a:ext cx="132120" cy="101880"/>
              </p14:xfrm>
            </p:contentPart>
          </mc:Choice>
          <mc:Fallback xmlns="">
            <p:pic>
              <p:nvPicPr>
                <p:cNvPr id="132" name="Ink 131">
                  <a:extLst>
                    <a:ext uri="{FF2B5EF4-FFF2-40B4-BE49-F238E27FC236}">
                      <a16:creationId xmlns:a16="http://schemas.microsoft.com/office/drawing/2014/main" id="{DDC2910B-5335-F39B-4767-5B075E4DF124}"/>
                    </a:ext>
                  </a:extLst>
                </p:cNvPr>
                <p:cNvPicPr/>
                <p:nvPr/>
              </p:nvPicPr>
              <p:blipFill>
                <a:blip r:embed="rId160"/>
                <a:stretch>
                  <a:fillRect/>
                </a:stretch>
              </p:blipFill>
              <p:spPr>
                <a:xfrm>
                  <a:off x="7176633" y="1636135"/>
                  <a:ext cx="14976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33" name="Ink 132">
                  <a:extLst>
                    <a:ext uri="{FF2B5EF4-FFF2-40B4-BE49-F238E27FC236}">
                      <a16:creationId xmlns:a16="http://schemas.microsoft.com/office/drawing/2014/main" id="{47CBE134-4475-E105-B6A4-860A7D9E1EFE}"/>
                    </a:ext>
                  </a:extLst>
                </p14:cNvPr>
                <p14:cNvContentPartPr/>
                <p14:nvPr/>
              </p14:nvContentPartPr>
              <p14:xfrm>
                <a:off x="6946593" y="1729375"/>
                <a:ext cx="101160" cy="203760"/>
              </p14:xfrm>
            </p:contentPart>
          </mc:Choice>
          <mc:Fallback xmlns="">
            <p:pic>
              <p:nvPicPr>
                <p:cNvPr id="133" name="Ink 132">
                  <a:extLst>
                    <a:ext uri="{FF2B5EF4-FFF2-40B4-BE49-F238E27FC236}">
                      <a16:creationId xmlns:a16="http://schemas.microsoft.com/office/drawing/2014/main" id="{47CBE134-4475-E105-B6A4-860A7D9E1EFE}"/>
                    </a:ext>
                  </a:extLst>
                </p:cNvPr>
                <p:cNvPicPr/>
                <p:nvPr/>
              </p:nvPicPr>
              <p:blipFill>
                <a:blip r:embed="rId162"/>
                <a:stretch>
                  <a:fillRect/>
                </a:stretch>
              </p:blipFill>
              <p:spPr>
                <a:xfrm>
                  <a:off x="6937593" y="1720375"/>
                  <a:ext cx="11880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34" name="Ink 133">
                  <a:extLst>
                    <a:ext uri="{FF2B5EF4-FFF2-40B4-BE49-F238E27FC236}">
                      <a16:creationId xmlns:a16="http://schemas.microsoft.com/office/drawing/2014/main" id="{5F9728AF-82F7-5DD6-1337-B24498019455}"/>
                    </a:ext>
                  </a:extLst>
                </p14:cNvPr>
                <p14:cNvContentPartPr/>
                <p14:nvPr/>
              </p14:nvContentPartPr>
              <p14:xfrm>
                <a:off x="6928593" y="1752055"/>
                <a:ext cx="109440" cy="70560"/>
              </p14:xfrm>
            </p:contentPart>
          </mc:Choice>
          <mc:Fallback xmlns="">
            <p:pic>
              <p:nvPicPr>
                <p:cNvPr id="134" name="Ink 133">
                  <a:extLst>
                    <a:ext uri="{FF2B5EF4-FFF2-40B4-BE49-F238E27FC236}">
                      <a16:creationId xmlns:a16="http://schemas.microsoft.com/office/drawing/2014/main" id="{5F9728AF-82F7-5DD6-1337-B24498019455}"/>
                    </a:ext>
                  </a:extLst>
                </p:cNvPr>
                <p:cNvPicPr/>
                <p:nvPr/>
              </p:nvPicPr>
              <p:blipFill>
                <a:blip r:embed="rId164"/>
                <a:stretch>
                  <a:fillRect/>
                </a:stretch>
              </p:blipFill>
              <p:spPr>
                <a:xfrm>
                  <a:off x="6919563" y="1743055"/>
                  <a:ext cx="127138"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35" name="Ink 134">
                  <a:extLst>
                    <a:ext uri="{FF2B5EF4-FFF2-40B4-BE49-F238E27FC236}">
                      <a16:creationId xmlns:a16="http://schemas.microsoft.com/office/drawing/2014/main" id="{7801862E-25FD-71B9-DF00-5104FDD9D0D9}"/>
                    </a:ext>
                  </a:extLst>
                </p14:cNvPr>
                <p14:cNvContentPartPr/>
                <p14:nvPr/>
              </p14:nvContentPartPr>
              <p14:xfrm>
                <a:off x="7047753" y="1864735"/>
                <a:ext cx="97200" cy="126000"/>
              </p14:xfrm>
            </p:contentPart>
          </mc:Choice>
          <mc:Fallback xmlns="">
            <p:pic>
              <p:nvPicPr>
                <p:cNvPr id="135" name="Ink 134">
                  <a:extLst>
                    <a:ext uri="{FF2B5EF4-FFF2-40B4-BE49-F238E27FC236}">
                      <a16:creationId xmlns:a16="http://schemas.microsoft.com/office/drawing/2014/main" id="{7801862E-25FD-71B9-DF00-5104FDD9D0D9}"/>
                    </a:ext>
                  </a:extLst>
                </p:cNvPr>
                <p:cNvPicPr/>
                <p:nvPr/>
              </p:nvPicPr>
              <p:blipFill>
                <a:blip r:embed="rId166"/>
                <a:stretch>
                  <a:fillRect/>
                </a:stretch>
              </p:blipFill>
              <p:spPr>
                <a:xfrm>
                  <a:off x="7038720" y="1855735"/>
                  <a:ext cx="114906"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36" name="Ink 135">
                  <a:extLst>
                    <a:ext uri="{FF2B5EF4-FFF2-40B4-BE49-F238E27FC236}">
                      <a16:creationId xmlns:a16="http://schemas.microsoft.com/office/drawing/2014/main" id="{89DB8FAF-8CAF-153C-9C6E-9203A9053A80}"/>
                    </a:ext>
                  </a:extLst>
                </p14:cNvPr>
                <p14:cNvContentPartPr/>
                <p14:nvPr/>
              </p14:nvContentPartPr>
              <p14:xfrm>
                <a:off x="7159713" y="1898935"/>
                <a:ext cx="95760" cy="137880"/>
              </p14:xfrm>
            </p:contentPart>
          </mc:Choice>
          <mc:Fallback xmlns="">
            <p:pic>
              <p:nvPicPr>
                <p:cNvPr id="136" name="Ink 135">
                  <a:extLst>
                    <a:ext uri="{FF2B5EF4-FFF2-40B4-BE49-F238E27FC236}">
                      <a16:creationId xmlns:a16="http://schemas.microsoft.com/office/drawing/2014/main" id="{89DB8FAF-8CAF-153C-9C6E-9203A9053A80}"/>
                    </a:ext>
                  </a:extLst>
                </p:cNvPr>
                <p:cNvPicPr/>
                <p:nvPr/>
              </p:nvPicPr>
              <p:blipFill>
                <a:blip r:embed="rId168"/>
                <a:stretch>
                  <a:fillRect/>
                </a:stretch>
              </p:blipFill>
              <p:spPr>
                <a:xfrm>
                  <a:off x="7150747" y="1889935"/>
                  <a:ext cx="113334" cy="155520"/>
                </a:xfrm>
                <a:prstGeom prst="rect">
                  <a:avLst/>
                </a:prstGeom>
              </p:spPr>
            </p:pic>
          </mc:Fallback>
        </mc:AlternateContent>
      </p:grpSp>
      <p:grpSp>
        <p:nvGrpSpPr>
          <p:cNvPr id="137" name="Group 136">
            <a:extLst>
              <a:ext uri="{FF2B5EF4-FFF2-40B4-BE49-F238E27FC236}">
                <a16:creationId xmlns:a16="http://schemas.microsoft.com/office/drawing/2014/main" id="{6320B7E0-FF19-2877-12EB-96F0A906ACC5}"/>
              </a:ext>
            </a:extLst>
          </p:cNvPr>
          <p:cNvGrpSpPr/>
          <p:nvPr/>
        </p:nvGrpSpPr>
        <p:grpSpPr>
          <a:xfrm>
            <a:off x="9809632" y="1425369"/>
            <a:ext cx="447840" cy="674280"/>
            <a:chOff x="6881793" y="686815"/>
            <a:chExt cx="447840" cy="674280"/>
          </a:xfrm>
        </p:grpSpPr>
        <mc:AlternateContent xmlns:mc="http://schemas.openxmlformats.org/markup-compatibility/2006" xmlns:p14="http://schemas.microsoft.com/office/powerpoint/2010/main">
          <mc:Choice Requires="p14">
            <p:contentPart p14:bwMode="auto" r:id="rId169">
              <p14:nvContentPartPr>
                <p14:cNvPr id="138" name="Ink 137">
                  <a:extLst>
                    <a:ext uri="{FF2B5EF4-FFF2-40B4-BE49-F238E27FC236}">
                      <a16:creationId xmlns:a16="http://schemas.microsoft.com/office/drawing/2014/main" id="{1DDBC855-A630-210B-D68F-D5ED5A45AAB3}"/>
                    </a:ext>
                  </a:extLst>
                </p14:cNvPr>
                <p14:cNvContentPartPr/>
                <p14:nvPr/>
              </p14:nvContentPartPr>
              <p14:xfrm>
                <a:off x="7166193" y="686815"/>
                <a:ext cx="18720" cy="166320"/>
              </p14:xfrm>
            </p:contentPart>
          </mc:Choice>
          <mc:Fallback xmlns="">
            <p:pic>
              <p:nvPicPr>
                <p:cNvPr id="138" name="Ink 137">
                  <a:extLst>
                    <a:ext uri="{FF2B5EF4-FFF2-40B4-BE49-F238E27FC236}">
                      <a16:creationId xmlns:a16="http://schemas.microsoft.com/office/drawing/2014/main" id="{1DDBC855-A630-210B-D68F-D5ED5A45AAB3}"/>
                    </a:ext>
                  </a:extLst>
                </p:cNvPr>
                <p:cNvPicPr/>
                <p:nvPr/>
              </p:nvPicPr>
              <p:blipFill>
                <a:blip r:embed="rId170"/>
                <a:stretch>
                  <a:fillRect/>
                </a:stretch>
              </p:blipFill>
              <p:spPr>
                <a:xfrm>
                  <a:off x="7157193" y="677815"/>
                  <a:ext cx="3636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39" name="Ink 138">
                  <a:extLst>
                    <a:ext uri="{FF2B5EF4-FFF2-40B4-BE49-F238E27FC236}">
                      <a16:creationId xmlns:a16="http://schemas.microsoft.com/office/drawing/2014/main" id="{A04C2273-C6F8-7443-11F9-A83960EE0F5B}"/>
                    </a:ext>
                  </a:extLst>
                </p14:cNvPr>
                <p14:cNvContentPartPr/>
                <p14:nvPr/>
              </p14:nvContentPartPr>
              <p14:xfrm>
                <a:off x="7143513" y="817135"/>
                <a:ext cx="57960" cy="81000"/>
              </p14:xfrm>
            </p:contentPart>
          </mc:Choice>
          <mc:Fallback xmlns="">
            <p:pic>
              <p:nvPicPr>
                <p:cNvPr id="139" name="Ink 138">
                  <a:extLst>
                    <a:ext uri="{FF2B5EF4-FFF2-40B4-BE49-F238E27FC236}">
                      <a16:creationId xmlns:a16="http://schemas.microsoft.com/office/drawing/2014/main" id="{A04C2273-C6F8-7443-11F9-A83960EE0F5B}"/>
                    </a:ext>
                  </a:extLst>
                </p:cNvPr>
                <p:cNvPicPr/>
                <p:nvPr/>
              </p:nvPicPr>
              <p:blipFill>
                <a:blip r:embed="rId172"/>
                <a:stretch>
                  <a:fillRect/>
                </a:stretch>
              </p:blipFill>
              <p:spPr>
                <a:xfrm>
                  <a:off x="7134457" y="808095"/>
                  <a:ext cx="75710" cy="98719"/>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40" name="Ink 139">
                  <a:extLst>
                    <a:ext uri="{FF2B5EF4-FFF2-40B4-BE49-F238E27FC236}">
                      <a16:creationId xmlns:a16="http://schemas.microsoft.com/office/drawing/2014/main" id="{BB9D7D18-14D5-77D0-F568-CA0AA5CB39D3}"/>
                    </a:ext>
                  </a:extLst>
                </p14:cNvPr>
                <p14:cNvContentPartPr/>
                <p14:nvPr/>
              </p14:nvContentPartPr>
              <p14:xfrm>
                <a:off x="6885753" y="762775"/>
                <a:ext cx="59040" cy="180000"/>
              </p14:xfrm>
            </p:contentPart>
          </mc:Choice>
          <mc:Fallback xmlns="">
            <p:pic>
              <p:nvPicPr>
                <p:cNvPr id="140" name="Ink 139">
                  <a:extLst>
                    <a:ext uri="{FF2B5EF4-FFF2-40B4-BE49-F238E27FC236}">
                      <a16:creationId xmlns:a16="http://schemas.microsoft.com/office/drawing/2014/main" id="{BB9D7D18-14D5-77D0-F568-CA0AA5CB39D3}"/>
                    </a:ext>
                  </a:extLst>
                </p:cNvPr>
                <p:cNvPicPr/>
                <p:nvPr/>
              </p:nvPicPr>
              <p:blipFill>
                <a:blip r:embed="rId174"/>
                <a:stretch>
                  <a:fillRect/>
                </a:stretch>
              </p:blipFill>
              <p:spPr>
                <a:xfrm>
                  <a:off x="6876753" y="753775"/>
                  <a:ext cx="7668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41" name="Ink 140">
                  <a:extLst>
                    <a:ext uri="{FF2B5EF4-FFF2-40B4-BE49-F238E27FC236}">
                      <a16:creationId xmlns:a16="http://schemas.microsoft.com/office/drawing/2014/main" id="{43E40319-3CF9-02E7-906A-E0F8A0891FB9}"/>
                    </a:ext>
                  </a:extLst>
                </p14:cNvPr>
                <p14:cNvContentPartPr/>
                <p14:nvPr/>
              </p14:nvContentPartPr>
              <p14:xfrm>
                <a:off x="6881793" y="775015"/>
                <a:ext cx="38880" cy="36360"/>
              </p14:xfrm>
            </p:contentPart>
          </mc:Choice>
          <mc:Fallback xmlns="">
            <p:pic>
              <p:nvPicPr>
                <p:cNvPr id="141" name="Ink 140">
                  <a:extLst>
                    <a:ext uri="{FF2B5EF4-FFF2-40B4-BE49-F238E27FC236}">
                      <a16:creationId xmlns:a16="http://schemas.microsoft.com/office/drawing/2014/main" id="{43E40319-3CF9-02E7-906A-E0F8A0891FB9}"/>
                    </a:ext>
                  </a:extLst>
                </p:cNvPr>
                <p:cNvPicPr/>
                <p:nvPr/>
              </p:nvPicPr>
              <p:blipFill>
                <a:blip r:embed="rId176"/>
                <a:stretch>
                  <a:fillRect/>
                </a:stretch>
              </p:blipFill>
              <p:spPr>
                <a:xfrm>
                  <a:off x="6872793" y="766015"/>
                  <a:ext cx="5652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42" name="Ink 141">
                  <a:extLst>
                    <a:ext uri="{FF2B5EF4-FFF2-40B4-BE49-F238E27FC236}">
                      <a16:creationId xmlns:a16="http://schemas.microsoft.com/office/drawing/2014/main" id="{5B7DB53F-99CE-76AA-5E6B-D12C589EBA87}"/>
                    </a:ext>
                  </a:extLst>
                </p14:cNvPr>
                <p14:cNvContentPartPr/>
                <p14:nvPr/>
              </p14:nvContentPartPr>
              <p14:xfrm>
                <a:off x="6937233" y="882295"/>
                <a:ext cx="62640" cy="119160"/>
              </p14:xfrm>
            </p:contentPart>
          </mc:Choice>
          <mc:Fallback xmlns="">
            <p:pic>
              <p:nvPicPr>
                <p:cNvPr id="142" name="Ink 141">
                  <a:extLst>
                    <a:ext uri="{FF2B5EF4-FFF2-40B4-BE49-F238E27FC236}">
                      <a16:creationId xmlns:a16="http://schemas.microsoft.com/office/drawing/2014/main" id="{5B7DB53F-99CE-76AA-5E6B-D12C589EBA87}"/>
                    </a:ext>
                  </a:extLst>
                </p:cNvPr>
                <p:cNvPicPr/>
                <p:nvPr/>
              </p:nvPicPr>
              <p:blipFill>
                <a:blip r:embed="rId178"/>
                <a:stretch>
                  <a:fillRect/>
                </a:stretch>
              </p:blipFill>
              <p:spPr>
                <a:xfrm>
                  <a:off x="6928233" y="873268"/>
                  <a:ext cx="80280" cy="136853"/>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43" name="Ink 142">
                  <a:extLst>
                    <a:ext uri="{FF2B5EF4-FFF2-40B4-BE49-F238E27FC236}">
                      <a16:creationId xmlns:a16="http://schemas.microsoft.com/office/drawing/2014/main" id="{E6B0F976-2E0B-8822-B9A1-1CA5D431D032}"/>
                    </a:ext>
                  </a:extLst>
                </p14:cNvPr>
                <p14:cNvContentPartPr/>
                <p14:nvPr/>
              </p14:nvContentPartPr>
              <p14:xfrm>
                <a:off x="6949473" y="960055"/>
                <a:ext cx="17640" cy="10800"/>
              </p14:xfrm>
            </p:contentPart>
          </mc:Choice>
          <mc:Fallback xmlns="">
            <p:pic>
              <p:nvPicPr>
                <p:cNvPr id="143" name="Ink 142">
                  <a:extLst>
                    <a:ext uri="{FF2B5EF4-FFF2-40B4-BE49-F238E27FC236}">
                      <a16:creationId xmlns:a16="http://schemas.microsoft.com/office/drawing/2014/main" id="{E6B0F976-2E0B-8822-B9A1-1CA5D431D032}"/>
                    </a:ext>
                  </a:extLst>
                </p:cNvPr>
                <p:cNvPicPr/>
                <p:nvPr/>
              </p:nvPicPr>
              <p:blipFill>
                <a:blip r:embed="rId180"/>
                <a:stretch>
                  <a:fillRect/>
                </a:stretch>
              </p:blipFill>
              <p:spPr>
                <a:xfrm>
                  <a:off x="6940473" y="951345"/>
                  <a:ext cx="35280" cy="27871"/>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44" name="Ink 143">
                  <a:extLst>
                    <a:ext uri="{FF2B5EF4-FFF2-40B4-BE49-F238E27FC236}">
                      <a16:creationId xmlns:a16="http://schemas.microsoft.com/office/drawing/2014/main" id="{ADB6A154-4183-9CA9-FBC3-5963748E8EA0}"/>
                    </a:ext>
                  </a:extLst>
                </p14:cNvPr>
                <p14:cNvContentPartPr/>
                <p14:nvPr/>
              </p14:nvContentPartPr>
              <p14:xfrm>
                <a:off x="6942993" y="897415"/>
                <a:ext cx="21240" cy="17640"/>
              </p14:xfrm>
            </p:contentPart>
          </mc:Choice>
          <mc:Fallback xmlns="">
            <p:pic>
              <p:nvPicPr>
                <p:cNvPr id="144" name="Ink 143">
                  <a:extLst>
                    <a:ext uri="{FF2B5EF4-FFF2-40B4-BE49-F238E27FC236}">
                      <a16:creationId xmlns:a16="http://schemas.microsoft.com/office/drawing/2014/main" id="{ADB6A154-4183-9CA9-FBC3-5963748E8EA0}"/>
                    </a:ext>
                  </a:extLst>
                </p:cNvPr>
                <p:cNvPicPr/>
                <p:nvPr/>
              </p:nvPicPr>
              <p:blipFill>
                <a:blip r:embed="rId182"/>
                <a:stretch>
                  <a:fillRect/>
                </a:stretch>
              </p:blipFill>
              <p:spPr>
                <a:xfrm>
                  <a:off x="6934143" y="888227"/>
                  <a:ext cx="38586" cy="35648"/>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45" name="Ink 144">
                  <a:extLst>
                    <a:ext uri="{FF2B5EF4-FFF2-40B4-BE49-F238E27FC236}">
                      <a16:creationId xmlns:a16="http://schemas.microsoft.com/office/drawing/2014/main" id="{A816AB58-BBD7-96BD-7EB7-8643E01658B9}"/>
                    </a:ext>
                  </a:extLst>
                </p14:cNvPr>
                <p14:cNvContentPartPr/>
                <p14:nvPr/>
              </p14:nvContentPartPr>
              <p14:xfrm>
                <a:off x="6990873" y="908935"/>
                <a:ext cx="75240" cy="91800"/>
              </p14:xfrm>
            </p:contentPart>
          </mc:Choice>
          <mc:Fallback xmlns="">
            <p:pic>
              <p:nvPicPr>
                <p:cNvPr id="145" name="Ink 144">
                  <a:extLst>
                    <a:ext uri="{FF2B5EF4-FFF2-40B4-BE49-F238E27FC236}">
                      <a16:creationId xmlns:a16="http://schemas.microsoft.com/office/drawing/2014/main" id="{A816AB58-BBD7-96BD-7EB7-8643E01658B9}"/>
                    </a:ext>
                  </a:extLst>
                </p:cNvPr>
                <p:cNvPicPr/>
                <p:nvPr/>
              </p:nvPicPr>
              <p:blipFill>
                <a:blip r:embed="rId184"/>
                <a:stretch>
                  <a:fillRect/>
                </a:stretch>
              </p:blipFill>
              <p:spPr>
                <a:xfrm>
                  <a:off x="6981873" y="899970"/>
                  <a:ext cx="92880" cy="109371"/>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46" name="Ink 145">
                  <a:extLst>
                    <a:ext uri="{FF2B5EF4-FFF2-40B4-BE49-F238E27FC236}">
                      <a16:creationId xmlns:a16="http://schemas.microsoft.com/office/drawing/2014/main" id="{D425E94D-2BE0-F5E3-0574-010BB8065DFF}"/>
                    </a:ext>
                  </a:extLst>
                </p14:cNvPr>
                <p14:cNvContentPartPr/>
                <p14:nvPr/>
              </p14:nvContentPartPr>
              <p14:xfrm>
                <a:off x="7125153" y="994255"/>
                <a:ext cx="118440" cy="179280"/>
              </p14:xfrm>
            </p:contentPart>
          </mc:Choice>
          <mc:Fallback xmlns="">
            <p:pic>
              <p:nvPicPr>
                <p:cNvPr id="146" name="Ink 145">
                  <a:extLst>
                    <a:ext uri="{FF2B5EF4-FFF2-40B4-BE49-F238E27FC236}">
                      <a16:creationId xmlns:a16="http://schemas.microsoft.com/office/drawing/2014/main" id="{D425E94D-2BE0-F5E3-0574-010BB8065DFF}"/>
                    </a:ext>
                  </a:extLst>
                </p:cNvPr>
                <p:cNvPicPr/>
                <p:nvPr/>
              </p:nvPicPr>
              <p:blipFill>
                <a:blip r:embed="rId186"/>
                <a:stretch>
                  <a:fillRect/>
                </a:stretch>
              </p:blipFill>
              <p:spPr>
                <a:xfrm>
                  <a:off x="7116153" y="985255"/>
                  <a:ext cx="13608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47" name="Ink 146">
                  <a:extLst>
                    <a:ext uri="{FF2B5EF4-FFF2-40B4-BE49-F238E27FC236}">
                      <a16:creationId xmlns:a16="http://schemas.microsoft.com/office/drawing/2014/main" id="{47EDD4DE-93D6-C91A-6FD3-E58F34ACB3A0}"/>
                    </a:ext>
                  </a:extLst>
                </p14:cNvPr>
                <p14:cNvContentPartPr/>
                <p14:nvPr/>
              </p14:nvContentPartPr>
              <p14:xfrm>
                <a:off x="7132353" y="1047535"/>
                <a:ext cx="84960" cy="128160"/>
              </p14:xfrm>
            </p:contentPart>
          </mc:Choice>
          <mc:Fallback xmlns="">
            <p:pic>
              <p:nvPicPr>
                <p:cNvPr id="147" name="Ink 146">
                  <a:extLst>
                    <a:ext uri="{FF2B5EF4-FFF2-40B4-BE49-F238E27FC236}">
                      <a16:creationId xmlns:a16="http://schemas.microsoft.com/office/drawing/2014/main" id="{47EDD4DE-93D6-C91A-6FD3-E58F34ACB3A0}"/>
                    </a:ext>
                  </a:extLst>
                </p:cNvPr>
                <p:cNvPicPr/>
                <p:nvPr/>
              </p:nvPicPr>
              <p:blipFill>
                <a:blip r:embed="rId188"/>
                <a:stretch>
                  <a:fillRect/>
                </a:stretch>
              </p:blipFill>
              <p:spPr>
                <a:xfrm>
                  <a:off x="7123353" y="1038535"/>
                  <a:ext cx="10260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48" name="Ink 147">
                  <a:extLst>
                    <a:ext uri="{FF2B5EF4-FFF2-40B4-BE49-F238E27FC236}">
                      <a16:creationId xmlns:a16="http://schemas.microsoft.com/office/drawing/2014/main" id="{D846D8B2-6B7E-D382-FB8C-435DD6D036DE}"/>
                    </a:ext>
                  </a:extLst>
                </p14:cNvPr>
                <p14:cNvContentPartPr/>
                <p14:nvPr/>
              </p14:nvContentPartPr>
              <p14:xfrm>
                <a:off x="7115073" y="976255"/>
                <a:ext cx="24120" cy="384840"/>
              </p14:xfrm>
            </p:contentPart>
          </mc:Choice>
          <mc:Fallback xmlns="">
            <p:pic>
              <p:nvPicPr>
                <p:cNvPr id="148" name="Ink 147">
                  <a:extLst>
                    <a:ext uri="{FF2B5EF4-FFF2-40B4-BE49-F238E27FC236}">
                      <a16:creationId xmlns:a16="http://schemas.microsoft.com/office/drawing/2014/main" id="{D846D8B2-6B7E-D382-FB8C-435DD6D036DE}"/>
                    </a:ext>
                  </a:extLst>
                </p:cNvPr>
                <p:cNvPicPr/>
                <p:nvPr/>
              </p:nvPicPr>
              <p:blipFill>
                <a:blip r:embed="rId190"/>
                <a:stretch>
                  <a:fillRect/>
                </a:stretch>
              </p:blipFill>
              <p:spPr>
                <a:xfrm>
                  <a:off x="7106073" y="967255"/>
                  <a:ext cx="41760" cy="40248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49" name="Ink 148">
                  <a:extLst>
                    <a:ext uri="{FF2B5EF4-FFF2-40B4-BE49-F238E27FC236}">
                      <a16:creationId xmlns:a16="http://schemas.microsoft.com/office/drawing/2014/main" id="{F41C9191-04A2-529A-0415-D14689B48EF5}"/>
                    </a:ext>
                  </a:extLst>
                </p14:cNvPr>
                <p14:cNvContentPartPr/>
                <p14:nvPr/>
              </p14:nvContentPartPr>
              <p14:xfrm>
                <a:off x="7134513" y="1000015"/>
                <a:ext cx="7560" cy="281880"/>
              </p14:xfrm>
            </p:contentPart>
          </mc:Choice>
          <mc:Fallback xmlns="">
            <p:pic>
              <p:nvPicPr>
                <p:cNvPr id="149" name="Ink 148">
                  <a:extLst>
                    <a:ext uri="{FF2B5EF4-FFF2-40B4-BE49-F238E27FC236}">
                      <a16:creationId xmlns:a16="http://schemas.microsoft.com/office/drawing/2014/main" id="{F41C9191-04A2-529A-0415-D14689B48EF5}"/>
                    </a:ext>
                  </a:extLst>
                </p:cNvPr>
                <p:cNvPicPr/>
                <p:nvPr/>
              </p:nvPicPr>
              <p:blipFill>
                <a:blip r:embed="rId192"/>
                <a:stretch>
                  <a:fillRect/>
                </a:stretch>
              </p:blipFill>
              <p:spPr>
                <a:xfrm>
                  <a:off x="7125513" y="991003"/>
                  <a:ext cx="25200" cy="299543"/>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50" name="Ink 149">
                  <a:extLst>
                    <a:ext uri="{FF2B5EF4-FFF2-40B4-BE49-F238E27FC236}">
                      <a16:creationId xmlns:a16="http://schemas.microsoft.com/office/drawing/2014/main" id="{F62754F8-E63C-51C5-4138-864A4B50FE37}"/>
                    </a:ext>
                  </a:extLst>
                </p14:cNvPr>
                <p14:cNvContentPartPr/>
                <p14:nvPr/>
              </p14:nvContentPartPr>
              <p14:xfrm>
                <a:off x="7126233" y="937375"/>
                <a:ext cx="203400" cy="212040"/>
              </p14:xfrm>
            </p:contentPart>
          </mc:Choice>
          <mc:Fallback xmlns="">
            <p:pic>
              <p:nvPicPr>
                <p:cNvPr id="150" name="Ink 149">
                  <a:extLst>
                    <a:ext uri="{FF2B5EF4-FFF2-40B4-BE49-F238E27FC236}">
                      <a16:creationId xmlns:a16="http://schemas.microsoft.com/office/drawing/2014/main" id="{F62754F8-E63C-51C5-4138-864A4B50FE37}"/>
                    </a:ext>
                  </a:extLst>
                </p:cNvPr>
                <p:cNvPicPr/>
                <p:nvPr/>
              </p:nvPicPr>
              <p:blipFill>
                <a:blip r:embed="rId194"/>
                <a:stretch>
                  <a:fillRect/>
                </a:stretch>
              </p:blipFill>
              <p:spPr>
                <a:xfrm>
                  <a:off x="7117217" y="928360"/>
                  <a:ext cx="221071" cy="229710"/>
                </a:xfrm>
                <a:prstGeom prst="rect">
                  <a:avLst/>
                </a:prstGeom>
              </p:spPr>
            </p:pic>
          </mc:Fallback>
        </mc:AlternateContent>
      </p:grpSp>
    </p:spTree>
    <p:extLst>
      <p:ext uri="{BB962C8B-B14F-4D97-AF65-F5344CB8AC3E}">
        <p14:creationId xmlns:p14="http://schemas.microsoft.com/office/powerpoint/2010/main" val="4221761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
            </a:pPr>
            <a:r>
              <a:rPr lang="en-AU" sz="2800">
                <a:latin typeface="Arial" panose="020B0604020202020204" pitchFamily="34" charset="0"/>
                <a:cs typeface="Arial" panose="020B0604020202020204" pitchFamily="34" charset="0"/>
              </a:rPr>
              <a:t>Transistors can be used to construct constant‐current sources which can in turn be used to bias a number of amplifier circuits. </a:t>
            </a:r>
          </a:p>
          <a:p>
            <a:pPr>
              <a:buFont typeface="Wingdings" panose="05000000000000000000" pitchFamily="2" charset="2"/>
              <a:buChar char="§"/>
            </a:pPr>
            <a:r>
              <a:rPr lang="en-AU" sz="2800">
                <a:latin typeface="Arial" panose="020B0604020202020204" pitchFamily="34" charset="0"/>
                <a:cs typeface="Arial" panose="020B0604020202020204" pitchFamily="34" charset="0"/>
              </a:rPr>
              <a:t>Since the transistors are matched and on the same chip, the stages will track each other if there is a change in the temperature or even the power‐supply voltage.</a:t>
            </a:r>
          </a:p>
          <a:p>
            <a:pPr marL="342900" indent="-342900">
              <a:buFont typeface="Arial" panose="020B0604020202020204" pitchFamily="34" charset="0"/>
              <a:buChar char="•"/>
            </a:pPr>
            <a:endParaRPr lang="en-AU">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indent="0">
              <a:buNone/>
            </a:pPr>
            <a:endParaRPr lang="en-AU" sz="30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marL="914400" lvl="2" indent="0">
              <a:lnSpc>
                <a:spcPct val="90000"/>
              </a:lnSpc>
              <a:buNone/>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pPr>
            <a:endParaRPr lang="en-US" sz="1800">
              <a:latin typeface="+mn-lt"/>
            </a:endParaRPr>
          </a:p>
          <a:p>
            <a:pPr marL="1371600" lvl="3" indent="0">
              <a:lnSpc>
                <a:spcPct val="90000"/>
              </a:lnSpc>
              <a:buNone/>
            </a:pPr>
            <a:endParaRPr lang="en-US" sz="1600" baseline="-25000">
              <a:latin typeface="+mn-lt"/>
            </a:endParaRP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3" name="Picture 2">
            <a:extLst>
              <a:ext uri="{FF2B5EF4-FFF2-40B4-BE49-F238E27FC236}">
                <a16:creationId xmlns:a16="http://schemas.microsoft.com/office/drawing/2014/main" id="{46158412-F58D-341D-4AE0-7B37C0ACECA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56140" y="3081753"/>
            <a:ext cx="3967092" cy="27660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906163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26505"/>
            <a:ext cx="12192000" cy="731495"/>
            <a:chOff x="0" y="6120089"/>
            <a:chExt cx="12192000" cy="731495"/>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0089"/>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493305" cy="5743173"/>
          </a:xfrm>
        </p:spPr>
        <p:txBody>
          <a:bodyPr>
            <a:normAutofit/>
          </a:bodyPr>
          <a:lstStyle/>
          <a:p>
            <a:pPr>
              <a:buFont typeface="Wingdings" panose="05000000000000000000" pitchFamily="2" charset="2"/>
              <a:buChar char="§"/>
            </a:pPr>
            <a:r>
              <a:rPr lang="en-AU">
                <a:latin typeface="Arial" panose="020B0604020202020204" pitchFamily="34" charset="0"/>
                <a:cs typeface="Arial" panose="020B0604020202020204" pitchFamily="34" charset="0"/>
              </a:rPr>
              <a:t>Current sources or </a:t>
            </a:r>
            <a:r>
              <a:rPr lang="en-AU" i="1">
                <a:latin typeface="Arial" panose="020B0604020202020204" pitchFamily="34" charset="0"/>
                <a:cs typeface="Arial" panose="020B0604020202020204" pitchFamily="34" charset="0"/>
              </a:rPr>
              <a:t>mirrors </a:t>
            </a:r>
            <a:r>
              <a:rPr lang="en-AU">
                <a:latin typeface="Arial" panose="020B0604020202020204" pitchFamily="34" charset="0"/>
                <a:cs typeface="Arial" panose="020B0604020202020204" pitchFamily="34" charset="0"/>
              </a:rPr>
              <a:t>are designed to maintain I</a:t>
            </a:r>
            <a:r>
              <a:rPr lang="en-AU" baseline="-25000">
                <a:latin typeface="Arial" panose="020B0604020202020204" pitchFamily="34" charset="0"/>
                <a:cs typeface="Arial" panose="020B0604020202020204" pitchFamily="34" charset="0"/>
              </a:rPr>
              <a:t>C</a:t>
            </a:r>
            <a:r>
              <a:rPr lang="en-AU">
                <a:latin typeface="Arial" panose="020B0604020202020204" pitchFamily="34" charset="0"/>
                <a:cs typeface="Arial" panose="020B0604020202020204" pitchFamily="34" charset="0"/>
              </a:rPr>
              <a:t> at a constant value even when </a:t>
            </a:r>
            <a:r>
              <a:rPr lang="en-AU" i="1">
                <a:latin typeface="Arial" panose="020B0604020202020204" pitchFamily="34" charset="0"/>
                <a:cs typeface="Arial" panose="020B0604020202020204" pitchFamily="34" charset="0"/>
              </a:rPr>
              <a:t>V</a:t>
            </a:r>
            <a:r>
              <a:rPr lang="en-AU" i="1" baseline="-25000">
                <a:latin typeface="Arial" panose="020B0604020202020204" pitchFamily="34" charset="0"/>
                <a:cs typeface="Arial" panose="020B0604020202020204" pitchFamily="34" charset="0"/>
              </a:rPr>
              <a:t>CE</a:t>
            </a:r>
            <a:r>
              <a:rPr lang="en-AU" i="1">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changes.</a:t>
            </a:r>
          </a:p>
          <a:p>
            <a:pPr>
              <a:buFont typeface="Wingdings" panose="05000000000000000000" pitchFamily="2" charset="2"/>
              <a:buChar char="§"/>
            </a:pPr>
            <a:r>
              <a:rPr lang="en-AU">
                <a:latin typeface="Arial" panose="020B0604020202020204" pitchFamily="34" charset="0"/>
                <a:cs typeface="Arial" panose="020B0604020202020204" pitchFamily="34" charset="0"/>
              </a:rPr>
              <a:t>The Norton‐equivalent circuit of a current source</a:t>
            </a:r>
          </a:p>
          <a:p>
            <a:pPr>
              <a:buFont typeface="Wingdings" panose="05000000000000000000" pitchFamily="2" charset="2"/>
              <a:buChar char="§"/>
            </a:pPr>
            <a:endParaRPr lang="en-AU">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buFont typeface="Wingdings" panose="05000000000000000000" pitchFamily="2" charset="2"/>
              <a:buChar char="§"/>
            </a:pPr>
            <a:endParaRPr lang="en-AU">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2">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buFont typeface="Wingdings" panose="05000000000000000000" pitchFamily="2" charset="2"/>
              <a:buChar char="§"/>
            </a:pPr>
            <a:endParaRPr lang="en-US" sz="2800">
              <a:latin typeface="Arial" panose="020B0604020202020204" pitchFamily="34" charset="0"/>
              <a:cs typeface="Arial" panose="020B0604020202020204" pitchFamily="34" charset="0"/>
            </a:endParaRPr>
          </a:p>
          <a:p>
            <a:pPr lvl="3">
              <a:lnSpc>
                <a:spcPct val="90000"/>
              </a:lnSpc>
              <a:buFont typeface="Wingdings" panose="05000000000000000000" pitchFamily="2" charset="2"/>
              <a:buChar char="§"/>
            </a:pPr>
            <a:endParaRPr lang="en-US" sz="2800" baseline="-25000">
              <a:latin typeface="Arial" panose="020B0604020202020204" pitchFamily="34" charset="0"/>
              <a:cs typeface="Arial" panose="020B0604020202020204" pitchFamily="34" charset="0"/>
            </a:endParaRPr>
          </a:p>
          <a:p>
            <a:pPr>
              <a:buFont typeface="Wingdings" panose="05000000000000000000" pitchFamily="2" charset="2"/>
              <a:buChar char="§"/>
            </a:pPr>
            <a:r>
              <a:rPr lang="en-AU" i="1" err="1">
                <a:latin typeface="Arial" panose="020B0604020202020204" pitchFamily="34" charset="0"/>
                <a:cs typeface="Arial" panose="020B0604020202020204" pitchFamily="34" charset="0"/>
              </a:rPr>
              <a:t>r</a:t>
            </a:r>
            <a:r>
              <a:rPr lang="en-AU" i="1" baseline="-25000" err="1">
                <a:latin typeface="Arial" panose="020B0604020202020204" pitchFamily="34" charset="0"/>
                <a:cs typeface="Arial" panose="020B0604020202020204" pitchFamily="34" charset="0"/>
              </a:rPr>
              <a:t>o</a:t>
            </a:r>
            <a:r>
              <a:rPr lang="en-AU" i="1">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 output resistance of the source, which is the output resistance seen at the collector of Q2.</a:t>
            </a:r>
          </a:p>
          <a:p>
            <a:pPr lvl="2">
              <a:lnSpc>
                <a:spcPct val="90000"/>
              </a:lnSpc>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pic>
        <p:nvPicPr>
          <p:cNvPr id="8" name="Picture 2">
            <a:extLst>
              <a:ext uri="{FF2B5EF4-FFF2-40B4-BE49-F238E27FC236}">
                <a16:creationId xmlns:a16="http://schemas.microsoft.com/office/drawing/2014/main" id="{B804E9F5-1C53-C65B-14F3-BAFAF64575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1725" y="2015337"/>
            <a:ext cx="4896543" cy="26532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03976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269219" cy="5557597"/>
          </a:xfrm>
        </p:spPr>
        <p:txBody>
          <a:bodyPr>
            <a:normAutofit/>
          </a:bodyPr>
          <a:lstStyle/>
          <a:p>
            <a:pPr>
              <a:buFont typeface="Wingdings" panose="05000000000000000000" pitchFamily="2" charset="2"/>
              <a:buChar char="§"/>
            </a:pPr>
            <a:r>
              <a:rPr lang="en-AU">
                <a:latin typeface="Arial" panose="020B0604020202020204" pitchFamily="34" charset="0"/>
                <a:cs typeface="Arial" panose="020B0604020202020204" pitchFamily="34" charset="0"/>
              </a:rPr>
              <a:t>Now, it can be shown that the collector current is exponentially dependent on the base‐emitter voltage V</a:t>
            </a:r>
            <a:r>
              <a:rPr lang="en-AU" baseline="-25000">
                <a:latin typeface="Arial" panose="020B0604020202020204" pitchFamily="34" charset="0"/>
                <a:cs typeface="Arial" panose="020B0604020202020204" pitchFamily="34" charset="0"/>
              </a:rPr>
              <a:t>BE</a:t>
            </a:r>
            <a:r>
              <a:rPr lang="en-AU" i="1">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a:t>
            </a:r>
          </a:p>
          <a:p>
            <a:pPr>
              <a:buFont typeface="Wingdings" panose="05000000000000000000" pitchFamily="2" charset="2"/>
              <a:buChar char="§"/>
            </a:pPr>
            <a:endParaRPr lang="en-AU" b="0" baseline="-25000">
              <a:latin typeface="Arial" panose="020B0604020202020204" pitchFamily="34" charset="0"/>
              <a:cs typeface="Arial" panose="020B0604020202020204" pitchFamily="34" charset="0"/>
            </a:endParaRPr>
          </a:p>
          <a:p>
            <a:pPr marL="0" indent="0">
              <a:buNone/>
            </a:pPr>
            <a:r>
              <a:rPr lang="en-AU" baseline="-25000">
                <a:latin typeface="Arial" panose="020B0604020202020204" pitchFamily="34" charset="0"/>
                <a:cs typeface="Arial" panose="020B0604020202020204" pitchFamily="34" charset="0"/>
              </a:rPr>
              <a:t>           </a:t>
            </a:r>
            <a:r>
              <a:rPr lang="en-AU" b="0" baseline="-25000">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where</a:t>
            </a:r>
            <a:r>
              <a:rPr lang="en-AU" b="0">
                <a:latin typeface="Arial" panose="020B0604020202020204" pitchFamily="34" charset="0"/>
                <a:cs typeface="Arial" panose="020B0604020202020204" pitchFamily="34" charset="0"/>
              </a:rPr>
              <a:t> </a:t>
            </a:r>
            <a:r>
              <a:rPr lang="en-AU" b="0" baseline="-25000">
                <a:latin typeface="Arial" panose="020B0604020202020204" pitchFamily="34" charset="0"/>
                <a:cs typeface="Arial" panose="020B0604020202020204" pitchFamily="34" charset="0"/>
              </a:rPr>
              <a:t>  </a:t>
            </a:r>
            <a:endParaRPr lang="en-AU" baseline="-25000">
              <a:latin typeface="Arial" panose="020B0604020202020204" pitchFamily="34" charset="0"/>
              <a:cs typeface="Arial" panose="020B0604020202020204" pitchFamily="34" charset="0"/>
            </a:endParaRPr>
          </a:p>
          <a:p>
            <a:pPr marL="457200" lvl="1" indent="0">
              <a:buNone/>
            </a:pPr>
            <a:endParaRPr lang="en-AU" sz="2800" baseline="-25000">
              <a:latin typeface="Arial" panose="020B0604020202020204" pitchFamily="34" charset="0"/>
              <a:cs typeface="Arial" panose="020B0604020202020204" pitchFamily="34" charset="0"/>
            </a:endParaRPr>
          </a:p>
          <a:p>
            <a:pPr>
              <a:buFont typeface="Wingdings" panose="05000000000000000000" pitchFamily="2" charset="2"/>
              <a:buChar char="§"/>
            </a:pPr>
            <a:endParaRPr lang="en-AU" i="1">
              <a:latin typeface="Arial" panose="020B0604020202020204" pitchFamily="34" charset="0"/>
              <a:cs typeface="Arial" panose="020B0604020202020204" pitchFamily="34" charset="0"/>
            </a:endParaRPr>
          </a:p>
          <a:p>
            <a:pPr marL="400050" lvl="1" indent="0" algn="just">
              <a:buNone/>
            </a:pPr>
            <a:r>
              <a:rPr lang="en-AU" sz="2800" i="1">
                <a:latin typeface="Arial" panose="020B0604020202020204" pitchFamily="34" charset="0"/>
                <a:cs typeface="Arial" panose="020B0604020202020204" pitchFamily="34" charset="0"/>
              </a:rPr>
              <a:t> </a:t>
            </a:r>
            <a:r>
              <a:rPr lang="en-AU" sz="2800">
                <a:latin typeface="Arial" panose="020B0604020202020204" pitchFamily="34" charset="0"/>
                <a:cs typeface="Arial" panose="020B0604020202020204" pitchFamily="34" charset="0"/>
              </a:rPr>
              <a:t>I</a:t>
            </a:r>
            <a:r>
              <a:rPr lang="en-AU" sz="2800" baseline="-25000">
                <a:latin typeface="Arial" panose="020B0604020202020204" pitchFamily="34" charset="0"/>
                <a:cs typeface="Arial" panose="020B0604020202020204" pitchFamily="34" charset="0"/>
              </a:rPr>
              <a:t>S</a:t>
            </a:r>
            <a:r>
              <a:rPr lang="en-AU" sz="2800">
                <a:latin typeface="Arial" panose="020B0604020202020204" pitchFamily="34" charset="0"/>
                <a:cs typeface="Arial" panose="020B0604020202020204" pitchFamily="34" charset="0"/>
              </a:rPr>
              <a:t> ≡ the saturation current of the transistor, which depends on the doping concentration and mobility of  minority carriers in the base. </a:t>
            </a:r>
          </a:p>
          <a:p>
            <a:pPr marL="400050" lvl="1" indent="0" algn="just">
              <a:buNone/>
            </a:pPr>
            <a:endParaRPr lang="en-AU" sz="2800">
              <a:latin typeface="Arial" panose="020B0604020202020204" pitchFamily="34" charset="0"/>
              <a:cs typeface="Arial" panose="020B0604020202020204" pitchFamily="34" charset="0"/>
            </a:endParaRPr>
          </a:p>
          <a:p>
            <a:pPr algn="just">
              <a:buFont typeface="Wingdings" panose="05000000000000000000" pitchFamily="2" charset="2"/>
              <a:buChar char="§"/>
            </a:pPr>
            <a:r>
              <a:rPr lang="en-AU">
                <a:latin typeface="Arial" panose="020B0604020202020204" pitchFamily="34" charset="0"/>
                <a:cs typeface="Arial" panose="020B0604020202020204" pitchFamily="34" charset="0"/>
              </a:rPr>
              <a:t>Since both transistors in a current source are fabricated on the same wafer, close to each other, the devices are well matched in β, V</a:t>
            </a:r>
            <a:r>
              <a:rPr lang="en-AU" baseline="-25000">
                <a:latin typeface="Arial" panose="020B0604020202020204" pitchFamily="34" charset="0"/>
                <a:cs typeface="Arial" panose="020B0604020202020204" pitchFamily="34" charset="0"/>
              </a:rPr>
              <a:t>BE</a:t>
            </a:r>
            <a:r>
              <a:rPr lang="en-AU" i="1">
                <a:latin typeface="Arial" panose="020B0604020202020204" pitchFamily="34" charset="0"/>
                <a:cs typeface="Arial" panose="020B0604020202020204" pitchFamily="34" charset="0"/>
              </a:rPr>
              <a:t> </a:t>
            </a:r>
            <a:r>
              <a:rPr lang="en-AU">
                <a:latin typeface="Arial" panose="020B0604020202020204" pitchFamily="34" charset="0"/>
                <a:cs typeface="Arial" panose="020B0604020202020204" pitchFamily="34" charset="0"/>
              </a:rPr>
              <a:t>and I</a:t>
            </a:r>
            <a:r>
              <a:rPr lang="en-AU" baseline="-25000">
                <a:latin typeface="Arial" panose="020B0604020202020204" pitchFamily="34" charset="0"/>
                <a:cs typeface="Arial" panose="020B0604020202020204" pitchFamily="34" charset="0"/>
              </a:rPr>
              <a:t>S</a:t>
            </a:r>
            <a:r>
              <a:rPr lang="en-AU">
                <a:latin typeface="Arial" panose="020B0604020202020204" pitchFamily="34" charset="0"/>
                <a:cs typeface="Arial" panose="020B0604020202020204" pitchFamily="34" charset="0"/>
              </a:rPr>
              <a:t>, if they are of identical geometry.</a:t>
            </a:r>
            <a:endParaRPr lang="en-AU" baseline="-25000">
              <a:latin typeface="Arial" panose="020B0604020202020204" pitchFamily="34" charset="0"/>
              <a:cs typeface="Arial" panose="020B0604020202020204" pitchFamily="34" charset="0"/>
            </a:endParaRPr>
          </a:p>
          <a:p>
            <a:pPr marL="914400" lvl="2" indent="0">
              <a:lnSpc>
                <a:spcPct val="90000"/>
              </a:lnSpc>
              <a:buNone/>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359FE458-E27B-DFAF-BB93-7326624F6EB3}"/>
                  </a:ext>
                </a:extLst>
              </p:cNvPr>
              <p:cNvSpPr/>
              <p:nvPr/>
            </p:nvSpPr>
            <p:spPr>
              <a:xfrm>
                <a:off x="3371214" y="1319569"/>
                <a:ext cx="3302148" cy="9694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C</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S</m:t>
                          </m:r>
                        </m:sub>
                      </m:sSub>
                      <m:r>
                        <a:rPr lang="en-AU" sz="2800" b="0" i="0" dirty="0" smtClean="0">
                          <a:latin typeface="Cambria Math"/>
                          <a:ea typeface="Cambria Math"/>
                        </a:rPr>
                        <m:t> </m:t>
                      </m:r>
                      <m:r>
                        <m:rPr>
                          <m:sty m:val="p"/>
                        </m:rPr>
                        <a:rPr lang="en-AU" sz="2800" b="0" i="0" dirty="0" smtClean="0">
                          <a:latin typeface="Cambria Math"/>
                          <a:ea typeface="Cambria Math"/>
                        </a:rPr>
                        <m:t>exp</m:t>
                      </m:r>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r>
                        <a:rPr lang="en-AU" sz="2800" b="0" i="0" dirty="0" smtClean="0">
                          <a:latin typeface="Cambria Math"/>
                          <a:ea typeface="Cambria Math"/>
                        </a:rPr>
                        <m:t>)</m:t>
                      </m:r>
                    </m:oMath>
                  </m:oMathPara>
                </a14:m>
                <a:endParaRPr lang="en-AU" sz="2800"/>
              </a:p>
            </p:txBody>
          </p:sp>
        </mc:Choice>
        <mc:Fallback xmlns="">
          <p:sp>
            <p:nvSpPr>
              <p:cNvPr id="3" name="Rectangle 2">
                <a:extLst>
                  <a:ext uri="{FF2B5EF4-FFF2-40B4-BE49-F238E27FC236}">
                    <a16:creationId xmlns:a16="http://schemas.microsoft.com/office/drawing/2014/main" id="{359FE458-E27B-DFAF-BB93-7326624F6EB3}"/>
                  </a:ext>
                </a:extLst>
              </p:cNvPr>
              <p:cNvSpPr>
                <a:spLocks noRot="1" noChangeAspect="1" noMove="1" noResize="1" noEditPoints="1" noAdjustHandles="1" noChangeArrowheads="1" noChangeShapeType="1" noTextEdit="1"/>
              </p:cNvSpPr>
              <p:nvPr/>
            </p:nvSpPr>
            <p:spPr>
              <a:xfrm>
                <a:off x="3371214" y="1319569"/>
                <a:ext cx="3302148" cy="96943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08F51B9D-CC13-9C5A-32A5-31B3A6100A3B}"/>
                  </a:ext>
                </a:extLst>
              </p:cNvPr>
              <p:cNvSpPr/>
              <p:nvPr/>
            </p:nvSpPr>
            <p:spPr>
              <a:xfrm>
                <a:off x="3935279" y="2235574"/>
                <a:ext cx="1512167" cy="97154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r>
                            <m:rPr>
                              <m:sty m:val="p"/>
                            </m:rPr>
                            <a:rPr lang="en-AU" sz="2800" b="0" i="0" dirty="0" smtClean="0">
                              <a:latin typeface="Cambria Math"/>
                              <a:ea typeface="Cambria Math"/>
                            </a:rPr>
                            <m:t>KT</m:t>
                          </m:r>
                        </m:num>
                        <m:den>
                          <m:r>
                            <m:rPr>
                              <m:sty m:val="p"/>
                            </m:rPr>
                            <a:rPr lang="en-AU" sz="2800" b="0" i="0" dirty="0" smtClean="0">
                              <a:latin typeface="Cambria Math"/>
                              <a:ea typeface="Cambria Math"/>
                            </a:rPr>
                            <m:t>q</m:t>
                          </m:r>
                        </m:den>
                      </m:f>
                    </m:oMath>
                  </m:oMathPara>
                </a14:m>
                <a:endParaRPr lang="en-AU" sz="2800"/>
              </a:p>
            </p:txBody>
          </p:sp>
        </mc:Choice>
        <mc:Fallback xmlns="">
          <p:sp>
            <p:nvSpPr>
              <p:cNvPr id="9" name="Rectangle 8">
                <a:extLst>
                  <a:ext uri="{FF2B5EF4-FFF2-40B4-BE49-F238E27FC236}">
                    <a16:creationId xmlns:a16="http://schemas.microsoft.com/office/drawing/2014/main" id="{08F51B9D-CC13-9C5A-32A5-31B3A6100A3B}"/>
                  </a:ext>
                </a:extLst>
              </p:cNvPr>
              <p:cNvSpPr>
                <a:spLocks noRot="1" noChangeAspect="1" noMove="1" noResize="1" noEditPoints="1" noAdjustHandles="1" noChangeArrowheads="1" noChangeShapeType="1" noTextEdit="1"/>
              </p:cNvSpPr>
              <p:nvPr/>
            </p:nvSpPr>
            <p:spPr>
              <a:xfrm>
                <a:off x="3935279" y="2235574"/>
                <a:ext cx="1512167" cy="97154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703919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269219" cy="5557597"/>
          </a:xfrm>
        </p:spPr>
        <p:txBody>
          <a:bodyPr>
            <a:normAutofit/>
          </a:bodyPr>
          <a:lstStyle/>
          <a:p>
            <a:endParaRPr lang="en-AU" b="0" baseline="-25000">
              <a:latin typeface="+mn-lt"/>
            </a:endParaRPr>
          </a:p>
          <a:p>
            <a:endParaRPr lang="en-AU" b="0" baseline="-25000">
              <a:latin typeface="+mn-lt"/>
            </a:endParaRPr>
          </a:p>
          <a:p>
            <a:pPr marL="0" indent="0">
              <a:buNone/>
            </a:pPr>
            <a:r>
              <a:rPr lang="en-AU" b="0" baseline="-25000">
                <a:latin typeface="+mn-lt"/>
              </a:rPr>
              <a:t>         </a:t>
            </a:r>
            <a:endParaRPr lang="en-AU" baseline="-25000">
              <a:latin typeface="+mn-lt"/>
            </a:endParaRPr>
          </a:p>
          <a:p>
            <a:pPr lvl="1"/>
            <a:endParaRPr lang="en-AU" sz="2000" baseline="-25000">
              <a:latin typeface="+mn-lt"/>
            </a:endParaRPr>
          </a:p>
          <a:p>
            <a:pPr>
              <a:buFont typeface="Wingdings" panose="05000000000000000000" pitchFamily="2" charset="2"/>
              <a:buChar char="§"/>
            </a:pPr>
            <a:endParaRPr lang="en-AU">
              <a:latin typeface="Arial" panose="020B0604020202020204" pitchFamily="34" charset="0"/>
              <a:cs typeface="Arial" panose="020B0604020202020204" pitchFamily="34" charset="0"/>
            </a:endParaRPr>
          </a:p>
          <a:p>
            <a:pPr>
              <a:buFont typeface="Wingdings" panose="05000000000000000000" pitchFamily="2" charset="2"/>
              <a:buChar char="§"/>
            </a:pPr>
            <a:r>
              <a:rPr lang="en-AU">
                <a:latin typeface="Arial" panose="020B0604020202020204" pitchFamily="34" charset="0"/>
                <a:cs typeface="Arial" panose="020B0604020202020204" pitchFamily="34" charset="0"/>
              </a:rPr>
              <a:t>Taking KVL in the base loop</a:t>
            </a:r>
          </a:p>
          <a:p>
            <a:pPr>
              <a:buFont typeface="Wingdings" panose="05000000000000000000" pitchFamily="2" charset="2"/>
              <a:buChar char="§"/>
            </a:pPr>
            <a:endParaRPr lang="en-AU">
              <a:latin typeface="Arial" panose="020B0604020202020204" pitchFamily="34" charset="0"/>
              <a:cs typeface="Arial" panose="020B0604020202020204" pitchFamily="34" charset="0"/>
            </a:endParaRPr>
          </a:p>
          <a:p>
            <a:pPr>
              <a:buFont typeface="Wingdings" panose="05000000000000000000" pitchFamily="2" charset="2"/>
              <a:buChar char="§"/>
            </a:pPr>
            <a:r>
              <a:rPr lang="en-AU">
                <a:latin typeface="Arial" panose="020B0604020202020204" pitchFamily="34" charset="0"/>
                <a:cs typeface="Arial" panose="020B0604020202020204" pitchFamily="34" charset="0"/>
              </a:rPr>
              <a:t>Hence,</a:t>
            </a:r>
          </a:p>
          <a:p>
            <a:pPr>
              <a:buFont typeface="Wingdings" panose="05000000000000000000" pitchFamily="2" charset="2"/>
              <a:buChar char="§"/>
            </a:pPr>
            <a:endParaRPr lang="en-AU">
              <a:latin typeface="Arial" panose="020B0604020202020204" pitchFamily="34" charset="0"/>
              <a:cs typeface="Arial" panose="020B0604020202020204" pitchFamily="34" charset="0"/>
            </a:endParaRPr>
          </a:p>
          <a:p>
            <a:pPr>
              <a:buFont typeface="Wingdings" panose="05000000000000000000" pitchFamily="2" charset="2"/>
              <a:buChar char="§"/>
            </a:pPr>
            <a:r>
              <a:rPr lang="en-AU">
                <a:latin typeface="Arial" panose="020B0604020202020204" pitchFamily="34" charset="0"/>
                <a:cs typeface="Arial" panose="020B0604020202020204" pitchFamily="34" charset="0"/>
              </a:rPr>
              <a:t>Taking KVL in the CE loop of Q1 </a:t>
            </a:r>
          </a:p>
          <a:p>
            <a:pPr algn="just"/>
            <a:endParaRPr lang="en-AU" sz="2400">
              <a:latin typeface="+mn-lt"/>
            </a:endParaRPr>
          </a:p>
          <a:p>
            <a:pPr marL="914400" lvl="2" indent="0">
              <a:lnSpc>
                <a:spcPct val="90000"/>
              </a:lnSpc>
              <a:buNone/>
            </a:pPr>
            <a:endParaRPr lang="en-US" sz="2000">
              <a:latin typeface="+mn-lt"/>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55CB5EF-0121-5973-95FF-48FE68347D90}"/>
                  </a:ext>
                </a:extLst>
              </p:cNvPr>
              <p:cNvSpPr/>
              <p:nvPr/>
            </p:nvSpPr>
            <p:spPr>
              <a:xfrm>
                <a:off x="4763140" y="581705"/>
                <a:ext cx="241285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β</m:t>
                          </m:r>
                        </m:e>
                        <m:sub>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β</m:t>
                          </m:r>
                        </m:e>
                        <m:sub>
                          <m:r>
                            <a:rPr lang="en-AU" sz="2800" b="0" i="0" dirty="0" smtClean="0">
                              <a:latin typeface="Cambria Math"/>
                              <a:ea typeface="Cambria Math"/>
                            </a:rPr>
                            <m:t>2</m:t>
                          </m:r>
                        </m:sub>
                      </m:sSub>
                      <m:r>
                        <a:rPr lang="en-AU" sz="2800" b="0" i="0" dirty="0">
                          <a:latin typeface="Cambria Math"/>
                          <a:ea typeface="Cambria Math"/>
                        </a:rPr>
                        <m:t>=</m:t>
                      </m:r>
                      <m:r>
                        <m:rPr>
                          <m:sty m:val="p"/>
                        </m:rPr>
                        <a:rPr lang="en-AU" sz="2800" b="0" i="0" dirty="0" smtClean="0">
                          <a:latin typeface="Cambria Math"/>
                          <a:ea typeface="Cambria Math"/>
                        </a:rPr>
                        <m:t>β</m:t>
                      </m:r>
                    </m:oMath>
                  </m:oMathPara>
                </a14:m>
                <a:endParaRPr lang="en-AU" sz="2800"/>
              </a:p>
            </p:txBody>
          </p:sp>
        </mc:Choice>
        <mc:Fallback xmlns="">
          <p:sp>
            <p:nvSpPr>
              <p:cNvPr id="8" name="Rectangle 7">
                <a:extLst>
                  <a:ext uri="{FF2B5EF4-FFF2-40B4-BE49-F238E27FC236}">
                    <a16:creationId xmlns:a16="http://schemas.microsoft.com/office/drawing/2014/main" id="{855CB5EF-0121-5973-95FF-48FE68347D90}"/>
                  </a:ext>
                </a:extLst>
              </p:cNvPr>
              <p:cNvSpPr>
                <a:spLocks noRot="1" noChangeAspect="1" noMove="1" noResize="1" noEditPoints="1" noAdjustHandles="1" noChangeArrowheads="1" noChangeShapeType="1" noTextEdit="1"/>
              </p:cNvSpPr>
              <p:nvPr/>
            </p:nvSpPr>
            <p:spPr>
              <a:xfrm>
                <a:off x="4763140" y="581705"/>
                <a:ext cx="2412851"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AA9CE583-0B70-A095-74C1-E3587CD7C532}"/>
                  </a:ext>
                </a:extLst>
              </p:cNvPr>
              <p:cNvSpPr/>
              <p:nvPr/>
            </p:nvSpPr>
            <p:spPr>
              <a:xfrm>
                <a:off x="2366290" y="1071214"/>
                <a:ext cx="3370078" cy="9694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C</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S</m:t>
                          </m:r>
                          <m:r>
                            <a:rPr lang="en-AU" sz="2800" b="0" i="0" dirty="0" smtClean="0">
                              <a:latin typeface="Cambria Math"/>
                              <a:ea typeface="Cambria Math"/>
                            </a:rPr>
                            <m:t>1</m:t>
                          </m:r>
                        </m:sub>
                      </m:sSub>
                      <m:r>
                        <a:rPr lang="en-AU" sz="2800" b="0" i="0" dirty="0" smtClean="0">
                          <a:latin typeface="Cambria Math"/>
                          <a:ea typeface="Cambria Math"/>
                        </a:rPr>
                        <m:t> </m:t>
                      </m:r>
                      <m:r>
                        <m:rPr>
                          <m:sty m:val="p"/>
                        </m:rPr>
                        <a:rPr lang="en-AU" sz="2800" b="0" i="0" dirty="0" smtClean="0">
                          <a:latin typeface="Cambria Math"/>
                          <a:ea typeface="Cambria Math"/>
                        </a:rPr>
                        <m:t>exp</m:t>
                      </m:r>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r>
                                <a:rPr lang="en-AU" sz="2800" b="0" i="0" dirty="0" smtClean="0">
                                  <a:latin typeface="Cambria Math"/>
                                  <a:ea typeface="Cambria Math"/>
                                </a:rPr>
                                <m:t>1</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r>
                        <a:rPr lang="en-AU" sz="2800" b="0" i="0" dirty="0" smtClean="0">
                          <a:latin typeface="Cambria Math"/>
                          <a:ea typeface="Cambria Math"/>
                        </a:rPr>
                        <m:t>)</m:t>
                      </m:r>
                    </m:oMath>
                  </m:oMathPara>
                </a14:m>
                <a:endParaRPr lang="en-AU" sz="2800"/>
              </a:p>
            </p:txBody>
          </p:sp>
        </mc:Choice>
        <mc:Fallback xmlns="">
          <p:sp>
            <p:nvSpPr>
              <p:cNvPr id="10" name="Rectangle 9">
                <a:extLst>
                  <a:ext uri="{FF2B5EF4-FFF2-40B4-BE49-F238E27FC236}">
                    <a16:creationId xmlns:a16="http://schemas.microsoft.com/office/drawing/2014/main" id="{AA9CE583-0B70-A095-74C1-E3587CD7C532}"/>
                  </a:ext>
                </a:extLst>
              </p:cNvPr>
              <p:cNvSpPr>
                <a:spLocks noRot="1" noChangeAspect="1" noMove="1" noResize="1" noEditPoints="1" noAdjustHandles="1" noChangeArrowheads="1" noChangeShapeType="1" noTextEdit="1"/>
              </p:cNvSpPr>
              <p:nvPr/>
            </p:nvSpPr>
            <p:spPr>
              <a:xfrm>
                <a:off x="2366290" y="1071214"/>
                <a:ext cx="3370078" cy="96943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D89942A4-487E-5EF1-5962-ECB89FC38520}"/>
                  </a:ext>
                </a:extLst>
              </p:cNvPr>
              <p:cNvSpPr/>
              <p:nvPr/>
            </p:nvSpPr>
            <p:spPr>
              <a:xfrm>
                <a:off x="5736368" y="1071213"/>
                <a:ext cx="3820870" cy="9694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C</m:t>
                          </m:r>
                          <m:r>
                            <a:rPr lang="en-AU" sz="2800" b="0" i="0" dirty="0" smtClean="0">
                              <a:latin typeface="Cambria Math"/>
                              <a:ea typeface="Cambria Math"/>
                            </a:rPr>
                            <m:t>2</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S</m:t>
                          </m:r>
                          <m:r>
                            <a:rPr lang="en-AU" sz="2800" b="0" i="0" dirty="0" smtClean="0">
                              <a:latin typeface="Cambria Math"/>
                              <a:ea typeface="Cambria Math"/>
                            </a:rPr>
                            <m:t>2</m:t>
                          </m:r>
                        </m:sub>
                      </m:sSub>
                      <m:r>
                        <a:rPr lang="en-AU" sz="2800" b="0" i="0" dirty="0" smtClean="0">
                          <a:latin typeface="Cambria Math"/>
                          <a:ea typeface="Cambria Math"/>
                        </a:rPr>
                        <m:t> </m:t>
                      </m:r>
                      <m:r>
                        <m:rPr>
                          <m:sty m:val="p"/>
                        </m:rPr>
                        <a:rPr lang="en-AU" sz="2800" b="0" i="0" dirty="0" smtClean="0">
                          <a:latin typeface="Cambria Math"/>
                          <a:ea typeface="Cambria Math"/>
                        </a:rPr>
                        <m:t>exp</m:t>
                      </m:r>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r>
                                <a:rPr lang="en-AU" sz="2800" b="0" i="0" dirty="0" smtClean="0">
                                  <a:latin typeface="Cambria Math"/>
                                  <a:ea typeface="Cambria Math"/>
                                </a:rPr>
                                <m:t>2</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r>
                        <a:rPr lang="en-AU" sz="2800" b="0" i="0" dirty="0" smtClean="0">
                          <a:latin typeface="Cambria Math"/>
                          <a:ea typeface="Cambria Math"/>
                        </a:rPr>
                        <m:t>)</m:t>
                      </m:r>
                    </m:oMath>
                  </m:oMathPara>
                </a14:m>
                <a:endParaRPr lang="en-AU" sz="2800"/>
              </a:p>
            </p:txBody>
          </p:sp>
        </mc:Choice>
        <mc:Fallback xmlns="">
          <p:sp>
            <p:nvSpPr>
              <p:cNvPr id="12" name="Rectangle 11">
                <a:extLst>
                  <a:ext uri="{FF2B5EF4-FFF2-40B4-BE49-F238E27FC236}">
                    <a16:creationId xmlns:a16="http://schemas.microsoft.com/office/drawing/2014/main" id="{D89942A4-487E-5EF1-5962-ECB89FC38520}"/>
                  </a:ext>
                </a:extLst>
              </p:cNvPr>
              <p:cNvSpPr>
                <a:spLocks noRot="1" noChangeAspect="1" noMove="1" noResize="1" noEditPoints="1" noAdjustHandles="1" noChangeArrowheads="1" noChangeShapeType="1" noTextEdit="1"/>
              </p:cNvSpPr>
              <p:nvPr/>
            </p:nvSpPr>
            <p:spPr>
              <a:xfrm>
                <a:off x="5736368" y="1071213"/>
                <a:ext cx="3820870" cy="969433"/>
              </a:xfrm>
              <a:prstGeom prst="rect">
                <a:avLst/>
              </a:prstGeom>
              <a:blipFill>
                <a:blip r:embed="rId5"/>
                <a:stretch>
                  <a:fillRect/>
                </a:stretch>
              </a:blipFill>
            </p:spPr>
            <p:txBody>
              <a:bodyPr/>
              <a:lstStyle/>
              <a:p>
                <a:r>
                  <a:rPr lang="en-US">
                    <a:noFill/>
                  </a:rPr>
                  <a:t> </a:t>
                </a:r>
              </a:p>
            </p:txBody>
          </p:sp>
        </mc:Fallback>
      </mc:AlternateContent>
      <p:pic>
        <p:nvPicPr>
          <p:cNvPr id="13" name="Picture 2">
            <a:extLst>
              <a:ext uri="{FF2B5EF4-FFF2-40B4-BE49-F238E27FC236}">
                <a16:creationId xmlns:a16="http://schemas.microsoft.com/office/drawing/2014/main" id="{7F222B1C-8D31-2FA0-7FC0-D1DC49BAAB4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236089" y="3077308"/>
            <a:ext cx="3819249" cy="2662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F43C5EE7-040A-B914-BB31-EF58911344BD}"/>
                  </a:ext>
                </a:extLst>
              </p:cNvPr>
              <p:cNvSpPr/>
              <p:nvPr/>
            </p:nvSpPr>
            <p:spPr>
              <a:xfrm>
                <a:off x="4589231" y="1978866"/>
                <a:ext cx="1800200"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S</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S</m:t>
                          </m:r>
                          <m:r>
                            <a:rPr lang="en-AU" sz="2800" b="0" i="0" dirty="0" smtClean="0">
                              <a:latin typeface="Cambria Math"/>
                              <a:ea typeface="Cambria Math"/>
                            </a:rPr>
                            <m:t>2</m:t>
                          </m:r>
                        </m:sub>
                      </m:sSub>
                    </m:oMath>
                  </m:oMathPara>
                </a14:m>
                <a:endParaRPr lang="en-AU" sz="2800"/>
              </a:p>
            </p:txBody>
          </p:sp>
        </mc:Choice>
        <mc:Fallback xmlns="">
          <p:sp>
            <p:nvSpPr>
              <p:cNvPr id="14" name="Rectangle 13">
                <a:extLst>
                  <a:ext uri="{FF2B5EF4-FFF2-40B4-BE49-F238E27FC236}">
                    <a16:creationId xmlns:a16="http://schemas.microsoft.com/office/drawing/2014/main" id="{F43C5EE7-040A-B914-BB31-EF58911344BD}"/>
                  </a:ext>
                </a:extLst>
              </p:cNvPr>
              <p:cNvSpPr>
                <a:spLocks noRot="1" noChangeAspect="1" noMove="1" noResize="1" noEditPoints="1" noAdjustHandles="1" noChangeArrowheads="1" noChangeShapeType="1" noTextEdit="1"/>
              </p:cNvSpPr>
              <p:nvPr/>
            </p:nvSpPr>
            <p:spPr>
              <a:xfrm>
                <a:off x="4589231" y="1978866"/>
                <a:ext cx="1800200"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E0D6E49-DC9D-E014-B94C-10FA9B14C490}"/>
                  </a:ext>
                </a:extLst>
              </p:cNvPr>
              <p:cNvSpPr/>
              <p:nvPr/>
            </p:nvSpPr>
            <p:spPr>
              <a:xfrm>
                <a:off x="2324660" y="2914588"/>
                <a:ext cx="3771340"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r>
                            <a:rPr lang="en-AU" sz="2800" b="0" i="0" dirty="0" smtClean="0">
                              <a:latin typeface="Cambria Math"/>
                              <a:ea typeface="Cambria Math"/>
                            </a:rPr>
                            <m:t>2</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BE</m:t>
                          </m:r>
                        </m:sub>
                      </m:sSub>
                    </m:oMath>
                  </m:oMathPara>
                </a14:m>
                <a:endParaRPr lang="en-AU" sz="2800"/>
              </a:p>
            </p:txBody>
          </p:sp>
        </mc:Choice>
        <mc:Fallback xmlns="">
          <p:sp>
            <p:nvSpPr>
              <p:cNvPr id="15" name="Rectangle 14">
                <a:extLst>
                  <a:ext uri="{FF2B5EF4-FFF2-40B4-BE49-F238E27FC236}">
                    <a16:creationId xmlns:a16="http://schemas.microsoft.com/office/drawing/2014/main" id="{4E0D6E49-DC9D-E014-B94C-10FA9B14C490}"/>
                  </a:ext>
                </a:extLst>
              </p:cNvPr>
              <p:cNvSpPr>
                <a:spLocks noRot="1" noChangeAspect="1" noMove="1" noResize="1" noEditPoints="1" noAdjustHandles="1" noChangeArrowheads="1" noChangeShapeType="1" noTextEdit="1"/>
              </p:cNvSpPr>
              <p:nvPr/>
            </p:nvSpPr>
            <p:spPr>
              <a:xfrm>
                <a:off x="2324660" y="2914588"/>
                <a:ext cx="3771340"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81540043-A22A-8934-BD26-0008C9EA872D}"/>
                  </a:ext>
                </a:extLst>
              </p:cNvPr>
              <p:cNvSpPr/>
              <p:nvPr/>
            </p:nvSpPr>
            <p:spPr>
              <a:xfrm>
                <a:off x="6090139" y="2905759"/>
                <a:ext cx="241285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β</m:t>
                          </m:r>
                        </m:e>
                        <m:sub>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β</m:t>
                          </m:r>
                        </m:e>
                        <m:sub>
                          <m:r>
                            <a:rPr lang="en-AU" sz="2800" b="0" i="0" dirty="0" smtClean="0">
                              <a:latin typeface="Cambria Math"/>
                              <a:ea typeface="Cambria Math"/>
                            </a:rPr>
                            <m:t>2</m:t>
                          </m:r>
                        </m:sub>
                      </m:sSub>
                      <m:r>
                        <a:rPr lang="en-AU" sz="2800" b="0" i="0" dirty="0">
                          <a:latin typeface="Cambria Math"/>
                          <a:ea typeface="Cambria Math"/>
                        </a:rPr>
                        <m:t>=</m:t>
                      </m:r>
                      <m:r>
                        <m:rPr>
                          <m:sty m:val="p"/>
                        </m:rPr>
                        <a:rPr lang="en-AU" sz="2800" b="0" i="0" dirty="0" smtClean="0">
                          <a:latin typeface="Cambria Math"/>
                          <a:ea typeface="Cambria Math"/>
                        </a:rPr>
                        <m:t>β</m:t>
                      </m:r>
                    </m:oMath>
                  </m:oMathPara>
                </a14:m>
                <a:endParaRPr lang="en-AU" sz="2800"/>
              </a:p>
            </p:txBody>
          </p:sp>
        </mc:Choice>
        <mc:Fallback xmlns="">
          <p:sp>
            <p:nvSpPr>
              <p:cNvPr id="16" name="Rectangle 15">
                <a:extLst>
                  <a:ext uri="{FF2B5EF4-FFF2-40B4-BE49-F238E27FC236}">
                    <a16:creationId xmlns:a16="http://schemas.microsoft.com/office/drawing/2014/main" id="{81540043-A22A-8934-BD26-0008C9EA872D}"/>
                  </a:ext>
                </a:extLst>
              </p:cNvPr>
              <p:cNvSpPr>
                <a:spLocks noRot="1" noChangeAspect="1" noMove="1" noResize="1" noEditPoints="1" noAdjustHandles="1" noChangeArrowheads="1" noChangeShapeType="1" noTextEdit="1"/>
              </p:cNvSpPr>
              <p:nvPr/>
            </p:nvSpPr>
            <p:spPr>
              <a:xfrm>
                <a:off x="6090139" y="2905759"/>
                <a:ext cx="2412851"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358F3629-C11F-4543-A687-011FB05D893E}"/>
                  </a:ext>
                </a:extLst>
              </p:cNvPr>
              <p:cNvSpPr/>
              <p:nvPr/>
            </p:nvSpPr>
            <p:spPr>
              <a:xfrm>
                <a:off x="2679240" y="3746541"/>
                <a:ext cx="2556284"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B</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B</m:t>
                          </m:r>
                          <m:r>
                            <a:rPr lang="en-AU" sz="2800" b="0" i="0" dirty="0" smtClean="0">
                              <a:latin typeface="Cambria Math"/>
                              <a:ea typeface="Cambria Math"/>
                            </a:rPr>
                            <m:t>2</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B</m:t>
                          </m:r>
                        </m:sub>
                      </m:sSub>
                    </m:oMath>
                  </m:oMathPara>
                </a14:m>
                <a:endParaRPr lang="en-AU" sz="2800"/>
              </a:p>
            </p:txBody>
          </p:sp>
        </mc:Choice>
        <mc:Fallback xmlns="">
          <p:sp>
            <p:nvSpPr>
              <p:cNvPr id="17" name="Rectangle 16">
                <a:extLst>
                  <a:ext uri="{FF2B5EF4-FFF2-40B4-BE49-F238E27FC236}">
                    <a16:creationId xmlns:a16="http://schemas.microsoft.com/office/drawing/2014/main" id="{358F3629-C11F-4543-A687-011FB05D893E}"/>
                  </a:ext>
                </a:extLst>
              </p:cNvPr>
              <p:cNvSpPr>
                <a:spLocks noRot="1" noChangeAspect="1" noMove="1" noResize="1" noEditPoints="1" noAdjustHandles="1" noChangeArrowheads="1" noChangeShapeType="1" noTextEdit="1"/>
              </p:cNvSpPr>
              <p:nvPr/>
            </p:nvSpPr>
            <p:spPr>
              <a:xfrm>
                <a:off x="2679240" y="3746541"/>
                <a:ext cx="2556284"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386AA602-33B2-BF6B-0060-8790295C9815}"/>
                  </a:ext>
                </a:extLst>
              </p:cNvPr>
              <p:cNvSpPr/>
              <p:nvPr/>
            </p:nvSpPr>
            <p:spPr>
              <a:xfrm>
                <a:off x="5489331" y="3770872"/>
                <a:ext cx="2304256"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r>
                            <a:rPr lang="en-AU" sz="2800" b="0" i="0" dirty="0" smtClean="0">
                              <a:latin typeface="Cambria Math"/>
                              <a:ea typeface="Cambria Math"/>
                            </a:rPr>
                            <m:t>2</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sub>
                      </m:sSub>
                    </m:oMath>
                  </m:oMathPara>
                </a14:m>
                <a:endParaRPr lang="en-AU" sz="2800"/>
              </a:p>
            </p:txBody>
          </p:sp>
        </mc:Choice>
        <mc:Fallback xmlns="">
          <p:sp>
            <p:nvSpPr>
              <p:cNvPr id="18" name="Rectangle 17">
                <a:extLst>
                  <a:ext uri="{FF2B5EF4-FFF2-40B4-BE49-F238E27FC236}">
                    <a16:creationId xmlns:a16="http://schemas.microsoft.com/office/drawing/2014/main" id="{386AA602-33B2-BF6B-0060-8790295C9815}"/>
                  </a:ext>
                </a:extLst>
              </p:cNvPr>
              <p:cNvSpPr>
                <a:spLocks noRot="1" noChangeAspect="1" noMove="1" noResize="1" noEditPoints="1" noAdjustHandles="1" noChangeArrowheads="1" noChangeShapeType="1" noTextEdit="1"/>
              </p:cNvSpPr>
              <p:nvPr/>
            </p:nvSpPr>
            <p:spPr>
              <a:xfrm>
                <a:off x="5489331" y="3770872"/>
                <a:ext cx="2304256" cy="5232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3513A33B-2159-8EDA-5904-1FFEFC393C92}"/>
                  </a:ext>
                </a:extLst>
              </p:cNvPr>
              <p:cNvSpPr/>
              <p:nvPr/>
            </p:nvSpPr>
            <p:spPr>
              <a:xfrm>
                <a:off x="1125415" y="5060920"/>
                <a:ext cx="7851531" cy="89614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REF</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CC</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BE</m:t>
                              </m:r>
                            </m:sub>
                          </m:sSub>
                        </m:num>
                        <m:den>
                          <m:r>
                            <m:rPr>
                              <m:sty m:val="p"/>
                            </m:rPr>
                            <a:rPr lang="en-AU" sz="2800" b="0" i="0" dirty="0">
                              <a:latin typeface="Cambria Math"/>
                              <a:ea typeface="Cambria Math"/>
                            </a:rPr>
                            <m:t>R</m:t>
                          </m:r>
                        </m:den>
                      </m:f>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C</m:t>
                          </m:r>
                          <m:r>
                            <a:rPr lang="en-AU" sz="2800" b="0" i="0" dirty="0" smtClean="0">
                              <a:latin typeface="Cambria Math"/>
                              <a:ea typeface="Cambria Math"/>
                            </a:rPr>
                            <m:t>1</m:t>
                          </m:r>
                        </m:sub>
                      </m:sSub>
                      <m:r>
                        <a:rPr lang="en-AU" sz="2800" b="0" i="0" dirty="0" smtClean="0">
                          <a:latin typeface="Cambria Math"/>
                          <a:ea typeface="Cambria Math"/>
                        </a:rPr>
                        <m:t>+2</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B</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β</m:t>
                          </m:r>
                          <m:r>
                            <m:rPr>
                              <m:sty m:val="p"/>
                            </m:rPr>
                            <a:rPr lang="en-AU" sz="2800" b="0" i="0" dirty="0">
                              <a:latin typeface="Cambria Math"/>
                              <a:ea typeface="Cambria Math"/>
                            </a:rPr>
                            <m:t>I</m:t>
                          </m:r>
                        </m:e>
                        <m:sub>
                          <m:r>
                            <m:rPr>
                              <m:sty m:val="p"/>
                            </m:rPr>
                            <a:rPr lang="en-AU" sz="2800" b="0" i="0" dirty="0" smtClean="0">
                              <a:latin typeface="Cambria Math"/>
                              <a:ea typeface="Cambria Math"/>
                            </a:rPr>
                            <m:t>B</m:t>
                          </m:r>
                        </m:sub>
                      </m:sSub>
                      <m:r>
                        <a:rPr lang="en-AU" sz="2800" b="0" i="0" dirty="0">
                          <a:latin typeface="Cambria Math"/>
                          <a:ea typeface="Cambria Math"/>
                        </a:rPr>
                        <m:t>+2</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a:latin typeface="Cambria Math"/>
                              <a:ea typeface="Cambria Math"/>
                            </a:rPr>
                            <m:t>B</m:t>
                          </m:r>
                        </m:sub>
                      </m:sSub>
                    </m:oMath>
                  </m:oMathPara>
                </a14:m>
                <a:endParaRPr lang="en-AU" sz="2800"/>
              </a:p>
            </p:txBody>
          </p:sp>
        </mc:Choice>
        <mc:Fallback xmlns="">
          <p:sp>
            <p:nvSpPr>
              <p:cNvPr id="19" name="Rectangle 18">
                <a:extLst>
                  <a:ext uri="{FF2B5EF4-FFF2-40B4-BE49-F238E27FC236}">
                    <a16:creationId xmlns:a16="http://schemas.microsoft.com/office/drawing/2014/main" id="{3513A33B-2159-8EDA-5904-1FFEFC393C92}"/>
                  </a:ext>
                </a:extLst>
              </p:cNvPr>
              <p:cNvSpPr>
                <a:spLocks noRot="1" noChangeAspect="1" noMove="1" noResize="1" noEditPoints="1" noAdjustHandles="1" noChangeArrowheads="1" noChangeShapeType="1" noTextEdit="1"/>
              </p:cNvSpPr>
              <p:nvPr/>
            </p:nvSpPr>
            <p:spPr>
              <a:xfrm>
                <a:off x="1125415" y="5060920"/>
                <a:ext cx="7851531" cy="896143"/>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716450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269219" cy="5557597"/>
          </a:xfrm>
        </p:spPr>
        <p:txBody>
          <a:bodyPr>
            <a:normAutofit/>
          </a:bodyPr>
          <a:lstStyle/>
          <a:p>
            <a:endParaRPr lang="en-AU" b="0" baseline="-25000">
              <a:latin typeface="+mn-lt"/>
            </a:endParaRPr>
          </a:p>
          <a:p>
            <a:endParaRPr lang="en-AU" b="0" baseline="-25000">
              <a:latin typeface="+mn-lt"/>
            </a:endParaRPr>
          </a:p>
          <a:p>
            <a:endParaRPr lang="en-AU" baseline="-25000"/>
          </a:p>
          <a:p>
            <a:pPr>
              <a:buFont typeface="Wingdings" panose="05000000000000000000" pitchFamily="2" charset="2"/>
              <a:buChar char="§"/>
            </a:pPr>
            <a:r>
              <a:rPr lang="en-AU" sz="2800">
                <a:latin typeface="Arial" panose="020B0604020202020204" pitchFamily="34" charset="0"/>
                <a:cs typeface="Arial" panose="020B0604020202020204" pitchFamily="34" charset="0"/>
              </a:rPr>
              <a:t>For           , </a:t>
            </a:r>
          </a:p>
          <a:p>
            <a:pPr>
              <a:buFont typeface="Wingdings" panose="05000000000000000000" pitchFamily="2" charset="2"/>
              <a:buChar char="§"/>
            </a:pPr>
            <a:r>
              <a:rPr lang="en-AU" sz="2800">
                <a:latin typeface="Arial" panose="020B0604020202020204" pitchFamily="34" charset="0"/>
                <a:cs typeface="Arial" panose="020B0604020202020204" pitchFamily="34" charset="0"/>
              </a:rPr>
              <a:t>V</a:t>
            </a:r>
            <a:r>
              <a:rPr lang="en-AU" sz="2800" baseline="-25000">
                <a:latin typeface="Arial" panose="020B0604020202020204" pitchFamily="34" charset="0"/>
                <a:cs typeface="Arial" panose="020B0604020202020204" pitchFamily="34" charset="0"/>
              </a:rPr>
              <a:t>CC</a:t>
            </a:r>
            <a:r>
              <a:rPr lang="en-AU" sz="2800">
                <a:latin typeface="Arial" panose="020B0604020202020204" pitchFamily="34" charset="0"/>
                <a:cs typeface="Arial" panose="020B0604020202020204" pitchFamily="34" charset="0"/>
              </a:rPr>
              <a:t> &amp; R set the value I</a:t>
            </a:r>
            <a:r>
              <a:rPr lang="en-AU" sz="2800" i="1" baseline="-25000">
                <a:latin typeface="Arial" panose="020B0604020202020204" pitchFamily="34" charset="0"/>
                <a:cs typeface="Arial" panose="020B0604020202020204" pitchFamily="34" charset="0"/>
              </a:rPr>
              <a:t>C</a:t>
            </a:r>
            <a:r>
              <a:rPr lang="en-AU" sz="2800" baseline="-25000">
                <a:latin typeface="Arial" panose="020B0604020202020204" pitchFamily="34" charset="0"/>
                <a:cs typeface="Arial" panose="020B0604020202020204" pitchFamily="34" charset="0"/>
              </a:rPr>
              <a:t>1</a:t>
            </a:r>
            <a:r>
              <a:rPr lang="en-AU" sz="2800">
                <a:latin typeface="Arial" panose="020B0604020202020204" pitchFamily="34" charset="0"/>
                <a:cs typeface="Arial" panose="020B0604020202020204" pitchFamily="34" charset="0"/>
              </a:rPr>
              <a:t> and connection to Q1 mirrors I</a:t>
            </a:r>
            <a:r>
              <a:rPr lang="en-AU" sz="2800" i="1" baseline="-25000">
                <a:latin typeface="Arial" panose="020B0604020202020204" pitchFamily="34" charset="0"/>
                <a:cs typeface="Arial" panose="020B0604020202020204" pitchFamily="34" charset="0"/>
              </a:rPr>
              <a:t>C</a:t>
            </a:r>
            <a:r>
              <a:rPr lang="en-AU" sz="2800" baseline="-25000">
                <a:latin typeface="Arial" panose="020B0604020202020204" pitchFamily="34" charset="0"/>
                <a:cs typeface="Arial" panose="020B0604020202020204" pitchFamily="34" charset="0"/>
              </a:rPr>
              <a:t>1</a:t>
            </a:r>
            <a:r>
              <a:rPr lang="en-AU" sz="2800">
                <a:latin typeface="Arial" panose="020B0604020202020204" pitchFamily="34" charset="0"/>
                <a:cs typeface="Arial" panose="020B0604020202020204" pitchFamily="34" charset="0"/>
              </a:rPr>
              <a:t> onto I</a:t>
            </a:r>
            <a:r>
              <a:rPr lang="en-AU" sz="2800" i="1" baseline="-25000">
                <a:latin typeface="Arial" panose="020B0604020202020204" pitchFamily="34" charset="0"/>
                <a:cs typeface="Arial" panose="020B0604020202020204" pitchFamily="34" charset="0"/>
              </a:rPr>
              <a:t>C</a:t>
            </a:r>
            <a:r>
              <a:rPr lang="en-AU" sz="2800" baseline="-25000">
                <a:latin typeface="Arial" panose="020B0604020202020204" pitchFamily="34" charset="0"/>
                <a:cs typeface="Arial" panose="020B0604020202020204" pitchFamily="34" charset="0"/>
              </a:rPr>
              <a:t>2</a:t>
            </a:r>
            <a:r>
              <a:rPr lang="en-AU" sz="2800">
                <a:latin typeface="Arial" panose="020B0604020202020204" pitchFamily="34" charset="0"/>
                <a:cs typeface="Arial" panose="020B0604020202020204" pitchFamily="34" charset="0"/>
              </a:rPr>
              <a:t>.</a:t>
            </a:r>
          </a:p>
          <a:p>
            <a:pPr>
              <a:buFont typeface="Wingdings" panose="05000000000000000000" pitchFamily="2" charset="2"/>
              <a:buChar char="§"/>
            </a:pPr>
            <a:r>
              <a:rPr lang="en-AU" sz="2800">
                <a:latin typeface="Arial" panose="020B0604020202020204" pitchFamily="34" charset="0"/>
                <a:cs typeface="Arial" panose="020B0604020202020204" pitchFamily="34" charset="0"/>
              </a:rPr>
              <a:t>If the effect of the Early Voltage (V</a:t>
            </a:r>
            <a:r>
              <a:rPr lang="en-AU" sz="2800" baseline="-25000">
                <a:latin typeface="Arial" panose="020B0604020202020204" pitchFamily="34" charset="0"/>
                <a:cs typeface="Arial" panose="020B0604020202020204" pitchFamily="34" charset="0"/>
              </a:rPr>
              <a:t>A</a:t>
            </a:r>
            <a:r>
              <a:rPr lang="en-AU" sz="2800">
                <a:latin typeface="Arial" panose="020B0604020202020204" pitchFamily="34" charset="0"/>
                <a:cs typeface="Arial" panose="020B0604020202020204" pitchFamily="34" charset="0"/>
              </a:rPr>
              <a:t>) is included, then we must write:</a:t>
            </a:r>
          </a:p>
          <a:p>
            <a:endParaRPr lang="en-AU" b="0" baseline="-25000">
              <a:latin typeface="+mn-lt"/>
            </a:endParaRPr>
          </a:p>
          <a:p>
            <a:pPr marL="0" indent="0">
              <a:buNone/>
            </a:pPr>
            <a:r>
              <a:rPr lang="en-AU" b="0" baseline="-25000">
                <a:latin typeface="+mn-lt"/>
              </a:rPr>
              <a:t>         </a:t>
            </a:r>
            <a:endParaRPr lang="en-AU" baseline="-25000">
              <a:latin typeface="+mn-lt"/>
            </a:endParaRPr>
          </a:p>
          <a:p>
            <a:pPr lvl="1"/>
            <a:endParaRPr lang="en-AU" sz="2000" baseline="-25000">
              <a:latin typeface="+mn-lt"/>
            </a:endParaRPr>
          </a:p>
          <a:p>
            <a:pPr>
              <a:buFont typeface="Wingdings" panose="05000000000000000000" pitchFamily="2" charset="2"/>
              <a:buChar char="§"/>
            </a:pPr>
            <a:endParaRPr lang="en-AU">
              <a:latin typeface="Arial" panose="020B0604020202020204" pitchFamily="34" charset="0"/>
              <a:cs typeface="Arial" panose="020B0604020202020204" pitchFamily="34" charset="0"/>
            </a:endParaRPr>
          </a:p>
          <a:p>
            <a:pPr lvl="2">
              <a:lnSpc>
                <a:spcPct val="90000"/>
              </a:lnSpc>
            </a:pPr>
            <a:endParaRPr lang="en-US" sz="2000">
              <a:latin typeface="+mn-lt"/>
            </a:endParaRPr>
          </a:p>
          <a:p>
            <a:pPr lvl="2">
              <a:lnSpc>
                <a:spcPct val="90000"/>
              </a:lnSpc>
            </a:pPr>
            <a:endParaRPr lang="en-US" sz="2000">
              <a:latin typeface="+mn-lt"/>
            </a:endParaRPr>
          </a:p>
          <a:p>
            <a:pPr lvl="1">
              <a:lnSpc>
                <a:spcPct val="90000"/>
              </a:lnSpc>
            </a:pPr>
            <a:endParaRPr lang="en-US" sz="2000">
              <a:latin typeface="+mn-lt"/>
            </a:endParaRPr>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35B8E296-4D4A-BE2C-D2C5-CEA897C9C5DB}"/>
                  </a:ext>
                </a:extLst>
              </p:cNvPr>
              <p:cNvSpPr/>
              <p:nvPr/>
            </p:nvSpPr>
            <p:spPr>
              <a:xfrm>
                <a:off x="1083384" y="1673384"/>
                <a:ext cx="126376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AU" sz="2800" b="0" i="0" dirty="0" smtClean="0">
                          <a:latin typeface="Cambria Math"/>
                          <a:ea typeface="Cambria Math"/>
                        </a:rPr>
                        <m:t>β</m:t>
                      </m:r>
                      <m:r>
                        <a:rPr lang="en-AU" sz="2800" b="0" i="0" dirty="0" smtClean="0">
                          <a:latin typeface="Cambria Math"/>
                          <a:ea typeface="Cambria Math"/>
                        </a:rPr>
                        <m:t>≫1</m:t>
                      </m:r>
                    </m:oMath>
                  </m:oMathPara>
                </a14:m>
                <a:endParaRPr lang="en-AU" sz="2800"/>
              </a:p>
            </p:txBody>
          </p:sp>
        </mc:Choice>
        <mc:Fallback xmlns="">
          <p:sp>
            <p:nvSpPr>
              <p:cNvPr id="3" name="Rectangle 2">
                <a:extLst>
                  <a:ext uri="{FF2B5EF4-FFF2-40B4-BE49-F238E27FC236}">
                    <a16:creationId xmlns:a16="http://schemas.microsoft.com/office/drawing/2014/main" id="{35B8E296-4D4A-BE2C-D2C5-CEA897C9C5DB}"/>
                  </a:ext>
                </a:extLst>
              </p:cNvPr>
              <p:cNvSpPr>
                <a:spLocks noRot="1" noChangeAspect="1" noMove="1" noResize="1" noEditPoints="1" noAdjustHandles="1" noChangeArrowheads="1" noChangeShapeType="1" noTextEdit="1"/>
              </p:cNvSpPr>
              <p:nvPr/>
            </p:nvSpPr>
            <p:spPr>
              <a:xfrm>
                <a:off x="1083384" y="1673384"/>
                <a:ext cx="1263761"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1D698B21-31D2-7198-D760-0D8057AAC28E}"/>
                  </a:ext>
                </a:extLst>
              </p:cNvPr>
              <p:cNvSpPr/>
              <p:nvPr/>
            </p:nvSpPr>
            <p:spPr>
              <a:xfrm>
                <a:off x="890331" y="493606"/>
                <a:ext cx="9774738" cy="133555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a:latin typeface="Cambria Math"/>
                              <a:ea typeface="Cambria Math"/>
                            </a:rPr>
                            <m:t>C</m:t>
                          </m:r>
                          <m:r>
                            <a:rPr lang="en-AU" sz="2800" b="0" i="0" dirty="0" smtClean="0">
                              <a:latin typeface="Cambria Math"/>
                              <a:ea typeface="Cambria Math"/>
                            </a:rPr>
                            <m:t>2</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r>
                            <m:rPr>
                              <m:sty m:val="p"/>
                            </m:rPr>
                            <a:rPr lang="en-AU" sz="2800" b="0" i="0" dirty="0" smtClean="0">
                              <a:latin typeface="Cambria Math"/>
                              <a:ea typeface="Cambria Math"/>
                            </a:rPr>
                            <m:t>β</m:t>
                          </m:r>
                        </m:num>
                        <m:den>
                          <m:r>
                            <m:rPr>
                              <m:sty m:val="p"/>
                            </m:rPr>
                            <a:rPr lang="en-AU" sz="2800" b="0" i="0" dirty="0" smtClean="0">
                              <a:latin typeface="Cambria Math"/>
                              <a:ea typeface="Cambria Math"/>
                            </a:rPr>
                            <m:t>β</m:t>
                          </m:r>
                          <m:r>
                            <a:rPr lang="en-AU" sz="2800" b="0" i="0" dirty="0" smtClean="0">
                              <a:latin typeface="Cambria Math"/>
                              <a:ea typeface="Cambria Math"/>
                            </a:rPr>
                            <m:t>+2</m:t>
                          </m:r>
                        </m:den>
                      </m:f>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REF</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r>
                            <m:rPr>
                              <m:sty m:val="p"/>
                            </m:rPr>
                            <a:rPr lang="en-AU" sz="2800" b="0" i="0" dirty="0">
                              <a:latin typeface="Cambria Math"/>
                              <a:ea typeface="Cambria Math"/>
                            </a:rPr>
                            <m:t>β</m:t>
                          </m:r>
                        </m:num>
                        <m:den>
                          <m:r>
                            <m:rPr>
                              <m:sty m:val="p"/>
                            </m:rPr>
                            <a:rPr lang="en-AU" sz="2800" b="0" i="0" dirty="0">
                              <a:latin typeface="Cambria Math"/>
                              <a:ea typeface="Cambria Math"/>
                            </a:rPr>
                            <m:t>β</m:t>
                          </m:r>
                          <m:r>
                            <a:rPr lang="en-AU" sz="2800" b="0" i="0" dirty="0">
                              <a:latin typeface="Cambria Math"/>
                              <a:ea typeface="Cambria Math"/>
                            </a:rPr>
                            <m:t>+2</m:t>
                          </m:r>
                        </m:den>
                      </m:f>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CC</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BE</m:t>
                              </m:r>
                            </m:sub>
                          </m:sSub>
                        </m:num>
                        <m:den>
                          <m:r>
                            <m:rPr>
                              <m:sty m:val="p"/>
                            </m:rPr>
                            <a:rPr lang="en-AU" sz="2800" b="0" i="0" dirty="0">
                              <a:latin typeface="Cambria Math"/>
                              <a:ea typeface="Cambria Math"/>
                            </a:rPr>
                            <m:t>R</m:t>
                          </m:r>
                        </m:den>
                      </m:f>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f>
                            <m:fPr>
                              <m:ctrlPr>
                                <a:rPr lang="en-AU" sz="2800" i="1" dirty="0" smtClean="0">
                                  <a:latin typeface="Cambria Math" panose="02040503050406030204" pitchFamily="18" charset="0"/>
                                  <a:ea typeface="Cambria Math"/>
                                </a:rPr>
                              </m:ctrlPr>
                            </m:fPr>
                            <m:num>
                              <m:r>
                                <a:rPr lang="en-AU" sz="2800" b="0" i="0" dirty="0" smtClean="0">
                                  <a:latin typeface="Cambria Math"/>
                                  <a:ea typeface="Cambria Math"/>
                                </a:rPr>
                                <m:t>1</m:t>
                              </m:r>
                            </m:num>
                            <m:den>
                              <m:r>
                                <a:rPr lang="en-AU" sz="2800" b="0" i="0" dirty="0" smtClean="0">
                                  <a:latin typeface="Cambria Math"/>
                                  <a:ea typeface="Cambria Math"/>
                                </a:rPr>
                                <m:t>1+</m:t>
                              </m:r>
                              <m:f>
                                <m:fPr>
                                  <m:ctrlPr>
                                    <a:rPr lang="en-AU" sz="2800" i="1" dirty="0" smtClean="0">
                                      <a:latin typeface="Cambria Math" panose="02040503050406030204" pitchFamily="18" charset="0"/>
                                      <a:ea typeface="Cambria Math"/>
                                    </a:rPr>
                                  </m:ctrlPr>
                                </m:fPr>
                                <m:num>
                                  <m:r>
                                    <a:rPr lang="en-AU" sz="2800" b="0" i="0" dirty="0" smtClean="0">
                                      <a:latin typeface="Cambria Math"/>
                                      <a:ea typeface="Cambria Math"/>
                                    </a:rPr>
                                    <m:t>2</m:t>
                                  </m:r>
                                </m:num>
                                <m:den>
                                  <m:r>
                                    <m:rPr>
                                      <m:sty m:val="p"/>
                                    </m:rPr>
                                    <a:rPr lang="en-AU" sz="2800" b="0" i="0" dirty="0" smtClean="0">
                                      <a:latin typeface="Cambria Math"/>
                                      <a:ea typeface="Cambria Math"/>
                                    </a:rPr>
                                    <m:t>β</m:t>
                                  </m:r>
                                </m:den>
                              </m:f>
                            </m:den>
                          </m:f>
                          <m:r>
                            <m:rPr>
                              <m:sty m:val="p"/>
                            </m:rPr>
                            <a:rPr lang="en-AU" sz="2800" b="0" i="0" dirty="0">
                              <a:latin typeface="Cambria Math"/>
                              <a:ea typeface="Cambria Math"/>
                            </a:rPr>
                            <m:t>I</m:t>
                          </m:r>
                        </m:e>
                        <m:sub>
                          <m:r>
                            <m:rPr>
                              <m:sty m:val="p"/>
                            </m:rPr>
                            <a:rPr lang="en-AU" sz="2800" b="0" i="0" dirty="0" smtClean="0">
                              <a:latin typeface="Cambria Math"/>
                              <a:ea typeface="Cambria Math"/>
                            </a:rPr>
                            <m:t>REF</m:t>
                          </m:r>
                        </m:sub>
                      </m:sSub>
                    </m:oMath>
                  </m:oMathPara>
                </a14:m>
                <a:endParaRPr lang="en-AU" sz="2800"/>
              </a:p>
            </p:txBody>
          </p:sp>
        </mc:Choice>
        <mc:Fallback xmlns="">
          <p:sp>
            <p:nvSpPr>
              <p:cNvPr id="9" name="Rectangle 8">
                <a:extLst>
                  <a:ext uri="{FF2B5EF4-FFF2-40B4-BE49-F238E27FC236}">
                    <a16:creationId xmlns:a16="http://schemas.microsoft.com/office/drawing/2014/main" id="{1D698B21-31D2-7198-D760-0D8057AAC28E}"/>
                  </a:ext>
                </a:extLst>
              </p:cNvPr>
              <p:cNvSpPr>
                <a:spLocks noRot="1" noChangeAspect="1" noMove="1" noResize="1" noEditPoints="1" noAdjustHandles="1" noChangeArrowheads="1" noChangeShapeType="1" noTextEdit="1"/>
              </p:cNvSpPr>
              <p:nvPr/>
            </p:nvSpPr>
            <p:spPr>
              <a:xfrm>
                <a:off x="890331" y="493606"/>
                <a:ext cx="9774738" cy="133555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F4543AE7-B48F-8971-A823-0EC1832625A1}"/>
                  </a:ext>
                </a:extLst>
              </p:cNvPr>
              <p:cNvSpPr/>
              <p:nvPr/>
            </p:nvSpPr>
            <p:spPr>
              <a:xfrm>
                <a:off x="2237430" y="1665346"/>
                <a:ext cx="1964167"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REF</m:t>
                          </m:r>
                        </m:sub>
                      </m:sSub>
                    </m:oMath>
                  </m:oMathPara>
                </a14:m>
                <a:endParaRPr lang="en-AU" sz="2800"/>
              </a:p>
            </p:txBody>
          </p:sp>
        </mc:Choice>
        <mc:Fallback xmlns="">
          <p:sp>
            <p:nvSpPr>
              <p:cNvPr id="20" name="Rectangle 19">
                <a:extLst>
                  <a:ext uri="{FF2B5EF4-FFF2-40B4-BE49-F238E27FC236}">
                    <a16:creationId xmlns:a16="http://schemas.microsoft.com/office/drawing/2014/main" id="{F4543AE7-B48F-8971-A823-0EC1832625A1}"/>
                  </a:ext>
                </a:extLst>
              </p:cNvPr>
              <p:cNvSpPr>
                <a:spLocks noRot="1" noChangeAspect="1" noMove="1" noResize="1" noEditPoints="1" noAdjustHandles="1" noChangeArrowheads="1" noChangeShapeType="1" noTextEdit="1"/>
              </p:cNvSpPr>
              <p:nvPr/>
            </p:nvSpPr>
            <p:spPr>
              <a:xfrm>
                <a:off x="2237430" y="1665346"/>
                <a:ext cx="1964167"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8D8283DE-6D5B-EE1D-9918-EED8802172CC}"/>
                  </a:ext>
                </a:extLst>
              </p:cNvPr>
              <p:cNvSpPr/>
              <p:nvPr/>
            </p:nvSpPr>
            <p:spPr>
              <a:xfrm>
                <a:off x="338524" y="3438629"/>
                <a:ext cx="5558249" cy="777585"/>
              </a:xfrm>
              <a:prstGeom prst="rect">
                <a:avLst/>
              </a:prstGeom>
            </p:spPr>
            <p:txBody>
              <a:bodyPr wrap="square">
                <a:spAutoFit/>
              </a:bodyPr>
              <a:lstStyle/>
              <a:p>
                <a14:m>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C</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S</m:t>
                        </m:r>
                        <m:r>
                          <a:rPr lang="en-AU" sz="2800" b="0" i="0" dirty="0" smtClean="0">
                            <a:latin typeface="Cambria Math"/>
                            <a:ea typeface="Cambria Math"/>
                          </a:rPr>
                          <m:t>1</m:t>
                        </m:r>
                      </m:sub>
                    </m:sSub>
                    <m:r>
                      <a:rPr lang="en-AU" sz="2800" b="0" i="0" dirty="0" smtClean="0">
                        <a:latin typeface="Cambria Math"/>
                        <a:ea typeface="Cambria Math"/>
                      </a:rPr>
                      <m:t> </m:t>
                    </m:r>
                    <m:r>
                      <m:rPr>
                        <m:sty m:val="p"/>
                      </m:rPr>
                      <a:rPr lang="en-AU" sz="2800" b="0" i="0" dirty="0" smtClean="0">
                        <a:latin typeface="Cambria Math"/>
                        <a:ea typeface="Cambria Math"/>
                      </a:rPr>
                      <m:t>exp</m:t>
                    </m:r>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r>
                              <a:rPr lang="en-AU" sz="2800" b="0" i="0" dirty="0" smtClean="0">
                                <a:latin typeface="Cambria Math"/>
                                <a:ea typeface="Cambria Math"/>
                              </a:rPr>
                              <m:t>1</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r>
                      <a:rPr lang="en-AU" sz="2800" b="0" i="0" dirty="0" smtClean="0">
                        <a:latin typeface="Cambria Math"/>
                        <a:ea typeface="Cambria Math"/>
                      </a:rPr>
                      <m:t>)</m:t>
                    </m:r>
                  </m:oMath>
                </a14:m>
                <a:r>
                  <a:rPr lang="en-AU" sz="2800">
                    <a:latin typeface="Arial" panose="020B0604020202020204" pitchFamily="34" charset="0"/>
                    <a:ea typeface="Cambria Math"/>
                    <a:cs typeface="Arial" panose="020B0604020202020204" pitchFamily="34" charset="0"/>
                  </a:rPr>
                  <a:t> </a:t>
                </a:r>
                <a14:m>
                  <m:oMath xmlns:m="http://schemas.openxmlformats.org/officeDocument/2006/math">
                    <m:d>
                      <m:dPr>
                        <m:ctrlPr>
                          <a:rPr lang="en-AU" sz="2800" i="1" dirty="0" smtClean="0">
                            <a:latin typeface="Cambria Math" panose="02040503050406030204" pitchFamily="18" charset="0"/>
                            <a:ea typeface="Cambria Math"/>
                          </a:rPr>
                        </m:ctrlPr>
                      </m:dPr>
                      <m:e>
                        <m:r>
                          <a:rPr lang="en-AU" sz="2800" b="0" i="0" dirty="0" smtClean="0">
                            <a:latin typeface="Cambria Math"/>
                            <a:ea typeface="Cambria Math"/>
                          </a:rPr>
                          <m:t>1+</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CE</m:t>
                                </m:r>
                                <m:r>
                                  <a:rPr lang="en-AU" sz="2800" b="0" i="0" dirty="0" smtClean="0">
                                    <a:latin typeface="Cambria Math"/>
                                    <a:ea typeface="Cambria Math"/>
                                  </a:rPr>
                                  <m:t>1</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A</m:t>
                                </m:r>
                              </m:sub>
                            </m:sSub>
                          </m:den>
                        </m:f>
                      </m:e>
                    </m:d>
                  </m:oMath>
                </a14:m>
                <a:endParaRPr lang="en-AU" sz="2800">
                  <a:latin typeface="Arial" panose="020B0604020202020204" pitchFamily="34" charset="0"/>
                  <a:cs typeface="Arial" panose="020B0604020202020204" pitchFamily="34" charset="0"/>
                </a:endParaRPr>
              </a:p>
            </p:txBody>
          </p:sp>
        </mc:Choice>
        <mc:Fallback xmlns="">
          <p:sp>
            <p:nvSpPr>
              <p:cNvPr id="21" name="Rectangle 20">
                <a:extLst>
                  <a:ext uri="{FF2B5EF4-FFF2-40B4-BE49-F238E27FC236}">
                    <a16:creationId xmlns:a16="http://schemas.microsoft.com/office/drawing/2014/main" id="{8D8283DE-6D5B-EE1D-9918-EED8802172CC}"/>
                  </a:ext>
                </a:extLst>
              </p:cNvPr>
              <p:cNvSpPr>
                <a:spLocks noRot="1" noChangeAspect="1" noMove="1" noResize="1" noEditPoints="1" noAdjustHandles="1" noChangeArrowheads="1" noChangeShapeType="1" noTextEdit="1"/>
              </p:cNvSpPr>
              <p:nvPr/>
            </p:nvSpPr>
            <p:spPr>
              <a:xfrm>
                <a:off x="338524" y="3438629"/>
                <a:ext cx="5558249" cy="77758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A8161851-0797-4712-B408-28A407D42C03}"/>
                  </a:ext>
                </a:extLst>
              </p:cNvPr>
              <p:cNvSpPr/>
              <p:nvPr/>
            </p:nvSpPr>
            <p:spPr>
              <a:xfrm>
                <a:off x="5969566" y="3401456"/>
                <a:ext cx="5437875" cy="777585"/>
              </a:xfrm>
              <a:prstGeom prst="rect">
                <a:avLst/>
              </a:prstGeom>
            </p:spPr>
            <p:txBody>
              <a:bodyPr wrap="square">
                <a:spAutoFit/>
              </a:bodyPr>
              <a:lstStyle/>
              <a:p>
                <a14:m>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C</m:t>
                        </m:r>
                        <m:r>
                          <a:rPr lang="en-AU" sz="2800" b="0" i="0" dirty="0" smtClean="0">
                            <a:latin typeface="Cambria Math"/>
                            <a:ea typeface="Cambria Math"/>
                          </a:rPr>
                          <m:t>2</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S</m:t>
                        </m:r>
                        <m:r>
                          <a:rPr lang="en-AU" sz="2800" b="0" i="0" dirty="0" smtClean="0">
                            <a:latin typeface="Cambria Math"/>
                            <a:ea typeface="Cambria Math"/>
                          </a:rPr>
                          <m:t>2</m:t>
                        </m:r>
                      </m:sub>
                    </m:sSub>
                    <m:r>
                      <a:rPr lang="en-AU" sz="2800" b="0" i="0" dirty="0" smtClean="0">
                        <a:latin typeface="Cambria Math"/>
                        <a:ea typeface="Cambria Math"/>
                      </a:rPr>
                      <m:t> </m:t>
                    </m:r>
                    <m:r>
                      <m:rPr>
                        <m:sty m:val="p"/>
                      </m:rPr>
                      <a:rPr lang="en-AU" sz="2800" b="0" i="0" dirty="0" smtClean="0">
                        <a:latin typeface="Cambria Math"/>
                        <a:ea typeface="Cambria Math"/>
                      </a:rPr>
                      <m:t>exp</m:t>
                    </m:r>
                    <m:r>
                      <a:rPr lang="en-AU" sz="2800" b="0" i="0" dirty="0" smtClean="0">
                        <a:latin typeface="Cambria Math"/>
                        <a:ea typeface="Cambria Math"/>
                      </a:rPr>
                      <m:t>(</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r>
                              <a:rPr lang="en-AU" sz="2800" b="0" i="0" dirty="0" smtClean="0">
                                <a:latin typeface="Cambria Math"/>
                                <a:ea typeface="Cambria Math"/>
                              </a:rPr>
                              <m:t>2</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T</m:t>
                            </m:r>
                          </m:sub>
                        </m:sSub>
                      </m:den>
                    </m:f>
                    <m:r>
                      <a:rPr lang="en-AU" sz="2800" b="0" i="0" dirty="0" smtClean="0">
                        <a:latin typeface="Cambria Math"/>
                        <a:ea typeface="Cambria Math"/>
                      </a:rPr>
                      <m:t>)</m:t>
                    </m:r>
                  </m:oMath>
                </a14:m>
                <a:r>
                  <a:rPr lang="en-AU" sz="2800">
                    <a:latin typeface="Arial" panose="020B0604020202020204" pitchFamily="34" charset="0"/>
                    <a:ea typeface="Cambria Math"/>
                    <a:cs typeface="Arial" panose="020B0604020202020204" pitchFamily="34" charset="0"/>
                  </a:rPr>
                  <a:t> </a:t>
                </a:r>
                <a14:m>
                  <m:oMath xmlns:m="http://schemas.openxmlformats.org/officeDocument/2006/math">
                    <m:d>
                      <m:dPr>
                        <m:ctrlPr>
                          <a:rPr lang="en-AU" sz="2800" i="1" dirty="0" smtClean="0">
                            <a:latin typeface="Cambria Math" panose="02040503050406030204" pitchFamily="18" charset="0"/>
                            <a:ea typeface="Cambria Math"/>
                          </a:rPr>
                        </m:ctrlPr>
                      </m:dPr>
                      <m:e>
                        <m:r>
                          <a:rPr lang="en-AU" sz="2800" b="0" i="0" dirty="0" smtClean="0">
                            <a:latin typeface="Cambria Math"/>
                            <a:ea typeface="Cambria Math"/>
                          </a:rPr>
                          <m:t>1+</m:t>
                        </m:r>
                        <m:f>
                          <m:fPr>
                            <m:ctrlPr>
                              <a:rPr lang="en-AU" sz="2800" i="1" dirty="0" smtClean="0">
                                <a:latin typeface="Cambria Math" panose="02040503050406030204" pitchFamily="18" charset="0"/>
                                <a:ea typeface="Cambria Math"/>
                              </a:rPr>
                            </m:ctrlPr>
                          </m:fPr>
                          <m:num>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CE</m:t>
                                </m:r>
                                <m:r>
                                  <a:rPr lang="en-AU" sz="2800" b="0" i="0" dirty="0" smtClean="0">
                                    <a:latin typeface="Cambria Math"/>
                                    <a:ea typeface="Cambria Math"/>
                                  </a:rPr>
                                  <m:t>2</m:t>
                                </m:r>
                              </m:sub>
                            </m:sSub>
                          </m:num>
                          <m:den>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A</m:t>
                                </m:r>
                              </m:sub>
                            </m:sSub>
                          </m:den>
                        </m:f>
                      </m:e>
                    </m:d>
                  </m:oMath>
                </a14:m>
                <a:endParaRPr lang="en-AU" sz="2800">
                  <a:latin typeface="Arial" panose="020B0604020202020204" pitchFamily="34" charset="0"/>
                  <a:cs typeface="Arial" panose="020B0604020202020204" pitchFamily="34" charset="0"/>
                </a:endParaRPr>
              </a:p>
            </p:txBody>
          </p:sp>
        </mc:Choice>
        <mc:Fallback xmlns="">
          <p:sp>
            <p:nvSpPr>
              <p:cNvPr id="22" name="Rectangle 21">
                <a:extLst>
                  <a:ext uri="{FF2B5EF4-FFF2-40B4-BE49-F238E27FC236}">
                    <a16:creationId xmlns:a16="http://schemas.microsoft.com/office/drawing/2014/main" id="{A8161851-0797-4712-B408-28A407D42C03}"/>
                  </a:ext>
                </a:extLst>
              </p:cNvPr>
              <p:cNvSpPr>
                <a:spLocks noRot="1" noChangeAspect="1" noMove="1" noResize="1" noEditPoints="1" noAdjustHandles="1" noChangeArrowheads="1" noChangeShapeType="1" noTextEdit="1"/>
              </p:cNvSpPr>
              <p:nvPr/>
            </p:nvSpPr>
            <p:spPr>
              <a:xfrm>
                <a:off x="5969566" y="3401456"/>
                <a:ext cx="5437875" cy="77758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FBF42B00-9AD0-97AD-2ABA-E5BC37C949F4}"/>
                  </a:ext>
                </a:extLst>
              </p:cNvPr>
              <p:cNvSpPr/>
              <p:nvPr/>
            </p:nvSpPr>
            <p:spPr>
              <a:xfrm>
                <a:off x="711766" y="4406747"/>
                <a:ext cx="3270759"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BE</m:t>
                          </m:r>
                          <m:r>
                            <a:rPr lang="en-AU" sz="2800" b="0" i="0" dirty="0" smtClean="0">
                              <a:latin typeface="Cambria Math"/>
                              <a:ea typeface="Cambria Math"/>
                            </a:rPr>
                            <m:t>2</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BE</m:t>
                          </m:r>
                        </m:sub>
                      </m:sSub>
                    </m:oMath>
                  </m:oMathPara>
                </a14:m>
                <a:endParaRPr lang="en-AU" sz="2800"/>
              </a:p>
            </p:txBody>
          </p:sp>
        </mc:Choice>
        <mc:Fallback xmlns="">
          <p:sp>
            <p:nvSpPr>
              <p:cNvPr id="23" name="Rectangle 22">
                <a:extLst>
                  <a:ext uri="{FF2B5EF4-FFF2-40B4-BE49-F238E27FC236}">
                    <a16:creationId xmlns:a16="http://schemas.microsoft.com/office/drawing/2014/main" id="{FBF42B00-9AD0-97AD-2ABA-E5BC37C949F4}"/>
                  </a:ext>
                </a:extLst>
              </p:cNvPr>
              <p:cNvSpPr>
                <a:spLocks noRot="1" noChangeAspect="1" noMove="1" noResize="1" noEditPoints="1" noAdjustHandles="1" noChangeArrowheads="1" noChangeShapeType="1" noTextEdit="1"/>
              </p:cNvSpPr>
              <p:nvPr/>
            </p:nvSpPr>
            <p:spPr>
              <a:xfrm>
                <a:off x="711766" y="4406747"/>
                <a:ext cx="3270759"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68722F6B-D305-9A52-DAFF-1F92C98DCFAF}"/>
                  </a:ext>
                </a:extLst>
              </p:cNvPr>
              <p:cNvSpPr/>
              <p:nvPr/>
            </p:nvSpPr>
            <p:spPr>
              <a:xfrm>
                <a:off x="4162545" y="4406747"/>
                <a:ext cx="1800200"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S</m:t>
                          </m:r>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S</m:t>
                          </m:r>
                          <m:r>
                            <a:rPr lang="en-AU" sz="2800" b="0" i="0" dirty="0" smtClean="0">
                              <a:latin typeface="Cambria Math"/>
                              <a:ea typeface="Cambria Math"/>
                            </a:rPr>
                            <m:t>2</m:t>
                          </m:r>
                        </m:sub>
                      </m:sSub>
                    </m:oMath>
                  </m:oMathPara>
                </a14:m>
                <a:endParaRPr lang="en-AU" sz="2800"/>
              </a:p>
            </p:txBody>
          </p:sp>
        </mc:Choice>
        <mc:Fallback xmlns="">
          <p:sp>
            <p:nvSpPr>
              <p:cNvPr id="24" name="Rectangle 23">
                <a:extLst>
                  <a:ext uri="{FF2B5EF4-FFF2-40B4-BE49-F238E27FC236}">
                    <a16:creationId xmlns:a16="http://schemas.microsoft.com/office/drawing/2014/main" id="{68722F6B-D305-9A52-DAFF-1F92C98DCFAF}"/>
                  </a:ext>
                </a:extLst>
              </p:cNvPr>
              <p:cNvSpPr>
                <a:spLocks noRot="1" noChangeAspect="1" noMove="1" noResize="1" noEditPoints="1" noAdjustHandles="1" noChangeArrowheads="1" noChangeShapeType="1" noTextEdit="1"/>
              </p:cNvSpPr>
              <p:nvPr/>
            </p:nvSpPr>
            <p:spPr>
              <a:xfrm>
                <a:off x="4162545" y="4406747"/>
                <a:ext cx="1800200"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F989B0DF-8B26-381F-4AB2-CB56F64F48B8}"/>
                  </a:ext>
                </a:extLst>
              </p:cNvPr>
              <p:cNvSpPr/>
              <p:nvPr/>
            </p:nvSpPr>
            <p:spPr>
              <a:xfrm>
                <a:off x="6358231" y="4390963"/>
                <a:ext cx="2412851"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β</m:t>
                          </m:r>
                        </m:e>
                        <m:sub>
                          <m:r>
                            <a:rPr lang="en-AU" sz="2800" b="0" i="0" dirty="0" smtClean="0">
                              <a:latin typeface="Cambria Math"/>
                              <a:ea typeface="Cambria Math"/>
                            </a:rPr>
                            <m:t>1</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β</m:t>
                          </m:r>
                        </m:e>
                        <m:sub>
                          <m:r>
                            <a:rPr lang="en-AU" sz="2800" b="0" i="0" dirty="0" smtClean="0">
                              <a:latin typeface="Cambria Math"/>
                              <a:ea typeface="Cambria Math"/>
                            </a:rPr>
                            <m:t>2</m:t>
                          </m:r>
                        </m:sub>
                      </m:sSub>
                      <m:r>
                        <a:rPr lang="en-AU" sz="2800" b="0" i="0" dirty="0">
                          <a:latin typeface="Cambria Math"/>
                          <a:ea typeface="Cambria Math"/>
                        </a:rPr>
                        <m:t>=</m:t>
                      </m:r>
                      <m:r>
                        <m:rPr>
                          <m:sty m:val="p"/>
                        </m:rPr>
                        <a:rPr lang="en-AU" sz="2800" b="0" i="0" dirty="0" smtClean="0">
                          <a:latin typeface="Cambria Math"/>
                          <a:ea typeface="Cambria Math"/>
                        </a:rPr>
                        <m:t>β</m:t>
                      </m:r>
                    </m:oMath>
                  </m:oMathPara>
                </a14:m>
                <a:endParaRPr lang="en-AU" sz="2800"/>
              </a:p>
            </p:txBody>
          </p:sp>
        </mc:Choice>
        <mc:Fallback xmlns="">
          <p:sp>
            <p:nvSpPr>
              <p:cNvPr id="25" name="Rectangle 24">
                <a:extLst>
                  <a:ext uri="{FF2B5EF4-FFF2-40B4-BE49-F238E27FC236}">
                    <a16:creationId xmlns:a16="http://schemas.microsoft.com/office/drawing/2014/main" id="{F989B0DF-8B26-381F-4AB2-CB56F64F48B8}"/>
                  </a:ext>
                </a:extLst>
              </p:cNvPr>
              <p:cNvSpPr>
                <a:spLocks noRot="1" noChangeAspect="1" noMove="1" noResize="1" noEditPoints="1" noAdjustHandles="1" noChangeArrowheads="1" noChangeShapeType="1" noTextEdit="1"/>
              </p:cNvSpPr>
              <p:nvPr/>
            </p:nvSpPr>
            <p:spPr>
              <a:xfrm>
                <a:off x="6358231" y="4390963"/>
                <a:ext cx="2412851"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1DBF8616-7EA0-8EAB-1F2A-77C455824AFD}"/>
                  </a:ext>
                </a:extLst>
              </p:cNvPr>
              <p:cNvSpPr/>
              <p:nvPr/>
            </p:nvSpPr>
            <p:spPr>
              <a:xfrm>
                <a:off x="1202730" y="4919453"/>
                <a:ext cx="6288316" cy="1277401"/>
              </a:xfrm>
              <a:prstGeom prst="rect">
                <a:avLst/>
              </a:prstGeom>
            </p:spPr>
            <p:txBody>
              <a:bodyPr wrap="square">
                <a:spAutoFit/>
              </a:bodyPr>
              <a:lstStyle/>
              <a:p>
                <a14:m>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C</m:t>
                        </m:r>
                        <m:r>
                          <a:rPr lang="en-AU" sz="2800" b="0" i="0" dirty="0" smtClean="0">
                            <a:latin typeface="Cambria Math"/>
                            <a:ea typeface="Cambria Math"/>
                          </a:rPr>
                          <m:t>2</m:t>
                        </m:r>
                      </m:sub>
                    </m:sSub>
                    <m:r>
                      <a:rPr lang="en-AU" sz="2800" b="0" i="0" dirty="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smtClean="0">
                            <a:latin typeface="Cambria Math"/>
                            <a:ea typeface="Cambria Math"/>
                          </a:rPr>
                          <m:t>C</m:t>
                        </m:r>
                        <m:r>
                          <a:rPr lang="en-AU" sz="2800" b="0" i="0" dirty="0" smtClean="0">
                            <a:latin typeface="Cambria Math"/>
                            <a:ea typeface="Cambria Math"/>
                          </a:rPr>
                          <m:t>1</m:t>
                        </m:r>
                      </m:sub>
                    </m:sSub>
                    <m:r>
                      <a:rPr lang="en-AU" sz="2800" b="0" i="0" dirty="0" smtClean="0">
                        <a:latin typeface="Cambria Math"/>
                        <a:ea typeface="Cambria Math"/>
                      </a:rPr>
                      <m:t> </m:t>
                    </m:r>
                    <m:f>
                      <m:fPr>
                        <m:ctrlPr>
                          <a:rPr lang="en-AU" sz="2800" i="1" dirty="0" smtClean="0">
                            <a:latin typeface="Cambria Math" panose="02040503050406030204" pitchFamily="18" charset="0"/>
                            <a:ea typeface="Cambria Math"/>
                          </a:rPr>
                        </m:ctrlPr>
                      </m:fPr>
                      <m:num>
                        <m:d>
                          <m:dPr>
                            <m:ctrlPr>
                              <a:rPr lang="en-AU" sz="2800" i="1" dirty="0">
                                <a:latin typeface="Cambria Math" panose="02040503050406030204" pitchFamily="18" charset="0"/>
                                <a:ea typeface="Cambria Math"/>
                              </a:rPr>
                            </m:ctrlPr>
                          </m:dPr>
                          <m:e>
                            <m:r>
                              <a:rPr lang="en-AU" sz="2800" b="0" i="0" dirty="0">
                                <a:latin typeface="Cambria Math"/>
                                <a:ea typeface="Cambria Math"/>
                              </a:rPr>
                              <m:t>1+</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CE</m:t>
                                    </m:r>
                                    <m:r>
                                      <a:rPr lang="en-AU" sz="2800" b="0" i="0" dirty="0">
                                        <a:latin typeface="Cambria Math"/>
                                        <a:ea typeface="Cambria Math"/>
                                      </a:rPr>
                                      <m:t>2</m:t>
                                    </m:r>
                                  </m:sub>
                                </m:sSub>
                              </m:num>
                              <m:den>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A</m:t>
                                    </m:r>
                                  </m:sub>
                                </m:sSub>
                              </m:den>
                            </m:f>
                          </m:e>
                        </m:d>
                      </m:num>
                      <m:den>
                        <m:d>
                          <m:dPr>
                            <m:ctrlPr>
                              <a:rPr lang="en-AU" sz="2800" i="1" dirty="0">
                                <a:latin typeface="Cambria Math" panose="02040503050406030204" pitchFamily="18" charset="0"/>
                                <a:ea typeface="Cambria Math"/>
                              </a:rPr>
                            </m:ctrlPr>
                          </m:dPr>
                          <m:e>
                            <m:r>
                              <a:rPr lang="en-AU" sz="2800" b="0" i="0" dirty="0">
                                <a:latin typeface="Cambria Math"/>
                                <a:ea typeface="Cambria Math"/>
                              </a:rPr>
                              <m:t>1+</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CE</m:t>
                                    </m:r>
                                    <m:r>
                                      <a:rPr lang="en-AU" sz="2800" b="0" i="0" dirty="0">
                                        <a:latin typeface="Cambria Math"/>
                                        <a:ea typeface="Cambria Math"/>
                                      </a:rPr>
                                      <m:t>1</m:t>
                                    </m:r>
                                  </m:sub>
                                </m:sSub>
                              </m:num>
                              <m:den>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A</m:t>
                                    </m:r>
                                  </m:sub>
                                </m:sSub>
                              </m:den>
                            </m:f>
                          </m:e>
                        </m:d>
                      </m:den>
                    </m:f>
                    <m:r>
                      <a:rPr lang="en-AU" sz="2800" b="0" i="0" dirty="0" smtClean="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a:latin typeface="Cambria Math"/>
                            <a:ea typeface="Cambria Math"/>
                          </a:rPr>
                          <m:t>C</m:t>
                        </m:r>
                        <m:r>
                          <a:rPr lang="en-AU" sz="2800" b="0" i="0" dirty="0">
                            <a:latin typeface="Cambria Math"/>
                            <a:ea typeface="Cambria Math"/>
                          </a:rPr>
                          <m:t>1</m:t>
                        </m:r>
                      </m:sub>
                    </m:sSub>
                  </m:oMath>
                </a14:m>
                <a:r>
                  <a:rPr lang="en-AU" sz="2800">
                    <a:latin typeface="Arial" panose="020B0604020202020204" pitchFamily="34" charset="0"/>
                    <a:ea typeface="Cambria Math"/>
                    <a:cs typeface="Arial" panose="020B0604020202020204" pitchFamily="34" charset="0"/>
                  </a:rPr>
                  <a:t> </a:t>
                </a:r>
                <a14:m>
                  <m:oMath xmlns:m="http://schemas.openxmlformats.org/officeDocument/2006/math">
                    <m:d>
                      <m:dPr>
                        <m:ctrlPr>
                          <a:rPr lang="en-AU" sz="2800" i="1" dirty="0">
                            <a:latin typeface="Cambria Math" panose="02040503050406030204" pitchFamily="18" charset="0"/>
                            <a:ea typeface="Cambria Math"/>
                          </a:rPr>
                        </m:ctrlPr>
                      </m:dPr>
                      <m:e>
                        <m:r>
                          <a:rPr lang="en-AU" sz="2800" b="0" i="0" dirty="0">
                            <a:latin typeface="Cambria Math"/>
                            <a:ea typeface="Cambria Math"/>
                          </a:rPr>
                          <m:t>1+</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CE</m:t>
                                </m:r>
                                <m:r>
                                  <a:rPr lang="en-AU" sz="2800" b="0" i="0" dirty="0">
                                    <a:latin typeface="Cambria Math"/>
                                    <a:ea typeface="Cambria Math"/>
                                  </a:rPr>
                                  <m:t>2</m:t>
                                </m:r>
                              </m:sub>
                            </m:sSub>
                          </m:num>
                          <m:den>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A</m:t>
                                </m:r>
                              </m:sub>
                            </m:sSub>
                          </m:den>
                        </m:f>
                      </m:e>
                    </m:d>
                  </m:oMath>
                </a14:m>
                <a:endParaRPr lang="en-AU" sz="2800">
                  <a:latin typeface="Arial" panose="020B0604020202020204" pitchFamily="34" charset="0"/>
                  <a:cs typeface="Arial" panose="020B0604020202020204" pitchFamily="34" charset="0"/>
                </a:endParaRPr>
              </a:p>
            </p:txBody>
          </p:sp>
        </mc:Choice>
        <mc:Fallback xmlns="">
          <p:sp>
            <p:nvSpPr>
              <p:cNvPr id="26" name="Rectangle 25">
                <a:extLst>
                  <a:ext uri="{FF2B5EF4-FFF2-40B4-BE49-F238E27FC236}">
                    <a16:creationId xmlns:a16="http://schemas.microsoft.com/office/drawing/2014/main" id="{1DBF8616-7EA0-8EAB-1F2A-77C455824AFD}"/>
                  </a:ext>
                </a:extLst>
              </p:cNvPr>
              <p:cNvSpPr>
                <a:spLocks noRot="1" noChangeAspect="1" noMove="1" noResize="1" noEditPoints="1" noAdjustHandles="1" noChangeArrowheads="1" noChangeShapeType="1" noTextEdit="1"/>
              </p:cNvSpPr>
              <p:nvPr/>
            </p:nvSpPr>
            <p:spPr>
              <a:xfrm>
                <a:off x="1202730" y="4919453"/>
                <a:ext cx="6288316" cy="1277401"/>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11E7649E-031D-3221-584C-BC4EF975B862}"/>
                  </a:ext>
                </a:extLst>
              </p:cNvPr>
              <p:cNvSpPr/>
              <p:nvPr/>
            </p:nvSpPr>
            <p:spPr>
              <a:xfrm>
                <a:off x="6719652" y="5240339"/>
                <a:ext cx="4687789"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CE</m:t>
                          </m:r>
                          <m:r>
                            <a:rPr lang="en-AU" sz="2800" b="0" i="0" dirty="0" smtClean="0">
                              <a:latin typeface="Cambria Math"/>
                              <a:ea typeface="Cambria Math"/>
                            </a:rPr>
                            <m:t>1</m:t>
                          </m:r>
                        </m:sub>
                      </m:sSub>
                      <m:r>
                        <a:rPr lang="en-AU" sz="2800" b="0" i="0" dirty="0" smtClean="0">
                          <a:latin typeface="Cambria Math"/>
                          <a:ea typeface="Cambria Math"/>
                        </a:rPr>
                        <m:t>≈0.7</m:t>
                      </m:r>
                      <m:r>
                        <m:rPr>
                          <m:sty m:val="p"/>
                        </m:rPr>
                        <a:rPr lang="en-AU" sz="2800" b="0" i="0" dirty="0" smtClean="0">
                          <a:latin typeface="Cambria Math"/>
                          <a:ea typeface="Cambria Math"/>
                        </a:rPr>
                        <m:t>V</m:t>
                      </m:r>
                      <m:r>
                        <a:rPr lang="en-AU" sz="2800" b="0" i="0" dirty="0" smtClean="0">
                          <a:latin typeface="Cambria Math"/>
                          <a:ea typeface="Cambria Math"/>
                        </a:rPr>
                        <m:t>≫</m:t>
                      </m:r>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V</m:t>
                          </m:r>
                        </m:e>
                        <m:sub>
                          <m:r>
                            <m:rPr>
                              <m:sty m:val="p"/>
                            </m:rPr>
                            <a:rPr lang="en-AU" sz="2800" b="0" i="0" dirty="0" smtClean="0">
                              <a:latin typeface="Cambria Math"/>
                              <a:ea typeface="Cambria Math"/>
                            </a:rPr>
                            <m:t>A</m:t>
                          </m:r>
                        </m:sub>
                      </m:sSub>
                      <m:r>
                        <a:rPr lang="en-AU" sz="2800" b="0" i="0" dirty="0" smtClean="0">
                          <a:latin typeface="Cambria Math"/>
                        </a:rPr>
                        <m:t>≈100</m:t>
                      </m:r>
                      <m:r>
                        <m:rPr>
                          <m:sty m:val="p"/>
                        </m:rPr>
                        <a:rPr lang="en-AU" sz="2800" b="0" i="0" dirty="0" smtClean="0">
                          <a:latin typeface="Cambria Math"/>
                        </a:rPr>
                        <m:t>V</m:t>
                      </m:r>
                    </m:oMath>
                  </m:oMathPara>
                </a14:m>
                <a:endParaRPr lang="en-AU" sz="2800"/>
              </a:p>
            </p:txBody>
          </p:sp>
        </mc:Choice>
        <mc:Fallback xmlns="">
          <p:sp>
            <p:nvSpPr>
              <p:cNvPr id="27" name="Rectangle 26">
                <a:extLst>
                  <a:ext uri="{FF2B5EF4-FFF2-40B4-BE49-F238E27FC236}">
                    <a16:creationId xmlns:a16="http://schemas.microsoft.com/office/drawing/2014/main" id="{11E7649E-031D-3221-584C-BC4EF975B862}"/>
                  </a:ext>
                </a:extLst>
              </p:cNvPr>
              <p:cNvSpPr>
                <a:spLocks noRot="1" noChangeAspect="1" noMove="1" noResize="1" noEditPoints="1" noAdjustHandles="1" noChangeArrowheads="1" noChangeShapeType="1" noTextEdit="1"/>
              </p:cNvSpPr>
              <p:nvPr/>
            </p:nvSpPr>
            <p:spPr>
              <a:xfrm>
                <a:off x="6719652" y="5240339"/>
                <a:ext cx="4687789" cy="523220"/>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089916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269219" cy="5557597"/>
          </a:xfrm>
        </p:spPr>
        <p:txBody>
          <a:bodyPr>
            <a:normAutofit/>
          </a:bodyPr>
          <a:lstStyle/>
          <a:p>
            <a:endParaRPr lang="en-AU" b="0" baseline="-25000">
              <a:latin typeface="+mn-lt"/>
            </a:endParaRPr>
          </a:p>
          <a:p>
            <a:endParaRPr lang="en-AU" sz="2800">
              <a:latin typeface="+mn-lt"/>
            </a:endParaRPr>
          </a:p>
          <a:p>
            <a:pPr>
              <a:buFont typeface="Wingdings" panose="05000000000000000000" pitchFamily="2" charset="2"/>
              <a:buChar char="§"/>
            </a:pPr>
            <a:r>
              <a:rPr lang="en-AU" sz="2800">
                <a:latin typeface="Arial" panose="020B0604020202020204" pitchFamily="34" charset="0"/>
                <a:cs typeface="Arial" panose="020B0604020202020204" pitchFamily="34" charset="0"/>
              </a:rPr>
              <a:t>The output resistance of this simple current source is approximately given by </a:t>
            </a:r>
          </a:p>
          <a:p>
            <a:endParaRPr lang="en-AU" b="0" baseline="-25000">
              <a:latin typeface="+mn-lt"/>
            </a:endParaRPr>
          </a:p>
          <a:p>
            <a:endParaRPr lang="en-AU" baseline="-25000"/>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22A09CD5-E17A-EDA5-251C-2E560EBE2007}"/>
                  </a:ext>
                </a:extLst>
              </p:cNvPr>
              <p:cNvSpPr/>
              <p:nvPr/>
            </p:nvSpPr>
            <p:spPr>
              <a:xfrm>
                <a:off x="3063597" y="742990"/>
                <a:ext cx="6064806" cy="779252"/>
              </a:xfrm>
              <a:prstGeom prst="rect">
                <a:avLst/>
              </a:prstGeom>
            </p:spPr>
            <p:txBody>
              <a:bodyPr wrap="square">
                <a:spAutoFit/>
              </a:bodyPr>
              <a:lstStyle/>
              <a:p>
                <a14:m>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a:latin typeface="Cambria Math"/>
                            <a:ea typeface="Cambria Math"/>
                          </a:rPr>
                          <m:t>C</m:t>
                        </m:r>
                        <m:r>
                          <a:rPr lang="en-AU" sz="2800" b="0" i="0" dirty="0" smtClean="0">
                            <a:latin typeface="Cambria Math"/>
                            <a:ea typeface="Cambria Math"/>
                          </a:rPr>
                          <m:t>2</m:t>
                        </m:r>
                      </m:sub>
                    </m:sSub>
                    <m:r>
                      <a:rPr lang="en-AU" sz="2800" b="0" i="0" dirty="0">
                        <a:latin typeface="Cambria Math"/>
                        <a:ea typeface="Cambria Math"/>
                      </a:rPr>
                      <m:t>≈</m:t>
                    </m:r>
                    <m:r>
                      <a:rPr lang="en-AU" sz="2800" b="0" i="0" dirty="0" smtClean="0">
                        <a:latin typeface="Cambria Math"/>
                        <a:ea typeface="Cambria Math"/>
                      </a:rPr>
                      <m:t> </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a:latin typeface="Cambria Math"/>
                            <a:ea typeface="Cambria Math"/>
                          </a:rPr>
                          <m:t>C</m:t>
                        </m:r>
                        <m:r>
                          <a:rPr lang="en-AU" sz="2800" b="0" i="0" dirty="0">
                            <a:latin typeface="Cambria Math"/>
                            <a:ea typeface="Cambria Math"/>
                          </a:rPr>
                          <m:t>1</m:t>
                        </m:r>
                      </m:sub>
                    </m:sSub>
                  </m:oMath>
                </a14:m>
                <a:r>
                  <a:rPr lang="en-AU" sz="2800">
                    <a:ea typeface="Cambria Math"/>
                  </a:rPr>
                  <a:t> </a:t>
                </a:r>
                <a14:m>
                  <m:oMath xmlns:m="http://schemas.openxmlformats.org/officeDocument/2006/math">
                    <m:d>
                      <m:dPr>
                        <m:ctrlPr>
                          <a:rPr lang="en-AU" sz="2800" i="1" dirty="0">
                            <a:latin typeface="Cambria Math" panose="02040503050406030204" pitchFamily="18" charset="0"/>
                            <a:ea typeface="Cambria Math"/>
                          </a:rPr>
                        </m:ctrlPr>
                      </m:dPr>
                      <m:e>
                        <m:r>
                          <a:rPr lang="en-AU" sz="2800" b="0" i="0" dirty="0">
                            <a:latin typeface="Cambria Math"/>
                            <a:ea typeface="Cambria Math"/>
                          </a:rPr>
                          <m:t>1+</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CE</m:t>
                                </m:r>
                                <m:r>
                                  <a:rPr lang="en-AU" sz="2800" b="0" i="0" dirty="0">
                                    <a:latin typeface="Cambria Math"/>
                                    <a:ea typeface="Cambria Math"/>
                                  </a:rPr>
                                  <m:t>2</m:t>
                                </m:r>
                              </m:sub>
                            </m:sSub>
                          </m:num>
                          <m:den>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A</m:t>
                                </m:r>
                              </m:sub>
                            </m:sSub>
                          </m:den>
                        </m:f>
                      </m:e>
                    </m:d>
                    <m:r>
                      <a:rPr lang="en-AU" sz="2800" b="0" i="0" dirty="0" smtClean="0">
                        <a:latin typeface="Cambria Math"/>
                        <a:ea typeface="Cambria Math"/>
                      </a:rPr>
                      <m:t>≈</m:t>
                    </m:r>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I</m:t>
                        </m:r>
                      </m:e>
                      <m:sub>
                        <m:r>
                          <m:rPr>
                            <m:sty m:val="p"/>
                          </m:rPr>
                          <a:rPr lang="en-AU" sz="2800" b="0" i="0" dirty="0">
                            <a:latin typeface="Cambria Math"/>
                            <a:ea typeface="Cambria Math"/>
                          </a:rPr>
                          <m:t>C</m:t>
                        </m:r>
                        <m:r>
                          <a:rPr lang="en-AU" sz="2800" b="0" i="0" dirty="0">
                            <a:latin typeface="Cambria Math"/>
                            <a:ea typeface="Cambria Math"/>
                          </a:rPr>
                          <m:t>1</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a:latin typeface="Cambria Math"/>
                                <a:ea typeface="Cambria Math"/>
                              </a:rPr>
                              <m:t>CE</m:t>
                            </m:r>
                            <m:r>
                              <a:rPr lang="en-AU" sz="2800" b="0" i="0" dirty="0">
                                <a:latin typeface="Cambria Math"/>
                                <a:ea typeface="Cambria Math"/>
                              </a:rPr>
                              <m:t>2</m:t>
                            </m:r>
                          </m:sub>
                        </m:sSub>
                      </m:num>
                      <m:den>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r</m:t>
                            </m:r>
                          </m:e>
                          <m:sub>
                            <m:r>
                              <m:rPr>
                                <m:sty m:val="p"/>
                              </m:rPr>
                              <a:rPr lang="en-AU" sz="2800" b="0" i="0" dirty="0">
                                <a:latin typeface="Cambria Math"/>
                                <a:ea typeface="Cambria Math"/>
                              </a:rPr>
                              <m:t>o</m:t>
                            </m:r>
                            <m:r>
                              <a:rPr lang="en-AU" sz="2800" b="0" i="0" dirty="0">
                                <a:latin typeface="Cambria Math"/>
                                <a:ea typeface="Cambria Math"/>
                              </a:rPr>
                              <m:t>2</m:t>
                            </m:r>
                          </m:sub>
                        </m:sSub>
                      </m:den>
                    </m:f>
                  </m:oMath>
                </a14:m>
                <a:endParaRPr lang="en-AU" sz="2800"/>
              </a:p>
            </p:txBody>
          </p:sp>
        </mc:Choice>
        <mc:Fallback xmlns="">
          <p:sp>
            <p:nvSpPr>
              <p:cNvPr id="8" name="Rectangle 7">
                <a:extLst>
                  <a:ext uri="{FF2B5EF4-FFF2-40B4-BE49-F238E27FC236}">
                    <a16:creationId xmlns:a16="http://schemas.microsoft.com/office/drawing/2014/main" id="{22A09CD5-E17A-EDA5-251C-2E560EBE2007}"/>
                  </a:ext>
                </a:extLst>
              </p:cNvPr>
              <p:cNvSpPr>
                <a:spLocks noRot="1" noChangeAspect="1" noMove="1" noResize="1" noEditPoints="1" noAdjustHandles="1" noChangeArrowheads="1" noChangeShapeType="1" noTextEdit="1"/>
              </p:cNvSpPr>
              <p:nvPr/>
            </p:nvSpPr>
            <p:spPr>
              <a:xfrm>
                <a:off x="3063597" y="742990"/>
                <a:ext cx="6064806" cy="77925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FA865FE1-27C0-7AEE-EDD5-25A571336D47}"/>
                  </a:ext>
                </a:extLst>
              </p:cNvPr>
              <p:cNvSpPr/>
              <p:nvPr/>
            </p:nvSpPr>
            <p:spPr>
              <a:xfrm>
                <a:off x="3844555" y="2124056"/>
                <a:ext cx="2001069" cy="97148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sz="2800" i="1" dirty="0" smtClean="0">
                              <a:latin typeface="Cambria Math" panose="02040503050406030204" pitchFamily="18" charset="0"/>
                              <a:ea typeface="Cambria Math"/>
                            </a:rPr>
                          </m:ctrlPr>
                        </m:sSubPr>
                        <m:e>
                          <m:r>
                            <m:rPr>
                              <m:sty m:val="p"/>
                            </m:rPr>
                            <a:rPr lang="en-AU" sz="2800" b="0" i="0" dirty="0" smtClean="0">
                              <a:latin typeface="Cambria Math"/>
                              <a:ea typeface="Cambria Math"/>
                            </a:rPr>
                            <m:t>r</m:t>
                          </m:r>
                        </m:e>
                        <m:sub>
                          <m:r>
                            <m:rPr>
                              <m:sty m:val="p"/>
                            </m:rPr>
                            <a:rPr lang="en-AU" sz="2800" b="0" i="0" dirty="0" smtClean="0">
                              <a:latin typeface="Cambria Math"/>
                              <a:ea typeface="Cambria Math"/>
                            </a:rPr>
                            <m:t>o</m:t>
                          </m:r>
                          <m:r>
                            <a:rPr lang="en-AU" sz="2800" b="0" i="0" dirty="0" smtClean="0">
                              <a:latin typeface="Cambria Math"/>
                              <a:ea typeface="Cambria Math"/>
                            </a:rPr>
                            <m:t>2</m:t>
                          </m:r>
                        </m:sub>
                      </m:sSub>
                      <m:r>
                        <a:rPr lang="en-AU" sz="2800" b="0" i="0" dirty="0">
                          <a:latin typeface="Cambria Math"/>
                          <a:ea typeface="Cambria Math"/>
                        </a:rPr>
                        <m:t>=</m:t>
                      </m:r>
                      <m:f>
                        <m:fPr>
                          <m:ctrlPr>
                            <a:rPr lang="en-AU" sz="2800" i="1" dirty="0">
                              <a:latin typeface="Cambria Math" panose="02040503050406030204" pitchFamily="18" charset="0"/>
                              <a:ea typeface="Cambria Math"/>
                            </a:rPr>
                          </m:ctrlPr>
                        </m:fPr>
                        <m:num>
                          <m:sSub>
                            <m:sSubPr>
                              <m:ctrlPr>
                                <a:rPr lang="en-AU" sz="2800" i="1" dirty="0">
                                  <a:latin typeface="Cambria Math" panose="02040503050406030204" pitchFamily="18" charset="0"/>
                                  <a:ea typeface="Cambria Math"/>
                                </a:rPr>
                              </m:ctrlPr>
                            </m:sSubPr>
                            <m:e>
                              <m:r>
                                <m:rPr>
                                  <m:sty m:val="p"/>
                                </m:rPr>
                                <a:rPr lang="en-AU" sz="2800" b="0" i="0" dirty="0">
                                  <a:latin typeface="Cambria Math"/>
                                  <a:ea typeface="Cambria Math"/>
                                </a:rPr>
                                <m:t>V</m:t>
                              </m:r>
                            </m:e>
                            <m:sub>
                              <m:r>
                                <m:rPr>
                                  <m:sty m:val="p"/>
                                </m:rPr>
                                <a:rPr lang="en-AU" sz="2800" b="0" i="0" dirty="0" smtClean="0">
                                  <a:latin typeface="Cambria Math"/>
                                  <a:ea typeface="Cambria Math"/>
                                </a:rPr>
                                <m:t>A</m:t>
                              </m:r>
                            </m:sub>
                          </m:sSub>
                        </m:num>
                        <m:den>
                          <m:sSub>
                            <m:sSubPr>
                              <m:ctrlPr>
                                <a:rPr lang="en-AU" sz="2800" i="1" dirty="0">
                                  <a:latin typeface="Cambria Math" panose="02040503050406030204" pitchFamily="18" charset="0"/>
                                  <a:ea typeface="Cambria Math"/>
                                </a:rPr>
                              </m:ctrlPr>
                            </m:sSubPr>
                            <m:e>
                              <m:r>
                                <m:rPr>
                                  <m:sty m:val="p"/>
                                </m:rPr>
                                <a:rPr lang="en-AU" sz="2800" b="0" i="0" dirty="0" smtClean="0">
                                  <a:latin typeface="Cambria Math"/>
                                  <a:ea typeface="Cambria Math"/>
                                </a:rPr>
                                <m:t>I</m:t>
                              </m:r>
                            </m:e>
                            <m:sub>
                              <m:r>
                                <m:rPr>
                                  <m:sty m:val="p"/>
                                </m:rPr>
                                <a:rPr lang="en-AU" sz="2800" b="0" i="0" dirty="0" smtClean="0">
                                  <a:latin typeface="Cambria Math"/>
                                  <a:ea typeface="Cambria Math"/>
                                </a:rPr>
                                <m:t>C</m:t>
                              </m:r>
                            </m:sub>
                          </m:sSub>
                        </m:den>
                      </m:f>
                    </m:oMath>
                  </m:oMathPara>
                </a14:m>
                <a:endParaRPr lang="en-AU" sz="2800"/>
              </a:p>
            </p:txBody>
          </p:sp>
        </mc:Choice>
        <mc:Fallback xmlns="">
          <p:sp>
            <p:nvSpPr>
              <p:cNvPr id="10" name="Rectangle 9">
                <a:extLst>
                  <a:ext uri="{FF2B5EF4-FFF2-40B4-BE49-F238E27FC236}">
                    <a16:creationId xmlns:a16="http://schemas.microsoft.com/office/drawing/2014/main" id="{FA865FE1-27C0-7AEE-EDD5-25A571336D47}"/>
                  </a:ext>
                </a:extLst>
              </p:cNvPr>
              <p:cNvSpPr>
                <a:spLocks noRot="1" noChangeAspect="1" noMove="1" noResize="1" noEditPoints="1" noAdjustHandles="1" noChangeArrowheads="1" noChangeShapeType="1" noTextEdit="1"/>
              </p:cNvSpPr>
              <p:nvPr/>
            </p:nvSpPr>
            <p:spPr>
              <a:xfrm>
                <a:off x="3844555" y="2124056"/>
                <a:ext cx="2001069" cy="971484"/>
              </a:xfrm>
              <a:prstGeom prst="rect">
                <a:avLst/>
              </a:prstGeom>
              <a:blipFill>
                <a:blip r:embed="rId4"/>
                <a:stretch>
                  <a:fillRect/>
                </a:stretch>
              </a:blipFill>
            </p:spPr>
            <p:txBody>
              <a:bodyPr/>
              <a:lstStyle/>
              <a:p>
                <a:r>
                  <a:rPr lang="en-US">
                    <a:noFill/>
                  </a:rPr>
                  <a:t> </a:t>
                </a:r>
              </a:p>
            </p:txBody>
          </p:sp>
        </mc:Fallback>
      </mc:AlternateContent>
      <p:pic>
        <p:nvPicPr>
          <p:cNvPr id="12" name="Picture 2">
            <a:extLst>
              <a:ext uri="{FF2B5EF4-FFF2-40B4-BE49-F238E27FC236}">
                <a16:creationId xmlns:a16="http://schemas.microsoft.com/office/drawing/2014/main" id="{F426A8BF-B746-57C1-A463-E854255B31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2563" y="3336211"/>
            <a:ext cx="5148291" cy="2657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602082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269219" cy="5557597"/>
          </a:xfrm>
        </p:spPr>
        <p:txBody>
          <a:bodyPr>
            <a:normAutofit/>
          </a:bodyPr>
          <a:lstStyle/>
          <a:p>
            <a:pPr>
              <a:buFont typeface="Wingdings" panose="05000000000000000000" pitchFamily="2" charset="2"/>
              <a:buChar char="§"/>
            </a:pPr>
            <a:r>
              <a:rPr lang="en-AU">
                <a:latin typeface="Arial" panose="020B0604020202020204" pitchFamily="34" charset="0"/>
                <a:cs typeface="Arial" panose="020B0604020202020204" pitchFamily="34" charset="0"/>
              </a:rPr>
              <a:t>Example:</a:t>
            </a:r>
            <a:r>
              <a:rPr lang="en-AU" sz="2800">
                <a:latin typeface="Arial" panose="020B0604020202020204" pitchFamily="34" charset="0"/>
                <a:cs typeface="Arial" panose="020B0604020202020204" pitchFamily="34" charset="0"/>
              </a:rPr>
              <a:t> </a:t>
            </a:r>
          </a:p>
          <a:p>
            <a:endParaRPr lang="en-AU" b="0" baseline="-25000">
              <a:latin typeface="+mn-lt"/>
            </a:endParaRPr>
          </a:p>
          <a:p>
            <a:endParaRPr lang="en-AU" baseline="-25000"/>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grpSp>
        <p:nvGrpSpPr>
          <p:cNvPr id="3" name="Group 2">
            <a:extLst>
              <a:ext uri="{FF2B5EF4-FFF2-40B4-BE49-F238E27FC236}">
                <a16:creationId xmlns:a16="http://schemas.microsoft.com/office/drawing/2014/main" id="{5A1ADF00-B05E-630E-8CC3-C3E6D685AEC9}"/>
              </a:ext>
            </a:extLst>
          </p:cNvPr>
          <p:cNvGrpSpPr/>
          <p:nvPr/>
        </p:nvGrpSpPr>
        <p:grpSpPr>
          <a:xfrm>
            <a:off x="5820513" y="905335"/>
            <a:ext cx="1353600" cy="552600"/>
            <a:chOff x="5820513" y="905335"/>
            <a:chExt cx="1353600" cy="552600"/>
          </a:xfrm>
        </p:grpSpPr>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0CD2B6FD-1E6F-468B-252E-B0C2C516FFE9}"/>
                    </a:ext>
                  </a:extLst>
                </p14:cNvPr>
                <p14:cNvContentPartPr/>
                <p14:nvPr/>
              </p14:nvContentPartPr>
              <p14:xfrm>
                <a:off x="5861913" y="1223215"/>
                <a:ext cx="143280" cy="181440"/>
              </p14:xfrm>
            </p:contentPart>
          </mc:Choice>
          <mc:Fallback xmlns="">
            <p:pic>
              <p:nvPicPr>
                <p:cNvPr id="9" name="Ink 8">
                  <a:extLst>
                    <a:ext uri="{FF2B5EF4-FFF2-40B4-BE49-F238E27FC236}">
                      <a16:creationId xmlns:a16="http://schemas.microsoft.com/office/drawing/2014/main" id="{0CD2B6FD-1E6F-468B-252E-B0C2C516FFE9}"/>
                    </a:ext>
                  </a:extLst>
                </p:cNvPr>
                <p:cNvPicPr/>
                <p:nvPr/>
              </p:nvPicPr>
              <p:blipFill>
                <a:blip r:embed="rId4"/>
                <a:stretch>
                  <a:fillRect/>
                </a:stretch>
              </p:blipFill>
              <p:spPr>
                <a:xfrm>
                  <a:off x="5852913" y="1214215"/>
                  <a:ext cx="16092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3B083DCE-1AE4-B61E-DC28-45E83E27E277}"/>
                    </a:ext>
                  </a:extLst>
                </p14:cNvPr>
                <p14:cNvContentPartPr/>
                <p14:nvPr/>
              </p14:nvContentPartPr>
              <p14:xfrm>
                <a:off x="5820513" y="1190095"/>
                <a:ext cx="207000" cy="59760"/>
              </p14:xfrm>
            </p:contentPart>
          </mc:Choice>
          <mc:Fallback xmlns="">
            <p:pic>
              <p:nvPicPr>
                <p:cNvPr id="13" name="Ink 12">
                  <a:extLst>
                    <a:ext uri="{FF2B5EF4-FFF2-40B4-BE49-F238E27FC236}">
                      <a16:creationId xmlns:a16="http://schemas.microsoft.com/office/drawing/2014/main" id="{3B083DCE-1AE4-B61E-DC28-45E83E27E277}"/>
                    </a:ext>
                  </a:extLst>
                </p:cNvPr>
                <p:cNvPicPr/>
                <p:nvPr/>
              </p:nvPicPr>
              <p:blipFill>
                <a:blip r:embed="rId6"/>
                <a:stretch>
                  <a:fillRect/>
                </a:stretch>
              </p:blipFill>
              <p:spPr>
                <a:xfrm>
                  <a:off x="5811513" y="1181095"/>
                  <a:ext cx="22464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DA4F47A3-ED7F-7CB7-6100-583A1200FE34}"/>
                    </a:ext>
                  </a:extLst>
                </p14:cNvPr>
                <p14:cNvContentPartPr/>
                <p14:nvPr/>
              </p14:nvContentPartPr>
              <p14:xfrm>
                <a:off x="6040113" y="1315735"/>
                <a:ext cx="133920" cy="142200"/>
              </p14:xfrm>
            </p:contentPart>
          </mc:Choice>
          <mc:Fallback xmlns="">
            <p:pic>
              <p:nvPicPr>
                <p:cNvPr id="14" name="Ink 13">
                  <a:extLst>
                    <a:ext uri="{FF2B5EF4-FFF2-40B4-BE49-F238E27FC236}">
                      <a16:creationId xmlns:a16="http://schemas.microsoft.com/office/drawing/2014/main" id="{DA4F47A3-ED7F-7CB7-6100-583A1200FE34}"/>
                    </a:ext>
                  </a:extLst>
                </p:cNvPr>
                <p:cNvPicPr/>
                <p:nvPr/>
              </p:nvPicPr>
              <p:blipFill>
                <a:blip r:embed="rId8"/>
                <a:stretch>
                  <a:fillRect/>
                </a:stretch>
              </p:blipFill>
              <p:spPr>
                <a:xfrm>
                  <a:off x="6031113" y="1306735"/>
                  <a:ext cx="1515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2711A783-3675-613B-9065-B5A42516CE69}"/>
                    </a:ext>
                  </a:extLst>
                </p14:cNvPr>
                <p14:cNvContentPartPr/>
                <p14:nvPr/>
              </p14:nvContentPartPr>
              <p14:xfrm>
                <a:off x="6329193" y="1258135"/>
                <a:ext cx="74160" cy="82800"/>
              </p14:xfrm>
            </p:contentPart>
          </mc:Choice>
          <mc:Fallback xmlns="">
            <p:pic>
              <p:nvPicPr>
                <p:cNvPr id="15" name="Ink 14">
                  <a:extLst>
                    <a:ext uri="{FF2B5EF4-FFF2-40B4-BE49-F238E27FC236}">
                      <a16:creationId xmlns:a16="http://schemas.microsoft.com/office/drawing/2014/main" id="{2711A783-3675-613B-9065-B5A42516CE69}"/>
                    </a:ext>
                  </a:extLst>
                </p:cNvPr>
                <p:cNvPicPr/>
                <p:nvPr/>
              </p:nvPicPr>
              <p:blipFill>
                <a:blip r:embed="rId10"/>
                <a:stretch>
                  <a:fillRect/>
                </a:stretch>
              </p:blipFill>
              <p:spPr>
                <a:xfrm>
                  <a:off x="6320236" y="1249135"/>
                  <a:ext cx="91715"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0347F4CF-15E4-013F-1FE4-B39C174DF370}"/>
                    </a:ext>
                  </a:extLst>
                </p14:cNvPr>
                <p14:cNvContentPartPr/>
                <p14:nvPr/>
              </p14:nvContentPartPr>
              <p14:xfrm>
                <a:off x="6566433" y="1146895"/>
                <a:ext cx="72000" cy="205920"/>
              </p14:xfrm>
            </p:contentPart>
          </mc:Choice>
          <mc:Fallback xmlns="">
            <p:pic>
              <p:nvPicPr>
                <p:cNvPr id="16" name="Ink 15">
                  <a:extLst>
                    <a:ext uri="{FF2B5EF4-FFF2-40B4-BE49-F238E27FC236}">
                      <a16:creationId xmlns:a16="http://schemas.microsoft.com/office/drawing/2014/main" id="{0347F4CF-15E4-013F-1FE4-B39C174DF370}"/>
                    </a:ext>
                  </a:extLst>
                </p:cNvPr>
                <p:cNvPicPr/>
                <p:nvPr/>
              </p:nvPicPr>
              <p:blipFill>
                <a:blip r:embed="rId12"/>
                <a:stretch>
                  <a:fillRect/>
                </a:stretch>
              </p:blipFill>
              <p:spPr>
                <a:xfrm>
                  <a:off x="6557388" y="1137895"/>
                  <a:ext cx="89729"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4E089B94-F46F-1B0E-F265-6E80278F9383}"/>
                    </a:ext>
                  </a:extLst>
                </p14:cNvPr>
                <p14:cNvContentPartPr/>
                <p14:nvPr/>
              </p14:nvContentPartPr>
              <p14:xfrm>
                <a:off x="6678753" y="1187575"/>
                <a:ext cx="110160" cy="150480"/>
              </p14:xfrm>
            </p:contentPart>
          </mc:Choice>
          <mc:Fallback xmlns="">
            <p:pic>
              <p:nvPicPr>
                <p:cNvPr id="17" name="Ink 16">
                  <a:extLst>
                    <a:ext uri="{FF2B5EF4-FFF2-40B4-BE49-F238E27FC236}">
                      <a16:creationId xmlns:a16="http://schemas.microsoft.com/office/drawing/2014/main" id="{4E089B94-F46F-1B0E-F265-6E80278F9383}"/>
                    </a:ext>
                  </a:extLst>
                </p:cNvPr>
                <p:cNvPicPr/>
                <p:nvPr/>
              </p:nvPicPr>
              <p:blipFill>
                <a:blip r:embed="rId14"/>
                <a:stretch>
                  <a:fillRect/>
                </a:stretch>
              </p:blipFill>
              <p:spPr>
                <a:xfrm>
                  <a:off x="6669753" y="1178575"/>
                  <a:ext cx="12780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CDE76DA9-DAD8-8CC1-69D6-10DF4616C852}"/>
                    </a:ext>
                  </a:extLst>
                </p14:cNvPr>
                <p14:cNvContentPartPr/>
                <p14:nvPr/>
              </p14:nvContentPartPr>
              <p14:xfrm>
                <a:off x="6696393" y="1066975"/>
                <a:ext cx="95040" cy="25200"/>
              </p14:xfrm>
            </p:contentPart>
          </mc:Choice>
          <mc:Fallback xmlns="">
            <p:pic>
              <p:nvPicPr>
                <p:cNvPr id="18" name="Ink 17">
                  <a:extLst>
                    <a:ext uri="{FF2B5EF4-FFF2-40B4-BE49-F238E27FC236}">
                      <a16:creationId xmlns:a16="http://schemas.microsoft.com/office/drawing/2014/main" id="{CDE76DA9-DAD8-8CC1-69D6-10DF4616C852}"/>
                    </a:ext>
                  </a:extLst>
                </p:cNvPr>
                <p:cNvPicPr/>
                <p:nvPr/>
              </p:nvPicPr>
              <p:blipFill>
                <a:blip r:embed="rId16"/>
                <a:stretch>
                  <a:fillRect/>
                </a:stretch>
              </p:blipFill>
              <p:spPr>
                <a:xfrm>
                  <a:off x="6687393" y="1057975"/>
                  <a:ext cx="11268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FA3C27CF-B53C-8D5C-6989-21EA45C88FE2}"/>
                    </a:ext>
                  </a:extLst>
                </p14:cNvPr>
                <p14:cNvContentPartPr/>
                <p14:nvPr/>
              </p14:nvContentPartPr>
              <p14:xfrm>
                <a:off x="6917793" y="942415"/>
                <a:ext cx="41760" cy="137880"/>
              </p14:xfrm>
            </p:contentPart>
          </mc:Choice>
          <mc:Fallback xmlns="">
            <p:pic>
              <p:nvPicPr>
                <p:cNvPr id="19" name="Ink 18">
                  <a:extLst>
                    <a:ext uri="{FF2B5EF4-FFF2-40B4-BE49-F238E27FC236}">
                      <a16:creationId xmlns:a16="http://schemas.microsoft.com/office/drawing/2014/main" id="{FA3C27CF-B53C-8D5C-6989-21EA45C88FE2}"/>
                    </a:ext>
                  </a:extLst>
                </p:cNvPr>
                <p:cNvPicPr/>
                <p:nvPr/>
              </p:nvPicPr>
              <p:blipFill>
                <a:blip r:embed="rId18"/>
                <a:stretch>
                  <a:fillRect/>
                </a:stretch>
              </p:blipFill>
              <p:spPr>
                <a:xfrm>
                  <a:off x="6908793" y="933415"/>
                  <a:ext cx="5940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 name="Ink 19">
                  <a:extLst>
                    <a:ext uri="{FF2B5EF4-FFF2-40B4-BE49-F238E27FC236}">
                      <a16:creationId xmlns:a16="http://schemas.microsoft.com/office/drawing/2014/main" id="{AF946F9D-6C1C-57EE-0CA4-746C4D1F97F9}"/>
                    </a:ext>
                  </a:extLst>
                </p14:cNvPr>
                <p14:cNvContentPartPr/>
                <p14:nvPr/>
              </p14:nvContentPartPr>
              <p14:xfrm>
                <a:off x="7008873" y="905335"/>
                <a:ext cx="138240" cy="180360"/>
              </p14:xfrm>
            </p:contentPart>
          </mc:Choice>
          <mc:Fallback xmlns="">
            <p:pic>
              <p:nvPicPr>
                <p:cNvPr id="20" name="Ink 19">
                  <a:extLst>
                    <a:ext uri="{FF2B5EF4-FFF2-40B4-BE49-F238E27FC236}">
                      <a16:creationId xmlns:a16="http://schemas.microsoft.com/office/drawing/2014/main" id="{AF946F9D-6C1C-57EE-0CA4-746C4D1F97F9}"/>
                    </a:ext>
                  </a:extLst>
                </p:cNvPr>
                <p:cNvPicPr/>
                <p:nvPr/>
              </p:nvPicPr>
              <p:blipFill>
                <a:blip r:embed="rId20"/>
                <a:stretch>
                  <a:fillRect/>
                </a:stretch>
              </p:blipFill>
              <p:spPr>
                <a:xfrm>
                  <a:off x="6999896" y="896335"/>
                  <a:ext cx="155834"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1" name="Ink 20">
                  <a:extLst>
                    <a:ext uri="{FF2B5EF4-FFF2-40B4-BE49-F238E27FC236}">
                      <a16:creationId xmlns:a16="http://schemas.microsoft.com/office/drawing/2014/main" id="{A22C8659-73E8-B85A-E303-3F787FCD3572}"/>
                    </a:ext>
                  </a:extLst>
                </p14:cNvPr>
                <p14:cNvContentPartPr/>
                <p14:nvPr/>
              </p14:nvContentPartPr>
              <p14:xfrm>
                <a:off x="6991233" y="1141135"/>
                <a:ext cx="158400" cy="193680"/>
              </p14:xfrm>
            </p:contentPart>
          </mc:Choice>
          <mc:Fallback xmlns="">
            <p:pic>
              <p:nvPicPr>
                <p:cNvPr id="21" name="Ink 20">
                  <a:extLst>
                    <a:ext uri="{FF2B5EF4-FFF2-40B4-BE49-F238E27FC236}">
                      <a16:creationId xmlns:a16="http://schemas.microsoft.com/office/drawing/2014/main" id="{A22C8659-73E8-B85A-E303-3F787FCD3572}"/>
                    </a:ext>
                  </a:extLst>
                </p:cNvPr>
                <p:cNvPicPr/>
                <p:nvPr/>
              </p:nvPicPr>
              <p:blipFill>
                <a:blip r:embed="rId22"/>
                <a:stretch>
                  <a:fillRect/>
                </a:stretch>
              </p:blipFill>
              <p:spPr>
                <a:xfrm>
                  <a:off x="6982233" y="1132118"/>
                  <a:ext cx="176040" cy="211353"/>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2" name="Ink 21">
                  <a:extLst>
                    <a:ext uri="{FF2B5EF4-FFF2-40B4-BE49-F238E27FC236}">
                      <a16:creationId xmlns:a16="http://schemas.microsoft.com/office/drawing/2014/main" id="{7C7BDD77-02B7-DC59-0560-6361FEFD5C3D}"/>
                    </a:ext>
                  </a:extLst>
                </p14:cNvPr>
                <p14:cNvContentPartPr/>
                <p14:nvPr/>
              </p14:nvContentPartPr>
              <p14:xfrm>
                <a:off x="7005993" y="1241575"/>
                <a:ext cx="168120" cy="40680"/>
              </p14:xfrm>
            </p:contentPart>
          </mc:Choice>
          <mc:Fallback xmlns="">
            <p:pic>
              <p:nvPicPr>
                <p:cNvPr id="22" name="Ink 21">
                  <a:extLst>
                    <a:ext uri="{FF2B5EF4-FFF2-40B4-BE49-F238E27FC236}">
                      <a16:creationId xmlns:a16="http://schemas.microsoft.com/office/drawing/2014/main" id="{7C7BDD77-02B7-DC59-0560-6361FEFD5C3D}"/>
                    </a:ext>
                  </a:extLst>
                </p:cNvPr>
                <p:cNvPicPr/>
                <p:nvPr/>
              </p:nvPicPr>
              <p:blipFill>
                <a:blip r:embed="rId24"/>
                <a:stretch>
                  <a:fillRect/>
                </a:stretch>
              </p:blipFill>
              <p:spPr>
                <a:xfrm>
                  <a:off x="6996993" y="1232654"/>
                  <a:ext cx="185760" cy="58165"/>
                </a:xfrm>
                <a:prstGeom prst="rect">
                  <a:avLst/>
                </a:prstGeom>
              </p:spPr>
            </p:pic>
          </mc:Fallback>
        </mc:AlternateContent>
      </p:grpSp>
      <p:grpSp>
        <p:nvGrpSpPr>
          <p:cNvPr id="23" name="Group 22">
            <a:extLst>
              <a:ext uri="{FF2B5EF4-FFF2-40B4-BE49-F238E27FC236}">
                <a16:creationId xmlns:a16="http://schemas.microsoft.com/office/drawing/2014/main" id="{5DFB7139-E8A9-94C4-9C4C-E9DE632A38CE}"/>
              </a:ext>
            </a:extLst>
          </p:cNvPr>
          <p:cNvGrpSpPr/>
          <p:nvPr/>
        </p:nvGrpSpPr>
        <p:grpSpPr>
          <a:xfrm>
            <a:off x="6052713" y="1575655"/>
            <a:ext cx="1023480" cy="420840"/>
            <a:chOff x="6052713" y="1575655"/>
            <a:chExt cx="1023480" cy="420840"/>
          </a:xfrm>
        </p:grpSpPr>
        <mc:AlternateContent xmlns:mc="http://schemas.openxmlformats.org/markup-compatibility/2006" xmlns:p14="http://schemas.microsoft.com/office/powerpoint/2010/main">
          <mc:Choice Requires="p14">
            <p:contentPart p14:bwMode="auto" r:id="rId25">
              <p14:nvContentPartPr>
                <p14:cNvPr id="24" name="Ink 23">
                  <a:extLst>
                    <a:ext uri="{FF2B5EF4-FFF2-40B4-BE49-F238E27FC236}">
                      <a16:creationId xmlns:a16="http://schemas.microsoft.com/office/drawing/2014/main" id="{B7F13540-C4CB-F92D-EFED-D0BFFDD98D2F}"/>
                    </a:ext>
                  </a:extLst>
                </p14:cNvPr>
                <p14:cNvContentPartPr/>
                <p14:nvPr/>
              </p14:nvContentPartPr>
              <p14:xfrm>
                <a:off x="6052713" y="1666375"/>
                <a:ext cx="94680" cy="330120"/>
              </p14:xfrm>
            </p:contentPart>
          </mc:Choice>
          <mc:Fallback xmlns="">
            <p:pic>
              <p:nvPicPr>
                <p:cNvPr id="24" name="Ink 23">
                  <a:extLst>
                    <a:ext uri="{FF2B5EF4-FFF2-40B4-BE49-F238E27FC236}">
                      <a16:creationId xmlns:a16="http://schemas.microsoft.com/office/drawing/2014/main" id="{B7F13540-C4CB-F92D-EFED-D0BFFDD98D2F}"/>
                    </a:ext>
                  </a:extLst>
                </p:cNvPr>
                <p:cNvPicPr/>
                <p:nvPr/>
              </p:nvPicPr>
              <p:blipFill>
                <a:blip r:embed="rId26"/>
                <a:stretch>
                  <a:fillRect/>
                </a:stretch>
              </p:blipFill>
              <p:spPr>
                <a:xfrm>
                  <a:off x="6043713" y="1657375"/>
                  <a:ext cx="11232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5" name="Ink 24">
                  <a:extLst>
                    <a:ext uri="{FF2B5EF4-FFF2-40B4-BE49-F238E27FC236}">
                      <a16:creationId xmlns:a16="http://schemas.microsoft.com/office/drawing/2014/main" id="{C8865920-933E-9720-5885-66411C3CE10E}"/>
                    </a:ext>
                  </a:extLst>
                </p14:cNvPr>
                <p14:cNvContentPartPr/>
                <p14:nvPr/>
              </p14:nvContentPartPr>
              <p14:xfrm>
                <a:off x="6104193" y="1689775"/>
                <a:ext cx="123840" cy="167760"/>
              </p14:xfrm>
            </p:contentPart>
          </mc:Choice>
          <mc:Fallback xmlns="">
            <p:pic>
              <p:nvPicPr>
                <p:cNvPr id="25" name="Ink 24">
                  <a:extLst>
                    <a:ext uri="{FF2B5EF4-FFF2-40B4-BE49-F238E27FC236}">
                      <a16:creationId xmlns:a16="http://schemas.microsoft.com/office/drawing/2014/main" id="{C8865920-933E-9720-5885-66411C3CE10E}"/>
                    </a:ext>
                  </a:extLst>
                </p:cNvPr>
                <p:cNvPicPr/>
                <p:nvPr/>
              </p:nvPicPr>
              <p:blipFill>
                <a:blip r:embed="rId28"/>
                <a:stretch>
                  <a:fillRect/>
                </a:stretch>
              </p:blipFill>
              <p:spPr>
                <a:xfrm>
                  <a:off x="6095193" y="1680775"/>
                  <a:ext cx="14148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6" name="Ink 25">
                  <a:extLst>
                    <a:ext uri="{FF2B5EF4-FFF2-40B4-BE49-F238E27FC236}">
                      <a16:creationId xmlns:a16="http://schemas.microsoft.com/office/drawing/2014/main" id="{1082581E-352E-5F23-79ED-675EC27AF96A}"/>
                    </a:ext>
                  </a:extLst>
                </p14:cNvPr>
                <p14:cNvContentPartPr/>
                <p14:nvPr/>
              </p14:nvContentPartPr>
              <p14:xfrm>
                <a:off x="6412353" y="1705975"/>
                <a:ext cx="52200" cy="3600"/>
              </p14:xfrm>
            </p:contentPart>
          </mc:Choice>
          <mc:Fallback xmlns="">
            <p:pic>
              <p:nvPicPr>
                <p:cNvPr id="26" name="Ink 25">
                  <a:extLst>
                    <a:ext uri="{FF2B5EF4-FFF2-40B4-BE49-F238E27FC236}">
                      <a16:creationId xmlns:a16="http://schemas.microsoft.com/office/drawing/2014/main" id="{1082581E-352E-5F23-79ED-675EC27AF96A}"/>
                    </a:ext>
                  </a:extLst>
                </p:cNvPr>
                <p:cNvPicPr/>
                <p:nvPr/>
              </p:nvPicPr>
              <p:blipFill>
                <a:blip r:embed="rId30"/>
                <a:stretch>
                  <a:fillRect/>
                </a:stretch>
              </p:blipFill>
              <p:spPr>
                <a:xfrm>
                  <a:off x="6403353" y="1697793"/>
                  <a:ext cx="69840" cy="19636"/>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7" name="Ink 26">
                  <a:extLst>
                    <a:ext uri="{FF2B5EF4-FFF2-40B4-BE49-F238E27FC236}">
                      <a16:creationId xmlns:a16="http://schemas.microsoft.com/office/drawing/2014/main" id="{191E617D-9926-7B4E-4801-8E8DB01E8A70}"/>
                    </a:ext>
                  </a:extLst>
                </p14:cNvPr>
                <p14:cNvContentPartPr/>
                <p14:nvPr/>
              </p14:nvContentPartPr>
              <p14:xfrm>
                <a:off x="6400473" y="1575655"/>
                <a:ext cx="346680" cy="187560"/>
              </p14:xfrm>
            </p:contentPart>
          </mc:Choice>
          <mc:Fallback xmlns="">
            <p:pic>
              <p:nvPicPr>
                <p:cNvPr id="27" name="Ink 26">
                  <a:extLst>
                    <a:ext uri="{FF2B5EF4-FFF2-40B4-BE49-F238E27FC236}">
                      <a16:creationId xmlns:a16="http://schemas.microsoft.com/office/drawing/2014/main" id="{191E617D-9926-7B4E-4801-8E8DB01E8A70}"/>
                    </a:ext>
                  </a:extLst>
                </p:cNvPr>
                <p:cNvPicPr/>
                <p:nvPr/>
              </p:nvPicPr>
              <p:blipFill>
                <a:blip r:embed="rId32"/>
                <a:stretch>
                  <a:fillRect/>
                </a:stretch>
              </p:blipFill>
              <p:spPr>
                <a:xfrm>
                  <a:off x="6391473" y="1566655"/>
                  <a:ext cx="36432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8" name="Ink 27">
                  <a:extLst>
                    <a:ext uri="{FF2B5EF4-FFF2-40B4-BE49-F238E27FC236}">
                      <a16:creationId xmlns:a16="http://schemas.microsoft.com/office/drawing/2014/main" id="{87BC3465-C382-B648-9C7A-3A4152A7621E}"/>
                    </a:ext>
                  </a:extLst>
                </p14:cNvPr>
                <p14:cNvContentPartPr/>
                <p14:nvPr/>
              </p14:nvContentPartPr>
              <p14:xfrm>
                <a:off x="6806553" y="1594735"/>
                <a:ext cx="102600" cy="137160"/>
              </p14:xfrm>
            </p:contentPart>
          </mc:Choice>
          <mc:Fallback xmlns="">
            <p:pic>
              <p:nvPicPr>
                <p:cNvPr id="28" name="Ink 27">
                  <a:extLst>
                    <a:ext uri="{FF2B5EF4-FFF2-40B4-BE49-F238E27FC236}">
                      <a16:creationId xmlns:a16="http://schemas.microsoft.com/office/drawing/2014/main" id="{87BC3465-C382-B648-9C7A-3A4152A7621E}"/>
                    </a:ext>
                  </a:extLst>
                </p:cNvPr>
                <p:cNvPicPr/>
                <p:nvPr/>
              </p:nvPicPr>
              <p:blipFill>
                <a:blip r:embed="rId34"/>
                <a:stretch>
                  <a:fillRect/>
                </a:stretch>
              </p:blipFill>
              <p:spPr>
                <a:xfrm>
                  <a:off x="6797521" y="1585735"/>
                  <a:ext cx="120302"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9" name="Ink 28">
                  <a:extLst>
                    <a:ext uri="{FF2B5EF4-FFF2-40B4-BE49-F238E27FC236}">
                      <a16:creationId xmlns:a16="http://schemas.microsoft.com/office/drawing/2014/main" id="{8E57DE33-CEF8-D6E6-5A46-ED84478BAA64}"/>
                    </a:ext>
                  </a:extLst>
                </p14:cNvPr>
                <p14:cNvContentPartPr/>
                <p14:nvPr/>
              </p14:nvContentPartPr>
              <p14:xfrm>
                <a:off x="6964233" y="1600495"/>
                <a:ext cx="111960" cy="120600"/>
              </p14:xfrm>
            </p:contentPart>
          </mc:Choice>
          <mc:Fallback xmlns="">
            <p:pic>
              <p:nvPicPr>
                <p:cNvPr id="29" name="Ink 28">
                  <a:extLst>
                    <a:ext uri="{FF2B5EF4-FFF2-40B4-BE49-F238E27FC236}">
                      <a16:creationId xmlns:a16="http://schemas.microsoft.com/office/drawing/2014/main" id="{8E57DE33-CEF8-D6E6-5A46-ED84478BAA64}"/>
                    </a:ext>
                  </a:extLst>
                </p:cNvPr>
                <p:cNvPicPr/>
                <p:nvPr/>
              </p:nvPicPr>
              <p:blipFill>
                <a:blip r:embed="rId36"/>
                <a:stretch>
                  <a:fillRect/>
                </a:stretch>
              </p:blipFill>
              <p:spPr>
                <a:xfrm>
                  <a:off x="6955204" y="1591495"/>
                  <a:ext cx="129657" cy="138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7">
            <p14:nvContentPartPr>
              <p14:cNvPr id="30" name="Ink 29">
                <a:extLst>
                  <a:ext uri="{FF2B5EF4-FFF2-40B4-BE49-F238E27FC236}">
                    <a16:creationId xmlns:a16="http://schemas.microsoft.com/office/drawing/2014/main" id="{FD89F973-AC37-2372-A100-861F4BCF14F7}"/>
                  </a:ext>
                </a:extLst>
              </p14:cNvPr>
              <p14:cNvContentPartPr/>
              <p14:nvPr/>
            </p14:nvContentPartPr>
            <p14:xfrm>
              <a:off x="6082953" y="2006575"/>
              <a:ext cx="182520" cy="228240"/>
            </p14:xfrm>
          </p:contentPart>
        </mc:Choice>
        <mc:Fallback xmlns="">
          <p:pic>
            <p:nvPicPr>
              <p:cNvPr id="30" name="Ink 29">
                <a:extLst>
                  <a:ext uri="{FF2B5EF4-FFF2-40B4-BE49-F238E27FC236}">
                    <a16:creationId xmlns:a16="http://schemas.microsoft.com/office/drawing/2014/main" id="{FD89F973-AC37-2372-A100-861F4BCF14F7}"/>
                  </a:ext>
                </a:extLst>
              </p:cNvPr>
              <p:cNvPicPr/>
              <p:nvPr/>
            </p:nvPicPr>
            <p:blipFill>
              <a:blip r:embed="rId38"/>
              <a:stretch>
                <a:fillRect/>
              </a:stretch>
            </p:blipFill>
            <p:spPr>
              <a:xfrm>
                <a:off x="6073953" y="1997575"/>
                <a:ext cx="20016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1" name="Ink 30">
                <a:extLst>
                  <a:ext uri="{FF2B5EF4-FFF2-40B4-BE49-F238E27FC236}">
                    <a16:creationId xmlns:a16="http://schemas.microsoft.com/office/drawing/2014/main" id="{0D668D8A-B3AC-F6FF-2F08-5EA2A0589A5C}"/>
                  </a:ext>
                </a:extLst>
              </p14:cNvPr>
              <p14:cNvContentPartPr/>
              <p14:nvPr/>
            </p14:nvContentPartPr>
            <p14:xfrm>
              <a:off x="6187353" y="2164615"/>
              <a:ext cx="109080" cy="158040"/>
            </p14:xfrm>
          </p:contentPart>
        </mc:Choice>
        <mc:Fallback xmlns="">
          <p:pic>
            <p:nvPicPr>
              <p:cNvPr id="31" name="Ink 30">
                <a:extLst>
                  <a:ext uri="{FF2B5EF4-FFF2-40B4-BE49-F238E27FC236}">
                    <a16:creationId xmlns:a16="http://schemas.microsoft.com/office/drawing/2014/main" id="{0D668D8A-B3AC-F6FF-2F08-5EA2A0589A5C}"/>
                  </a:ext>
                </a:extLst>
              </p:cNvPr>
              <p:cNvPicPr/>
              <p:nvPr/>
            </p:nvPicPr>
            <p:blipFill>
              <a:blip r:embed="rId40"/>
              <a:stretch>
                <a:fillRect/>
              </a:stretch>
            </p:blipFill>
            <p:spPr>
              <a:xfrm>
                <a:off x="6178353" y="2155615"/>
                <a:ext cx="12672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2" name="Ink 31">
                <a:extLst>
                  <a:ext uri="{FF2B5EF4-FFF2-40B4-BE49-F238E27FC236}">
                    <a16:creationId xmlns:a16="http://schemas.microsoft.com/office/drawing/2014/main" id="{7C084CA7-0EAD-121F-BD2A-C105C14F4234}"/>
                  </a:ext>
                </a:extLst>
              </p14:cNvPr>
              <p14:cNvContentPartPr/>
              <p14:nvPr/>
            </p14:nvContentPartPr>
            <p14:xfrm>
              <a:off x="6202473" y="2254975"/>
              <a:ext cx="100800" cy="17640"/>
            </p14:xfrm>
          </p:contentPart>
        </mc:Choice>
        <mc:Fallback xmlns="">
          <p:pic>
            <p:nvPicPr>
              <p:cNvPr id="32" name="Ink 31">
                <a:extLst>
                  <a:ext uri="{FF2B5EF4-FFF2-40B4-BE49-F238E27FC236}">
                    <a16:creationId xmlns:a16="http://schemas.microsoft.com/office/drawing/2014/main" id="{7C084CA7-0EAD-121F-BD2A-C105C14F4234}"/>
                  </a:ext>
                </a:extLst>
              </p:cNvPr>
              <p:cNvPicPr/>
              <p:nvPr/>
            </p:nvPicPr>
            <p:blipFill>
              <a:blip r:embed="rId42"/>
              <a:stretch>
                <a:fillRect/>
              </a:stretch>
            </p:blipFill>
            <p:spPr>
              <a:xfrm>
                <a:off x="6193473" y="2245975"/>
                <a:ext cx="11844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3" name="Ink 32">
                <a:extLst>
                  <a:ext uri="{FF2B5EF4-FFF2-40B4-BE49-F238E27FC236}">
                    <a16:creationId xmlns:a16="http://schemas.microsoft.com/office/drawing/2014/main" id="{B24C113E-7DE3-8075-0864-325FB7232A63}"/>
                  </a:ext>
                </a:extLst>
              </p14:cNvPr>
              <p14:cNvContentPartPr/>
              <p14:nvPr/>
            </p14:nvContentPartPr>
            <p14:xfrm>
              <a:off x="6440793" y="2140855"/>
              <a:ext cx="41760" cy="60120"/>
            </p14:xfrm>
          </p:contentPart>
        </mc:Choice>
        <mc:Fallback xmlns="">
          <p:pic>
            <p:nvPicPr>
              <p:cNvPr id="33" name="Ink 32">
                <a:extLst>
                  <a:ext uri="{FF2B5EF4-FFF2-40B4-BE49-F238E27FC236}">
                    <a16:creationId xmlns:a16="http://schemas.microsoft.com/office/drawing/2014/main" id="{B24C113E-7DE3-8075-0864-325FB7232A63}"/>
                  </a:ext>
                </a:extLst>
              </p:cNvPr>
              <p:cNvPicPr/>
              <p:nvPr/>
            </p:nvPicPr>
            <p:blipFill>
              <a:blip r:embed="rId44"/>
              <a:stretch>
                <a:fillRect/>
              </a:stretch>
            </p:blipFill>
            <p:spPr>
              <a:xfrm>
                <a:off x="6431870" y="2131855"/>
                <a:ext cx="59249"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4" name="Ink 33">
                <a:extLst>
                  <a:ext uri="{FF2B5EF4-FFF2-40B4-BE49-F238E27FC236}">
                    <a16:creationId xmlns:a16="http://schemas.microsoft.com/office/drawing/2014/main" id="{5A9E2AB5-EAD9-E24E-008A-3208C2E46A06}"/>
                  </a:ext>
                </a:extLst>
              </p14:cNvPr>
              <p14:cNvContentPartPr/>
              <p14:nvPr/>
            </p14:nvContentPartPr>
            <p14:xfrm>
              <a:off x="6690633" y="2008735"/>
              <a:ext cx="81720" cy="180000"/>
            </p14:xfrm>
          </p:contentPart>
        </mc:Choice>
        <mc:Fallback xmlns="">
          <p:pic>
            <p:nvPicPr>
              <p:cNvPr id="34" name="Ink 33">
                <a:extLst>
                  <a:ext uri="{FF2B5EF4-FFF2-40B4-BE49-F238E27FC236}">
                    <a16:creationId xmlns:a16="http://schemas.microsoft.com/office/drawing/2014/main" id="{5A9E2AB5-EAD9-E24E-008A-3208C2E46A06}"/>
                  </a:ext>
                </a:extLst>
              </p:cNvPr>
              <p:cNvPicPr/>
              <p:nvPr/>
            </p:nvPicPr>
            <p:blipFill>
              <a:blip r:embed="rId46"/>
              <a:stretch>
                <a:fillRect/>
              </a:stretch>
            </p:blipFill>
            <p:spPr>
              <a:xfrm>
                <a:off x="6681633" y="1999735"/>
                <a:ext cx="9936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5" name="Ink 34">
                <a:extLst>
                  <a:ext uri="{FF2B5EF4-FFF2-40B4-BE49-F238E27FC236}">
                    <a16:creationId xmlns:a16="http://schemas.microsoft.com/office/drawing/2014/main" id="{271ECD27-A643-464E-1767-E544F27C48E0}"/>
                  </a:ext>
                </a:extLst>
              </p14:cNvPr>
              <p14:cNvContentPartPr/>
              <p14:nvPr/>
            </p14:nvContentPartPr>
            <p14:xfrm>
              <a:off x="6679113" y="1991455"/>
              <a:ext cx="304560" cy="171000"/>
            </p14:xfrm>
          </p:contentPart>
        </mc:Choice>
        <mc:Fallback xmlns="">
          <p:pic>
            <p:nvPicPr>
              <p:cNvPr id="35" name="Ink 34">
                <a:extLst>
                  <a:ext uri="{FF2B5EF4-FFF2-40B4-BE49-F238E27FC236}">
                    <a16:creationId xmlns:a16="http://schemas.microsoft.com/office/drawing/2014/main" id="{271ECD27-A643-464E-1767-E544F27C48E0}"/>
                  </a:ext>
                </a:extLst>
              </p:cNvPr>
              <p:cNvPicPr/>
              <p:nvPr/>
            </p:nvPicPr>
            <p:blipFill>
              <a:blip r:embed="rId48"/>
              <a:stretch>
                <a:fillRect/>
              </a:stretch>
            </p:blipFill>
            <p:spPr>
              <a:xfrm>
                <a:off x="6670113" y="1982455"/>
                <a:ext cx="32220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6" name="Ink 35">
                <a:extLst>
                  <a:ext uri="{FF2B5EF4-FFF2-40B4-BE49-F238E27FC236}">
                    <a16:creationId xmlns:a16="http://schemas.microsoft.com/office/drawing/2014/main" id="{699B3711-D61D-3304-4309-7110BCE2092C}"/>
                  </a:ext>
                </a:extLst>
              </p14:cNvPr>
              <p14:cNvContentPartPr/>
              <p14:nvPr/>
            </p14:nvContentPartPr>
            <p14:xfrm>
              <a:off x="6150633" y="2488615"/>
              <a:ext cx="162720" cy="197640"/>
            </p14:xfrm>
          </p:contentPart>
        </mc:Choice>
        <mc:Fallback xmlns="">
          <p:pic>
            <p:nvPicPr>
              <p:cNvPr id="36" name="Ink 35">
                <a:extLst>
                  <a:ext uri="{FF2B5EF4-FFF2-40B4-BE49-F238E27FC236}">
                    <a16:creationId xmlns:a16="http://schemas.microsoft.com/office/drawing/2014/main" id="{699B3711-D61D-3304-4309-7110BCE2092C}"/>
                  </a:ext>
                </a:extLst>
              </p:cNvPr>
              <p:cNvPicPr/>
              <p:nvPr/>
            </p:nvPicPr>
            <p:blipFill>
              <a:blip r:embed="rId50"/>
              <a:stretch>
                <a:fillRect/>
              </a:stretch>
            </p:blipFill>
            <p:spPr>
              <a:xfrm>
                <a:off x="6141633" y="2479615"/>
                <a:ext cx="18036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7" name="Ink 36">
                <a:extLst>
                  <a:ext uri="{FF2B5EF4-FFF2-40B4-BE49-F238E27FC236}">
                    <a16:creationId xmlns:a16="http://schemas.microsoft.com/office/drawing/2014/main" id="{481D12FA-9A4E-E0F1-B3AF-4D495EED271D}"/>
                  </a:ext>
                </a:extLst>
              </p14:cNvPr>
              <p14:cNvContentPartPr/>
              <p14:nvPr/>
            </p14:nvContentPartPr>
            <p14:xfrm>
              <a:off x="6211473" y="2484295"/>
              <a:ext cx="112320" cy="30600"/>
            </p14:xfrm>
          </p:contentPart>
        </mc:Choice>
        <mc:Fallback xmlns="">
          <p:pic>
            <p:nvPicPr>
              <p:cNvPr id="37" name="Ink 36">
                <a:extLst>
                  <a:ext uri="{FF2B5EF4-FFF2-40B4-BE49-F238E27FC236}">
                    <a16:creationId xmlns:a16="http://schemas.microsoft.com/office/drawing/2014/main" id="{481D12FA-9A4E-E0F1-B3AF-4D495EED271D}"/>
                  </a:ext>
                </a:extLst>
              </p:cNvPr>
              <p:cNvPicPr/>
              <p:nvPr/>
            </p:nvPicPr>
            <p:blipFill>
              <a:blip r:embed="rId52"/>
              <a:stretch>
                <a:fillRect/>
              </a:stretch>
            </p:blipFill>
            <p:spPr>
              <a:xfrm>
                <a:off x="6202473" y="2475295"/>
                <a:ext cx="12996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8" name="Ink 37">
                <a:extLst>
                  <a:ext uri="{FF2B5EF4-FFF2-40B4-BE49-F238E27FC236}">
                    <a16:creationId xmlns:a16="http://schemas.microsoft.com/office/drawing/2014/main" id="{1D4E63A4-67EC-B6DD-5702-E449E2BB688A}"/>
                  </a:ext>
                </a:extLst>
              </p14:cNvPr>
              <p14:cNvContentPartPr/>
              <p14:nvPr/>
            </p14:nvContentPartPr>
            <p14:xfrm>
              <a:off x="6372753" y="2613535"/>
              <a:ext cx="100080" cy="84600"/>
            </p14:xfrm>
          </p:contentPart>
        </mc:Choice>
        <mc:Fallback xmlns="">
          <p:pic>
            <p:nvPicPr>
              <p:cNvPr id="38" name="Ink 37">
                <a:extLst>
                  <a:ext uri="{FF2B5EF4-FFF2-40B4-BE49-F238E27FC236}">
                    <a16:creationId xmlns:a16="http://schemas.microsoft.com/office/drawing/2014/main" id="{1D4E63A4-67EC-B6DD-5702-E449E2BB688A}"/>
                  </a:ext>
                </a:extLst>
              </p:cNvPr>
              <p:cNvPicPr/>
              <p:nvPr/>
            </p:nvPicPr>
            <p:blipFill>
              <a:blip r:embed="rId54"/>
              <a:stretch>
                <a:fillRect/>
              </a:stretch>
            </p:blipFill>
            <p:spPr>
              <a:xfrm>
                <a:off x="6363753" y="2604535"/>
                <a:ext cx="11772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9" name="Ink 38">
                <a:extLst>
                  <a:ext uri="{FF2B5EF4-FFF2-40B4-BE49-F238E27FC236}">
                    <a16:creationId xmlns:a16="http://schemas.microsoft.com/office/drawing/2014/main" id="{354CAAD8-C011-7348-2B6F-7E4C0D2E9EED}"/>
                  </a:ext>
                </a:extLst>
              </p14:cNvPr>
              <p14:cNvContentPartPr/>
              <p14:nvPr/>
            </p14:nvContentPartPr>
            <p14:xfrm>
              <a:off x="6258633" y="2542255"/>
              <a:ext cx="168840" cy="120240"/>
            </p14:xfrm>
          </p:contentPart>
        </mc:Choice>
        <mc:Fallback xmlns="">
          <p:pic>
            <p:nvPicPr>
              <p:cNvPr id="39" name="Ink 38">
                <a:extLst>
                  <a:ext uri="{FF2B5EF4-FFF2-40B4-BE49-F238E27FC236}">
                    <a16:creationId xmlns:a16="http://schemas.microsoft.com/office/drawing/2014/main" id="{354CAAD8-C011-7348-2B6F-7E4C0D2E9EED}"/>
                  </a:ext>
                </a:extLst>
              </p:cNvPr>
              <p:cNvPicPr/>
              <p:nvPr/>
            </p:nvPicPr>
            <p:blipFill>
              <a:blip r:embed="rId56"/>
              <a:stretch>
                <a:fillRect/>
              </a:stretch>
            </p:blipFill>
            <p:spPr>
              <a:xfrm>
                <a:off x="6249633" y="2533228"/>
                <a:ext cx="186480" cy="137933"/>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0" name="Ink 39">
                <a:extLst>
                  <a:ext uri="{FF2B5EF4-FFF2-40B4-BE49-F238E27FC236}">
                    <a16:creationId xmlns:a16="http://schemas.microsoft.com/office/drawing/2014/main" id="{CC414BA7-BB5D-B2DD-A88F-D350407C4CB3}"/>
                  </a:ext>
                </a:extLst>
              </p14:cNvPr>
              <p14:cNvContentPartPr/>
              <p14:nvPr/>
            </p14:nvContentPartPr>
            <p14:xfrm>
              <a:off x="5374113" y="2746375"/>
              <a:ext cx="146520" cy="280800"/>
            </p14:xfrm>
          </p:contentPart>
        </mc:Choice>
        <mc:Fallback xmlns="">
          <p:pic>
            <p:nvPicPr>
              <p:cNvPr id="40" name="Ink 39">
                <a:extLst>
                  <a:ext uri="{FF2B5EF4-FFF2-40B4-BE49-F238E27FC236}">
                    <a16:creationId xmlns:a16="http://schemas.microsoft.com/office/drawing/2014/main" id="{CC414BA7-BB5D-B2DD-A88F-D350407C4CB3}"/>
                  </a:ext>
                </a:extLst>
              </p:cNvPr>
              <p:cNvPicPr/>
              <p:nvPr/>
            </p:nvPicPr>
            <p:blipFill>
              <a:blip r:embed="rId58"/>
              <a:stretch>
                <a:fillRect/>
              </a:stretch>
            </p:blipFill>
            <p:spPr>
              <a:xfrm>
                <a:off x="5365091" y="2737375"/>
                <a:ext cx="164203"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1" name="Ink 40">
                <a:extLst>
                  <a:ext uri="{FF2B5EF4-FFF2-40B4-BE49-F238E27FC236}">
                    <a16:creationId xmlns:a16="http://schemas.microsoft.com/office/drawing/2014/main" id="{74FA8E2A-FC29-85EB-ED8E-DDAAFD0BDE5A}"/>
                  </a:ext>
                </a:extLst>
              </p14:cNvPr>
              <p14:cNvContentPartPr/>
              <p14:nvPr/>
            </p14:nvContentPartPr>
            <p14:xfrm>
              <a:off x="5537553" y="2817655"/>
              <a:ext cx="658440" cy="289800"/>
            </p14:xfrm>
          </p:contentPart>
        </mc:Choice>
        <mc:Fallback xmlns="">
          <p:pic>
            <p:nvPicPr>
              <p:cNvPr id="41" name="Ink 40">
                <a:extLst>
                  <a:ext uri="{FF2B5EF4-FFF2-40B4-BE49-F238E27FC236}">
                    <a16:creationId xmlns:a16="http://schemas.microsoft.com/office/drawing/2014/main" id="{74FA8E2A-FC29-85EB-ED8E-DDAAFD0BDE5A}"/>
                  </a:ext>
                </a:extLst>
              </p:cNvPr>
              <p:cNvPicPr/>
              <p:nvPr/>
            </p:nvPicPr>
            <p:blipFill>
              <a:blip r:embed="rId60"/>
              <a:stretch>
                <a:fillRect/>
              </a:stretch>
            </p:blipFill>
            <p:spPr>
              <a:xfrm>
                <a:off x="5528553" y="2808655"/>
                <a:ext cx="67608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2" name="Ink 41">
                <a:extLst>
                  <a:ext uri="{FF2B5EF4-FFF2-40B4-BE49-F238E27FC236}">
                    <a16:creationId xmlns:a16="http://schemas.microsoft.com/office/drawing/2014/main" id="{52775C21-182C-ADC2-28FC-5BFCCB073B7C}"/>
                  </a:ext>
                </a:extLst>
              </p14:cNvPr>
              <p14:cNvContentPartPr/>
              <p14:nvPr/>
            </p14:nvContentPartPr>
            <p14:xfrm>
              <a:off x="5926353" y="2806855"/>
              <a:ext cx="16920" cy="10440"/>
            </p14:xfrm>
          </p:contentPart>
        </mc:Choice>
        <mc:Fallback xmlns="">
          <p:pic>
            <p:nvPicPr>
              <p:cNvPr id="42" name="Ink 41">
                <a:extLst>
                  <a:ext uri="{FF2B5EF4-FFF2-40B4-BE49-F238E27FC236}">
                    <a16:creationId xmlns:a16="http://schemas.microsoft.com/office/drawing/2014/main" id="{52775C21-182C-ADC2-28FC-5BFCCB073B7C}"/>
                  </a:ext>
                </a:extLst>
              </p:cNvPr>
              <p:cNvPicPr/>
              <p:nvPr/>
            </p:nvPicPr>
            <p:blipFill>
              <a:blip r:embed="rId62"/>
              <a:stretch>
                <a:fillRect/>
              </a:stretch>
            </p:blipFill>
            <p:spPr>
              <a:xfrm>
                <a:off x="5917353" y="2797855"/>
                <a:ext cx="345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3" name="Ink 42">
                <a:extLst>
                  <a:ext uri="{FF2B5EF4-FFF2-40B4-BE49-F238E27FC236}">
                    <a16:creationId xmlns:a16="http://schemas.microsoft.com/office/drawing/2014/main" id="{E3129C2D-C9A9-4B66-29CB-F414183D26AD}"/>
                  </a:ext>
                </a:extLst>
              </p14:cNvPr>
              <p14:cNvContentPartPr/>
              <p14:nvPr/>
            </p14:nvContentPartPr>
            <p14:xfrm>
              <a:off x="6386793" y="2758615"/>
              <a:ext cx="259920" cy="176760"/>
            </p14:xfrm>
          </p:contentPart>
        </mc:Choice>
        <mc:Fallback xmlns="">
          <p:pic>
            <p:nvPicPr>
              <p:cNvPr id="43" name="Ink 42">
                <a:extLst>
                  <a:ext uri="{FF2B5EF4-FFF2-40B4-BE49-F238E27FC236}">
                    <a16:creationId xmlns:a16="http://schemas.microsoft.com/office/drawing/2014/main" id="{E3129C2D-C9A9-4B66-29CB-F414183D26AD}"/>
                  </a:ext>
                </a:extLst>
              </p:cNvPr>
              <p:cNvPicPr/>
              <p:nvPr/>
            </p:nvPicPr>
            <p:blipFill>
              <a:blip r:embed="rId64"/>
              <a:stretch>
                <a:fillRect/>
              </a:stretch>
            </p:blipFill>
            <p:spPr>
              <a:xfrm>
                <a:off x="6377793" y="2749615"/>
                <a:ext cx="2775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4" name="Ink 43">
                <a:extLst>
                  <a:ext uri="{FF2B5EF4-FFF2-40B4-BE49-F238E27FC236}">
                    <a16:creationId xmlns:a16="http://schemas.microsoft.com/office/drawing/2014/main" id="{DB498435-A634-D064-D992-E4339E97E35C}"/>
                  </a:ext>
                </a:extLst>
              </p14:cNvPr>
              <p14:cNvContentPartPr/>
              <p14:nvPr/>
            </p14:nvContentPartPr>
            <p14:xfrm>
              <a:off x="6719793" y="2503735"/>
              <a:ext cx="600840" cy="348840"/>
            </p14:xfrm>
          </p:contentPart>
        </mc:Choice>
        <mc:Fallback xmlns="">
          <p:pic>
            <p:nvPicPr>
              <p:cNvPr id="44" name="Ink 43">
                <a:extLst>
                  <a:ext uri="{FF2B5EF4-FFF2-40B4-BE49-F238E27FC236}">
                    <a16:creationId xmlns:a16="http://schemas.microsoft.com/office/drawing/2014/main" id="{DB498435-A634-D064-D992-E4339E97E35C}"/>
                  </a:ext>
                </a:extLst>
              </p:cNvPr>
              <p:cNvPicPr/>
              <p:nvPr/>
            </p:nvPicPr>
            <p:blipFill>
              <a:blip r:embed="rId66"/>
              <a:stretch>
                <a:fillRect/>
              </a:stretch>
            </p:blipFill>
            <p:spPr>
              <a:xfrm>
                <a:off x="6710793" y="2494735"/>
                <a:ext cx="61848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5" name="Ink 44">
                <a:extLst>
                  <a:ext uri="{FF2B5EF4-FFF2-40B4-BE49-F238E27FC236}">
                    <a16:creationId xmlns:a16="http://schemas.microsoft.com/office/drawing/2014/main" id="{9A01593C-A341-AE11-5231-C2E69C7A92DC}"/>
                  </a:ext>
                </a:extLst>
              </p14:cNvPr>
              <p14:cNvContentPartPr/>
              <p14:nvPr/>
            </p14:nvContentPartPr>
            <p14:xfrm>
              <a:off x="7186713" y="2621455"/>
              <a:ext cx="126000" cy="10440"/>
            </p14:xfrm>
          </p:contentPart>
        </mc:Choice>
        <mc:Fallback xmlns="">
          <p:pic>
            <p:nvPicPr>
              <p:cNvPr id="45" name="Ink 44">
                <a:extLst>
                  <a:ext uri="{FF2B5EF4-FFF2-40B4-BE49-F238E27FC236}">
                    <a16:creationId xmlns:a16="http://schemas.microsoft.com/office/drawing/2014/main" id="{9A01593C-A341-AE11-5231-C2E69C7A92DC}"/>
                  </a:ext>
                </a:extLst>
              </p:cNvPr>
              <p:cNvPicPr/>
              <p:nvPr/>
            </p:nvPicPr>
            <p:blipFill>
              <a:blip r:embed="rId68"/>
              <a:stretch>
                <a:fillRect/>
              </a:stretch>
            </p:blipFill>
            <p:spPr>
              <a:xfrm>
                <a:off x="7177713" y="2612455"/>
                <a:ext cx="14364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6" name="Ink 45">
                <a:extLst>
                  <a:ext uri="{FF2B5EF4-FFF2-40B4-BE49-F238E27FC236}">
                    <a16:creationId xmlns:a16="http://schemas.microsoft.com/office/drawing/2014/main" id="{2DE41C67-59B3-CB0F-5539-610584F5DFB3}"/>
                  </a:ext>
                </a:extLst>
              </p14:cNvPr>
              <p14:cNvContentPartPr/>
              <p14:nvPr/>
            </p14:nvContentPartPr>
            <p14:xfrm>
              <a:off x="7481913" y="2554855"/>
              <a:ext cx="217080" cy="161640"/>
            </p14:xfrm>
          </p:contentPart>
        </mc:Choice>
        <mc:Fallback xmlns="">
          <p:pic>
            <p:nvPicPr>
              <p:cNvPr id="46" name="Ink 45">
                <a:extLst>
                  <a:ext uri="{FF2B5EF4-FFF2-40B4-BE49-F238E27FC236}">
                    <a16:creationId xmlns:a16="http://schemas.microsoft.com/office/drawing/2014/main" id="{2DE41C67-59B3-CB0F-5539-610584F5DFB3}"/>
                  </a:ext>
                </a:extLst>
              </p:cNvPr>
              <p:cNvPicPr/>
              <p:nvPr/>
            </p:nvPicPr>
            <p:blipFill>
              <a:blip r:embed="rId70"/>
              <a:stretch>
                <a:fillRect/>
              </a:stretch>
            </p:blipFill>
            <p:spPr>
              <a:xfrm>
                <a:off x="7472913" y="2545855"/>
                <a:ext cx="23472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7" name="Ink 46">
                <a:extLst>
                  <a:ext uri="{FF2B5EF4-FFF2-40B4-BE49-F238E27FC236}">
                    <a16:creationId xmlns:a16="http://schemas.microsoft.com/office/drawing/2014/main" id="{0C223681-D533-6C96-0526-067312337A02}"/>
                  </a:ext>
                </a:extLst>
              </p14:cNvPr>
              <p14:cNvContentPartPr/>
              <p14:nvPr/>
            </p14:nvContentPartPr>
            <p14:xfrm>
              <a:off x="7762353" y="2530375"/>
              <a:ext cx="59760" cy="101160"/>
            </p14:xfrm>
          </p:contentPart>
        </mc:Choice>
        <mc:Fallback xmlns="">
          <p:pic>
            <p:nvPicPr>
              <p:cNvPr id="47" name="Ink 46">
                <a:extLst>
                  <a:ext uri="{FF2B5EF4-FFF2-40B4-BE49-F238E27FC236}">
                    <a16:creationId xmlns:a16="http://schemas.microsoft.com/office/drawing/2014/main" id="{0C223681-D533-6C96-0526-067312337A02}"/>
                  </a:ext>
                </a:extLst>
              </p:cNvPr>
              <p:cNvPicPr/>
              <p:nvPr/>
            </p:nvPicPr>
            <p:blipFill>
              <a:blip r:embed="rId72"/>
              <a:stretch>
                <a:fillRect/>
              </a:stretch>
            </p:blipFill>
            <p:spPr>
              <a:xfrm>
                <a:off x="7753298" y="2521375"/>
                <a:ext cx="77507"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8" name="Ink 47">
                <a:extLst>
                  <a:ext uri="{FF2B5EF4-FFF2-40B4-BE49-F238E27FC236}">
                    <a16:creationId xmlns:a16="http://schemas.microsoft.com/office/drawing/2014/main" id="{3CBC85A7-D485-990B-B2B5-58974B54BFEA}"/>
                  </a:ext>
                </a:extLst>
              </p14:cNvPr>
              <p14:cNvContentPartPr/>
              <p14:nvPr/>
            </p14:nvContentPartPr>
            <p14:xfrm>
              <a:off x="7853793" y="2440015"/>
              <a:ext cx="531720" cy="182160"/>
            </p14:xfrm>
          </p:contentPart>
        </mc:Choice>
        <mc:Fallback xmlns="">
          <p:pic>
            <p:nvPicPr>
              <p:cNvPr id="48" name="Ink 47">
                <a:extLst>
                  <a:ext uri="{FF2B5EF4-FFF2-40B4-BE49-F238E27FC236}">
                    <a16:creationId xmlns:a16="http://schemas.microsoft.com/office/drawing/2014/main" id="{3CBC85A7-D485-990B-B2B5-58974B54BFEA}"/>
                  </a:ext>
                </a:extLst>
              </p:cNvPr>
              <p:cNvPicPr/>
              <p:nvPr/>
            </p:nvPicPr>
            <p:blipFill>
              <a:blip r:embed="rId74"/>
              <a:stretch>
                <a:fillRect/>
              </a:stretch>
            </p:blipFill>
            <p:spPr>
              <a:xfrm>
                <a:off x="7844793" y="2431033"/>
                <a:ext cx="549360" cy="199765"/>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9" name="Ink 48">
                <a:extLst>
                  <a:ext uri="{FF2B5EF4-FFF2-40B4-BE49-F238E27FC236}">
                    <a16:creationId xmlns:a16="http://schemas.microsoft.com/office/drawing/2014/main" id="{46730833-AEB6-6FC1-B573-39B88A0F04CC}"/>
                  </a:ext>
                </a:extLst>
              </p14:cNvPr>
              <p14:cNvContentPartPr/>
              <p14:nvPr/>
            </p14:nvContentPartPr>
            <p14:xfrm>
              <a:off x="7981953" y="2341375"/>
              <a:ext cx="10440" cy="8640"/>
            </p14:xfrm>
          </p:contentPart>
        </mc:Choice>
        <mc:Fallback xmlns="">
          <p:pic>
            <p:nvPicPr>
              <p:cNvPr id="49" name="Ink 48">
                <a:extLst>
                  <a:ext uri="{FF2B5EF4-FFF2-40B4-BE49-F238E27FC236}">
                    <a16:creationId xmlns:a16="http://schemas.microsoft.com/office/drawing/2014/main" id="{46730833-AEB6-6FC1-B573-39B88A0F04CC}"/>
                  </a:ext>
                </a:extLst>
              </p:cNvPr>
              <p:cNvPicPr/>
              <p:nvPr/>
            </p:nvPicPr>
            <p:blipFill>
              <a:blip r:embed="rId76"/>
              <a:stretch>
                <a:fillRect/>
              </a:stretch>
            </p:blipFill>
            <p:spPr>
              <a:xfrm>
                <a:off x="7972953" y="2332375"/>
                <a:ext cx="2808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0" name="Ink 49">
                <a:extLst>
                  <a:ext uri="{FF2B5EF4-FFF2-40B4-BE49-F238E27FC236}">
                    <a16:creationId xmlns:a16="http://schemas.microsoft.com/office/drawing/2014/main" id="{9494360D-970D-64E7-2CEB-2FFADBAE648F}"/>
                  </a:ext>
                </a:extLst>
              </p14:cNvPr>
              <p14:cNvContentPartPr/>
              <p14:nvPr/>
            </p14:nvContentPartPr>
            <p14:xfrm>
              <a:off x="8526993" y="2262895"/>
              <a:ext cx="101520" cy="229680"/>
            </p14:xfrm>
          </p:contentPart>
        </mc:Choice>
        <mc:Fallback xmlns="">
          <p:pic>
            <p:nvPicPr>
              <p:cNvPr id="50" name="Ink 49">
                <a:extLst>
                  <a:ext uri="{FF2B5EF4-FFF2-40B4-BE49-F238E27FC236}">
                    <a16:creationId xmlns:a16="http://schemas.microsoft.com/office/drawing/2014/main" id="{9494360D-970D-64E7-2CEB-2FFADBAE648F}"/>
                  </a:ext>
                </a:extLst>
              </p:cNvPr>
              <p:cNvPicPr/>
              <p:nvPr/>
            </p:nvPicPr>
            <p:blipFill>
              <a:blip r:embed="rId78"/>
              <a:stretch>
                <a:fillRect/>
              </a:stretch>
            </p:blipFill>
            <p:spPr>
              <a:xfrm>
                <a:off x="8517993" y="2253909"/>
                <a:ext cx="119160" cy="247292"/>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1" name="Ink 50">
                <a:extLst>
                  <a:ext uri="{FF2B5EF4-FFF2-40B4-BE49-F238E27FC236}">
                    <a16:creationId xmlns:a16="http://schemas.microsoft.com/office/drawing/2014/main" id="{E12AED08-74F2-2F7D-21F6-DCDC45B2B277}"/>
                  </a:ext>
                </a:extLst>
              </p14:cNvPr>
              <p14:cNvContentPartPr/>
              <p14:nvPr/>
            </p14:nvContentPartPr>
            <p14:xfrm>
              <a:off x="8518353" y="2348215"/>
              <a:ext cx="277920" cy="107640"/>
            </p14:xfrm>
          </p:contentPart>
        </mc:Choice>
        <mc:Fallback xmlns="">
          <p:pic>
            <p:nvPicPr>
              <p:cNvPr id="51" name="Ink 50">
                <a:extLst>
                  <a:ext uri="{FF2B5EF4-FFF2-40B4-BE49-F238E27FC236}">
                    <a16:creationId xmlns:a16="http://schemas.microsoft.com/office/drawing/2014/main" id="{E12AED08-74F2-2F7D-21F6-DCDC45B2B277}"/>
                  </a:ext>
                </a:extLst>
              </p:cNvPr>
              <p:cNvPicPr/>
              <p:nvPr/>
            </p:nvPicPr>
            <p:blipFill>
              <a:blip r:embed="rId80"/>
              <a:stretch>
                <a:fillRect/>
              </a:stretch>
            </p:blipFill>
            <p:spPr>
              <a:xfrm>
                <a:off x="8509353" y="2339215"/>
                <a:ext cx="29556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2" name="Ink 51">
                <a:extLst>
                  <a:ext uri="{FF2B5EF4-FFF2-40B4-BE49-F238E27FC236}">
                    <a16:creationId xmlns:a16="http://schemas.microsoft.com/office/drawing/2014/main" id="{48DA42EA-7623-16B9-3CC7-536B4FD87278}"/>
                  </a:ext>
                </a:extLst>
              </p14:cNvPr>
              <p14:cNvContentPartPr/>
              <p14:nvPr/>
            </p14:nvContentPartPr>
            <p14:xfrm>
              <a:off x="5484273" y="3248935"/>
              <a:ext cx="36000" cy="182160"/>
            </p14:xfrm>
          </p:contentPart>
        </mc:Choice>
        <mc:Fallback xmlns="">
          <p:pic>
            <p:nvPicPr>
              <p:cNvPr id="52" name="Ink 51">
                <a:extLst>
                  <a:ext uri="{FF2B5EF4-FFF2-40B4-BE49-F238E27FC236}">
                    <a16:creationId xmlns:a16="http://schemas.microsoft.com/office/drawing/2014/main" id="{48DA42EA-7623-16B9-3CC7-536B4FD87278}"/>
                  </a:ext>
                </a:extLst>
              </p:cNvPr>
              <p:cNvPicPr/>
              <p:nvPr/>
            </p:nvPicPr>
            <p:blipFill>
              <a:blip r:embed="rId82"/>
              <a:stretch>
                <a:fillRect/>
              </a:stretch>
            </p:blipFill>
            <p:spPr>
              <a:xfrm>
                <a:off x="5475273" y="3239935"/>
                <a:ext cx="5364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3" name="Ink 52">
                <a:extLst>
                  <a:ext uri="{FF2B5EF4-FFF2-40B4-BE49-F238E27FC236}">
                    <a16:creationId xmlns:a16="http://schemas.microsoft.com/office/drawing/2014/main" id="{B5A17515-43FA-4456-67E4-A0B3BEC2B784}"/>
                  </a:ext>
                </a:extLst>
              </p14:cNvPr>
              <p14:cNvContentPartPr/>
              <p14:nvPr/>
            </p14:nvContentPartPr>
            <p14:xfrm>
              <a:off x="5511993" y="3207895"/>
              <a:ext cx="81360" cy="125280"/>
            </p14:xfrm>
          </p:contentPart>
        </mc:Choice>
        <mc:Fallback xmlns="">
          <p:pic>
            <p:nvPicPr>
              <p:cNvPr id="53" name="Ink 52">
                <a:extLst>
                  <a:ext uri="{FF2B5EF4-FFF2-40B4-BE49-F238E27FC236}">
                    <a16:creationId xmlns:a16="http://schemas.microsoft.com/office/drawing/2014/main" id="{B5A17515-43FA-4456-67E4-A0B3BEC2B784}"/>
                  </a:ext>
                </a:extLst>
              </p:cNvPr>
              <p:cNvPicPr/>
              <p:nvPr/>
            </p:nvPicPr>
            <p:blipFill>
              <a:blip r:embed="rId84"/>
              <a:stretch>
                <a:fillRect/>
              </a:stretch>
            </p:blipFill>
            <p:spPr>
              <a:xfrm>
                <a:off x="5502993" y="3198895"/>
                <a:ext cx="9900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4" name="Ink 53">
                <a:extLst>
                  <a:ext uri="{FF2B5EF4-FFF2-40B4-BE49-F238E27FC236}">
                    <a16:creationId xmlns:a16="http://schemas.microsoft.com/office/drawing/2014/main" id="{6826A014-CD1F-1F43-2B5A-558F938E9932}"/>
                  </a:ext>
                </a:extLst>
              </p14:cNvPr>
              <p14:cNvContentPartPr/>
              <p14:nvPr/>
            </p14:nvContentPartPr>
            <p14:xfrm>
              <a:off x="5633673" y="3200335"/>
              <a:ext cx="347040" cy="161280"/>
            </p14:xfrm>
          </p:contentPart>
        </mc:Choice>
        <mc:Fallback xmlns="">
          <p:pic>
            <p:nvPicPr>
              <p:cNvPr id="54" name="Ink 53">
                <a:extLst>
                  <a:ext uri="{FF2B5EF4-FFF2-40B4-BE49-F238E27FC236}">
                    <a16:creationId xmlns:a16="http://schemas.microsoft.com/office/drawing/2014/main" id="{6826A014-CD1F-1F43-2B5A-558F938E9932}"/>
                  </a:ext>
                </a:extLst>
              </p:cNvPr>
              <p:cNvPicPr/>
              <p:nvPr/>
            </p:nvPicPr>
            <p:blipFill>
              <a:blip r:embed="rId86"/>
              <a:stretch>
                <a:fillRect/>
              </a:stretch>
            </p:blipFill>
            <p:spPr>
              <a:xfrm>
                <a:off x="5624673" y="3191335"/>
                <a:ext cx="36468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5" name="Ink 54">
                <a:extLst>
                  <a:ext uri="{FF2B5EF4-FFF2-40B4-BE49-F238E27FC236}">
                    <a16:creationId xmlns:a16="http://schemas.microsoft.com/office/drawing/2014/main" id="{E6618C6A-46BF-100E-8604-2DCD432ED604}"/>
                  </a:ext>
                </a:extLst>
              </p14:cNvPr>
              <p14:cNvContentPartPr/>
              <p14:nvPr/>
            </p14:nvContentPartPr>
            <p14:xfrm>
              <a:off x="6060273" y="3091255"/>
              <a:ext cx="366120" cy="219960"/>
            </p14:xfrm>
          </p:contentPart>
        </mc:Choice>
        <mc:Fallback xmlns="">
          <p:pic>
            <p:nvPicPr>
              <p:cNvPr id="55" name="Ink 54">
                <a:extLst>
                  <a:ext uri="{FF2B5EF4-FFF2-40B4-BE49-F238E27FC236}">
                    <a16:creationId xmlns:a16="http://schemas.microsoft.com/office/drawing/2014/main" id="{E6618C6A-46BF-100E-8604-2DCD432ED604}"/>
                  </a:ext>
                </a:extLst>
              </p:cNvPr>
              <p:cNvPicPr/>
              <p:nvPr/>
            </p:nvPicPr>
            <p:blipFill>
              <a:blip r:embed="rId88"/>
              <a:stretch>
                <a:fillRect/>
              </a:stretch>
            </p:blipFill>
            <p:spPr>
              <a:xfrm>
                <a:off x="6051273" y="3082255"/>
                <a:ext cx="38376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6" name="Ink 55">
                <a:extLst>
                  <a:ext uri="{FF2B5EF4-FFF2-40B4-BE49-F238E27FC236}">
                    <a16:creationId xmlns:a16="http://schemas.microsoft.com/office/drawing/2014/main" id="{577A9619-35BA-5DD8-A639-C0B675445A26}"/>
                  </a:ext>
                </a:extLst>
              </p14:cNvPr>
              <p14:cNvContentPartPr/>
              <p14:nvPr/>
            </p14:nvContentPartPr>
            <p14:xfrm>
              <a:off x="6252513" y="3086215"/>
              <a:ext cx="11520" cy="5400"/>
            </p14:xfrm>
          </p:contentPart>
        </mc:Choice>
        <mc:Fallback xmlns="">
          <p:pic>
            <p:nvPicPr>
              <p:cNvPr id="56" name="Ink 55">
                <a:extLst>
                  <a:ext uri="{FF2B5EF4-FFF2-40B4-BE49-F238E27FC236}">
                    <a16:creationId xmlns:a16="http://schemas.microsoft.com/office/drawing/2014/main" id="{577A9619-35BA-5DD8-A639-C0B675445A26}"/>
                  </a:ext>
                </a:extLst>
              </p:cNvPr>
              <p:cNvPicPr/>
              <p:nvPr/>
            </p:nvPicPr>
            <p:blipFill>
              <a:blip r:embed="rId90"/>
              <a:stretch>
                <a:fillRect/>
              </a:stretch>
            </p:blipFill>
            <p:spPr>
              <a:xfrm>
                <a:off x="6243513" y="3077215"/>
                <a:ext cx="291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7" name="Ink 56">
                <a:extLst>
                  <a:ext uri="{FF2B5EF4-FFF2-40B4-BE49-F238E27FC236}">
                    <a16:creationId xmlns:a16="http://schemas.microsoft.com/office/drawing/2014/main" id="{9864F530-D811-E4D5-054D-BA18BE91D617}"/>
                  </a:ext>
                </a:extLst>
              </p14:cNvPr>
              <p14:cNvContentPartPr/>
              <p14:nvPr/>
            </p14:nvContentPartPr>
            <p14:xfrm>
              <a:off x="6653913" y="3064975"/>
              <a:ext cx="133200" cy="154440"/>
            </p14:xfrm>
          </p:contentPart>
        </mc:Choice>
        <mc:Fallback xmlns="">
          <p:pic>
            <p:nvPicPr>
              <p:cNvPr id="57" name="Ink 56">
                <a:extLst>
                  <a:ext uri="{FF2B5EF4-FFF2-40B4-BE49-F238E27FC236}">
                    <a16:creationId xmlns:a16="http://schemas.microsoft.com/office/drawing/2014/main" id="{9864F530-D811-E4D5-054D-BA18BE91D617}"/>
                  </a:ext>
                </a:extLst>
              </p:cNvPr>
              <p:cNvPicPr/>
              <p:nvPr/>
            </p:nvPicPr>
            <p:blipFill>
              <a:blip r:embed="rId92"/>
              <a:stretch>
                <a:fillRect/>
              </a:stretch>
            </p:blipFill>
            <p:spPr>
              <a:xfrm>
                <a:off x="6644913" y="3055975"/>
                <a:ext cx="15084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8" name="Ink 57">
                <a:extLst>
                  <a:ext uri="{FF2B5EF4-FFF2-40B4-BE49-F238E27FC236}">
                    <a16:creationId xmlns:a16="http://schemas.microsoft.com/office/drawing/2014/main" id="{550E5DF8-5850-1F9D-8E43-389A2F72C32C}"/>
                  </a:ext>
                </a:extLst>
              </p14:cNvPr>
              <p14:cNvContentPartPr/>
              <p14:nvPr/>
            </p14:nvContentPartPr>
            <p14:xfrm>
              <a:off x="6637353" y="3011335"/>
              <a:ext cx="149040" cy="76680"/>
            </p14:xfrm>
          </p:contentPart>
        </mc:Choice>
        <mc:Fallback xmlns="">
          <p:pic>
            <p:nvPicPr>
              <p:cNvPr id="58" name="Ink 57">
                <a:extLst>
                  <a:ext uri="{FF2B5EF4-FFF2-40B4-BE49-F238E27FC236}">
                    <a16:creationId xmlns:a16="http://schemas.microsoft.com/office/drawing/2014/main" id="{550E5DF8-5850-1F9D-8E43-389A2F72C32C}"/>
                  </a:ext>
                </a:extLst>
              </p:cNvPr>
              <p:cNvPicPr/>
              <p:nvPr/>
            </p:nvPicPr>
            <p:blipFill>
              <a:blip r:embed="rId94"/>
              <a:stretch>
                <a:fillRect/>
              </a:stretch>
            </p:blipFill>
            <p:spPr>
              <a:xfrm>
                <a:off x="6628331" y="3002335"/>
                <a:ext cx="166723"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9" name="Ink 58">
                <a:extLst>
                  <a:ext uri="{FF2B5EF4-FFF2-40B4-BE49-F238E27FC236}">
                    <a16:creationId xmlns:a16="http://schemas.microsoft.com/office/drawing/2014/main" id="{A752479F-C455-A34E-5D55-4644DCE7C24E}"/>
                  </a:ext>
                </a:extLst>
              </p14:cNvPr>
              <p14:cNvContentPartPr/>
              <p14:nvPr/>
            </p14:nvContentPartPr>
            <p14:xfrm>
              <a:off x="6831393" y="3087295"/>
              <a:ext cx="109440" cy="122760"/>
            </p14:xfrm>
          </p:contentPart>
        </mc:Choice>
        <mc:Fallback xmlns="">
          <p:pic>
            <p:nvPicPr>
              <p:cNvPr id="59" name="Ink 58">
                <a:extLst>
                  <a:ext uri="{FF2B5EF4-FFF2-40B4-BE49-F238E27FC236}">
                    <a16:creationId xmlns:a16="http://schemas.microsoft.com/office/drawing/2014/main" id="{A752479F-C455-A34E-5D55-4644DCE7C24E}"/>
                  </a:ext>
                </a:extLst>
              </p:cNvPr>
              <p:cNvPicPr/>
              <p:nvPr/>
            </p:nvPicPr>
            <p:blipFill>
              <a:blip r:embed="rId96"/>
              <a:stretch>
                <a:fillRect/>
              </a:stretch>
            </p:blipFill>
            <p:spPr>
              <a:xfrm>
                <a:off x="6822393" y="3078295"/>
                <a:ext cx="12708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0" name="Ink 59">
                <a:extLst>
                  <a:ext uri="{FF2B5EF4-FFF2-40B4-BE49-F238E27FC236}">
                    <a16:creationId xmlns:a16="http://schemas.microsoft.com/office/drawing/2014/main" id="{4F0AB76B-1A0D-7622-10DD-C429939AEF82}"/>
                  </a:ext>
                </a:extLst>
              </p14:cNvPr>
              <p14:cNvContentPartPr/>
              <p14:nvPr/>
            </p14:nvContentPartPr>
            <p14:xfrm>
              <a:off x="6989433" y="3025375"/>
              <a:ext cx="107280" cy="66960"/>
            </p14:xfrm>
          </p:contentPart>
        </mc:Choice>
        <mc:Fallback xmlns="">
          <p:pic>
            <p:nvPicPr>
              <p:cNvPr id="60" name="Ink 59">
                <a:extLst>
                  <a:ext uri="{FF2B5EF4-FFF2-40B4-BE49-F238E27FC236}">
                    <a16:creationId xmlns:a16="http://schemas.microsoft.com/office/drawing/2014/main" id="{4F0AB76B-1A0D-7622-10DD-C429939AEF82}"/>
                  </a:ext>
                </a:extLst>
              </p:cNvPr>
              <p:cNvPicPr/>
              <p:nvPr/>
            </p:nvPicPr>
            <p:blipFill>
              <a:blip r:embed="rId98"/>
              <a:stretch>
                <a:fillRect/>
              </a:stretch>
            </p:blipFill>
            <p:spPr>
              <a:xfrm>
                <a:off x="6980433" y="3016375"/>
                <a:ext cx="12492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1" name="Ink 60">
                <a:extLst>
                  <a:ext uri="{FF2B5EF4-FFF2-40B4-BE49-F238E27FC236}">
                    <a16:creationId xmlns:a16="http://schemas.microsoft.com/office/drawing/2014/main" id="{EC4B1226-81E1-5DFE-991F-61F2886700E9}"/>
                  </a:ext>
                </a:extLst>
              </p14:cNvPr>
              <p14:cNvContentPartPr/>
              <p14:nvPr/>
            </p14:nvContentPartPr>
            <p14:xfrm>
              <a:off x="7337553" y="2877775"/>
              <a:ext cx="122400" cy="236880"/>
            </p14:xfrm>
          </p:contentPart>
        </mc:Choice>
        <mc:Fallback xmlns="">
          <p:pic>
            <p:nvPicPr>
              <p:cNvPr id="61" name="Ink 60">
                <a:extLst>
                  <a:ext uri="{FF2B5EF4-FFF2-40B4-BE49-F238E27FC236}">
                    <a16:creationId xmlns:a16="http://schemas.microsoft.com/office/drawing/2014/main" id="{EC4B1226-81E1-5DFE-991F-61F2886700E9}"/>
                  </a:ext>
                </a:extLst>
              </p:cNvPr>
              <p:cNvPicPr/>
              <p:nvPr/>
            </p:nvPicPr>
            <p:blipFill>
              <a:blip r:embed="rId100"/>
              <a:stretch>
                <a:fillRect/>
              </a:stretch>
            </p:blipFill>
            <p:spPr>
              <a:xfrm>
                <a:off x="7328553" y="2868775"/>
                <a:ext cx="14004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2" name="Ink 61">
                <a:extLst>
                  <a:ext uri="{FF2B5EF4-FFF2-40B4-BE49-F238E27FC236}">
                    <a16:creationId xmlns:a16="http://schemas.microsoft.com/office/drawing/2014/main" id="{6D86EE3C-95B1-DC41-5F8E-A82DC9A60518}"/>
                  </a:ext>
                </a:extLst>
              </p14:cNvPr>
              <p14:cNvContentPartPr/>
              <p14:nvPr/>
            </p14:nvContentPartPr>
            <p14:xfrm>
              <a:off x="7547793" y="2953735"/>
              <a:ext cx="35280" cy="24840"/>
            </p14:xfrm>
          </p:contentPart>
        </mc:Choice>
        <mc:Fallback xmlns="">
          <p:pic>
            <p:nvPicPr>
              <p:cNvPr id="62" name="Ink 61">
                <a:extLst>
                  <a:ext uri="{FF2B5EF4-FFF2-40B4-BE49-F238E27FC236}">
                    <a16:creationId xmlns:a16="http://schemas.microsoft.com/office/drawing/2014/main" id="{6D86EE3C-95B1-DC41-5F8E-A82DC9A60518}"/>
                  </a:ext>
                </a:extLst>
              </p:cNvPr>
              <p:cNvPicPr/>
              <p:nvPr/>
            </p:nvPicPr>
            <p:blipFill>
              <a:blip r:embed="rId102"/>
              <a:stretch>
                <a:fillRect/>
              </a:stretch>
            </p:blipFill>
            <p:spPr>
              <a:xfrm>
                <a:off x="7538793" y="2944735"/>
                <a:ext cx="529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3" name="Ink 62">
                <a:extLst>
                  <a:ext uri="{FF2B5EF4-FFF2-40B4-BE49-F238E27FC236}">
                    <a16:creationId xmlns:a16="http://schemas.microsoft.com/office/drawing/2014/main" id="{68F19715-66C5-547B-0602-254CF90651CD}"/>
                  </a:ext>
                </a:extLst>
              </p14:cNvPr>
              <p14:cNvContentPartPr/>
              <p14:nvPr/>
            </p14:nvContentPartPr>
            <p14:xfrm>
              <a:off x="7614393" y="2850775"/>
              <a:ext cx="97920" cy="190080"/>
            </p14:xfrm>
          </p:contentPart>
        </mc:Choice>
        <mc:Fallback xmlns="">
          <p:pic>
            <p:nvPicPr>
              <p:cNvPr id="63" name="Ink 62">
                <a:extLst>
                  <a:ext uri="{FF2B5EF4-FFF2-40B4-BE49-F238E27FC236}">
                    <a16:creationId xmlns:a16="http://schemas.microsoft.com/office/drawing/2014/main" id="{68F19715-66C5-547B-0602-254CF90651CD}"/>
                  </a:ext>
                </a:extLst>
              </p:cNvPr>
              <p:cNvPicPr/>
              <p:nvPr/>
            </p:nvPicPr>
            <p:blipFill>
              <a:blip r:embed="rId104"/>
              <a:stretch>
                <a:fillRect/>
              </a:stretch>
            </p:blipFill>
            <p:spPr>
              <a:xfrm>
                <a:off x="7605393" y="2841775"/>
                <a:ext cx="11556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4" name="Ink 63">
                <a:extLst>
                  <a:ext uri="{FF2B5EF4-FFF2-40B4-BE49-F238E27FC236}">
                    <a16:creationId xmlns:a16="http://schemas.microsoft.com/office/drawing/2014/main" id="{CE778E6A-8A8A-8EBF-27D4-9FEA2BA1A0A7}"/>
                  </a:ext>
                </a:extLst>
              </p14:cNvPr>
              <p14:cNvContentPartPr/>
              <p14:nvPr/>
            </p14:nvContentPartPr>
            <p14:xfrm>
              <a:off x="7716993" y="2873455"/>
              <a:ext cx="195840" cy="119880"/>
            </p14:xfrm>
          </p:contentPart>
        </mc:Choice>
        <mc:Fallback xmlns="">
          <p:pic>
            <p:nvPicPr>
              <p:cNvPr id="64" name="Ink 63">
                <a:extLst>
                  <a:ext uri="{FF2B5EF4-FFF2-40B4-BE49-F238E27FC236}">
                    <a16:creationId xmlns:a16="http://schemas.microsoft.com/office/drawing/2014/main" id="{CE778E6A-8A8A-8EBF-27D4-9FEA2BA1A0A7}"/>
                  </a:ext>
                </a:extLst>
              </p:cNvPr>
              <p:cNvPicPr/>
              <p:nvPr/>
            </p:nvPicPr>
            <p:blipFill>
              <a:blip r:embed="rId106"/>
              <a:stretch>
                <a:fillRect/>
              </a:stretch>
            </p:blipFill>
            <p:spPr>
              <a:xfrm>
                <a:off x="7708010" y="2864455"/>
                <a:ext cx="213448"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5" name="Ink 64">
                <a:extLst>
                  <a:ext uri="{FF2B5EF4-FFF2-40B4-BE49-F238E27FC236}">
                    <a16:creationId xmlns:a16="http://schemas.microsoft.com/office/drawing/2014/main" id="{57C89A59-F2EE-4D45-EFBB-75E8715D1300}"/>
                  </a:ext>
                </a:extLst>
              </p14:cNvPr>
              <p14:cNvContentPartPr/>
              <p14:nvPr/>
            </p14:nvContentPartPr>
            <p14:xfrm>
              <a:off x="7974753" y="2726215"/>
              <a:ext cx="171720" cy="214560"/>
            </p14:xfrm>
          </p:contentPart>
        </mc:Choice>
        <mc:Fallback xmlns="">
          <p:pic>
            <p:nvPicPr>
              <p:cNvPr id="65" name="Ink 64">
                <a:extLst>
                  <a:ext uri="{FF2B5EF4-FFF2-40B4-BE49-F238E27FC236}">
                    <a16:creationId xmlns:a16="http://schemas.microsoft.com/office/drawing/2014/main" id="{57C89A59-F2EE-4D45-EFBB-75E8715D1300}"/>
                  </a:ext>
                </a:extLst>
              </p:cNvPr>
              <p:cNvPicPr/>
              <p:nvPr/>
            </p:nvPicPr>
            <p:blipFill>
              <a:blip r:embed="rId108"/>
              <a:stretch>
                <a:fillRect/>
              </a:stretch>
            </p:blipFill>
            <p:spPr>
              <a:xfrm>
                <a:off x="7965753" y="2717230"/>
                <a:ext cx="189360" cy="23217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6" name="Ink 65">
                <a:extLst>
                  <a:ext uri="{FF2B5EF4-FFF2-40B4-BE49-F238E27FC236}">
                    <a16:creationId xmlns:a16="http://schemas.microsoft.com/office/drawing/2014/main" id="{EDD4DC4F-2DAF-9970-E32E-7484977C7B32}"/>
                  </a:ext>
                </a:extLst>
              </p14:cNvPr>
              <p14:cNvContentPartPr/>
              <p14:nvPr/>
            </p14:nvContentPartPr>
            <p14:xfrm>
              <a:off x="7994193" y="2855815"/>
              <a:ext cx="126000" cy="19080"/>
            </p14:xfrm>
          </p:contentPart>
        </mc:Choice>
        <mc:Fallback xmlns="">
          <p:pic>
            <p:nvPicPr>
              <p:cNvPr id="66" name="Ink 65">
                <a:extLst>
                  <a:ext uri="{FF2B5EF4-FFF2-40B4-BE49-F238E27FC236}">
                    <a16:creationId xmlns:a16="http://schemas.microsoft.com/office/drawing/2014/main" id="{EDD4DC4F-2DAF-9970-E32E-7484977C7B32}"/>
                  </a:ext>
                </a:extLst>
              </p:cNvPr>
              <p:cNvPicPr/>
              <p:nvPr/>
            </p:nvPicPr>
            <p:blipFill>
              <a:blip r:embed="rId110"/>
              <a:stretch>
                <a:fillRect/>
              </a:stretch>
            </p:blipFill>
            <p:spPr>
              <a:xfrm>
                <a:off x="7985193" y="2846982"/>
                <a:ext cx="143640" cy="36393"/>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7" name="Ink 66">
                <a:extLst>
                  <a:ext uri="{FF2B5EF4-FFF2-40B4-BE49-F238E27FC236}">
                    <a16:creationId xmlns:a16="http://schemas.microsoft.com/office/drawing/2014/main" id="{8BCDCD89-8B17-57F6-51D3-B83B542BFD3C}"/>
                  </a:ext>
                </a:extLst>
              </p14:cNvPr>
              <p14:cNvContentPartPr/>
              <p14:nvPr/>
            </p14:nvContentPartPr>
            <p14:xfrm>
              <a:off x="8270673" y="2544415"/>
              <a:ext cx="311760" cy="336240"/>
            </p14:xfrm>
          </p:contentPart>
        </mc:Choice>
        <mc:Fallback xmlns="">
          <p:pic>
            <p:nvPicPr>
              <p:cNvPr id="67" name="Ink 66">
                <a:extLst>
                  <a:ext uri="{FF2B5EF4-FFF2-40B4-BE49-F238E27FC236}">
                    <a16:creationId xmlns:a16="http://schemas.microsoft.com/office/drawing/2014/main" id="{8BCDCD89-8B17-57F6-51D3-B83B542BFD3C}"/>
                  </a:ext>
                </a:extLst>
              </p:cNvPr>
              <p:cNvPicPr/>
              <p:nvPr/>
            </p:nvPicPr>
            <p:blipFill>
              <a:blip r:embed="rId112"/>
              <a:stretch>
                <a:fillRect/>
              </a:stretch>
            </p:blipFill>
            <p:spPr>
              <a:xfrm>
                <a:off x="8261663" y="2535415"/>
                <a:ext cx="329420" cy="3538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8" name="Ink 67">
                <a:extLst>
                  <a:ext uri="{FF2B5EF4-FFF2-40B4-BE49-F238E27FC236}">
                    <a16:creationId xmlns:a16="http://schemas.microsoft.com/office/drawing/2014/main" id="{CFE13C59-883C-60C0-7E5D-69582A21D615}"/>
                  </a:ext>
                </a:extLst>
              </p14:cNvPr>
              <p14:cNvContentPartPr/>
              <p14:nvPr/>
            </p14:nvContentPartPr>
            <p14:xfrm>
              <a:off x="8474073" y="2684455"/>
              <a:ext cx="179280" cy="9720"/>
            </p14:xfrm>
          </p:contentPart>
        </mc:Choice>
        <mc:Fallback xmlns="">
          <p:pic>
            <p:nvPicPr>
              <p:cNvPr id="68" name="Ink 67">
                <a:extLst>
                  <a:ext uri="{FF2B5EF4-FFF2-40B4-BE49-F238E27FC236}">
                    <a16:creationId xmlns:a16="http://schemas.microsoft.com/office/drawing/2014/main" id="{CFE13C59-883C-60C0-7E5D-69582A21D615}"/>
                  </a:ext>
                </a:extLst>
              </p:cNvPr>
              <p:cNvPicPr/>
              <p:nvPr/>
            </p:nvPicPr>
            <p:blipFill>
              <a:blip r:embed="rId114"/>
              <a:stretch>
                <a:fillRect/>
              </a:stretch>
            </p:blipFill>
            <p:spPr>
              <a:xfrm>
                <a:off x="8465073" y="2675455"/>
                <a:ext cx="19692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9" name="Ink 68">
                <a:extLst>
                  <a:ext uri="{FF2B5EF4-FFF2-40B4-BE49-F238E27FC236}">
                    <a16:creationId xmlns:a16="http://schemas.microsoft.com/office/drawing/2014/main" id="{5D39C1D2-170B-C679-6160-034744A126CA}"/>
                  </a:ext>
                </a:extLst>
              </p14:cNvPr>
              <p14:cNvContentPartPr/>
              <p14:nvPr/>
            </p14:nvContentPartPr>
            <p14:xfrm>
              <a:off x="2750793" y="1423015"/>
              <a:ext cx="221760" cy="203400"/>
            </p14:xfrm>
          </p:contentPart>
        </mc:Choice>
        <mc:Fallback xmlns="">
          <p:pic>
            <p:nvPicPr>
              <p:cNvPr id="69" name="Ink 68">
                <a:extLst>
                  <a:ext uri="{FF2B5EF4-FFF2-40B4-BE49-F238E27FC236}">
                    <a16:creationId xmlns:a16="http://schemas.microsoft.com/office/drawing/2014/main" id="{5D39C1D2-170B-C679-6160-034744A126CA}"/>
                  </a:ext>
                </a:extLst>
              </p:cNvPr>
              <p:cNvPicPr/>
              <p:nvPr/>
            </p:nvPicPr>
            <p:blipFill>
              <a:blip r:embed="rId116"/>
              <a:stretch>
                <a:fillRect/>
              </a:stretch>
            </p:blipFill>
            <p:spPr>
              <a:xfrm>
                <a:off x="2741793" y="1414015"/>
                <a:ext cx="239400" cy="221040"/>
              </a:xfrm>
              <a:prstGeom prst="rect">
                <a:avLst/>
              </a:prstGeom>
            </p:spPr>
          </p:pic>
        </mc:Fallback>
      </mc:AlternateContent>
      <p:grpSp>
        <p:nvGrpSpPr>
          <p:cNvPr id="70" name="Group 69">
            <a:extLst>
              <a:ext uri="{FF2B5EF4-FFF2-40B4-BE49-F238E27FC236}">
                <a16:creationId xmlns:a16="http://schemas.microsoft.com/office/drawing/2014/main" id="{346C48EE-050E-E55D-60E6-0FB88A860C1D}"/>
              </a:ext>
            </a:extLst>
          </p:cNvPr>
          <p:cNvGrpSpPr/>
          <p:nvPr/>
        </p:nvGrpSpPr>
        <p:grpSpPr>
          <a:xfrm>
            <a:off x="2752593" y="926215"/>
            <a:ext cx="909360" cy="300240"/>
            <a:chOff x="2752593" y="926215"/>
            <a:chExt cx="909360" cy="300240"/>
          </a:xfrm>
        </p:grpSpPr>
        <mc:AlternateContent xmlns:mc="http://schemas.openxmlformats.org/markup-compatibility/2006" xmlns:p14="http://schemas.microsoft.com/office/powerpoint/2010/main">
          <mc:Choice Requires="p14">
            <p:contentPart p14:bwMode="auto" r:id="rId117">
              <p14:nvContentPartPr>
                <p14:cNvPr id="71" name="Ink 70">
                  <a:extLst>
                    <a:ext uri="{FF2B5EF4-FFF2-40B4-BE49-F238E27FC236}">
                      <a16:creationId xmlns:a16="http://schemas.microsoft.com/office/drawing/2014/main" id="{115DDDA2-F8B5-CA54-50D5-E11F7C1B676C}"/>
                    </a:ext>
                  </a:extLst>
                </p14:cNvPr>
                <p14:cNvContentPartPr/>
                <p14:nvPr/>
              </p14:nvContentPartPr>
              <p14:xfrm>
                <a:off x="2752593" y="969415"/>
                <a:ext cx="110880" cy="223200"/>
              </p14:xfrm>
            </p:contentPart>
          </mc:Choice>
          <mc:Fallback xmlns="">
            <p:pic>
              <p:nvPicPr>
                <p:cNvPr id="71" name="Ink 70">
                  <a:extLst>
                    <a:ext uri="{FF2B5EF4-FFF2-40B4-BE49-F238E27FC236}">
                      <a16:creationId xmlns:a16="http://schemas.microsoft.com/office/drawing/2014/main" id="{115DDDA2-F8B5-CA54-50D5-E11F7C1B676C}"/>
                    </a:ext>
                  </a:extLst>
                </p:cNvPr>
                <p:cNvPicPr/>
                <p:nvPr/>
              </p:nvPicPr>
              <p:blipFill>
                <a:blip r:embed="rId118"/>
                <a:stretch>
                  <a:fillRect/>
                </a:stretch>
              </p:blipFill>
              <p:spPr>
                <a:xfrm>
                  <a:off x="2743593" y="960415"/>
                  <a:ext cx="12852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72" name="Ink 71">
                  <a:extLst>
                    <a:ext uri="{FF2B5EF4-FFF2-40B4-BE49-F238E27FC236}">
                      <a16:creationId xmlns:a16="http://schemas.microsoft.com/office/drawing/2014/main" id="{D887D36A-F82B-463F-EB3A-2960A7545028}"/>
                    </a:ext>
                  </a:extLst>
                </p14:cNvPr>
                <p14:cNvContentPartPr/>
                <p14:nvPr/>
              </p14:nvContentPartPr>
              <p14:xfrm>
                <a:off x="2883273" y="1110175"/>
                <a:ext cx="85320" cy="87120"/>
              </p14:xfrm>
            </p:contentPart>
          </mc:Choice>
          <mc:Fallback xmlns="">
            <p:pic>
              <p:nvPicPr>
                <p:cNvPr id="72" name="Ink 71">
                  <a:extLst>
                    <a:ext uri="{FF2B5EF4-FFF2-40B4-BE49-F238E27FC236}">
                      <a16:creationId xmlns:a16="http://schemas.microsoft.com/office/drawing/2014/main" id="{D887D36A-F82B-463F-EB3A-2960A7545028}"/>
                    </a:ext>
                  </a:extLst>
                </p:cNvPr>
                <p:cNvPicPr/>
                <p:nvPr/>
              </p:nvPicPr>
              <p:blipFill>
                <a:blip r:embed="rId120"/>
                <a:stretch>
                  <a:fillRect/>
                </a:stretch>
              </p:blipFill>
              <p:spPr>
                <a:xfrm>
                  <a:off x="2874273" y="1101175"/>
                  <a:ext cx="1029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73" name="Ink 72">
                  <a:extLst>
                    <a:ext uri="{FF2B5EF4-FFF2-40B4-BE49-F238E27FC236}">
                      <a16:creationId xmlns:a16="http://schemas.microsoft.com/office/drawing/2014/main" id="{56C6E953-24A3-F0C4-F5AB-87DDC49F0672}"/>
                    </a:ext>
                  </a:extLst>
                </p14:cNvPr>
                <p14:cNvContentPartPr/>
                <p14:nvPr/>
              </p14:nvContentPartPr>
              <p14:xfrm>
                <a:off x="2970033" y="1078135"/>
                <a:ext cx="233640" cy="148320"/>
              </p14:xfrm>
            </p:contentPart>
          </mc:Choice>
          <mc:Fallback xmlns="">
            <p:pic>
              <p:nvPicPr>
                <p:cNvPr id="73" name="Ink 72">
                  <a:extLst>
                    <a:ext uri="{FF2B5EF4-FFF2-40B4-BE49-F238E27FC236}">
                      <a16:creationId xmlns:a16="http://schemas.microsoft.com/office/drawing/2014/main" id="{56C6E953-24A3-F0C4-F5AB-87DDC49F0672}"/>
                    </a:ext>
                  </a:extLst>
                </p:cNvPr>
                <p:cNvPicPr/>
                <p:nvPr/>
              </p:nvPicPr>
              <p:blipFill>
                <a:blip r:embed="rId122"/>
                <a:stretch>
                  <a:fillRect/>
                </a:stretch>
              </p:blipFill>
              <p:spPr>
                <a:xfrm>
                  <a:off x="2961033" y="1069135"/>
                  <a:ext cx="25128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4" name="Ink 73">
                  <a:extLst>
                    <a:ext uri="{FF2B5EF4-FFF2-40B4-BE49-F238E27FC236}">
                      <a16:creationId xmlns:a16="http://schemas.microsoft.com/office/drawing/2014/main" id="{B74A1E36-2156-DA7E-1BF3-2EC67E281EC5}"/>
                    </a:ext>
                  </a:extLst>
                </p14:cNvPr>
                <p14:cNvContentPartPr/>
                <p14:nvPr/>
              </p14:nvContentPartPr>
              <p14:xfrm>
                <a:off x="3169113" y="1147975"/>
                <a:ext cx="40680" cy="4680"/>
              </p14:xfrm>
            </p:contentPart>
          </mc:Choice>
          <mc:Fallback xmlns="">
            <p:pic>
              <p:nvPicPr>
                <p:cNvPr id="74" name="Ink 73">
                  <a:extLst>
                    <a:ext uri="{FF2B5EF4-FFF2-40B4-BE49-F238E27FC236}">
                      <a16:creationId xmlns:a16="http://schemas.microsoft.com/office/drawing/2014/main" id="{B74A1E36-2156-DA7E-1BF3-2EC67E281EC5}"/>
                    </a:ext>
                  </a:extLst>
                </p:cNvPr>
                <p:cNvPicPr/>
                <p:nvPr/>
              </p:nvPicPr>
              <p:blipFill>
                <a:blip r:embed="rId124"/>
                <a:stretch>
                  <a:fillRect/>
                </a:stretch>
              </p:blipFill>
              <p:spPr>
                <a:xfrm>
                  <a:off x="3160113" y="1139618"/>
                  <a:ext cx="58320" cy="210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5" name="Ink 74">
                  <a:extLst>
                    <a:ext uri="{FF2B5EF4-FFF2-40B4-BE49-F238E27FC236}">
                      <a16:creationId xmlns:a16="http://schemas.microsoft.com/office/drawing/2014/main" id="{64748FF1-E5B1-1110-27B9-D1BE7ACC36D0}"/>
                    </a:ext>
                  </a:extLst>
                </p14:cNvPr>
                <p14:cNvContentPartPr/>
                <p14:nvPr/>
              </p14:nvContentPartPr>
              <p14:xfrm>
                <a:off x="3321393" y="968335"/>
                <a:ext cx="130680" cy="187200"/>
              </p14:xfrm>
            </p:contentPart>
          </mc:Choice>
          <mc:Fallback xmlns="">
            <p:pic>
              <p:nvPicPr>
                <p:cNvPr id="75" name="Ink 74">
                  <a:extLst>
                    <a:ext uri="{FF2B5EF4-FFF2-40B4-BE49-F238E27FC236}">
                      <a16:creationId xmlns:a16="http://schemas.microsoft.com/office/drawing/2014/main" id="{64748FF1-E5B1-1110-27B9-D1BE7ACC36D0}"/>
                    </a:ext>
                  </a:extLst>
                </p:cNvPr>
                <p:cNvPicPr/>
                <p:nvPr/>
              </p:nvPicPr>
              <p:blipFill>
                <a:blip r:embed="rId126"/>
                <a:stretch>
                  <a:fillRect/>
                </a:stretch>
              </p:blipFill>
              <p:spPr>
                <a:xfrm>
                  <a:off x="3312393" y="959335"/>
                  <a:ext cx="14832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6" name="Ink 75">
                  <a:extLst>
                    <a:ext uri="{FF2B5EF4-FFF2-40B4-BE49-F238E27FC236}">
                      <a16:creationId xmlns:a16="http://schemas.microsoft.com/office/drawing/2014/main" id="{85BB3F7C-5BFC-2842-A97D-D9C3400EE2DC}"/>
                    </a:ext>
                  </a:extLst>
                </p14:cNvPr>
                <p14:cNvContentPartPr/>
                <p14:nvPr/>
              </p14:nvContentPartPr>
              <p14:xfrm>
                <a:off x="3504993" y="926215"/>
                <a:ext cx="156960" cy="203400"/>
              </p14:xfrm>
            </p:contentPart>
          </mc:Choice>
          <mc:Fallback xmlns="">
            <p:pic>
              <p:nvPicPr>
                <p:cNvPr id="76" name="Ink 75">
                  <a:extLst>
                    <a:ext uri="{FF2B5EF4-FFF2-40B4-BE49-F238E27FC236}">
                      <a16:creationId xmlns:a16="http://schemas.microsoft.com/office/drawing/2014/main" id="{85BB3F7C-5BFC-2842-A97D-D9C3400EE2DC}"/>
                    </a:ext>
                  </a:extLst>
                </p:cNvPr>
                <p:cNvPicPr/>
                <p:nvPr/>
              </p:nvPicPr>
              <p:blipFill>
                <a:blip r:embed="rId128"/>
                <a:stretch>
                  <a:fillRect/>
                </a:stretch>
              </p:blipFill>
              <p:spPr>
                <a:xfrm>
                  <a:off x="3496014" y="917215"/>
                  <a:ext cx="174560" cy="221040"/>
                </a:xfrm>
                <a:prstGeom prst="rect">
                  <a:avLst/>
                </a:prstGeom>
              </p:spPr>
            </p:pic>
          </mc:Fallback>
        </mc:AlternateContent>
      </p:grpSp>
      <p:grpSp>
        <p:nvGrpSpPr>
          <p:cNvPr id="77" name="Group 76">
            <a:extLst>
              <a:ext uri="{FF2B5EF4-FFF2-40B4-BE49-F238E27FC236}">
                <a16:creationId xmlns:a16="http://schemas.microsoft.com/office/drawing/2014/main" id="{6BD1C24A-902D-3F9B-5FDF-9C9CED5429F1}"/>
              </a:ext>
            </a:extLst>
          </p:cNvPr>
          <p:cNvGrpSpPr/>
          <p:nvPr/>
        </p:nvGrpSpPr>
        <p:grpSpPr>
          <a:xfrm>
            <a:off x="2278473" y="1383415"/>
            <a:ext cx="2781000" cy="2199600"/>
            <a:chOff x="2278473" y="1383415"/>
            <a:chExt cx="2781000" cy="2199600"/>
          </a:xfrm>
        </p:grpSpPr>
        <mc:AlternateContent xmlns:mc="http://schemas.openxmlformats.org/markup-compatibility/2006" xmlns:p14="http://schemas.microsoft.com/office/powerpoint/2010/main">
          <mc:Choice Requires="p14">
            <p:contentPart p14:bwMode="auto" r:id="rId129">
              <p14:nvContentPartPr>
                <p14:cNvPr id="78" name="Ink 77">
                  <a:extLst>
                    <a:ext uri="{FF2B5EF4-FFF2-40B4-BE49-F238E27FC236}">
                      <a16:creationId xmlns:a16="http://schemas.microsoft.com/office/drawing/2014/main" id="{57627F19-F5F9-235F-A14B-BD4F3558D988}"/>
                    </a:ext>
                  </a:extLst>
                </p14:cNvPr>
                <p14:cNvContentPartPr/>
                <p14:nvPr/>
              </p14:nvContentPartPr>
              <p14:xfrm>
                <a:off x="4770393" y="1893175"/>
                <a:ext cx="113400" cy="237960"/>
              </p14:xfrm>
            </p:contentPart>
          </mc:Choice>
          <mc:Fallback xmlns="">
            <p:pic>
              <p:nvPicPr>
                <p:cNvPr id="78" name="Ink 77">
                  <a:extLst>
                    <a:ext uri="{FF2B5EF4-FFF2-40B4-BE49-F238E27FC236}">
                      <a16:creationId xmlns:a16="http://schemas.microsoft.com/office/drawing/2014/main" id="{57627F19-F5F9-235F-A14B-BD4F3558D988}"/>
                    </a:ext>
                  </a:extLst>
                </p:cNvPr>
                <p:cNvPicPr/>
                <p:nvPr/>
              </p:nvPicPr>
              <p:blipFill>
                <a:blip r:embed="rId130"/>
                <a:stretch>
                  <a:fillRect/>
                </a:stretch>
              </p:blipFill>
              <p:spPr>
                <a:xfrm>
                  <a:off x="4761393" y="1884175"/>
                  <a:ext cx="13104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9" name="Ink 78">
                  <a:extLst>
                    <a:ext uri="{FF2B5EF4-FFF2-40B4-BE49-F238E27FC236}">
                      <a16:creationId xmlns:a16="http://schemas.microsoft.com/office/drawing/2014/main" id="{B88952D6-BC67-56A9-D18F-CF8912E2208B}"/>
                    </a:ext>
                  </a:extLst>
                </p14:cNvPr>
                <p14:cNvContentPartPr/>
                <p14:nvPr/>
              </p14:nvContentPartPr>
              <p14:xfrm>
                <a:off x="4938513" y="2050495"/>
                <a:ext cx="120960" cy="132840"/>
              </p14:xfrm>
            </p:contentPart>
          </mc:Choice>
          <mc:Fallback xmlns="">
            <p:pic>
              <p:nvPicPr>
                <p:cNvPr id="79" name="Ink 78">
                  <a:extLst>
                    <a:ext uri="{FF2B5EF4-FFF2-40B4-BE49-F238E27FC236}">
                      <a16:creationId xmlns:a16="http://schemas.microsoft.com/office/drawing/2014/main" id="{B88952D6-BC67-56A9-D18F-CF8912E2208B}"/>
                    </a:ext>
                  </a:extLst>
                </p:cNvPr>
                <p:cNvPicPr/>
                <p:nvPr/>
              </p:nvPicPr>
              <p:blipFill>
                <a:blip r:embed="rId132"/>
                <a:stretch>
                  <a:fillRect/>
                </a:stretch>
              </p:blipFill>
              <p:spPr>
                <a:xfrm>
                  <a:off x="4929513" y="2041495"/>
                  <a:ext cx="1386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80" name="Ink 79">
                  <a:extLst>
                    <a:ext uri="{FF2B5EF4-FFF2-40B4-BE49-F238E27FC236}">
                      <a16:creationId xmlns:a16="http://schemas.microsoft.com/office/drawing/2014/main" id="{707C22AD-291B-33C0-504E-7541DA1EFD29}"/>
                    </a:ext>
                  </a:extLst>
                </p14:cNvPr>
                <p14:cNvContentPartPr/>
                <p14:nvPr/>
              </p14:nvContentPartPr>
              <p14:xfrm>
                <a:off x="2709753" y="1504735"/>
                <a:ext cx="208440" cy="1173960"/>
              </p14:xfrm>
            </p:contentPart>
          </mc:Choice>
          <mc:Fallback xmlns="">
            <p:pic>
              <p:nvPicPr>
                <p:cNvPr id="80" name="Ink 79">
                  <a:extLst>
                    <a:ext uri="{FF2B5EF4-FFF2-40B4-BE49-F238E27FC236}">
                      <a16:creationId xmlns:a16="http://schemas.microsoft.com/office/drawing/2014/main" id="{707C22AD-291B-33C0-504E-7541DA1EFD29}"/>
                    </a:ext>
                  </a:extLst>
                </p:cNvPr>
                <p:cNvPicPr/>
                <p:nvPr/>
              </p:nvPicPr>
              <p:blipFill>
                <a:blip r:embed="rId134"/>
                <a:stretch>
                  <a:fillRect/>
                </a:stretch>
              </p:blipFill>
              <p:spPr>
                <a:xfrm>
                  <a:off x="2700769" y="1495735"/>
                  <a:ext cx="226050" cy="11916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81" name="Ink 80">
                  <a:extLst>
                    <a:ext uri="{FF2B5EF4-FFF2-40B4-BE49-F238E27FC236}">
                      <a16:creationId xmlns:a16="http://schemas.microsoft.com/office/drawing/2014/main" id="{C7AE9240-8B9C-2A63-B1EA-2C3B8649B2BE}"/>
                    </a:ext>
                  </a:extLst>
                </p14:cNvPr>
                <p14:cNvContentPartPr/>
                <p14:nvPr/>
              </p14:nvContentPartPr>
              <p14:xfrm>
                <a:off x="2775273" y="2672935"/>
                <a:ext cx="241560" cy="124200"/>
              </p14:xfrm>
            </p:contentPart>
          </mc:Choice>
          <mc:Fallback xmlns="">
            <p:pic>
              <p:nvPicPr>
                <p:cNvPr id="81" name="Ink 80">
                  <a:extLst>
                    <a:ext uri="{FF2B5EF4-FFF2-40B4-BE49-F238E27FC236}">
                      <a16:creationId xmlns:a16="http://schemas.microsoft.com/office/drawing/2014/main" id="{C7AE9240-8B9C-2A63-B1EA-2C3B8649B2BE}"/>
                    </a:ext>
                  </a:extLst>
                </p:cNvPr>
                <p:cNvPicPr/>
                <p:nvPr/>
              </p:nvPicPr>
              <p:blipFill>
                <a:blip r:embed="rId136"/>
                <a:stretch>
                  <a:fillRect/>
                </a:stretch>
              </p:blipFill>
              <p:spPr>
                <a:xfrm>
                  <a:off x="2766273" y="2663935"/>
                  <a:ext cx="25920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82" name="Ink 81">
                  <a:extLst>
                    <a:ext uri="{FF2B5EF4-FFF2-40B4-BE49-F238E27FC236}">
                      <a16:creationId xmlns:a16="http://schemas.microsoft.com/office/drawing/2014/main" id="{EA4AE8DC-F50B-4B1C-76A2-A82854022120}"/>
                    </a:ext>
                  </a:extLst>
                </p14:cNvPr>
                <p14:cNvContentPartPr/>
                <p14:nvPr/>
              </p14:nvContentPartPr>
              <p14:xfrm>
                <a:off x="3010713" y="2603815"/>
                <a:ext cx="42120" cy="449640"/>
              </p14:xfrm>
            </p:contentPart>
          </mc:Choice>
          <mc:Fallback xmlns="">
            <p:pic>
              <p:nvPicPr>
                <p:cNvPr id="82" name="Ink 81">
                  <a:extLst>
                    <a:ext uri="{FF2B5EF4-FFF2-40B4-BE49-F238E27FC236}">
                      <a16:creationId xmlns:a16="http://schemas.microsoft.com/office/drawing/2014/main" id="{EA4AE8DC-F50B-4B1C-76A2-A82854022120}"/>
                    </a:ext>
                  </a:extLst>
                </p:cNvPr>
                <p:cNvPicPr/>
                <p:nvPr/>
              </p:nvPicPr>
              <p:blipFill>
                <a:blip r:embed="rId138"/>
                <a:stretch>
                  <a:fillRect/>
                </a:stretch>
              </p:blipFill>
              <p:spPr>
                <a:xfrm>
                  <a:off x="3001713" y="2594808"/>
                  <a:ext cx="59760" cy="467294"/>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83" name="Ink 82">
                  <a:extLst>
                    <a:ext uri="{FF2B5EF4-FFF2-40B4-BE49-F238E27FC236}">
                      <a16:creationId xmlns:a16="http://schemas.microsoft.com/office/drawing/2014/main" id="{192CA421-86BB-7A5A-36DE-FDE91E42CAFA}"/>
                    </a:ext>
                  </a:extLst>
                </p14:cNvPr>
                <p14:cNvContentPartPr/>
                <p14:nvPr/>
              </p14:nvContentPartPr>
              <p14:xfrm>
                <a:off x="2832513" y="2901175"/>
                <a:ext cx="218160" cy="198360"/>
              </p14:xfrm>
            </p:contentPart>
          </mc:Choice>
          <mc:Fallback xmlns="">
            <p:pic>
              <p:nvPicPr>
                <p:cNvPr id="83" name="Ink 82">
                  <a:extLst>
                    <a:ext uri="{FF2B5EF4-FFF2-40B4-BE49-F238E27FC236}">
                      <a16:creationId xmlns:a16="http://schemas.microsoft.com/office/drawing/2014/main" id="{192CA421-86BB-7A5A-36DE-FDE91E42CAFA}"/>
                    </a:ext>
                  </a:extLst>
                </p:cNvPr>
                <p:cNvPicPr/>
                <p:nvPr/>
              </p:nvPicPr>
              <p:blipFill>
                <a:blip r:embed="rId140"/>
                <a:stretch>
                  <a:fillRect/>
                </a:stretch>
              </p:blipFill>
              <p:spPr>
                <a:xfrm>
                  <a:off x="2823513" y="2892159"/>
                  <a:ext cx="235800" cy="216032"/>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84" name="Ink 83">
                  <a:extLst>
                    <a:ext uri="{FF2B5EF4-FFF2-40B4-BE49-F238E27FC236}">
                      <a16:creationId xmlns:a16="http://schemas.microsoft.com/office/drawing/2014/main" id="{A246CC56-B7D4-D6C8-0A42-872041A3B7F9}"/>
                    </a:ext>
                  </a:extLst>
                </p14:cNvPr>
                <p14:cNvContentPartPr/>
                <p14:nvPr/>
              </p14:nvContentPartPr>
              <p14:xfrm>
                <a:off x="2808033" y="2962735"/>
                <a:ext cx="91440" cy="129960"/>
              </p14:xfrm>
            </p:contentPart>
          </mc:Choice>
          <mc:Fallback xmlns="">
            <p:pic>
              <p:nvPicPr>
                <p:cNvPr id="84" name="Ink 83">
                  <a:extLst>
                    <a:ext uri="{FF2B5EF4-FFF2-40B4-BE49-F238E27FC236}">
                      <a16:creationId xmlns:a16="http://schemas.microsoft.com/office/drawing/2014/main" id="{A246CC56-B7D4-D6C8-0A42-872041A3B7F9}"/>
                    </a:ext>
                  </a:extLst>
                </p:cNvPr>
                <p:cNvPicPr/>
                <p:nvPr/>
              </p:nvPicPr>
              <p:blipFill>
                <a:blip r:embed="rId142"/>
                <a:stretch>
                  <a:fillRect/>
                </a:stretch>
              </p:blipFill>
              <p:spPr>
                <a:xfrm>
                  <a:off x="2799033" y="2953710"/>
                  <a:ext cx="109080" cy="147649"/>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5" name="Ink 84">
                  <a:extLst>
                    <a:ext uri="{FF2B5EF4-FFF2-40B4-BE49-F238E27FC236}">
                      <a16:creationId xmlns:a16="http://schemas.microsoft.com/office/drawing/2014/main" id="{19D485E1-F029-B5AC-ADAF-5882BE8B33FF}"/>
                    </a:ext>
                  </a:extLst>
                </p14:cNvPr>
                <p14:cNvContentPartPr/>
                <p14:nvPr/>
              </p14:nvContentPartPr>
              <p14:xfrm>
                <a:off x="2772753" y="3078295"/>
                <a:ext cx="51840" cy="418320"/>
              </p14:xfrm>
            </p:contentPart>
          </mc:Choice>
          <mc:Fallback xmlns="">
            <p:pic>
              <p:nvPicPr>
                <p:cNvPr id="85" name="Ink 84">
                  <a:extLst>
                    <a:ext uri="{FF2B5EF4-FFF2-40B4-BE49-F238E27FC236}">
                      <a16:creationId xmlns:a16="http://schemas.microsoft.com/office/drawing/2014/main" id="{19D485E1-F029-B5AC-ADAF-5882BE8B33FF}"/>
                    </a:ext>
                  </a:extLst>
                </p:cNvPr>
                <p:cNvPicPr/>
                <p:nvPr/>
              </p:nvPicPr>
              <p:blipFill>
                <a:blip r:embed="rId144"/>
                <a:stretch>
                  <a:fillRect/>
                </a:stretch>
              </p:blipFill>
              <p:spPr>
                <a:xfrm>
                  <a:off x="2763753" y="3069295"/>
                  <a:ext cx="6948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86" name="Ink 85">
                  <a:extLst>
                    <a:ext uri="{FF2B5EF4-FFF2-40B4-BE49-F238E27FC236}">
                      <a16:creationId xmlns:a16="http://schemas.microsoft.com/office/drawing/2014/main" id="{2F4987BE-5052-4059-C965-6BEC0C11A4C6}"/>
                    </a:ext>
                  </a:extLst>
                </p14:cNvPr>
                <p14:cNvContentPartPr/>
                <p14:nvPr/>
              </p14:nvContentPartPr>
              <p14:xfrm>
                <a:off x="2641353" y="3444055"/>
                <a:ext cx="210960" cy="68040"/>
              </p14:xfrm>
            </p:contentPart>
          </mc:Choice>
          <mc:Fallback xmlns="">
            <p:pic>
              <p:nvPicPr>
                <p:cNvPr id="86" name="Ink 85">
                  <a:extLst>
                    <a:ext uri="{FF2B5EF4-FFF2-40B4-BE49-F238E27FC236}">
                      <a16:creationId xmlns:a16="http://schemas.microsoft.com/office/drawing/2014/main" id="{2F4987BE-5052-4059-C965-6BEC0C11A4C6}"/>
                    </a:ext>
                  </a:extLst>
                </p:cNvPr>
                <p:cNvPicPr/>
                <p:nvPr/>
              </p:nvPicPr>
              <p:blipFill>
                <a:blip r:embed="rId146"/>
                <a:stretch>
                  <a:fillRect/>
                </a:stretch>
              </p:blipFill>
              <p:spPr>
                <a:xfrm>
                  <a:off x="2632353" y="3435055"/>
                  <a:ext cx="22860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87" name="Ink 86">
                  <a:extLst>
                    <a:ext uri="{FF2B5EF4-FFF2-40B4-BE49-F238E27FC236}">
                      <a16:creationId xmlns:a16="http://schemas.microsoft.com/office/drawing/2014/main" id="{ED718634-69CB-E327-9DBB-2C1E0FF9F98D}"/>
                    </a:ext>
                  </a:extLst>
                </p14:cNvPr>
                <p14:cNvContentPartPr/>
                <p14:nvPr/>
              </p14:nvContentPartPr>
              <p14:xfrm>
                <a:off x="2666193" y="3574015"/>
                <a:ext cx="124920" cy="9000"/>
              </p14:xfrm>
            </p:contentPart>
          </mc:Choice>
          <mc:Fallback xmlns="">
            <p:pic>
              <p:nvPicPr>
                <p:cNvPr id="87" name="Ink 86">
                  <a:extLst>
                    <a:ext uri="{FF2B5EF4-FFF2-40B4-BE49-F238E27FC236}">
                      <a16:creationId xmlns:a16="http://schemas.microsoft.com/office/drawing/2014/main" id="{ED718634-69CB-E327-9DBB-2C1E0FF9F98D}"/>
                    </a:ext>
                  </a:extLst>
                </p:cNvPr>
                <p:cNvPicPr/>
                <p:nvPr/>
              </p:nvPicPr>
              <p:blipFill>
                <a:blip r:embed="rId148"/>
                <a:stretch>
                  <a:fillRect/>
                </a:stretch>
              </p:blipFill>
              <p:spPr>
                <a:xfrm>
                  <a:off x="2657193" y="3565015"/>
                  <a:ext cx="14256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88" name="Ink 87">
                  <a:extLst>
                    <a:ext uri="{FF2B5EF4-FFF2-40B4-BE49-F238E27FC236}">
                      <a16:creationId xmlns:a16="http://schemas.microsoft.com/office/drawing/2014/main" id="{2FCD420D-A794-832D-8A64-B606D8365761}"/>
                    </a:ext>
                  </a:extLst>
                </p14:cNvPr>
                <p14:cNvContentPartPr/>
                <p14:nvPr/>
              </p14:nvContentPartPr>
              <p14:xfrm>
                <a:off x="2278473" y="2764375"/>
                <a:ext cx="193320" cy="267480"/>
              </p14:xfrm>
            </p:contentPart>
          </mc:Choice>
          <mc:Fallback xmlns="">
            <p:pic>
              <p:nvPicPr>
                <p:cNvPr id="88" name="Ink 87">
                  <a:extLst>
                    <a:ext uri="{FF2B5EF4-FFF2-40B4-BE49-F238E27FC236}">
                      <a16:creationId xmlns:a16="http://schemas.microsoft.com/office/drawing/2014/main" id="{2FCD420D-A794-832D-8A64-B606D8365761}"/>
                    </a:ext>
                  </a:extLst>
                </p:cNvPr>
                <p:cNvPicPr/>
                <p:nvPr/>
              </p:nvPicPr>
              <p:blipFill>
                <a:blip r:embed="rId150"/>
                <a:stretch>
                  <a:fillRect/>
                </a:stretch>
              </p:blipFill>
              <p:spPr>
                <a:xfrm>
                  <a:off x="2269473" y="2755375"/>
                  <a:ext cx="21096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89" name="Ink 88">
                  <a:extLst>
                    <a:ext uri="{FF2B5EF4-FFF2-40B4-BE49-F238E27FC236}">
                      <a16:creationId xmlns:a16="http://schemas.microsoft.com/office/drawing/2014/main" id="{A36A8713-56F2-74C1-7FC1-FF10416C7A4D}"/>
                    </a:ext>
                  </a:extLst>
                </p14:cNvPr>
                <p14:cNvContentPartPr/>
                <p14:nvPr/>
              </p14:nvContentPartPr>
              <p14:xfrm>
                <a:off x="2513553" y="2843215"/>
                <a:ext cx="42480" cy="216360"/>
              </p14:xfrm>
            </p:contentPart>
          </mc:Choice>
          <mc:Fallback xmlns="">
            <p:pic>
              <p:nvPicPr>
                <p:cNvPr id="89" name="Ink 88">
                  <a:extLst>
                    <a:ext uri="{FF2B5EF4-FFF2-40B4-BE49-F238E27FC236}">
                      <a16:creationId xmlns:a16="http://schemas.microsoft.com/office/drawing/2014/main" id="{A36A8713-56F2-74C1-7FC1-FF10416C7A4D}"/>
                    </a:ext>
                  </a:extLst>
                </p:cNvPr>
                <p:cNvPicPr/>
                <p:nvPr/>
              </p:nvPicPr>
              <p:blipFill>
                <a:blip r:embed="rId152"/>
                <a:stretch>
                  <a:fillRect/>
                </a:stretch>
              </p:blipFill>
              <p:spPr>
                <a:xfrm>
                  <a:off x="2504553" y="2834215"/>
                  <a:ext cx="6012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90" name="Ink 89">
                  <a:extLst>
                    <a:ext uri="{FF2B5EF4-FFF2-40B4-BE49-F238E27FC236}">
                      <a16:creationId xmlns:a16="http://schemas.microsoft.com/office/drawing/2014/main" id="{9F52A1FD-65A4-298B-F78B-C462D9D1AC0D}"/>
                    </a:ext>
                  </a:extLst>
                </p14:cNvPr>
                <p14:cNvContentPartPr/>
                <p14:nvPr/>
              </p14:nvContentPartPr>
              <p14:xfrm>
                <a:off x="2425353" y="1909015"/>
                <a:ext cx="241200" cy="301680"/>
              </p14:xfrm>
            </p:contentPart>
          </mc:Choice>
          <mc:Fallback xmlns="">
            <p:pic>
              <p:nvPicPr>
                <p:cNvPr id="90" name="Ink 89">
                  <a:extLst>
                    <a:ext uri="{FF2B5EF4-FFF2-40B4-BE49-F238E27FC236}">
                      <a16:creationId xmlns:a16="http://schemas.microsoft.com/office/drawing/2014/main" id="{9F52A1FD-65A4-298B-F78B-C462D9D1AC0D}"/>
                    </a:ext>
                  </a:extLst>
                </p:cNvPr>
                <p:cNvPicPr/>
                <p:nvPr/>
              </p:nvPicPr>
              <p:blipFill>
                <a:blip r:embed="rId154"/>
                <a:stretch>
                  <a:fillRect/>
                </a:stretch>
              </p:blipFill>
              <p:spPr>
                <a:xfrm>
                  <a:off x="2416353" y="1900026"/>
                  <a:ext cx="258840" cy="319299"/>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91" name="Ink 90">
                  <a:extLst>
                    <a:ext uri="{FF2B5EF4-FFF2-40B4-BE49-F238E27FC236}">
                      <a16:creationId xmlns:a16="http://schemas.microsoft.com/office/drawing/2014/main" id="{A28D6E52-DA3E-81F7-71EB-A7B22B1FCF5A}"/>
                    </a:ext>
                  </a:extLst>
                </p14:cNvPr>
                <p14:cNvContentPartPr/>
                <p14:nvPr/>
              </p14:nvContentPartPr>
              <p14:xfrm>
                <a:off x="2837913" y="2360455"/>
                <a:ext cx="587880" cy="363240"/>
              </p14:xfrm>
            </p:contentPart>
          </mc:Choice>
          <mc:Fallback xmlns="">
            <p:pic>
              <p:nvPicPr>
                <p:cNvPr id="91" name="Ink 90">
                  <a:extLst>
                    <a:ext uri="{FF2B5EF4-FFF2-40B4-BE49-F238E27FC236}">
                      <a16:creationId xmlns:a16="http://schemas.microsoft.com/office/drawing/2014/main" id="{A28D6E52-DA3E-81F7-71EB-A7B22B1FCF5A}"/>
                    </a:ext>
                  </a:extLst>
                </p:cNvPr>
                <p:cNvPicPr/>
                <p:nvPr/>
              </p:nvPicPr>
              <p:blipFill>
                <a:blip r:embed="rId156"/>
                <a:stretch>
                  <a:fillRect/>
                </a:stretch>
              </p:blipFill>
              <p:spPr>
                <a:xfrm>
                  <a:off x="2828919" y="2351455"/>
                  <a:ext cx="605509"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92" name="Ink 91">
                  <a:extLst>
                    <a:ext uri="{FF2B5EF4-FFF2-40B4-BE49-F238E27FC236}">
                      <a16:creationId xmlns:a16="http://schemas.microsoft.com/office/drawing/2014/main" id="{93E01E6B-A6C5-CD9E-415A-4EBC5029EA1D}"/>
                    </a:ext>
                  </a:extLst>
                </p14:cNvPr>
                <p14:cNvContentPartPr/>
                <p14:nvPr/>
              </p14:nvContentPartPr>
              <p14:xfrm>
                <a:off x="3939153" y="2486815"/>
                <a:ext cx="32760" cy="496800"/>
              </p14:xfrm>
            </p:contentPart>
          </mc:Choice>
          <mc:Fallback xmlns="">
            <p:pic>
              <p:nvPicPr>
                <p:cNvPr id="92" name="Ink 91">
                  <a:extLst>
                    <a:ext uri="{FF2B5EF4-FFF2-40B4-BE49-F238E27FC236}">
                      <a16:creationId xmlns:a16="http://schemas.microsoft.com/office/drawing/2014/main" id="{93E01E6B-A6C5-CD9E-415A-4EBC5029EA1D}"/>
                    </a:ext>
                  </a:extLst>
                </p:cNvPr>
                <p:cNvPicPr/>
                <p:nvPr/>
              </p:nvPicPr>
              <p:blipFill>
                <a:blip r:embed="rId158"/>
                <a:stretch>
                  <a:fillRect/>
                </a:stretch>
              </p:blipFill>
              <p:spPr>
                <a:xfrm>
                  <a:off x="3930153" y="2477808"/>
                  <a:ext cx="50400" cy="514453"/>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3" name="Ink 92">
                  <a:extLst>
                    <a:ext uri="{FF2B5EF4-FFF2-40B4-BE49-F238E27FC236}">
                      <a16:creationId xmlns:a16="http://schemas.microsoft.com/office/drawing/2014/main" id="{676F9A1F-FA0B-6C26-1C3E-5E7BF0008404}"/>
                    </a:ext>
                  </a:extLst>
                </p14:cNvPr>
                <p14:cNvContentPartPr/>
                <p14:nvPr/>
              </p14:nvContentPartPr>
              <p14:xfrm>
                <a:off x="3971913" y="2804695"/>
                <a:ext cx="219240" cy="125640"/>
              </p14:xfrm>
            </p:contentPart>
          </mc:Choice>
          <mc:Fallback xmlns="">
            <p:pic>
              <p:nvPicPr>
                <p:cNvPr id="93" name="Ink 92">
                  <a:extLst>
                    <a:ext uri="{FF2B5EF4-FFF2-40B4-BE49-F238E27FC236}">
                      <a16:creationId xmlns:a16="http://schemas.microsoft.com/office/drawing/2014/main" id="{676F9A1F-FA0B-6C26-1C3E-5E7BF0008404}"/>
                    </a:ext>
                  </a:extLst>
                </p:cNvPr>
                <p:cNvPicPr/>
                <p:nvPr/>
              </p:nvPicPr>
              <p:blipFill>
                <a:blip r:embed="rId160"/>
                <a:stretch>
                  <a:fillRect/>
                </a:stretch>
              </p:blipFill>
              <p:spPr>
                <a:xfrm>
                  <a:off x="3962913" y="2795695"/>
                  <a:ext cx="2368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94" name="Ink 93">
                  <a:extLst>
                    <a:ext uri="{FF2B5EF4-FFF2-40B4-BE49-F238E27FC236}">
                      <a16:creationId xmlns:a16="http://schemas.microsoft.com/office/drawing/2014/main" id="{9D8BDF98-01A8-ABE8-9130-25897B79A6DB}"/>
                    </a:ext>
                  </a:extLst>
                </p14:cNvPr>
                <p14:cNvContentPartPr/>
                <p14:nvPr/>
              </p14:nvContentPartPr>
              <p14:xfrm>
                <a:off x="4078473" y="2790295"/>
                <a:ext cx="69840" cy="141480"/>
              </p14:xfrm>
            </p:contentPart>
          </mc:Choice>
          <mc:Fallback xmlns="">
            <p:pic>
              <p:nvPicPr>
                <p:cNvPr id="94" name="Ink 93">
                  <a:extLst>
                    <a:ext uri="{FF2B5EF4-FFF2-40B4-BE49-F238E27FC236}">
                      <a16:creationId xmlns:a16="http://schemas.microsoft.com/office/drawing/2014/main" id="{9D8BDF98-01A8-ABE8-9130-25897B79A6DB}"/>
                    </a:ext>
                  </a:extLst>
                </p:cNvPr>
                <p:cNvPicPr/>
                <p:nvPr/>
              </p:nvPicPr>
              <p:blipFill>
                <a:blip r:embed="rId162"/>
                <a:stretch>
                  <a:fillRect/>
                </a:stretch>
              </p:blipFill>
              <p:spPr>
                <a:xfrm>
                  <a:off x="4069473" y="2781295"/>
                  <a:ext cx="8748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95" name="Ink 94">
                  <a:extLst>
                    <a:ext uri="{FF2B5EF4-FFF2-40B4-BE49-F238E27FC236}">
                      <a16:creationId xmlns:a16="http://schemas.microsoft.com/office/drawing/2014/main" id="{9E3AE006-3850-A941-476E-FC91E7A79C75}"/>
                    </a:ext>
                  </a:extLst>
                </p14:cNvPr>
                <p14:cNvContentPartPr/>
                <p14:nvPr/>
              </p14:nvContentPartPr>
              <p14:xfrm>
                <a:off x="4184313" y="2916295"/>
                <a:ext cx="22320" cy="354960"/>
              </p14:xfrm>
            </p:contentPart>
          </mc:Choice>
          <mc:Fallback xmlns="">
            <p:pic>
              <p:nvPicPr>
                <p:cNvPr id="95" name="Ink 94">
                  <a:extLst>
                    <a:ext uri="{FF2B5EF4-FFF2-40B4-BE49-F238E27FC236}">
                      <a16:creationId xmlns:a16="http://schemas.microsoft.com/office/drawing/2014/main" id="{9E3AE006-3850-A941-476E-FC91E7A79C75}"/>
                    </a:ext>
                  </a:extLst>
                </p:cNvPr>
                <p:cNvPicPr/>
                <p:nvPr/>
              </p:nvPicPr>
              <p:blipFill>
                <a:blip r:embed="rId164"/>
                <a:stretch>
                  <a:fillRect/>
                </a:stretch>
              </p:blipFill>
              <p:spPr>
                <a:xfrm>
                  <a:off x="4175313" y="2907295"/>
                  <a:ext cx="39960" cy="3726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96" name="Ink 95">
                  <a:extLst>
                    <a:ext uri="{FF2B5EF4-FFF2-40B4-BE49-F238E27FC236}">
                      <a16:creationId xmlns:a16="http://schemas.microsoft.com/office/drawing/2014/main" id="{B11C7225-21E4-1EE1-D0A0-58BCA7B0C8CF}"/>
                    </a:ext>
                  </a:extLst>
                </p14:cNvPr>
                <p14:cNvContentPartPr/>
                <p14:nvPr/>
              </p14:nvContentPartPr>
              <p14:xfrm>
                <a:off x="4031673" y="3329935"/>
                <a:ext cx="298800" cy="43200"/>
              </p14:xfrm>
            </p:contentPart>
          </mc:Choice>
          <mc:Fallback xmlns="">
            <p:pic>
              <p:nvPicPr>
                <p:cNvPr id="96" name="Ink 95">
                  <a:extLst>
                    <a:ext uri="{FF2B5EF4-FFF2-40B4-BE49-F238E27FC236}">
                      <a16:creationId xmlns:a16="http://schemas.microsoft.com/office/drawing/2014/main" id="{B11C7225-21E4-1EE1-D0A0-58BCA7B0C8CF}"/>
                    </a:ext>
                  </a:extLst>
                </p:cNvPr>
                <p:cNvPicPr/>
                <p:nvPr/>
              </p:nvPicPr>
              <p:blipFill>
                <a:blip r:embed="rId166"/>
                <a:stretch>
                  <a:fillRect/>
                </a:stretch>
              </p:blipFill>
              <p:spPr>
                <a:xfrm>
                  <a:off x="4022673" y="3320935"/>
                  <a:ext cx="31644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97" name="Ink 96">
                  <a:extLst>
                    <a:ext uri="{FF2B5EF4-FFF2-40B4-BE49-F238E27FC236}">
                      <a16:creationId xmlns:a16="http://schemas.microsoft.com/office/drawing/2014/main" id="{90F474A2-E860-175A-B812-637C073A534E}"/>
                    </a:ext>
                  </a:extLst>
                </p14:cNvPr>
                <p14:cNvContentPartPr/>
                <p14:nvPr/>
              </p14:nvContentPartPr>
              <p14:xfrm>
                <a:off x="4159833" y="3443695"/>
                <a:ext cx="53640" cy="14040"/>
              </p14:xfrm>
            </p:contentPart>
          </mc:Choice>
          <mc:Fallback xmlns="">
            <p:pic>
              <p:nvPicPr>
                <p:cNvPr id="97" name="Ink 96">
                  <a:extLst>
                    <a:ext uri="{FF2B5EF4-FFF2-40B4-BE49-F238E27FC236}">
                      <a16:creationId xmlns:a16="http://schemas.microsoft.com/office/drawing/2014/main" id="{90F474A2-E860-175A-B812-637C073A534E}"/>
                    </a:ext>
                  </a:extLst>
                </p:cNvPr>
                <p:cNvPicPr/>
                <p:nvPr/>
              </p:nvPicPr>
              <p:blipFill>
                <a:blip r:embed="rId168"/>
                <a:stretch>
                  <a:fillRect/>
                </a:stretch>
              </p:blipFill>
              <p:spPr>
                <a:xfrm>
                  <a:off x="4150833" y="3434920"/>
                  <a:ext cx="71280" cy="31239"/>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98" name="Ink 97">
                  <a:extLst>
                    <a:ext uri="{FF2B5EF4-FFF2-40B4-BE49-F238E27FC236}">
                      <a16:creationId xmlns:a16="http://schemas.microsoft.com/office/drawing/2014/main" id="{2D098411-31F0-5CC2-CA6F-F547A68B7174}"/>
                    </a:ext>
                  </a:extLst>
                </p14:cNvPr>
                <p14:cNvContentPartPr/>
                <p14:nvPr/>
              </p14:nvContentPartPr>
              <p14:xfrm>
                <a:off x="3913233" y="2513815"/>
                <a:ext cx="245160" cy="106920"/>
              </p14:xfrm>
            </p:contentPart>
          </mc:Choice>
          <mc:Fallback xmlns="">
            <p:pic>
              <p:nvPicPr>
                <p:cNvPr id="98" name="Ink 97">
                  <a:extLst>
                    <a:ext uri="{FF2B5EF4-FFF2-40B4-BE49-F238E27FC236}">
                      <a16:creationId xmlns:a16="http://schemas.microsoft.com/office/drawing/2014/main" id="{2D098411-31F0-5CC2-CA6F-F547A68B7174}"/>
                    </a:ext>
                  </a:extLst>
                </p:cNvPr>
                <p:cNvPicPr/>
                <p:nvPr/>
              </p:nvPicPr>
              <p:blipFill>
                <a:blip r:embed="rId170"/>
                <a:stretch>
                  <a:fillRect/>
                </a:stretch>
              </p:blipFill>
              <p:spPr>
                <a:xfrm>
                  <a:off x="3904233" y="2504785"/>
                  <a:ext cx="262800" cy="12462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99" name="Ink 98">
                  <a:extLst>
                    <a:ext uri="{FF2B5EF4-FFF2-40B4-BE49-F238E27FC236}">
                      <a16:creationId xmlns:a16="http://schemas.microsoft.com/office/drawing/2014/main" id="{555F77E3-6937-8310-850A-5FEBCB208BB9}"/>
                    </a:ext>
                  </a:extLst>
                </p14:cNvPr>
                <p14:cNvContentPartPr/>
                <p14:nvPr/>
              </p14:nvContentPartPr>
              <p14:xfrm>
                <a:off x="4169913" y="2047255"/>
                <a:ext cx="14040" cy="419040"/>
              </p14:xfrm>
            </p:contentPart>
          </mc:Choice>
          <mc:Fallback xmlns="">
            <p:pic>
              <p:nvPicPr>
                <p:cNvPr id="99" name="Ink 98">
                  <a:extLst>
                    <a:ext uri="{FF2B5EF4-FFF2-40B4-BE49-F238E27FC236}">
                      <a16:creationId xmlns:a16="http://schemas.microsoft.com/office/drawing/2014/main" id="{555F77E3-6937-8310-850A-5FEBCB208BB9}"/>
                    </a:ext>
                  </a:extLst>
                </p:cNvPr>
                <p:cNvPicPr/>
                <p:nvPr/>
              </p:nvPicPr>
              <p:blipFill>
                <a:blip r:embed="rId172"/>
                <a:stretch>
                  <a:fillRect/>
                </a:stretch>
              </p:blipFill>
              <p:spPr>
                <a:xfrm>
                  <a:off x="4160676" y="2038255"/>
                  <a:ext cx="32144" cy="43668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00" name="Ink 99">
                  <a:extLst>
                    <a:ext uri="{FF2B5EF4-FFF2-40B4-BE49-F238E27FC236}">
                      <a16:creationId xmlns:a16="http://schemas.microsoft.com/office/drawing/2014/main" id="{C5E2A948-84A6-8141-CAB6-1C4B02430C8F}"/>
                    </a:ext>
                  </a:extLst>
                </p14:cNvPr>
                <p14:cNvContentPartPr/>
                <p14:nvPr/>
              </p14:nvContentPartPr>
              <p14:xfrm>
                <a:off x="4158393" y="2215015"/>
                <a:ext cx="12960" cy="319680"/>
              </p14:xfrm>
            </p:contentPart>
          </mc:Choice>
          <mc:Fallback xmlns="">
            <p:pic>
              <p:nvPicPr>
                <p:cNvPr id="100" name="Ink 99">
                  <a:extLst>
                    <a:ext uri="{FF2B5EF4-FFF2-40B4-BE49-F238E27FC236}">
                      <a16:creationId xmlns:a16="http://schemas.microsoft.com/office/drawing/2014/main" id="{C5E2A948-84A6-8141-CAB6-1C4B02430C8F}"/>
                    </a:ext>
                  </a:extLst>
                </p:cNvPr>
                <p:cNvPicPr/>
                <p:nvPr/>
              </p:nvPicPr>
              <p:blipFill>
                <a:blip r:embed="rId174"/>
                <a:stretch>
                  <a:fillRect/>
                </a:stretch>
              </p:blipFill>
              <p:spPr>
                <a:xfrm>
                  <a:off x="4149393" y="2206005"/>
                  <a:ext cx="30600" cy="33734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01" name="Ink 100">
                  <a:extLst>
                    <a:ext uri="{FF2B5EF4-FFF2-40B4-BE49-F238E27FC236}">
                      <a16:creationId xmlns:a16="http://schemas.microsoft.com/office/drawing/2014/main" id="{B4B69FC7-C28C-F700-F79D-DFF5FCCBB7D7}"/>
                    </a:ext>
                  </a:extLst>
                </p14:cNvPr>
                <p14:cNvContentPartPr/>
                <p14:nvPr/>
              </p14:nvContentPartPr>
              <p14:xfrm>
                <a:off x="4099353" y="1383415"/>
                <a:ext cx="35280" cy="78120"/>
              </p14:xfrm>
            </p:contentPart>
          </mc:Choice>
          <mc:Fallback xmlns="">
            <p:pic>
              <p:nvPicPr>
                <p:cNvPr id="101" name="Ink 100">
                  <a:extLst>
                    <a:ext uri="{FF2B5EF4-FFF2-40B4-BE49-F238E27FC236}">
                      <a16:creationId xmlns:a16="http://schemas.microsoft.com/office/drawing/2014/main" id="{B4B69FC7-C28C-F700-F79D-DFF5FCCBB7D7}"/>
                    </a:ext>
                  </a:extLst>
                </p:cNvPr>
                <p:cNvPicPr/>
                <p:nvPr/>
              </p:nvPicPr>
              <p:blipFill>
                <a:blip r:embed="rId176"/>
                <a:stretch>
                  <a:fillRect/>
                </a:stretch>
              </p:blipFill>
              <p:spPr>
                <a:xfrm>
                  <a:off x="4090353" y="1374373"/>
                  <a:ext cx="52920" cy="95842"/>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02" name="Ink 101">
                  <a:extLst>
                    <a:ext uri="{FF2B5EF4-FFF2-40B4-BE49-F238E27FC236}">
                      <a16:creationId xmlns:a16="http://schemas.microsoft.com/office/drawing/2014/main" id="{DB927B66-C578-A664-9988-9B3452E475D4}"/>
                    </a:ext>
                  </a:extLst>
                </p14:cNvPr>
                <p14:cNvContentPartPr/>
                <p14:nvPr/>
              </p14:nvContentPartPr>
              <p14:xfrm>
                <a:off x="4137513" y="1395655"/>
                <a:ext cx="32400" cy="92880"/>
              </p14:xfrm>
            </p:contentPart>
          </mc:Choice>
          <mc:Fallback xmlns="">
            <p:pic>
              <p:nvPicPr>
                <p:cNvPr id="102" name="Ink 101">
                  <a:extLst>
                    <a:ext uri="{FF2B5EF4-FFF2-40B4-BE49-F238E27FC236}">
                      <a16:creationId xmlns:a16="http://schemas.microsoft.com/office/drawing/2014/main" id="{DB927B66-C578-A664-9988-9B3452E475D4}"/>
                    </a:ext>
                  </a:extLst>
                </p:cNvPr>
                <p:cNvPicPr/>
                <p:nvPr/>
              </p:nvPicPr>
              <p:blipFill>
                <a:blip r:embed="rId178"/>
                <a:stretch>
                  <a:fillRect/>
                </a:stretch>
              </p:blipFill>
              <p:spPr>
                <a:xfrm>
                  <a:off x="4128513" y="1386655"/>
                  <a:ext cx="500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03" name="Ink 102">
                  <a:extLst>
                    <a:ext uri="{FF2B5EF4-FFF2-40B4-BE49-F238E27FC236}">
                      <a16:creationId xmlns:a16="http://schemas.microsoft.com/office/drawing/2014/main" id="{238E064B-20AE-F186-9830-5F565207349C}"/>
                    </a:ext>
                  </a:extLst>
                </p14:cNvPr>
                <p14:cNvContentPartPr/>
                <p14:nvPr/>
              </p14:nvContentPartPr>
              <p14:xfrm>
                <a:off x="4128153" y="1780135"/>
                <a:ext cx="43920" cy="249120"/>
              </p14:xfrm>
            </p:contentPart>
          </mc:Choice>
          <mc:Fallback xmlns="">
            <p:pic>
              <p:nvPicPr>
                <p:cNvPr id="103" name="Ink 102">
                  <a:extLst>
                    <a:ext uri="{FF2B5EF4-FFF2-40B4-BE49-F238E27FC236}">
                      <a16:creationId xmlns:a16="http://schemas.microsoft.com/office/drawing/2014/main" id="{238E064B-20AE-F186-9830-5F565207349C}"/>
                    </a:ext>
                  </a:extLst>
                </p:cNvPr>
                <p:cNvPicPr/>
                <p:nvPr/>
              </p:nvPicPr>
              <p:blipFill>
                <a:blip r:embed="rId180"/>
                <a:stretch>
                  <a:fillRect/>
                </a:stretch>
              </p:blipFill>
              <p:spPr>
                <a:xfrm>
                  <a:off x="4119153" y="1771135"/>
                  <a:ext cx="6156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04" name="Ink 103">
                  <a:extLst>
                    <a:ext uri="{FF2B5EF4-FFF2-40B4-BE49-F238E27FC236}">
                      <a16:creationId xmlns:a16="http://schemas.microsoft.com/office/drawing/2014/main" id="{FB0C109D-48E1-3A57-6DEC-4A1F518493F9}"/>
                    </a:ext>
                  </a:extLst>
                </p14:cNvPr>
                <p14:cNvContentPartPr/>
                <p14:nvPr/>
              </p14:nvContentPartPr>
              <p14:xfrm>
                <a:off x="4177473" y="2096575"/>
                <a:ext cx="299880" cy="46440"/>
              </p14:xfrm>
            </p:contentPart>
          </mc:Choice>
          <mc:Fallback xmlns="">
            <p:pic>
              <p:nvPicPr>
                <p:cNvPr id="104" name="Ink 103">
                  <a:extLst>
                    <a:ext uri="{FF2B5EF4-FFF2-40B4-BE49-F238E27FC236}">
                      <a16:creationId xmlns:a16="http://schemas.microsoft.com/office/drawing/2014/main" id="{FB0C109D-48E1-3A57-6DEC-4A1F518493F9}"/>
                    </a:ext>
                  </a:extLst>
                </p:cNvPr>
                <p:cNvPicPr/>
                <p:nvPr/>
              </p:nvPicPr>
              <p:blipFill>
                <a:blip r:embed="rId182"/>
                <a:stretch>
                  <a:fillRect/>
                </a:stretch>
              </p:blipFill>
              <p:spPr>
                <a:xfrm>
                  <a:off x="4168473" y="2087505"/>
                  <a:ext cx="317520" cy="64218"/>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05" name="Ink 104">
                  <a:extLst>
                    <a:ext uri="{FF2B5EF4-FFF2-40B4-BE49-F238E27FC236}">
                      <a16:creationId xmlns:a16="http://schemas.microsoft.com/office/drawing/2014/main" id="{D822E44C-321A-ECB3-2A4D-24A37F020CB6}"/>
                    </a:ext>
                  </a:extLst>
                </p14:cNvPr>
                <p14:cNvContentPartPr/>
                <p14:nvPr/>
              </p14:nvContentPartPr>
              <p14:xfrm>
                <a:off x="4465113" y="2075695"/>
                <a:ext cx="104760" cy="79560"/>
              </p14:xfrm>
            </p:contentPart>
          </mc:Choice>
          <mc:Fallback xmlns="">
            <p:pic>
              <p:nvPicPr>
                <p:cNvPr id="105" name="Ink 104">
                  <a:extLst>
                    <a:ext uri="{FF2B5EF4-FFF2-40B4-BE49-F238E27FC236}">
                      <a16:creationId xmlns:a16="http://schemas.microsoft.com/office/drawing/2014/main" id="{D822E44C-321A-ECB3-2A4D-24A37F020CB6}"/>
                    </a:ext>
                  </a:extLst>
                </p:cNvPr>
                <p:cNvPicPr/>
                <p:nvPr/>
              </p:nvPicPr>
              <p:blipFill>
                <a:blip r:embed="rId184"/>
                <a:stretch>
                  <a:fillRect/>
                </a:stretch>
              </p:blipFill>
              <p:spPr>
                <a:xfrm>
                  <a:off x="4456113" y="2066695"/>
                  <a:ext cx="1224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06" name="Ink 105">
                  <a:extLst>
                    <a:ext uri="{FF2B5EF4-FFF2-40B4-BE49-F238E27FC236}">
                      <a16:creationId xmlns:a16="http://schemas.microsoft.com/office/drawing/2014/main" id="{7C501FA8-5EB0-4F68-40DB-21B43D69B3F3}"/>
                    </a:ext>
                  </a:extLst>
                </p14:cNvPr>
                <p14:cNvContentPartPr/>
                <p14:nvPr/>
              </p14:nvContentPartPr>
              <p14:xfrm>
                <a:off x="3955713" y="1729375"/>
                <a:ext cx="100800" cy="294840"/>
              </p14:xfrm>
            </p:contentPart>
          </mc:Choice>
          <mc:Fallback xmlns="">
            <p:pic>
              <p:nvPicPr>
                <p:cNvPr id="106" name="Ink 105">
                  <a:extLst>
                    <a:ext uri="{FF2B5EF4-FFF2-40B4-BE49-F238E27FC236}">
                      <a16:creationId xmlns:a16="http://schemas.microsoft.com/office/drawing/2014/main" id="{7C501FA8-5EB0-4F68-40DB-21B43D69B3F3}"/>
                    </a:ext>
                  </a:extLst>
                </p:cNvPr>
                <p:cNvPicPr/>
                <p:nvPr/>
              </p:nvPicPr>
              <p:blipFill>
                <a:blip r:embed="rId186"/>
                <a:stretch>
                  <a:fillRect/>
                </a:stretch>
              </p:blipFill>
              <p:spPr>
                <a:xfrm>
                  <a:off x="3946713" y="1720375"/>
                  <a:ext cx="118440" cy="31248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07" name="Ink 106">
                  <a:extLst>
                    <a:ext uri="{FF2B5EF4-FFF2-40B4-BE49-F238E27FC236}">
                      <a16:creationId xmlns:a16="http://schemas.microsoft.com/office/drawing/2014/main" id="{33375B6C-E2E9-D025-4A51-0E086677AEA2}"/>
                    </a:ext>
                  </a:extLst>
                </p14:cNvPr>
                <p14:cNvContentPartPr/>
                <p14:nvPr/>
              </p14:nvContentPartPr>
              <p14:xfrm>
                <a:off x="3576273" y="1683295"/>
                <a:ext cx="119880" cy="183960"/>
              </p14:xfrm>
            </p:contentPart>
          </mc:Choice>
          <mc:Fallback xmlns="">
            <p:pic>
              <p:nvPicPr>
                <p:cNvPr id="107" name="Ink 106">
                  <a:extLst>
                    <a:ext uri="{FF2B5EF4-FFF2-40B4-BE49-F238E27FC236}">
                      <a16:creationId xmlns:a16="http://schemas.microsoft.com/office/drawing/2014/main" id="{33375B6C-E2E9-D025-4A51-0E086677AEA2}"/>
                    </a:ext>
                  </a:extLst>
                </p:cNvPr>
                <p:cNvPicPr/>
                <p:nvPr/>
              </p:nvPicPr>
              <p:blipFill>
                <a:blip r:embed="rId188"/>
                <a:stretch>
                  <a:fillRect/>
                </a:stretch>
              </p:blipFill>
              <p:spPr>
                <a:xfrm>
                  <a:off x="3567273" y="1674295"/>
                  <a:ext cx="13752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08" name="Ink 107">
                  <a:extLst>
                    <a:ext uri="{FF2B5EF4-FFF2-40B4-BE49-F238E27FC236}">
                      <a16:creationId xmlns:a16="http://schemas.microsoft.com/office/drawing/2014/main" id="{AB51C058-6CD8-E45F-855B-2066F8332C2D}"/>
                    </a:ext>
                  </a:extLst>
                </p14:cNvPr>
                <p14:cNvContentPartPr/>
                <p14:nvPr/>
              </p14:nvContentPartPr>
              <p14:xfrm>
                <a:off x="3570873" y="1642975"/>
                <a:ext cx="90000" cy="37440"/>
              </p14:xfrm>
            </p:contentPart>
          </mc:Choice>
          <mc:Fallback xmlns="">
            <p:pic>
              <p:nvPicPr>
                <p:cNvPr id="108" name="Ink 107">
                  <a:extLst>
                    <a:ext uri="{FF2B5EF4-FFF2-40B4-BE49-F238E27FC236}">
                      <a16:creationId xmlns:a16="http://schemas.microsoft.com/office/drawing/2014/main" id="{AB51C058-6CD8-E45F-855B-2066F8332C2D}"/>
                    </a:ext>
                  </a:extLst>
                </p:cNvPr>
                <p:cNvPicPr/>
                <p:nvPr/>
              </p:nvPicPr>
              <p:blipFill>
                <a:blip r:embed="rId190"/>
                <a:stretch>
                  <a:fillRect/>
                </a:stretch>
              </p:blipFill>
              <p:spPr>
                <a:xfrm>
                  <a:off x="3561909" y="1633975"/>
                  <a:ext cx="10757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09" name="Ink 108">
                  <a:extLst>
                    <a:ext uri="{FF2B5EF4-FFF2-40B4-BE49-F238E27FC236}">
                      <a16:creationId xmlns:a16="http://schemas.microsoft.com/office/drawing/2014/main" id="{7A64EC2F-C30B-6682-A678-64AF16E6BA34}"/>
                    </a:ext>
                  </a:extLst>
                </p14:cNvPr>
                <p14:cNvContentPartPr/>
                <p14:nvPr/>
              </p14:nvContentPartPr>
              <p14:xfrm>
                <a:off x="3724233" y="1760335"/>
                <a:ext cx="120600" cy="110520"/>
              </p14:xfrm>
            </p:contentPart>
          </mc:Choice>
          <mc:Fallback xmlns="">
            <p:pic>
              <p:nvPicPr>
                <p:cNvPr id="109" name="Ink 108">
                  <a:extLst>
                    <a:ext uri="{FF2B5EF4-FFF2-40B4-BE49-F238E27FC236}">
                      <a16:creationId xmlns:a16="http://schemas.microsoft.com/office/drawing/2014/main" id="{7A64EC2F-C30B-6682-A678-64AF16E6BA34}"/>
                    </a:ext>
                  </a:extLst>
                </p:cNvPr>
                <p:cNvPicPr/>
                <p:nvPr/>
              </p:nvPicPr>
              <p:blipFill>
                <a:blip r:embed="rId192"/>
                <a:stretch>
                  <a:fillRect/>
                </a:stretch>
              </p:blipFill>
              <p:spPr>
                <a:xfrm>
                  <a:off x="3715233" y="1751335"/>
                  <a:ext cx="13824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10" name="Ink 109">
                  <a:extLst>
                    <a:ext uri="{FF2B5EF4-FFF2-40B4-BE49-F238E27FC236}">
                      <a16:creationId xmlns:a16="http://schemas.microsoft.com/office/drawing/2014/main" id="{B9CBD05D-C272-D831-44F9-18C633316902}"/>
                    </a:ext>
                  </a:extLst>
                </p14:cNvPr>
                <p14:cNvContentPartPr/>
                <p14:nvPr/>
              </p14:nvContentPartPr>
              <p14:xfrm>
                <a:off x="2906313" y="1697335"/>
                <a:ext cx="79920" cy="289080"/>
              </p14:xfrm>
            </p:contentPart>
          </mc:Choice>
          <mc:Fallback xmlns="">
            <p:pic>
              <p:nvPicPr>
                <p:cNvPr id="110" name="Ink 109">
                  <a:extLst>
                    <a:ext uri="{FF2B5EF4-FFF2-40B4-BE49-F238E27FC236}">
                      <a16:creationId xmlns:a16="http://schemas.microsoft.com/office/drawing/2014/main" id="{B9CBD05D-C272-D831-44F9-18C633316902}"/>
                    </a:ext>
                  </a:extLst>
                </p:cNvPr>
                <p:cNvPicPr/>
                <p:nvPr/>
              </p:nvPicPr>
              <p:blipFill>
                <a:blip r:embed="rId194"/>
                <a:stretch>
                  <a:fillRect/>
                </a:stretch>
              </p:blipFill>
              <p:spPr>
                <a:xfrm>
                  <a:off x="2897313" y="1688335"/>
                  <a:ext cx="9756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11" name="Ink 110">
                  <a:extLst>
                    <a:ext uri="{FF2B5EF4-FFF2-40B4-BE49-F238E27FC236}">
                      <a16:creationId xmlns:a16="http://schemas.microsoft.com/office/drawing/2014/main" id="{4E277A2B-6F1C-E9FD-B94C-61059CAB2EEF}"/>
                    </a:ext>
                  </a:extLst>
                </p14:cNvPr>
                <p14:cNvContentPartPr/>
                <p14:nvPr/>
              </p14:nvContentPartPr>
              <p14:xfrm>
                <a:off x="3092433" y="1718215"/>
                <a:ext cx="64800" cy="191160"/>
              </p14:xfrm>
            </p:contentPart>
          </mc:Choice>
          <mc:Fallback xmlns="">
            <p:pic>
              <p:nvPicPr>
                <p:cNvPr id="111" name="Ink 110">
                  <a:extLst>
                    <a:ext uri="{FF2B5EF4-FFF2-40B4-BE49-F238E27FC236}">
                      <a16:creationId xmlns:a16="http://schemas.microsoft.com/office/drawing/2014/main" id="{4E277A2B-6F1C-E9FD-B94C-61059CAB2EEF}"/>
                    </a:ext>
                  </a:extLst>
                </p:cNvPr>
                <p:cNvPicPr/>
                <p:nvPr/>
              </p:nvPicPr>
              <p:blipFill>
                <a:blip r:embed="rId196"/>
                <a:stretch>
                  <a:fillRect/>
                </a:stretch>
              </p:blipFill>
              <p:spPr>
                <a:xfrm>
                  <a:off x="3083433" y="1709198"/>
                  <a:ext cx="82440" cy="208833"/>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12" name="Ink 111">
                  <a:extLst>
                    <a:ext uri="{FF2B5EF4-FFF2-40B4-BE49-F238E27FC236}">
                      <a16:creationId xmlns:a16="http://schemas.microsoft.com/office/drawing/2014/main" id="{602BA7C7-C4EF-FAD9-4C55-D3658A1503DD}"/>
                    </a:ext>
                  </a:extLst>
                </p14:cNvPr>
                <p14:cNvContentPartPr/>
                <p14:nvPr/>
              </p14:nvContentPartPr>
              <p14:xfrm>
                <a:off x="3076953" y="1740895"/>
                <a:ext cx="61920" cy="29160"/>
              </p14:xfrm>
            </p:contentPart>
          </mc:Choice>
          <mc:Fallback xmlns="">
            <p:pic>
              <p:nvPicPr>
                <p:cNvPr id="112" name="Ink 111">
                  <a:extLst>
                    <a:ext uri="{FF2B5EF4-FFF2-40B4-BE49-F238E27FC236}">
                      <a16:creationId xmlns:a16="http://schemas.microsoft.com/office/drawing/2014/main" id="{602BA7C7-C4EF-FAD9-4C55-D3658A1503DD}"/>
                    </a:ext>
                  </a:extLst>
                </p:cNvPr>
                <p:cNvPicPr/>
                <p:nvPr/>
              </p:nvPicPr>
              <p:blipFill>
                <a:blip r:embed="rId198"/>
                <a:stretch>
                  <a:fillRect/>
                </a:stretch>
              </p:blipFill>
              <p:spPr>
                <a:xfrm>
                  <a:off x="3067900" y="1731895"/>
                  <a:ext cx="79663"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13" name="Ink 112">
                  <a:extLst>
                    <a:ext uri="{FF2B5EF4-FFF2-40B4-BE49-F238E27FC236}">
                      <a16:creationId xmlns:a16="http://schemas.microsoft.com/office/drawing/2014/main" id="{C7950D4D-358C-1E28-3999-72CED809DCB5}"/>
                    </a:ext>
                  </a:extLst>
                </p14:cNvPr>
                <p14:cNvContentPartPr/>
                <p14:nvPr/>
              </p14:nvContentPartPr>
              <p14:xfrm>
                <a:off x="3171273" y="1822975"/>
                <a:ext cx="55080" cy="147240"/>
              </p14:xfrm>
            </p:contentPart>
          </mc:Choice>
          <mc:Fallback xmlns="">
            <p:pic>
              <p:nvPicPr>
                <p:cNvPr id="113" name="Ink 112">
                  <a:extLst>
                    <a:ext uri="{FF2B5EF4-FFF2-40B4-BE49-F238E27FC236}">
                      <a16:creationId xmlns:a16="http://schemas.microsoft.com/office/drawing/2014/main" id="{C7950D4D-358C-1E28-3999-72CED809DCB5}"/>
                    </a:ext>
                  </a:extLst>
                </p:cNvPr>
                <p:cNvPicPr/>
                <p:nvPr/>
              </p:nvPicPr>
              <p:blipFill>
                <a:blip r:embed="rId200"/>
                <a:stretch>
                  <a:fillRect/>
                </a:stretch>
              </p:blipFill>
              <p:spPr>
                <a:xfrm>
                  <a:off x="3162331" y="1813975"/>
                  <a:ext cx="72605"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14" name="Ink 113">
                  <a:extLst>
                    <a:ext uri="{FF2B5EF4-FFF2-40B4-BE49-F238E27FC236}">
                      <a16:creationId xmlns:a16="http://schemas.microsoft.com/office/drawing/2014/main" id="{AB85DC83-5BC5-5CBF-8AEC-B77A8ACFBE77}"/>
                    </a:ext>
                  </a:extLst>
                </p14:cNvPr>
                <p14:cNvContentPartPr/>
                <p14:nvPr/>
              </p14:nvContentPartPr>
              <p14:xfrm>
                <a:off x="3257673" y="1855735"/>
                <a:ext cx="47520" cy="106200"/>
              </p14:xfrm>
            </p:contentPart>
          </mc:Choice>
          <mc:Fallback xmlns="">
            <p:pic>
              <p:nvPicPr>
                <p:cNvPr id="114" name="Ink 113">
                  <a:extLst>
                    <a:ext uri="{FF2B5EF4-FFF2-40B4-BE49-F238E27FC236}">
                      <a16:creationId xmlns:a16="http://schemas.microsoft.com/office/drawing/2014/main" id="{AB85DC83-5BC5-5CBF-8AEC-B77A8ACFBE77}"/>
                    </a:ext>
                  </a:extLst>
                </p:cNvPr>
                <p:cNvPicPr/>
                <p:nvPr/>
              </p:nvPicPr>
              <p:blipFill>
                <a:blip r:embed="rId202"/>
                <a:stretch>
                  <a:fillRect/>
                </a:stretch>
              </p:blipFill>
              <p:spPr>
                <a:xfrm>
                  <a:off x="3248673" y="1846735"/>
                  <a:ext cx="6516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15" name="Ink 114">
                  <a:extLst>
                    <a:ext uri="{FF2B5EF4-FFF2-40B4-BE49-F238E27FC236}">
                      <a16:creationId xmlns:a16="http://schemas.microsoft.com/office/drawing/2014/main" id="{D51D2414-57C0-0E4E-1D80-EECD80DB9C52}"/>
                    </a:ext>
                  </a:extLst>
                </p14:cNvPr>
                <p14:cNvContentPartPr/>
                <p14:nvPr/>
              </p14:nvContentPartPr>
              <p14:xfrm>
                <a:off x="3256953" y="1855015"/>
                <a:ext cx="44280" cy="56520"/>
              </p14:xfrm>
            </p:contentPart>
          </mc:Choice>
          <mc:Fallback xmlns="">
            <p:pic>
              <p:nvPicPr>
                <p:cNvPr id="115" name="Ink 114">
                  <a:extLst>
                    <a:ext uri="{FF2B5EF4-FFF2-40B4-BE49-F238E27FC236}">
                      <a16:creationId xmlns:a16="http://schemas.microsoft.com/office/drawing/2014/main" id="{D51D2414-57C0-0E4E-1D80-EECD80DB9C52}"/>
                    </a:ext>
                  </a:extLst>
                </p:cNvPr>
                <p:cNvPicPr/>
                <p:nvPr/>
              </p:nvPicPr>
              <p:blipFill>
                <a:blip r:embed="rId204"/>
                <a:stretch>
                  <a:fillRect/>
                </a:stretch>
              </p:blipFill>
              <p:spPr>
                <a:xfrm>
                  <a:off x="3247879" y="1846015"/>
                  <a:ext cx="62065"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16" name="Ink 115">
                  <a:extLst>
                    <a:ext uri="{FF2B5EF4-FFF2-40B4-BE49-F238E27FC236}">
                      <a16:creationId xmlns:a16="http://schemas.microsoft.com/office/drawing/2014/main" id="{038DBD2A-F43A-5A3E-88D9-9B29C4833058}"/>
                    </a:ext>
                  </a:extLst>
                </p14:cNvPr>
                <p14:cNvContentPartPr/>
                <p14:nvPr/>
              </p14:nvContentPartPr>
              <p14:xfrm>
                <a:off x="3333993" y="1852855"/>
                <a:ext cx="25560" cy="110160"/>
              </p14:xfrm>
            </p:contentPart>
          </mc:Choice>
          <mc:Fallback xmlns="">
            <p:pic>
              <p:nvPicPr>
                <p:cNvPr id="116" name="Ink 115">
                  <a:extLst>
                    <a:ext uri="{FF2B5EF4-FFF2-40B4-BE49-F238E27FC236}">
                      <a16:creationId xmlns:a16="http://schemas.microsoft.com/office/drawing/2014/main" id="{038DBD2A-F43A-5A3E-88D9-9B29C4833058}"/>
                    </a:ext>
                  </a:extLst>
                </p:cNvPr>
                <p:cNvPicPr/>
                <p:nvPr/>
              </p:nvPicPr>
              <p:blipFill>
                <a:blip r:embed="rId206"/>
                <a:stretch>
                  <a:fillRect/>
                </a:stretch>
              </p:blipFill>
              <p:spPr>
                <a:xfrm>
                  <a:off x="3324993" y="1843855"/>
                  <a:ext cx="432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17" name="Ink 116">
                  <a:extLst>
                    <a:ext uri="{FF2B5EF4-FFF2-40B4-BE49-F238E27FC236}">
                      <a16:creationId xmlns:a16="http://schemas.microsoft.com/office/drawing/2014/main" id="{DA927232-6FB0-4719-3C25-5EA653AF4C25}"/>
                    </a:ext>
                  </a:extLst>
                </p14:cNvPr>
                <p14:cNvContentPartPr/>
                <p14:nvPr/>
              </p14:nvContentPartPr>
              <p14:xfrm>
                <a:off x="3308073" y="1866535"/>
                <a:ext cx="83880" cy="43560"/>
              </p14:xfrm>
            </p:contentPart>
          </mc:Choice>
          <mc:Fallback xmlns="">
            <p:pic>
              <p:nvPicPr>
                <p:cNvPr id="117" name="Ink 116">
                  <a:extLst>
                    <a:ext uri="{FF2B5EF4-FFF2-40B4-BE49-F238E27FC236}">
                      <a16:creationId xmlns:a16="http://schemas.microsoft.com/office/drawing/2014/main" id="{DA927232-6FB0-4719-3C25-5EA653AF4C25}"/>
                    </a:ext>
                  </a:extLst>
                </p:cNvPr>
                <p:cNvPicPr/>
                <p:nvPr/>
              </p:nvPicPr>
              <p:blipFill>
                <a:blip r:embed="rId208"/>
                <a:stretch>
                  <a:fillRect/>
                </a:stretch>
              </p:blipFill>
              <p:spPr>
                <a:xfrm>
                  <a:off x="3299111" y="1857535"/>
                  <a:ext cx="101445"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18" name="Ink 117">
                  <a:extLst>
                    <a:ext uri="{FF2B5EF4-FFF2-40B4-BE49-F238E27FC236}">
                      <a16:creationId xmlns:a16="http://schemas.microsoft.com/office/drawing/2014/main" id="{51B29082-2944-4AB9-0A29-8AA0CC595B8B}"/>
                    </a:ext>
                  </a:extLst>
                </p14:cNvPr>
                <p14:cNvContentPartPr/>
                <p14:nvPr/>
              </p14:nvContentPartPr>
              <p14:xfrm>
                <a:off x="2713353" y="2513455"/>
                <a:ext cx="12960" cy="145800"/>
              </p14:xfrm>
            </p:contentPart>
          </mc:Choice>
          <mc:Fallback xmlns="">
            <p:pic>
              <p:nvPicPr>
                <p:cNvPr id="118" name="Ink 117">
                  <a:extLst>
                    <a:ext uri="{FF2B5EF4-FFF2-40B4-BE49-F238E27FC236}">
                      <a16:creationId xmlns:a16="http://schemas.microsoft.com/office/drawing/2014/main" id="{51B29082-2944-4AB9-0A29-8AA0CC595B8B}"/>
                    </a:ext>
                  </a:extLst>
                </p:cNvPr>
                <p:cNvPicPr/>
                <p:nvPr/>
              </p:nvPicPr>
              <p:blipFill>
                <a:blip r:embed="rId210"/>
                <a:stretch>
                  <a:fillRect/>
                </a:stretch>
              </p:blipFill>
              <p:spPr>
                <a:xfrm>
                  <a:off x="2704096" y="2504477"/>
                  <a:ext cx="31104" cy="163397"/>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19" name="Ink 118">
                  <a:extLst>
                    <a:ext uri="{FF2B5EF4-FFF2-40B4-BE49-F238E27FC236}">
                      <a16:creationId xmlns:a16="http://schemas.microsoft.com/office/drawing/2014/main" id="{B800AA9C-21E9-0569-0BBD-D91AC2BCBE84}"/>
                    </a:ext>
                  </a:extLst>
                </p14:cNvPr>
                <p14:cNvContentPartPr/>
                <p14:nvPr/>
              </p14:nvContentPartPr>
              <p14:xfrm>
                <a:off x="2676633" y="2638375"/>
                <a:ext cx="84600" cy="56160"/>
              </p14:xfrm>
            </p:contentPart>
          </mc:Choice>
          <mc:Fallback xmlns="">
            <p:pic>
              <p:nvPicPr>
                <p:cNvPr id="119" name="Ink 118">
                  <a:extLst>
                    <a:ext uri="{FF2B5EF4-FFF2-40B4-BE49-F238E27FC236}">
                      <a16:creationId xmlns:a16="http://schemas.microsoft.com/office/drawing/2014/main" id="{B800AA9C-21E9-0569-0BBD-D91AC2BCBE84}"/>
                    </a:ext>
                  </a:extLst>
                </p:cNvPr>
                <p:cNvPicPr/>
                <p:nvPr/>
              </p:nvPicPr>
              <p:blipFill>
                <a:blip r:embed="rId212"/>
                <a:stretch>
                  <a:fillRect/>
                </a:stretch>
              </p:blipFill>
              <p:spPr>
                <a:xfrm>
                  <a:off x="2667633" y="2629375"/>
                  <a:ext cx="10224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20" name="Ink 119">
                  <a:extLst>
                    <a:ext uri="{FF2B5EF4-FFF2-40B4-BE49-F238E27FC236}">
                      <a16:creationId xmlns:a16="http://schemas.microsoft.com/office/drawing/2014/main" id="{160BA76B-5284-526E-684F-6060838EDA5D}"/>
                    </a:ext>
                  </a:extLst>
                </p14:cNvPr>
                <p14:cNvContentPartPr/>
                <p14:nvPr/>
              </p14:nvContentPartPr>
              <p14:xfrm>
                <a:off x="3419673" y="2875255"/>
                <a:ext cx="140400" cy="27360"/>
              </p14:xfrm>
            </p:contentPart>
          </mc:Choice>
          <mc:Fallback xmlns="">
            <p:pic>
              <p:nvPicPr>
                <p:cNvPr id="120" name="Ink 119">
                  <a:extLst>
                    <a:ext uri="{FF2B5EF4-FFF2-40B4-BE49-F238E27FC236}">
                      <a16:creationId xmlns:a16="http://schemas.microsoft.com/office/drawing/2014/main" id="{160BA76B-5284-526E-684F-6060838EDA5D}"/>
                    </a:ext>
                  </a:extLst>
                </p:cNvPr>
                <p:cNvPicPr/>
                <p:nvPr/>
              </p:nvPicPr>
              <p:blipFill>
                <a:blip r:embed="rId214"/>
                <a:stretch>
                  <a:fillRect/>
                </a:stretch>
              </p:blipFill>
              <p:spPr>
                <a:xfrm>
                  <a:off x="3410673" y="2866372"/>
                  <a:ext cx="158040" cy="44771"/>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21" name="Ink 120">
                  <a:extLst>
                    <a:ext uri="{FF2B5EF4-FFF2-40B4-BE49-F238E27FC236}">
                      <a16:creationId xmlns:a16="http://schemas.microsoft.com/office/drawing/2014/main" id="{0A42F968-AA2D-2961-394A-578F9EFBB54E}"/>
                    </a:ext>
                  </a:extLst>
                </p14:cNvPr>
                <p14:cNvContentPartPr/>
                <p14:nvPr/>
              </p14:nvContentPartPr>
              <p14:xfrm>
                <a:off x="3486993" y="2830975"/>
                <a:ext cx="10440" cy="135000"/>
              </p14:xfrm>
            </p:contentPart>
          </mc:Choice>
          <mc:Fallback xmlns="">
            <p:pic>
              <p:nvPicPr>
                <p:cNvPr id="121" name="Ink 120">
                  <a:extLst>
                    <a:ext uri="{FF2B5EF4-FFF2-40B4-BE49-F238E27FC236}">
                      <a16:creationId xmlns:a16="http://schemas.microsoft.com/office/drawing/2014/main" id="{0A42F968-AA2D-2961-394A-578F9EFBB54E}"/>
                    </a:ext>
                  </a:extLst>
                </p:cNvPr>
                <p:cNvPicPr/>
                <p:nvPr/>
              </p:nvPicPr>
              <p:blipFill>
                <a:blip r:embed="rId216"/>
                <a:stretch>
                  <a:fillRect/>
                </a:stretch>
              </p:blipFill>
              <p:spPr>
                <a:xfrm>
                  <a:off x="3477672" y="2821975"/>
                  <a:ext cx="2871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22" name="Ink 121">
                  <a:extLst>
                    <a:ext uri="{FF2B5EF4-FFF2-40B4-BE49-F238E27FC236}">
                      <a16:creationId xmlns:a16="http://schemas.microsoft.com/office/drawing/2014/main" id="{43C9C6D7-03BE-5DE8-5E7F-7D265A3FAFC3}"/>
                    </a:ext>
                  </a:extLst>
                </p14:cNvPr>
                <p14:cNvContentPartPr/>
                <p14:nvPr/>
              </p14:nvContentPartPr>
              <p14:xfrm>
                <a:off x="3007473" y="3328495"/>
                <a:ext cx="79200" cy="1800"/>
              </p14:xfrm>
            </p:contentPart>
          </mc:Choice>
          <mc:Fallback xmlns="">
            <p:pic>
              <p:nvPicPr>
                <p:cNvPr id="122" name="Ink 121">
                  <a:extLst>
                    <a:ext uri="{FF2B5EF4-FFF2-40B4-BE49-F238E27FC236}">
                      <a16:creationId xmlns:a16="http://schemas.microsoft.com/office/drawing/2014/main" id="{43C9C6D7-03BE-5DE8-5E7F-7D265A3FAFC3}"/>
                    </a:ext>
                  </a:extLst>
                </p:cNvPr>
                <p:cNvPicPr/>
                <p:nvPr/>
              </p:nvPicPr>
              <p:blipFill>
                <a:blip r:embed="rId218"/>
                <a:stretch>
                  <a:fillRect/>
                </a:stretch>
              </p:blipFill>
              <p:spPr>
                <a:xfrm>
                  <a:off x="2998473" y="3319495"/>
                  <a:ext cx="9684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23" name="Ink 122">
                  <a:extLst>
                    <a:ext uri="{FF2B5EF4-FFF2-40B4-BE49-F238E27FC236}">
                      <a16:creationId xmlns:a16="http://schemas.microsoft.com/office/drawing/2014/main" id="{D1E38F5C-7B1B-71B7-B612-EFB2C9B27AC2}"/>
                    </a:ext>
                  </a:extLst>
                </p14:cNvPr>
                <p14:cNvContentPartPr/>
                <p14:nvPr/>
              </p14:nvContentPartPr>
              <p14:xfrm>
                <a:off x="3184593" y="2874535"/>
                <a:ext cx="14760" cy="17640"/>
              </p14:xfrm>
            </p:contentPart>
          </mc:Choice>
          <mc:Fallback xmlns="">
            <p:pic>
              <p:nvPicPr>
                <p:cNvPr id="123" name="Ink 122">
                  <a:extLst>
                    <a:ext uri="{FF2B5EF4-FFF2-40B4-BE49-F238E27FC236}">
                      <a16:creationId xmlns:a16="http://schemas.microsoft.com/office/drawing/2014/main" id="{D1E38F5C-7B1B-71B7-B612-EFB2C9B27AC2}"/>
                    </a:ext>
                  </a:extLst>
                </p:cNvPr>
                <p:cNvPicPr/>
                <p:nvPr/>
              </p:nvPicPr>
              <p:blipFill>
                <a:blip r:embed="rId220"/>
                <a:stretch>
                  <a:fillRect/>
                </a:stretch>
              </p:blipFill>
              <p:spPr>
                <a:xfrm>
                  <a:off x="3175593" y="2865535"/>
                  <a:ext cx="3240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24" name="Ink 123">
                  <a:extLst>
                    <a:ext uri="{FF2B5EF4-FFF2-40B4-BE49-F238E27FC236}">
                      <a16:creationId xmlns:a16="http://schemas.microsoft.com/office/drawing/2014/main" id="{8CB11599-94C1-BA6E-57AF-42CF271B337C}"/>
                    </a:ext>
                  </a:extLst>
                </p14:cNvPr>
                <p14:cNvContentPartPr/>
                <p14:nvPr/>
              </p14:nvContentPartPr>
              <p14:xfrm>
                <a:off x="3016113" y="2738815"/>
                <a:ext cx="873000" cy="142920"/>
              </p14:xfrm>
            </p:contentPart>
          </mc:Choice>
          <mc:Fallback xmlns="">
            <p:pic>
              <p:nvPicPr>
                <p:cNvPr id="124" name="Ink 123">
                  <a:extLst>
                    <a:ext uri="{FF2B5EF4-FFF2-40B4-BE49-F238E27FC236}">
                      <a16:creationId xmlns:a16="http://schemas.microsoft.com/office/drawing/2014/main" id="{8CB11599-94C1-BA6E-57AF-42CF271B337C}"/>
                    </a:ext>
                  </a:extLst>
                </p:cNvPr>
                <p:cNvPicPr/>
                <p:nvPr/>
              </p:nvPicPr>
              <p:blipFill>
                <a:blip r:embed="rId222"/>
                <a:stretch>
                  <a:fillRect/>
                </a:stretch>
              </p:blipFill>
              <p:spPr>
                <a:xfrm>
                  <a:off x="3007113" y="2729815"/>
                  <a:ext cx="89064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25" name="Ink 124">
                  <a:extLst>
                    <a:ext uri="{FF2B5EF4-FFF2-40B4-BE49-F238E27FC236}">
                      <a16:creationId xmlns:a16="http://schemas.microsoft.com/office/drawing/2014/main" id="{B8529064-2712-09E7-4494-2037FE1F3F3B}"/>
                    </a:ext>
                  </a:extLst>
                </p14:cNvPr>
                <p14:cNvContentPartPr/>
                <p14:nvPr/>
              </p14:nvContentPartPr>
              <p14:xfrm>
                <a:off x="3332913" y="2633695"/>
                <a:ext cx="66960" cy="192960"/>
              </p14:xfrm>
            </p:contentPart>
          </mc:Choice>
          <mc:Fallback xmlns="">
            <p:pic>
              <p:nvPicPr>
                <p:cNvPr id="125" name="Ink 124">
                  <a:extLst>
                    <a:ext uri="{FF2B5EF4-FFF2-40B4-BE49-F238E27FC236}">
                      <a16:creationId xmlns:a16="http://schemas.microsoft.com/office/drawing/2014/main" id="{B8529064-2712-09E7-4494-2037FE1F3F3B}"/>
                    </a:ext>
                  </a:extLst>
                </p:cNvPr>
                <p:cNvPicPr/>
                <p:nvPr/>
              </p:nvPicPr>
              <p:blipFill>
                <a:blip r:embed="rId224"/>
                <a:stretch>
                  <a:fillRect/>
                </a:stretch>
              </p:blipFill>
              <p:spPr>
                <a:xfrm>
                  <a:off x="3323913" y="2624712"/>
                  <a:ext cx="84600" cy="210567"/>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26" name="Ink 125">
                  <a:extLst>
                    <a:ext uri="{FF2B5EF4-FFF2-40B4-BE49-F238E27FC236}">
                      <a16:creationId xmlns:a16="http://schemas.microsoft.com/office/drawing/2014/main" id="{1DBE2783-C27B-6E3D-3C33-96633972A783}"/>
                    </a:ext>
                  </a:extLst>
                </p14:cNvPr>
                <p14:cNvContentPartPr/>
                <p14:nvPr/>
              </p14:nvContentPartPr>
              <p14:xfrm>
                <a:off x="4290513" y="2264695"/>
                <a:ext cx="21960" cy="170280"/>
              </p14:xfrm>
            </p:contentPart>
          </mc:Choice>
          <mc:Fallback xmlns="">
            <p:pic>
              <p:nvPicPr>
                <p:cNvPr id="126" name="Ink 125">
                  <a:extLst>
                    <a:ext uri="{FF2B5EF4-FFF2-40B4-BE49-F238E27FC236}">
                      <a16:creationId xmlns:a16="http://schemas.microsoft.com/office/drawing/2014/main" id="{1DBE2783-C27B-6E3D-3C33-96633972A783}"/>
                    </a:ext>
                  </a:extLst>
                </p:cNvPr>
                <p:cNvPicPr/>
                <p:nvPr/>
              </p:nvPicPr>
              <p:blipFill>
                <a:blip r:embed="rId226"/>
                <a:stretch>
                  <a:fillRect/>
                </a:stretch>
              </p:blipFill>
              <p:spPr>
                <a:xfrm>
                  <a:off x="4281513" y="2255714"/>
                  <a:ext cx="39600" cy="187883"/>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27" name="Ink 126">
                  <a:extLst>
                    <a:ext uri="{FF2B5EF4-FFF2-40B4-BE49-F238E27FC236}">
                      <a16:creationId xmlns:a16="http://schemas.microsoft.com/office/drawing/2014/main" id="{3AB26A5F-DF36-70C8-4503-93C4F6FA9B29}"/>
                    </a:ext>
                  </a:extLst>
                </p14:cNvPr>
                <p14:cNvContentPartPr/>
                <p14:nvPr/>
              </p14:nvContentPartPr>
              <p14:xfrm>
                <a:off x="4297713" y="2283415"/>
                <a:ext cx="9720" cy="214920"/>
              </p14:xfrm>
            </p:contentPart>
          </mc:Choice>
          <mc:Fallback xmlns="">
            <p:pic>
              <p:nvPicPr>
                <p:cNvPr id="127" name="Ink 126">
                  <a:extLst>
                    <a:ext uri="{FF2B5EF4-FFF2-40B4-BE49-F238E27FC236}">
                      <a16:creationId xmlns:a16="http://schemas.microsoft.com/office/drawing/2014/main" id="{3AB26A5F-DF36-70C8-4503-93C4F6FA9B29}"/>
                    </a:ext>
                  </a:extLst>
                </p:cNvPr>
                <p:cNvPicPr/>
                <p:nvPr/>
              </p:nvPicPr>
              <p:blipFill>
                <a:blip r:embed="rId228"/>
                <a:stretch>
                  <a:fillRect/>
                </a:stretch>
              </p:blipFill>
              <p:spPr>
                <a:xfrm>
                  <a:off x="4288713" y="2274415"/>
                  <a:ext cx="2736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28" name="Ink 127">
                  <a:extLst>
                    <a:ext uri="{FF2B5EF4-FFF2-40B4-BE49-F238E27FC236}">
                      <a16:creationId xmlns:a16="http://schemas.microsoft.com/office/drawing/2014/main" id="{BF211E09-BF24-95F8-C631-2EEE4A7E9789}"/>
                    </a:ext>
                  </a:extLst>
                </p14:cNvPr>
                <p14:cNvContentPartPr/>
                <p14:nvPr/>
              </p14:nvContentPartPr>
              <p14:xfrm>
                <a:off x="4254513" y="2404015"/>
                <a:ext cx="109080" cy="131400"/>
              </p14:xfrm>
            </p:contentPart>
          </mc:Choice>
          <mc:Fallback xmlns="">
            <p:pic>
              <p:nvPicPr>
                <p:cNvPr id="128" name="Ink 127">
                  <a:extLst>
                    <a:ext uri="{FF2B5EF4-FFF2-40B4-BE49-F238E27FC236}">
                      <a16:creationId xmlns:a16="http://schemas.microsoft.com/office/drawing/2014/main" id="{BF211E09-BF24-95F8-C631-2EEE4A7E9789}"/>
                    </a:ext>
                  </a:extLst>
                </p:cNvPr>
                <p:cNvPicPr/>
                <p:nvPr/>
              </p:nvPicPr>
              <p:blipFill>
                <a:blip r:embed="rId230"/>
                <a:stretch>
                  <a:fillRect/>
                </a:stretch>
              </p:blipFill>
              <p:spPr>
                <a:xfrm>
                  <a:off x="4245483" y="2395015"/>
                  <a:ext cx="126778"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29" name="Ink 128">
                  <a:extLst>
                    <a:ext uri="{FF2B5EF4-FFF2-40B4-BE49-F238E27FC236}">
                      <a16:creationId xmlns:a16="http://schemas.microsoft.com/office/drawing/2014/main" id="{BAD70513-E42B-A71A-39E2-2605F51F2E1B}"/>
                    </a:ext>
                  </a:extLst>
                </p14:cNvPr>
                <p14:cNvContentPartPr/>
                <p14:nvPr/>
              </p14:nvContentPartPr>
              <p14:xfrm>
                <a:off x="3102153" y="2702455"/>
                <a:ext cx="145800" cy="33480"/>
              </p14:xfrm>
            </p:contentPart>
          </mc:Choice>
          <mc:Fallback xmlns="">
            <p:pic>
              <p:nvPicPr>
                <p:cNvPr id="129" name="Ink 128">
                  <a:extLst>
                    <a:ext uri="{FF2B5EF4-FFF2-40B4-BE49-F238E27FC236}">
                      <a16:creationId xmlns:a16="http://schemas.microsoft.com/office/drawing/2014/main" id="{BAD70513-E42B-A71A-39E2-2605F51F2E1B}"/>
                    </a:ext>
                  </a:extLst>
                </p:cNvPr>
                <p:cNvPicPr/>
                <p:nvPr/>
              </p:nvPicPr>
              <p:blipFill>
                <a:blip r:embed="rId232"/>
                <a:stretch>
                  <a:fillRect/>
                </a:stretch>
              </p:blipFill>
              <p:spPr>
                <a:xfrm>
                  <a:off x="3093175" y="2693455"/>
                  <a:ext cx="163397"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30" name="Ink 129">
                  <a:extLst>
                    <a:ext uri="{FF2B5EF4-FFF2-40B4-BE49-F238E27FC236}">
                      <a16:creationId xmlns:a16="http://schemas.microsoft.com/office/drawing/2014/main" id="{D7892E25-E2AB-E85C-8A58-C2ACC1CC8BCF}"/>
                    </a:ext>
                  </a:extLst>
                </p14:cNvPr>
                <p14:cNvContentPartPr/>
                <p14:nvPr/>
              </p14:nvContentPartPr>
              <p14:xfrm>
                <a:off x="3197553" y="2645575"/>
                <a:ext cx="67320" cy="63720"/>
              </p14:xfrm>
            </p:contentPart>
          </mc:Choice>
          <mc:Fallback xmlns="">
            <p:pic>
              <p:nvPicPr>
                <p:cNvPr id="130" name="Ink 129">
                  <a:extLst>
                    <a:ext uri="{FF2B5EF4-FFF2-40B4-BE49-F238E27FC236}">
                      <a16:creationId xmlns:a16="http://schemas.microsoft.com/office/drawing/2014/main" id="{D7892E25-E2AB-E85C-8A58-C2ACC1CC8BCF}"/>
                    </a:ext>
                  </a:extLst>
                </p:cNvPr>
                <p:cNvPicPr/>
                <p:nvPr/>
              </p:nvPicPr>
              <p:blipFill>
                <a:blip r:embed="rId234"/>
                <a:stretch>
                  <a:fillRect/>
                </a:stretch>
              </p:blipFill>
              <p:spPr>
                <a:xfrm>
                  <a:off x="3188553" y="2636575"/>
                  <a:ext cx="8496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31" name="Ink 130">
                  <a:extLst>
                    <a:ext uri="{FF2B5EF4-FFF2-40B4-BE49-F238E27FC236}">
                      <a16:creationId xmlns:a16="http://schemas.microsoft.com/office/drawing/2014/main" id="{E1FAFDA6-2112-FD59-598D-D207A1BDA94E}"/>
                    </a:ext>
                  </a:extLst>
                </p14:cNvPr>
                <p14:cNvContentPartPr/>
                <p14:nvPr/>
              </p14:nvContentPartPr>
              <p14:xfrm>
                <a:off x="3494193" y="2660695"/>
                <a:ext cx="150120" cy="45720"/>
              </p14:xfrm>
            </p:contentPart>
          </mc:Choice>
          <mc:Fallback xmlns="">
            <p:pic>
              <p:nvPicPr>
                <p:cNvPr id="131" name="Ink 130">
                  <a:extLst>
                    <a:ext uri="{FF2B5EF4-FFF2-40B4-BE49-F238E27FC236}">
                      <a16:creationId xmlns:a16="http://schemas.microsoft.com/office/drawing/2014/main" id="{E1FAFDA6-2112-FD59-598D-D207A1BDA94E}"/>
                    </a:ext>
                  </a:extLst>
                </p:cNvPr>
                <p:cNvPicPr/>
                <p:nvPr/>
              </p:nvPicPr>
              <p:blipFill>
                <a:blip r:embed="rId236"/>
                <a:stretch>
                  <a:fillRect/>
                </a:stretch>
              </p:blipFill>
              <p:spPr>
                <a:xfrm>
                  <a:off x="3485171" y="2651695"/>
                  <a:ext cx="167802"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32" name="Ink 131">
                  <a:extLst>
                    <a:ext uri="{FF2B5EF4-FFF2-40B4-BE49-F238E27FC236}">
                      <a16:creationId xmlns:a16="http://schemas.microsoft.com/office/drawing/2014/main" id="{AAE3B012-1FCA-9B97-8B5D-019166D2E90A}"/>
                    </a:ext>
                  </a:extLst>
                </p14:cNvPr>
                <p14:cNvContentPartPr/>
                <p14:nvPr/>
              </p14:nvContentPartPr>
              <p14:xfrm>
                <a:off x="3595353" y="2625415"/>
                <a:ext cx="74160" cy="43200"/>
              </p14:xfrm>
            </p:contentPart>
          </mc:Choice>
          <mc:Fallback xmlns="">
            <p:pic>
              <p:nvPicPr>
                <p:cNvPr id="132" name="Ink 131">
                  <a:extLst>
                    <a:ext uri="{FF2B5EF4-FFF2-40B4-BE49-F238E27FC236}">
                      <a16:creationId xmlns:a16="http://schemas.microsoft.com/office/drawing/2014/main" id="{AAE3B012-1FCA-9B97-8B5D-019166D2E90A}"/>
                    </a:ext>
                  </a:extLst>
                </p:cNvPr>
                <p:cNvPicPr/>
                <p:nvPr/>
              </p:nvPicPr>
              <p:blipFill>
                <a:blip r:embed="rId238"/>
                <a:stretch>
                  <a:fillRect/>
                </a:stretch>
              </p:blipFill>
              <p:spPr>
                <a:xfrm>
                  <a:off x="3586353" y="2616415"/>
                  <a:ext cx="9180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33" name="Ink 132">
                  <a:extLst>
                    <a:ext uri="{FF2B5EF4-FFF2-40B4-BE49-F238E27FC236}">
                      <a16:creationId xmlns:a16="http://schemas.microsoft.com/office/drawing/2014/main" id="{63D07027-19E5-5859-0170-249FDEAFB713}"/>
                    </a:ext>
                  </a:extLst>
                </p14:cNvPr>
                <p14:cNvContentPartPr/>
                <p14:nvPr/>
              </p14:nvContentPartPr>
              <p14:xfrm>
                <a:off x="3089553" y="2672935"/>
                <a:ext cx="207720" cy="73080"/>
              </p14:xfrm>
            </p:contentPart>
          </mc:Choice>
          <mc:Fallback xmlns="">
            <p:pic>
              <p:nvPicPr>
                <p:cNvPr id="133" name="Ink 132">
                  <a:extLst>
                    <a:ext uri="{FF2B5EF4-FFF2-40B4-BE49-F238E27FC236}">
                      <a16:creationId xmlns:a16="http://schemas.microsoft.com/office/drawing/2014/main" id="{63D07027-19E5-5859-0170-249FDEAFB713}"/>
                    </a:ext>
                  </a:extLst>
                </p:cNvPr>
                <p:cNvPicPr/>
                <p:nvPr/>
              </p:nvPicPr>
              <p:blipFill>
                <a:blip r:embed="rId240"/>
                <a:stretch>
                  <a:fillRect/>
                </a:stretch>
              </p:blipFill>
              <p:spPr>
                <a:xfrm>
                  <a:off x="3080553" y="2663979"/>
                  <a:ext cx="225360" cy="90634"/>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34" name="Ink 133">
                  <a:extLst>
                    <a:ext uri="{FF2B5EF4-FFF2-40B4-BE49-F238E27FC236}">
                      <a16:creationId xmlns:a16="http://schemas.microsoft.com/office/drawing/2014/main" id="{22CA1503-9316-53A8-2D93-48DD9387BDD2}"/>
                    </a:ext>
                  </a:extLst>
                </p14:cNvPr>
                <p14:cNvContentPartPr/>
                <p14:nvPr/>
              </p14:nvContentPartPr>
              <p14:xfrm>
                <a:off x="3075153" y="2633695"/>
                <a:ext cx="111960" cy="120600"/>
              </p14:xfrm>
            </p:contentPart>
          </mc:Choice>
          <mc:Fallback xmlns="">
            <p:pic>
              <p:nvPicPr>
                <p:cNvPr id="134" name="Ink 133">
                  <a:extLst>
                    <a:ext uri="{FF2B5EF4-FFF2-40B4-BE49-F238E27FC236}">
                      <a16:creationId xmlns:a16="http://schemas.microsoft.com/office/drawing/2014/main" id="{22CA1503-9316-53A8-2D93-48DD9387BDD2}"/>
                    </a:ext>
                  </a:extLst>
                </p:cNvPr>
                <p:cNvPicPr/>
                <p:nvPr/>
              </p:nvPicPr>
              <p:blipFill>
                <a:blip r:embed="rId242"/>
                <a:stretch>
                  <a:fillRect/>
                </a:stretch>
              </p:blipFill>
              <p:spPr>
                <a:xfrm>
                  <a:off x="3066153" y="2624695"/>
                  <a:ext cx="12960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35" name="Ink 134">
                  <a:extLst>
                    <a:ext uri="{FF2B5EF4-FFF2-40B4-BE49-F238E27FC236}">
                      <a16:creationId xmlns:a16="http://schemas.microsoft.com/office/drawing/2014/main" id="{854CC8DB-1A03-B7C6-F0ED-377E7C4C5437}"/>
                    </a:ext>
                  </a:extLst>
                </p14:cNvPr>
                <p14:cNvContentPartPr/>
                <p14:nvPr/>
              </p14:nvContentPartPr>
              <p14:xfrm>
                <a:off x="3510393" y="2427415"/>
                <a:ext cx="104400" cy="154800"/>
              </p14:xfrm>
            </p:contentPart>
          </mc:Choice>
          <mc:Fallback xmlns="">
            <p:pic>
              <p:nvPicPr>
                <p:cNvPr id="135" name="Ink 134">
                  <a:extLst>
                    <a:ext uri="{FF2B5EF4-FFF2-40B4-BE49-F238E27FC236}">
                      <a16:creationId xmlns:a16="http://schemas.microsoft.com/office/drawing/2014/main" id="{854CC8DB-1A03-B7C6-F0ED-377E7C4C5437}"/>
                    </a:ext>
                  </a:extLst>
                </p:cNvPr>
                <p:cNvPicPr/>
                <p:nvPr/>
              </p:nvPicPr>
              <p:blipFill>
                <a:blip r:embed="rId244"/>
                <a:stretch>
                  <a:fillRect/>
                </a:stretch>
              </p:blipFill>
              <p:spPr>
                <a:xfrm>
                  <a:off x="3501393" y="2418415"/>
                  <a:ext cx="12204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36" name="Ink 135">
                  <a:extLst>
                    <a:ext uri="{FF2B5EF4-FFF2-40B4-BE49-F238E27FC236}">
                      <a16:creationId xmlns:a16="http://schemas.microsoft.com/office/drawing/2014/main" id="{3F321781-F071-C0B1-F020-F68F6D35927D}"/>
                    </a:ext>
                  </a:extLst>
                </p14:cNvPr>
                <p14:cNvContentPartPr/>
                <p14:nvPr/>
              </p14:nvContentPartPr>
              <p14:xfrm>
                <a:off x="3508233" y="2393575"/>
                <a:ext cx="81000" cy="33120"/>
              </p14:xfrm>
            </p:contentPart>
          </mc:Choice>
          <mc:Fallback xmlns="">
            <p:pic>
              <p:nvPicPr>
                <p:cNvPr id="136" name="Ink 135">
                  <a:extLst>
                    <a:ext uri="{FF2B5EF4-FFF2-40B4-BE49-F238E27FC236}">
                      <a16:creationId xmlns:a16="http://schemas.microsoft.com/office/drawing/2014/main" id="{3F321781-F071-C0B1-F020-F68F6D35927D}"/>
                    </a:ext>
                  </a:extLst>
                </p:cNvPr>
                <p:cNvPicPr/>
                <p:nvPr/>
              </p:nvPicPr>
              <p:blipFill>
                <a:blip r:embed="rId246"/>
                <a:stretch>
                  <a:fillRect/>
                </a:stretch>
              </p:blipFill>
              <p:spPr>
                <a:xfrm>
                  <a:off x="3499233" y="2384476"/>
                  <a:ext cx="98640" cy="50954"/>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37" name="Ink 136">
                  <a:extLst>
                    <a:ext uri="{FF2B5EF4-FFF2-40B4-BE49-F238E27FC236}">
                      <a16:creationId xmlns:a16="http://schemas.microsoft.com/office/drawing/2014/main" id="{DD13959B-F158-5982-F695-7ECB21026653}"/>
                    </a:ext>
                  </a:extLst>
                </p14:cNvPr>
                <p14:cNvContentPartPr/>
                <p14:nvPr/>
              </p14:nvContentPartPr>
              <p14:xfrm>
                <a:off x="3634233" y="2427775"/>
                <a:ext cx="76320" cy="132480"/>
              </p14:xfrm>
            </p:contentPart>
          </mc:Choice>
          <mc:Fallback xmlns="">
            <p:pic>
              <p:nvPicPr>
                <p:cNvPr id="137" name="Ink 136">
                  <a:extLst>
                    <a:ext uri="{FF2B5EF4-FFF2-40B4-BE49-F238E27FC236}">
                      <a16:creationId xmlns:a16="http://schemas.microsoft.com/office/drawing/2014/main" id="{DD13959B-F158-5982-F695-7ECB21026653}"/>
                    </a:ext>
                  </a:extLst>
                </p:cNvPr>
                <p:cNvPicPr/>
                <p:nvPr/>
              </p:nvPicPr>
              <p:blipFill>
                <a:blip r:embed="rId248"/>
                <a:stretch>
                  <a:fillRect/>
                </a:stretch>
              </p:blipFill>
              <p:spPr>
                <a:xfrm>
                  <a:off x="3625233" y="2418775"/>
                  <a:ext cx="9396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38" name="Ink 137">
                  <a:extLst>
                    <a:ext uri="{FF2B5EF4-FFF2-40B4-BE49-F238E27FC236}">
                      <a16:creationId xmlns:a16="http://schemas.microsoft.com/office/drawing/2014/main" id="{16B55D04-73E0-938B-F169-C71A20D121F3}"/>
                    </a:ext>
                  </a:extLst>
                </p14:cNvPr>
                <p14:cNvContentPartPr/>
                <p14:nvPr/>
              </p14:nvContentPartPr>
              <p14:xfrm>
                <a:off x="4456833" y="2357935"/>
                <a:ext cx="26640" cy="147960"/>
              </p14:xfrm>
            </p:contentPart>
          </mc:Choice>
          <mc:Fallback xmlns="">
            <p:pic>
              <p:nvPicPr>
                <p:cNvPr id="138" name="Ink 137">
                  <a:extLst>
                    <a:ext uri="{FF2B5EF4-FFF2-40B4-BE49-F238E27FC236}">
                      <a16:creationId xmlns:a16="http://schemas.microsoft.com/office/drawing/2014/main" id="{16B55D04-73E0-938B-F169-C71A20D121F3}"/>
                    </a:ext>
                  </a:extLst>
                </p:cNvPr>
                <p:cNvPicPr/>
                <p:nvPr/>
              </p:nvPicPr>
              <p:blipFill>
                <a:blip r:embed="rId250"/>
                <a:stretch>
                  <a:fillRect/>
                </a:stretch>
              </p:blipFill>
              <p:spPr>
                <a:xfrm>
                  <a:off x="4447833" y="2348935"/>
                  <a:ext cx="4428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39" name="Ink 138">
                  <a:extLst>
                    <a:ext uri="{FF2B5EF4-FFF2-40B4-BE49-F238E27FC236}">
                      <a16:creationId xmlns:a16="http://schemas.microsoft.com/office/drawing/2014/main" id="{8DC382D4-A2FD-4923-DE52-D46CABB74DEC}"/>
                    </a:ext>
                  </a:extLst>
                </p14:cNvPr>
                <p14:cNvContentPartPr/>
                <p14:nvPr/>
              </p14:nvContentPartPr>
              <p14:xfrm>
                <a:off x="4467993" y="2331655"/>
                <a:ext cx="91080" cy="99720"/>
              </p14:xfrm>
            </p:contentPart>
          </mc:Choice>
          <mc:Fallback xmlns="">
            <p:pic>
              <p:nvPicPr>
                <p:cNvPr id="139" name="Ink 138">
                  <a:extLst>
                    <a:ext uri="{FF2B5EF4-FFF2-40B4-BE49-F238E27FC236}">
                      <a16:creationId xmlns:a16="http://schemas.microsoft.com/office/drawing/2014/main" id="{8DC382D4-A2FD-4923-DE52-D46CABB74DEC}"/>
                    </a:ext>
                  </a:extLst>
                </p:cNvPr>
                <p:cNvPicPr/>
                <p:nvPr/>
              </p:nvPicPr>
              <p:blipFill>
                <a:blip r:embed="rId252"/>
                <a:stretch>
                  <a:fillRect/>
                </a:stretch>
              </p:blipFill>
              <p:spPr>
                <a:xfrm>
                  <a:off x="4458993" y="2322655"/>
                  <a:ext cx="10872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40" name="Ink 139">
                  <a:extLst>
                    <a:ext uri="{FF2B5EF4-FFF2-40B4-BE49-F238E27FC236}">
                      <a16:creationId xmlns:a16="http://schemas.microsoft.com/office/drawing/2014/main" id="{10F945DC-1D6A-A207-2566-4207884DA30D}"/>
                    </a:ext>
                  </a:extLst>
                </p14:cNvPr>
                <p14:cNvContentPartPr/>
                <p14:nvPr/>
              </p14:nvContentPartPr>
              <p14:xfrm>
                <a:off x="4626033" y="2317975"/>
                <a:ext cx="70560" cy="149400"/>
              </p14:xfrm>
            </p:contentPart>
          </mc:Choice>
          <mc:Fallback xmlns="">
            <p:pic>
              <p:nvPicPr>
                <p:cNvPr id="140" name="Ink 139">
                  <a:extLst>
                    <a:ext uri="{FF2B5EF4-FFF2-40B4-BE49-F238E27FC236}">
                      <a16:creationId xmlns:a16="http://schemas.microsoft.com/office/drawing/2014/main" id="{10F945DC-1D6A-A207-2566-4207884DA30D}"/>
                    </a:ext>
                  </a:extLst>
                </p:cNvPr>
                <p:cNvPicPr/>
                <p:nvPr/>
              </p:nvPicPr>
              <p:blipFill>
                <a:blip r:embed="rId254"/>
                <a:stretch>
                  <a:fillRect/>
                </a:stretch>
              </p:blipFill>
              <p:spPr>
                <a:xfrm>
                  <a:off x="4617079" y="2308975"/>
                  <a:ext cx="8811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41" name="Ink 140">
                  <a:extLst>
                    <a:ext uri="{FF2B5EF4-FFF2-40B4-BE49-F238E27FC236}">
                      <a16:creationId xmlns:a16="http://schemas.microsoft.com/office/drawing/2014/main" id="{45B326D2-8FC4-B84E-BF45-32A52C1DB334}"/>
                    </a:ext>
                  </a:extLst>
                </p14:cNvPr>
                <p14:cNvContentPartPr/>
                <p14:nvPr/>
              </p14:nvContentPartPr>
              <p14:xfrm>
                <a:off x="4633233" y="2297815"/>
                <a:ext cx="107280" cy="39600"/>
              </p14:xfrm>
            </p:contentPart>
          </mc:Choice>
          <mc:Fallback xmlns="">
            <p:pic>
              <p:nvPicPr>
                <p:cNvPr id="141" name="Ink 140">
                  <a:extLst>
                    <a:ext uri="{FF2B5EF4-FFF2-40B4-BE49-F238E27FC236}">
                      <a16:creationId xmlns:a16="http://schemas.microsoft.com/office/drawing/2014/main" id="{45B326D2-8FC4-B84E-BF45-32A52C1DB334}"/>
                    </a:ext>
                  </a:extLst>
                </p:cNvPr>
                <p:cNvPicPr/>
                <p:nvPr/>
              </p:nvPicPr>
              <p:blipFill>
                <a:blip r:embed="rId256"/>
                <a:stretch>
                  <a:fillRect/>
                </a:stretch>
              </p:blipFill>
              <p:spPr>
                <a:xfrm>
                  <a:off x="4624233" y="2288896"/>
                  <a:ext cx="124920" cy="57081"/>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42" name="Ink 141">
                  <a:extLst>
                    <a:ext uri="{FF2B5EF4-FFF2-40B4-BE49-F238E27FC236}">
                      <a16:creationId xmlns:a16="http://schemas.microsoft.com/office/drawing/2014/main" id="{A78D7BE2-0BD0-119F-5FCB-3E5723DA87C5}"/>
                    </a:ext>
                  </a:extLst>
                </p14:cNvPr>
                <p14:cNvContentPartPr/>
                <p14:nvPr/>
              </p14:nvContentPartPr>
              <p14:xfrm>
                <a:off x="4722873" y="2368015"/>
                <a:ext cx="75240" cy="149400"/>
              </p14:xfrm>
            </p:contentPart>
          </mc:Choice>
          <mc:Fallback xmlns="">
            <p:pic>
              <p:nvPicPr>
                <p:cNvPr id="142" name="Ink 141">
                  <a:extLst>
                    <a:ext uri="{FF2B5EF4-FFF2-40B4-BE49-F238E27FC236}">
                      <a16:creationId xmlns:a16="http://schemas.microsoft.com/office/drawing/2014/main" id="{A78D7BE2-0BD0-119F-5FCB-3E5723DA87C5}"/>
                    </a:ext>
                  </a:extLst>
                </p:cNvPr>
                <p:cNvPicPr/>
                <p:nvPr/>
              </p:nvPicPr>
              <p:blipFill>
                <a:blip r:embed="rId258"/>
                <a:stretch>
                  <a:fillRect/>
                </a:stretch>
              </p:blipFill>
              <p:spPr>
                <a:xfrm>
                  <a:off x="4713873" y="2359015"/>
                  <a:ext cx="9288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43" name="Ink 142">
                  <a:extLst>
                    <a:ext uri="{FF2B5EF4-FFF2-40B4-BE49-F238E27FC236}">
                      <a16:creationId xmlns:a16="http://schemas.microsoft.com/office/drawing/2014/main" id="{BE80B180-584E-8A9C-9375-9E25794DBD7C}"/>
                    </a:ext>
                  </a:extLst>
                </p14:cNvPr>
                <p14:cNvContentPartPr/>
                <p14:nvPr/>
              </p14:nvContentPartPr>
              <p14:xfrm>
                <a:off x="4746273" y="2357935"/>
                <a:ext cx="76320" cy="160200"/>
              </p14:xfrm>
            </p:contentPart>
          </mc:Choice>
          <mc:Fallback xmlns="">
            <p:pic>
              <p:nvPicPr>
                <p:cNvPr id="143" name="Ink 142">
                  <a:extLst>
                    <a:ext uri="{FF2B5EF4-FFF2-40B4-BE49-F238E27FC236}">
                      <a16:creationId xmlns:a16="http://schemas.microsoft.com/office/drawing/2014/main" id="{BE80B180-584E-8A9C-9375-9E25794DBD7C}"/>
                    </a:ext>
                  </a:extLst>
                </p:cNvPr>
                <p:cNvPicPr/>
                <p:nvPr/>
              </p:nvPicPr>
              <p:blipFill>
                <a:blip r:embed="rId260"/>
                <a:stretch>
                  <a:fillRect/>
                </a:stretch>
              </p:blipFill>
              <p:spPr>
                <a:xfrm>
                  <a:off x="4737273" y="2348915"/>
                  <a:ext cx="93960" cy="17788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44" name="Ink 143">
                  <a:extLst>
                    <a:ext uri="{FF2B5EF4-FFF2-40B4-BE49-F238E27FC236}">
                      <a16:creationId xmlns:a16="http://schemas.microsoft.com/office/drawing/2014/main" id="{E719C18C-6C17-1752-39C0-EF9E7903D347}"/>
                    </a:ext>
                  </a:extLst>
                </p14:cNvPr>
                <p14:cNvContentPartPr/>
                <p14:nvPr/>
              </p14:nvContentPartPr>
              <p14:xfrm>
                <a:off x="3709833" y="2922415"/>
                <a:ext cx="61920" cy="39240"/>
              </p14:xfrm>
            </p:contentPart>
          </mc:Choice>
          <mc:Fallback xmlns="">
            <p:pic>
              <p:nvPicPr>
                <p:cNvPr id="144" name="Ink 143">
                  <a:extLst>
                    <a:ext uri="{FF2B5EF4-FFF2-40B4-BE49-F238E27FC236}">
                      <a16:creationId xmlns:a16="http://schemas.microsoft.com/office/drawing/2014/main" id="{E719C18C-6C17-1752-39C0-EF9E7903D347}"/>
                    </a:ext>
                  </a:extLst>
                </p:cNvPr>
                <p:cNvPicPr/>
                <p:nvPr/>
              </p:nvPicPr>
              <p:blipFill>
                <a:blip r:embed="rId262"/>
                <a:stretch>
                  <a:fillRect/>
                </a:stretch>
              </p:blipFill>
              <p:spPr>
                <a:xfrm>
                  <a:off x="3700833" y="2913415"/>
                  <a:ext cx="7956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45" name="Ink 144">
                  <a:extLst>
                    <a:ext uri="{FF2B5EF4-FFF2-40B4-BE49-F238E27FC236}">
                      <a16:creationId xmlns:a16="http://schemas.microsoft.com/office/drawing/2014/main" id="{6788AB81-7DCB-0AEC-8AFC-138F5395C13D}"/>
                    </a:ext>
                  </a:extLst>
                </p14:cNvPr>
                <p14:cNvContentPartPr/>
                <p14:nvPr/>
              </p14:nvContentPartPr>
              <p14:xfrm>
                <a:off x="3727113" y="2881375"/>
                <a:ext cx="42840" cy="182160"/>
              </p14:xfrm>
            </p:contentPart>
          </mc:Choice>
          <mc:Fallback xmlns="">
            <p:pic>
              <p:nvPicPr>
                <p:cNvPr id="145" name="Ink 144">
                  <a:extLst>
                    <a:ext uri="{FF2B5EF4-FFF2-40B4-BE49-F238E27FC236}">
                      <a16:creationId xmlns:a16="http://schemas.microsoft.com/office/drawing/2014/main" id="{6788AB81-7DCB-0AEC-8AFC-138F5395C13D}"/>
                    </a:ext>
                  </a:extLst>
                </p:cNvPr>
                <p:cNvPicPr/>
                <p:nvPr/>
              </p:nvPicPr>
              <p:blipFill>
                <a:blip r:embed="rId264"/>
                <a:stretch>
                  <a:fillRect/>
                </a:stretch>
              </p:blipFill>
              <p:spPr>
                <a:xfrm>
                  <a:off x="3718188" y="2872375"/>
                  <a:ext cx="60333"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46" name="Ink 145">
                  <a:extLst>
                    <a:ext uri="{FF2B5EF4-FFF2-40B4-BE49-F238E27FC236}">
                      <a16:creationId xmlns:a16="http://schemas.microsoft.com/office/drawing/2014/main" id="{5ECD8D67-FCA5-93E9-B83D-E064782374B9}"/>
                    </a:ext>
                  </a:extLst>
                </p14:cNvPr>
                <p14:cNvContentPartPr/>
                <p14:nvPr/>
              </p14:nvContentPartPr>
              <p14:xfrm>
                <a:off x="3872193" y="3271975"/>
                <a:ext cx="94680" cy="37440"/>
              </p14:xfrm>
            </p:contentPart>
          </mc:Choice>
          <mc:Fallback xmlns="">
            <p:pic>
              <p:nvPicPr>
                <p:cNvPr id="146" name="Ink 145">
                  <a:extLst>
                    <a:ext uri="{FF2B5EF4-FFF2-40B4-BE49-F238E27FC236}">
                      <a16:creationId xmlns:a16="http://schemas.microsoft.com/office/drawing/2014/main" id="{5ECD8D67-FCA5-93E9-B83D-E064782374B9}"/>
                    </a:ext>
                  </a:extLst>
                </p:cNvPr>
                <p:cNvPicPr/>
                <p:nvPr/>
              </p:nvPicPr>
              <p:blipFill>
                <a:blip r:embed="rId266"/>
                <a:stretch>
                  <a:fillRect/>
                </a:stretch>
              </p:blipFill>
              <p:spPr>
                <a:xfrm>
                  <a:off x="3863159" y="3263061"/>
                  <a:ext cx="112387" cy="54912"/>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47" name="Ink 146">
                  <a:extLst>
                    <a:ext uri="{FF2B5EF4-FFF2-40B4-BE49-F238E27FC236}">
                      <a16:creationId xmlns:a16="http://schemas.microsoft.com/office/drawing/2014/main" id="{48594D1D-BB58-C465-D3C0-3B2BB66BEC12}"/>
                    </a:ext>
                  </a:extLst>
                </p14:cNvPr>
                <p14:cNvContentPartPr/>
                <p14:nvPr/>
              </p14:nvContentPartPr>
              <p14:xfrm>
                <a:off x="3520113" y="3153895"/>
                <a:ext cx="189000" cy="154080"/>
              </p14:xfrm>
            </p:contentPart>
          </mc:Choice>
          <mc:Fallback xmlns="">
            <p:pic>
              <p:nvPicPr>
                <p:cNvPr id="147" name="Ink 146">
                  <a:extLst>
                    <a:ext uri="{FF2B5EF4-FFF2-40B4-BE49-F238E27FC236}">
                      <a16:creationId xmlns:a16="http://schemas.microsoft.com/office/drawing/2014/main" id="{48594D1D-BB58-C465-D3C0-3B2BB66BEC12}"/>
                    </a:ext>
                  </a:extLst>
                </p:cNvPr>
                <p:cNvPicPr/>
                <p:nvPr/>
              </p:nvPicPr>
              <p:blipFill>
                <a:blip r:embed="rId268"/>
                <a:stretch>
                  <a:fillRect/>
                </a:stretch>
              </p:blipFill>
              <p:spPr>
                <a:xfrm>
                  <a:off x="3511113" y="3144874"/>
                  <a:ext cx="206640" cy="171761"/>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48" name="Ink 147">
                  <a:extLst>
                    <a:ext uri="{FF2B5EF4-FFF2-40B4-BE49-F238E27FC236}">
                      <a16:creationId xmlns:a16="http://schemas.microsoft.com/office/drawing/2014/main" id="{D250681E-C010-6711-E7B9-ABB84CA7AFD1}"/>
                    </a:ext>
                  </a:extLst>
                </p14:cNvPr>
                <p14:cNvContentPartPr/>
                <p14:nvPr/>
              </p14:nvContentPartPr>
              <p14:xfrm>
                <a:off x="3734673" y="3112855"/>
                <a:ext cx="91080" cy="143280"/>
              </p14:xfrm>
            </p:contentPart>
          </mc:Choice>
          <mc:Fallback xmlns="">
            <p:pic>
              <p:nvPicPr>
                <p:cNvPr id="148" name="Ink 147">
                  <a:extLst>
                    <a:ext uri="{FF2B5EF4-FFF2-40B4-BE49-F238E27FC236}">
                      <a16:creationId xmlns:a16="http://schemas.microsoft.com/office/drawing/2014/main" id="{D250681E-C010-6711-E7B9-ABB84CA7AFD1}"/>
                    </a:ext>
                  </a:extLst>
                </p:cNvPr>
                <p:cNvPicPr/>
                <p:nvPr/>
              </p:nvPicPr>
              <p:blipFill>
                <a:blip r:embed="rId270"/>
                <a:stretch>
                  <a:fillRect/>
                </a:stretch>
              </p:blipFill>
              <p:spPr>
                <a:xfrm>
                  <a:off x="3725673" y="3103855"/>
                  <a:ext cx="108720" cy="160920"/>
                </a:xfrm>
                <a:prstGeom prst="rect">
                  <a:avLst/>
                </a:prstGeom>
              </p:spPr>
            </p:pic>
          </mc:Fallback>
        </mc:AlternateContent>
      </p:grpSp>
    </p:spTree>
    <p:extLst>
      <p:ext uri="{BB962C8B-B14F-4D97-AF65-F5344CB8AC3E}">
        <p14:creationId xmlns:p14="http://schemas.microsoft.com/office/powerpoint/2010/main" val="566884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269219" cy="5557597"/>
          </a:xfrm>
        </p:spPr>
        <p:txBody>
          <a:bodyPr>
            <a:normAutofit/>
          </a:bodyPr>
          <a:lstStyle/>
          <a:p>
            <a:pPr marL="0" indent="0">
              <a:buNone/>
            </a:pPr>
            <a:r>
              <a:rPr lang="en-AU" sz="2800">
                <a:latin typeface="Arial" panose="020B0604020202020204" pitchFamily="34" charset="0"/>
                <a:cs typeface="Arial" panose="020B0604020202020204" pitchFamily="34" charset="0"/>
              </a:rPr>
              <a:t> </a:t>
            </a:r>
          </a:p>
          <a:p>
            <a:endParaRPr lang="en-AU" b="0" baseline="-25000">
              <a:latin typeface="+mn-lt"/>
            </a:endParaRPr>
          </a:p>
          <a:p>
            <a:endParaRPr lang="en-AU" baseline="-25000"/>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p:spTree>
    <p:extLst>
      <p:ext uri="{BB962C8B-B14F-4D97-AF65-F5344CB8AC3E}">
        <p14:creationId xmlns:p14="http://schemas.microsoft.com/office/powerpoint/2010/main" val="12016567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766" y="0"/>
            <a:ext cx="10515600" cy="587139"/>
          </a:xfrm>
        </p:spPr>
        <p:txBody>
          <a:bodyPr>
            <a:normAutofit/>
          </a:bodyPr>
          <a:lstStyle/>
          <a:p>
            <a:pPr algn="ctr"/>
            <a:r>
              <a:rPr lang="en-US" sz="3600" b="1">
                <a:latin typeface="Arial Black" panose="020B0A04020102020204" pitchFamily="34" charset="0"/>
              </a:rPr>
              <a:t> BJT Amplifier</a:t>
            </a:r>
            <a:r>
              <a:rPr lang="en-AU" sz="3600" b="1">
                <a:latin typeface="Arial Black" panose="020B0A04020102020204" pitchFamily="34" charset="0"/>
              </a:rPr>
              <a:t> – Current Mirror</a:t>
            </a:r>
          </a:p>
        </p:txBody>
      </p:sp>
      <p:grpSp>
        <p:nvGrpSpPr>
          <p:cNvPr id="4" name="Group 3"/>
          <p:cNvGrpSpPr/>
          <p:nvPr/>
        </p:nvGrpSpPr>
        <p:grpSpPr>
          <a:xfrm>
            <a:off x="0" y="6135297"/>
            <a:ext cx="12192000" cy="722703"/>
            <a:chOff x="0" y="6128881"/>
            <a:chExt cx="12192000" cy="722703"/>
          </a:xfrm>
        </p:grpSpPr>
        <p:sp>
          <p:nvSpPr>
            <p:cNvPr id="5" name="Rectangle 4"/>
            <p:cNvSpPr/>
            <p:nvPr/>
          </p:nvSpPr>
          <p:spPr>
            <a:xfrm>
              <a:off x="0" y="6311584"/>
              <a:ext cx="12192000" cy="540000"/>
            </a:xfrm>
            <a:prstGeom prst="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6" name="Rectangle 5"/>
            <p:cNvSpPr/>
            <p:nvPr/>
          </p:nvSpPr>
          <p:spPr>
            <a:xfrm>
              <a:off x="0" y="6128881"/>
              <a:ext cx="12192000" cy="180000"/>
            </a:xfrm>
            <a:prstGeom prst="rect">
              <a:avLst/>
            </a:prstGeom>
            <a:solidFill>
              <a:srgbClr val="C00000"/>
            </a:solidFill>
            <a:ln>
              <a:solidFill>
                <a:srgbClr val="C0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AU"/>
            </a:p>
          </p:txBody>
        </p:sp>
      </p:grpSp>
      <p:pic>
        <p:nvPicPr>
          <p:cNvPr id="7"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23373" y="6351247"/>
            <a:ext cx="1194487" cy="506753"/>
          </a:xfrm>
          <a:prstGeom prst="rect">
            <a:avLst/>
          </a:prstGeom>
        </p:spPr>
      </p:pic>
      <p:sp>
        <p:nvSpPr>
          <p:cNvPr id="11" name="Content Placeholder 2">
            <a:extLst>
              <a:ext uri="{FF2B5EF4-FFF2-40B4-BE49-F238E27FC236}">
                <a16:creationId xmlns:a16="http://schemas.microsoft.com/office/drawing/2014/main" id="{EF819F61-E392-9E34-B4A0-A2BE17C3390B}"/>
              </a:ext>
            </a:extLst>
          </p:cNvPr>
          <p:cNvSpPr>
            <a:spLocks noGrp="1"/>
          </p:cNvSpPr>
          <p:nvPr>
            <p:ph idx="1"/>
          </p:nvPr>
        </p:nvSpPr>
        <p:spPr>
          <a:xfrm>
            <a:off x="211015" y="557413"/>
            <a:ext cx="11269219" cy="5557597"/>
          </a:xfrm>
        </p:spPr>
        <p:txBody>
          <a:bodyPr>
            <a:normAutofit/>
          </a:bodyPr>
          <a:lstStyle/>
          <a:p>
            <a:pPr marL="0" indent="0">
              <a:buNone/>
            </a:pPr>
            <a:r>
              <a:rPr lang="en-AU" sz="2800">
                <a:latin typeface="Arial" panose="020B0604020202020204" pitchFamily="34" charset="0"/>
                <a:cs typeface="Arial" panose="020B0604020202020204" pitchFamily="34" charset="0"/>
              </a:rPr>
              <a:t> </a:t>
            </a:r>
          </a:p>
          <a:p>
            <a:endParaRPr lang="en-AU" b="0" baseline="-25000">
              <a:latin typeface="+mn-lt"/>
            </a:endParaRPr>
          </a:p>
          <a:p>
            <a:endParaRPr lang="en-AU" baseline="-25000"/>
          </a:p>
          <a:p>
            <a:pPr marL="457200" lvl="1" indent="0">
              <a:lnSpc>
                <a:spcPct val="90000"/>
              </a:lnSpc>
              <a:buNone/>
            </a:pPr>
            <a:endParaRPr lang="en-US" sz="2000">
              <a:latin typeface="+mn-lt"/>
            </a:endParaRPr>
          </a:p>
          <a:p>
            <a:pPr marL="0" indent="0">
              <a:lnSpc>
                <a:spcPct val="90000"/>
              </a:lnSpc>
              <a:buNone/>
            </a:pPr>
            <a:endParaRPr lang="en-US" sz="2400">
              <a:latin typeface="+mn-lt"/>
            </a:endParaRPr>
          </a:p>
          <a:p>
            <a:pPr>
              <a:lnSpc>
                <a:spcPct val="90000"/>
              </a:lnSpc>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marL="0" indent="0">
              <a:lnSpc>
                <a:spcPct val="90000"/>
              </a:lnSpc>
              <a:buNone/>
            </a:pPr>
            <a:endParaRPr lang="en-US" sz="2400">
              <a:latin typeface="+mn-lt"/>
            </a:endParaRPr>
          </a:p>
          <a:p>
            <a:pPr>
              <a:lnSpc>
                <a:spcPct val="90000"/>
              </a:lnSpc>
            </a:pPr>
            <a:endParaRPr lang="en-US">
              <a:latin typeface="+mn-lt"/>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3A69F388-0A35-935B-5AD2-E073B28DECB3}"/>
                  </a:ext>
                </a:extLst>
              </p14:cNvPr>
              <p14:cNvContentPartPr/>
              <p14:nvPr/>
            </p14:nvContentPartPr>
            <p14:xfrm>
              <a:off x="1448208" y="989928"/>
              <a:ext cx="122760" cy="1072080"/>
            </p14:xfrm>
          </p:contentPart>
        </mc:Choice>
        <mc:Fallback xmlns="">
          <p:pic>
            <p:nvPicPr>
              <p:cNvPr id="3" name="Ink 2">
                <a:extLst>
                  <a:ext uri="{FF2B5EF4-FFF2-40B4-BE49-F238E27FC236}">
                    <a16:creationId xmlns:a16="http://schemas.microsoft.com/office/drawing/2014/main" id="{3A69F388-0A35-935B-5AD2-E073B28DECB3}"/>
                  </a:ext>
                </a:extLst>
              </p:cNvPr>
              <p:cNvPicPr/>
              <p:nvPr/>
            </p:nvPicPr>
            <p:blipFill>
              <a:blip r:embed="rId4"/>
              <a:stretch>
                <a:fillRect/>
              </a:stretch>
            </p:blipFill>
            <p:spPr>
              <a:xfrm>
                <a:off x="1439208" y="980928"/>
                <a:ext cx="140400" cy="1089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8" name="Ink 57">
                <a:extLst>
                  <a:ext uri="{FF2B5EF4-FFF2-40B4-BE49-F238E27FC236}">
                    <a16:creationId xmlns:a16="http://schemas.microsoft.com/office/drawing/2014/main" id="{BCEF09EC-2EF5-AFA8-6140-C4F27CA31BB5}"/>
                  </a:ext>
                </a:extLst>
              </p14:cNvPr>
              <p14:cNvContentPartPr/>
              <p14:nvPr/>
            </p14:nvContentPartPr>
            <p14:xfrm>
              <a:off x="3666888" y="2344608"/>
              <a:ext cx="630000" cy="219240"/>
            </p14:xfrm>
          </p:contentPart>
        </mc:Choice>
        <mc:Fallback xmlns="">
          <p:pic>
            <p:nvPicPr>
              <p:cNvPr id="58" name="Ink 57">
                <a:extLst>
                  <a:ext uri="{FF2B5EF4-FFF2-40B4-BE49-F238E27FC236}">
                    <a16:creationId xmlns:a16="http://schemas.microsoft.com/office/drawing/2014/main" id="{BCEF09EC-2EF5-AFA8-6140-C4F27CA31BB5}"/>
                  </a:ext>
                </a:extLst>
              </p:cNvPr>
              <p:cNvPicPr/>
              <p:nvPr/>
            </p:nvPicPr>
            <p:blipFill>
              <a:blip r:embed="rId6"/>
              <a:stretch>
                <a:fillRect/>
              </a:stretch>
            </p:blipFill>
            <p:spPr>
              <a:xfrm>
                <a:off x="3657888" y="2335608"/>
                <a:ext cx="64764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9" name="Ink 58">
                <a:extLst>
                  <a:ext uri="{FF2B5EF4-FFF2-40B4-BE49-F238E27FC236}">
                    <a16:creationId xmlns:a16="http://schemas.microsoft.com/office/drawing/2014/main" id="{EC449A56-BA6E-EB76-8537-0A507C8F6048}"/>
                  </a:ext>
                </a:extLst>
              </p14:cNvPr>
              <p14:cNvContentPartPr/>
              <p14:nvPr/>
            </p14:nvContentPartPr>
            <p14:xfrm>
              <a:off x="4204008" y="1146888"/>
              <a:ext cx="122040" cy="1217520"/>
            </p14:xfrm>
          </p:contentPart>
        </mc:Choice>
        <mc:Fallback xmlns="">
          <p:pic>
            <p:nvPicPr>
              <p:cNvPr id="59" name="Ink 58">
                <a:extLst>
                  <a:ext uri="{FF2B5EF4-FFF2-40B4-BE49-F238E27FC236}">
                    <a16:creationId xmlns:a16="http://schemas.microsoft.com/office/drawing/2014/main" id="{EC449A56-BA6E-EB76-8537-0A507C8F6048}"/>
                  </a:ext>
                </a:extLst>
              </p:cNvPr>
              <p:cNvPicPr/>
              <p:nvPr/>
            </p:nvPicPr>
            <p:blipFill>
              <a:blip r:embed="rId8"/>
              <a:stretch>
                <a:fillRect/>
              </a:stretch>
            </p:blipFill>
            <p:spPr>
              <a:xfrm>
                <a:off x="4195034" y="1137888"/>
                <a:ext cx="139628" cy="1235160"/>
              </a:xfrm>
              <a:prstGeom prst="rect">
                <a:avLst/>
              </a:prstGeom>
            </p:spPr>
          </p:pic>
        </mc:Fallback>
      </mc:AlternateContent>
      <p:grpSp>
        <p:nvGrpSpPr>
          <p:cNvPr id="95" name="Group 94">
            <a:extLst>
              <a:ext uri="{FF2B5EF4-FFF2-40B4-BE49-F238E27FC236}">
                <a16:creationId xmlns:a16="http://schemas.microsoft.com/office/drawing/2014/main" id="{13B3E1C6-F80E-B76F-B1BE-FD6CB6D093D8}"/>
              </a:ext>
            </a:extLst>
          </p:cNvPr>
          <p:cNvGrpSpPr/>
          <p:nvPr/>
        </p:nvGrpSpPr>
        <p:grpSpPr>
          <a:xfrm>
            <a:off x="696888" y="1074888"/>
            <a:ext cx="5434200" cy="3410640"/>
            <a:chOff x="696888" y="1074888"/>
            <a:chExt cx="5434200" cy="3410640"/>
          </a:xfrm>
        </p:grpSpPr>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70B9C945-7FAD-854A-0393-18FB7402BC11}"/>
                    </a:ext>
                  </a:extLst>
                </p14:cNvPr>
                <p14:cNvContentPartPr/>
                <p14:nvPr/>
              </p14:nvContentPartPr>
              <p14:xfrm>
                <a:off x="1734408" y="1253088"/>
                <a:ext cx="45000" cy="310680"/>
              </p14:xfrm>
            </p:contentPart>
          </mc:Choice>
          <mc:Fallback xmlns="">
            <p:pic>
              <p:nvPicPr>
                <p:cNvPr id="8" name="Ink 7">
                  <a:extLst>
                    <a:ext uri="{FF2B5EF4-FFF2-40B4-BE49-F238E27FC236}">
                      <a16:creationId xmlns:a16="http://schemas.microsoft.com/office/drawing/2014/main" id="{70B9C945-7FAD-854A-0393-18FB7402BC11}"/>
                    </a:ext>
                  </a:extLst>
                </p:cNvPr>
                <p:cNvPicPr/>
                <p:nvPr/>
              </p:nvPicPr>
              <p:blipFill>
                <a:blip r:embed="rId10"/>
                <a:stretch>
                  <a:fillRect/>
                </a:stretch>
              </p:blipFill>
              <p:spPr>
                <a:xfrm>
                  <a:off x="1725408" y="1244088"/>
                  <a:ext cx="6264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37EAA271-E88D-3D48-3131-7922FC61DD98}"/>
                    </a:ext>
                  </a:extLst>
                </p14:cNvPr>
                <p14:cNvContentPartPr/>
                <p14:nvPr/>
              </p14:nvContentPartPr>
              <p14:xfrm>
                <a:off x="1745568" y="1244448"/>
                <a:ext cx="152640" cy="282960"/>
              </p14:xfrm>
            </p:contentPart>
          </mc:Choice>
          <mc:Fallback xmlns="">
            <p:pic>
              <p:nvPicPr>
                <p:cNvPr id="9" name="Ink 8">
                  <a:extLst>
                    <a:ext uri="{FF2B5EF4-FFF2-40B4-BE49-F238E27FC236}">
                      <a16:creationId xmlns:a16="http://schemas.microsoft.com/office/drawing/2014/main" id="{37EAA271-E88D-3D48-3131-7922FC61DD98}"/>
                    </a:ext>
                  </a:extLst>
                </p:cNvPr>
                <p:cNvPicPr/>
                <p:nvPr/>
              </p:nvPicPr>
              <p:blipFill>
                <a:blip r:embed="rId12"/>
                <a:stretch>
                  <a:fillRect/>
                </a:stretch>
              </p:blipFill>
              <p:spPr>
                <a:xfrm>
                  <a:off x="1736568" y="1235448"/>
                  <a:ext cx="17028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46EA3AB9-EA14-325F-4E39-75092468CC3E}"/>
                    </a:ext>
                  </a:extLst>
                </p14:cNvPr>
                <p14:cNvContentPartPr/>
                <p14:nvPr/>
              </p14:nvContentPartPr>
              <p14:xfrm>
                <a:off x="1897128" y="1507608"/>
                <a:ext cx="105840" cy="191880"/>
              </p14:xfrm>
            </p:contentPart>
          </mc:Choice>
          <mc:Fallback xmlns="">
            <p:pic>
              <p:nvPicPr>
                <p:cNvPr id="12" name="Ink 11">
                  <a:extLst>
                    <a:ext uri="{FF2B5EF4-FFF2-40B4-BE49-F238E27FC236}">
                      <a16:creationId xmlns:a16="http://schemas.microsoft.com/office/drawing/2014/main" id="{46EA3AB9-EA14-325F-4E39-75092468CC3E}"/>
                    </a:ext>
                  </a:extLst>
                </p:cNvPr>
                <p:cNvPicPr/>
                <p:nvPr/>
              </p:nvPicPr>
              <p:blipFill>
                <a:blip r:embed="rId14"/>
                <a:stretch>
                  <a:fillRect/>
                </a:stretch>
              </p:blipFill>
              <p:spPr>
                <a:xfrm>
                  <a:off x="1888128" y="1498608"/>
                  <a:ext cx="12348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20E7E3CE-9EBD-B05D-415F-1A77466D7856}"/>
                    </a:ext>
                  </a:extLst>
                </p14:cNvPr>
                <p14:cNvContentPartPr/>
                <p14:nvPr/>
              </p14:nvContentPartPr>
              <p14:xfrm>
                <a:off x="2037888" y="1568808"/>
                <a:ext cx="66960" cy="107280"/>
              </p14:xfrm>
            </p:contentPart>
          </mc:Choice>
          <mc:Fallback xmlns="">
            <p:pic>
              <p:nvPicPr>
                <p:cNvPr id="13" name="Ink 12">
                  <a:extLst>
                    <a:ext uri="{FF2B5EF4-FFF2-40B4-BE49-F238E27FC236}">
                      <a16:creationId xmlns:a16="http://schemas.microsoft.com/office/drawing/2014/main" id="{20E7E3CE-9EBD-B05D-415F-1A77466D7856}"/>
                    </a:ext>
                  </a:extLst>
                </p:cNvPr>
                <p:cNvPicPr/>
                <p:nvPr/>
              </p:nvPicPr>
              <p:blipFill>
                <a:blip r:embed="rId16"/>
                <a:stretch>
                  <a:fillRect/>
                </a:stretch>
              </p:blipFill>
              <p:spPr>
                <a:xfrm>
                  <a:off x="2028936" y="1559808"/>
                  <a:ext cx="84506"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10281237-3829-A355-F1E3-B873013D5BE5}"/>
                    </a:ext>
                  </a:extLst>
                </p14:cNvPr>
                <p14:cNvContentPartPr/>
                <p14:nvPr/>
              </p14:nvContentPartPr>
              <p14:xfrm>
                <a:off x="2054448" y="1569168"/>
                <a:ext cx="94680" cy="9000"/>
              </p14:xfrm>
            </p:contentPart>
          </mc:Choice>
          <mc:Fallback xmlns="">
            <p:pic>
              <p:nvPicPr>
                <p:cNvPr id="14" name="Ink 13">
                  <a:extLst>
                    <a:ext uri="{FF2B5EF4-FFF2-40B4-BE49-F238E27FC236}">
                      <a16:creationId xmlns:a16="http://schemas.microsoft.com/office/drawing/2014/main" id="{10281237-3829-A355-F1E3-B873013D5BE5}"/>
                    </a:ext>
                  </a:extLst>
                </p:cNvPr>
                <p:cNvPicPr/>
                <p:nvPr/>
              </p:nvPicPr>
              <p:blipFill>
                <a:blip r:embed="rId18"/>
                <a:stretch>
                  <a:fillRect/>
                </a:stretch>
              </p:blipFill>
              <p:spPr>
                <a:xfrm>
                  <a:off x="2045448" y="1560168"/>
                  <a:ext cx="1123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D919312C-1AA2-11D3-B179-2A6DD5FC1340}"/>
                    </a:ext>
                  </a:extLst>
                </p14:cNvPr>
                <p14:cNvContentPartPr/>
                <p14:nvPr/>
              </p14:nvContentPartPr>
              <p14:xfrm>
                <a:off x="2048688" y="1524168"/>
                <a:ext cx="127080" cy="18720"/>
              </p14:xfrm>
            </p:contentPart>
          </mc:Choice>
          <mc:Fallback xmlns="">
            <p:pic>
              <p:nvPicPr>
                <p:cNvPr id="15" name="Ink 14">
                  <a:extLst>
                    <a:ext uri="{FF2B5EF4-FFF2-40B4-BE49-F238E27FC236}">
                      <a16:creationId xmlns:a16="http://schemas.microsoft.com/office/drawing/2014/main" id="{D919312C-1AA2-11D3-B179-2A6DD5FC1340}"/>
                    </a:ext>
                  </a:extLst>
                </p:cNvPr>
                <p:cNvPicPr/>
                <p:nvPr/>
              </p:nvPicPr>
              <p:blipFill>
                <a:blip r:embed="rId20"/>
                <a:stretch>
                  <a:fillRect/>
                </a:stretch>
              </p:blipFill>
              <p:spPr>
                <a:xfrm>
                  <a:off x="2039662" y="1514992"/>
                  <a:ext cx="144770" cy="36706"/>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9316C4A9-0CC6-B14F-EA03-451006476C6C}"/>
                    </a:ext>
                  </a:extLst>
                </p14:cNvPr>
                <p14:cNvContentPartPr/>
                <p14:nvPr/>
              </p14:nvContentPartPr>
              <p14:xfrm>
                <a:off x="2184048" y="1508328"/>
                <a:ext cx="120600" cy="195120"/>
              </p14:xfrm>
            </p:contentPart>
          </mc:Choice>
          <mc:Fallback xmlns="">
            <p:pic>
              <p:nvPicPr>
                <p:cNvPr id="16" name="Ink 15">
                  <a:extLst>
                    <a:ext uri="{FF2B5EF4-FFF2-40B4-BE49-F238E27FC236}">
                      <a16:creationId xmlns:a16="http://schemas.microsoft.com/office/drawing/2014/main" id="{9316C4A9-0CC6-B14F-EA03-451006476C6C}"/>
                    </a:ext>
                  </a:extLst>
                </p:cNvPr>
                <p:cNvPicPr/>
                <p:nvPr/>
              </p:nvPicPr>
              <p:blipFill>
                <a:blip r:embed="rId22"/>
                <a:stretch>
                  <a:fillRect/>
                </a:stretch>
              </p:blipFill>
              <p:spPr>
                <a:xfrm>
                  <a:off x="2175048" y="1499311"/>
                  <a:ext cx="138240" cy="212793"/>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B8EB689B-F9E8-BC34-12E0-902645BBC1C2}"/>
                    </a:ext>
                  </a:extLst>
                </p14:cNvPr>
                <p14:cNvContentPartPr/>
                <p14:nvPr/>
              </p14:nvContentPartPr>
              <p14:xfrm>
                <a:off x="2199528" y="1585008"/>
                <a:ext cx="113040" cy="27360"/>
              </p14:xfrm>
            </p:contentPart>
          </mc:Choice>
          <mc:Fallback xmlns="">
            <p:pic>
              <p:nvPicPr>
                <p:cNvPr id="17" name="Ink 16">
                  <a:extLst>
                    <a:ext uri="{FF2B5EF4-FFF2-40B4-BE49-F238E27FC236}">
                      <a16:creationId xmlns:a16="http://schemas.microsoft.com/office/drawing/2014/main" id="{B8EB689B-F9E8-BC34-12E0-902645BBC1C2}"/>
                    </a:ext>
                  </a:extLst>
                </p:cNvPr>
                <p:cNvPicPr/>
                <p:nvPr/>
              </p:nvPicPr>
              <p:blipFill>
                <a:blip r:embed="rId24"/>
                <a:stretch>
                  <a:fillRect/>
                </a:stretch>
              </p:blipFill>
              <p:spPr>
                <a:xfrm>
                  <a:off x="2190528" y="1575888"/>
                  <a:ext cx="130680" cy="45235"/>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5EBD136C-676B-CBD6-B34F-E6D51265BAA7}"/>
                    </a:ext>
                  </a:extLst>
                </p14:cNvPr>
                <p14:cNvContentPartPr/>
                <p14:nvPr/>
              </p14:nvContentPartPr>
              <p14:xfrm>
                <a:off x="1300248" y="1132128"/>
                <a:ext cx="30240" cy="442440"/>
              </p14:xfrm>
            </p:contentPart>
          </mc:Choice>
          <mc:Fallback xmlns="">
            <p:pic>
              <p:nvPicPr>
                <p:cNvPr id="19" name="Ink 18">
                  <a:extLst>
                    <a:ext uri="{FF2B5EF4-FFF2-40B4-BE49-F238E27FC236}">
                      <a16:creationId xmlns:a16="http://schemas.microsoft.com/office/drawing/2014/main" id="{5EBD136C-676B-CBD6-B34F-E6D51265BAA7}"/>
                    </a:ext>
                  </a:extLst>
                </p:cNvPr>
                <p:cNvPicPr/>
                <p:nvPr/>
              </p:nvPicPr>
              <p:blipFill>
                <a:blip r:embed="rId26"/>
                <a:stretch>
                  <a:fillRect/>
                </a:stretch>
              </p:blipFill>
              <p:spPr>
                <a:xfrm>
                  <a:off x="1291248" y="1123128"/>
                  <a:ext cx="47880" cy="460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E2683578-7C9F-5041-83C1-5E8273DF3B06}"/>
                    </a:ext>
                  </a:extLst>
                </p14:cNvPr>
                <p14:cNvContentPartPr/>
                <p14:nvPr/>
              </p14:nvContentPartPr>
              <p14:xfrm>
                <a:off x="1237608" y="1466568"/>
                <a:ext cx="147240" cy="180360"/>
              </p14:xfrm>
            </p:contentPart>
          </mc:Choice>
          <mc:Fallback xmlns="">
            <p:pic>
              <p:nvPicPr>
                <p:cNvPr id="20" name="Ink 19">
                  <a:extLst>
                    <a:ext uri="{FF2B5EF4-FFF2-40B4-BE49-F238E27FC236}">
                      <a16:creationId xmlns:a16="http://schemas.microsoft.com/office/drawing/2014/main" id="{E2683578-7C9F-5041-83C1-5E8273DF3B06}"/>
                    </a:ext>
                  </a:extLst>
                </p:cNvPr>
                <p:cNvPicPr/>
                <p:nvPr/>
              </p:nvPicPr>
              <p:blipFill>
                <a:blip r:embed="rId28"/>
                <a:stretch>
                  <a:fillRect/>
                </a:stretch>
              </p:blipFill>
              <p:spPr>
                <a:xfrm>
                  <a:off x="1228608" y="1457568"/>
                  <a:ext cx="16488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2" name="Ink 21">
                  <a:extLst>
                    <a:ext uri="{FF2B5EF4-FFF2-40B4-BE49-F238E27FC236}">
                      <a16:creationId xmlns:a16="http://schemas.microsoft.com/office/drawing/2014/main" id="{CD63E936-8661-0B30-C793-A0B3858D5FFF}"/>
                    </a:ext>
                  </a:extLst>
                </p14:cNvPr>
                <p14:cNvContentPartPr/>
                <p14:nvPr/>
              </p14:nvContentPartPr>
              <p14:xfrm>
                <a:off x="702648" y="1159848"/>
                <a:ext cx="152280" cy="315720"/>
              </p14:xfrm>
            </p:contentPart>
          </mc:Choice>
          <mc:Fallback xmlns="">
            <p:pic>
              <p:nvPicPr>
                <p:cNvPr id="22" name="Ink 21">
                  <a:extLst>
                    <a:ext uri="{FF2B5EF4-FFF2-40B4-BE49-F238E27FC236}">
                      <a16:creationId xmlns:a16="http://schemas.microsoft.com/office/drawing/2014/main" id="{CD63E936-8661-0B30-C793-A0B3858D5FFF}"/>
                    </a:ext>
                  </a:extLst>
                </p:cNvPr>
                <p:cNvPicPr/>
                <p:nvPr/>
              </p:nvPicPr>
              <p:blipFill>
                <a:blip r:embed="rId30"/>
                <a:stretch>
                  <a:fillRect/>
                </a:stretch>
              </p:blipFill>
              <p:spPr>
                <a:xfrm>
                  <a:off x="693648" y="1150848"/>
                  <a:ext cx="16992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3" name="Ink 22">
                  <a:extLst>
                    <a:ext uri="{FF2B5EF4-FFF2-40B4-BE49-F238E27FC236}">
                      <a16:creationId xmlns:a16="http://schemas.microsoft.com/office/drawing/2014/main" id="{755E3D7C-A401-C1B6-D28D-91EBEB3B20C3}"/>
                    </a:ext>
                  </a:extLst>
                </p14:cNvPr>
                <p14:cNvContentPartPr/>
                <p14:nvPr/>
              </p14:nvContentPartPr>
              <p14:xfrm>
                <a:off x="696888" y="1199448"/>
                <a:ext cx="164880" cy="38880"/>
              </p14:xfrm>
            </p:contentPart>
          </mc:Choice>
          <mc:Fallback xmlns="">
            <p:pic>
              <p:nvPicPr>
                <p:cNvPr id="23" name="Ink 22">
                  <a:extLst>
                    <a:ext uri="{FF2B5EF4-FFF2-40B4-BE49-F238E27FC236}">
                      <a16:creationId xmlns:a16="http://schemas.microsoft.com/office/drawing/2014/main" id="{755E3D7C-A401-C1B6-D28D-91EBEB3B20C3}"/>
                    </a:ext>
                  </a:extLst>
                </p:cNvPr>
                <p:cNvPicPr/>
                <p:nvPr/>
              </p:nvPicPr>
              <p:blipFill>
                <a:blip r:embed="rId32"/>
                <a:stretch>
                  <a:fillRect/>
                </a:stretch>
              </p:blipFill>
              <p:spPr>
                <a:xfrm>
                  <a:off x="687888" y="1190448"/>
                  <a:ext cx="1825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4" name="Ink 23">
                  <a:extLst>
                    <a:ext uri="{FF2B5EF4-FFF2-40B4-BE49-F238E27FC236}">
                      <a16:creationId xmlns:a16="http://schemas.microsoft.com/office/drawing/2014/main" id="{5C2B51A4-F755-5993-2742-A454809FC162}"/>
                    </a:ext>
                  </a:extLst>
                </p14:cNvPr>
                <p14:cNvContentPartPr/>
                <p14:nvPr/>
              </p14:nvContentPartPr>
              <p14:xfrm>
                <a:off x="840168" y="1397088"/>
                <a:ext cx="110880" cy="225360"/>
              </p14:xfrm>
            </p:contentPart>
          </mc:Choice>
          <mc:Fallback xmlns="">
            <p:pic>
              <p:nvPicPr>
                <p:cNvPr id="24" name="Ink 23">
                  <a:extLst>
                    <a:ext uri="{FF2B5EF4-FFF2-40B4-BE49-F238E27FC236}">
                      <a16:creationId xmlns:a16="http://schemas.microsoft.com/office/drawing/2014/main" id="{5C2B51A4-F755-5993-2742-A454809FC162}"/>
                    </a:ext>
                  </a:extLst>
                </p:cNvPr>
                <p:cNvPicPr/>
                <p:nvPr/>
              </p:nvPicPr>
              <p:blipFill>
                <a:blip r:embed="rId34"/>
                <a:stretch>
                  <a:fillRect/>
                </a:stretch>
              </p:blipFill>
              <p:spPr>
                <a:xfrm>
                  <a:off x="831168" y="1388074"/>
                  <a:ext cx="128520" cy="243028"/>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5" name="Ink 24">
                  <a:extLst>
                    <a:ext uri="{FF2B5EF4-FFF2-40B4-BE49-F238E27FC236}">
                      <a16:creationId xmlns:a16="http://schemas.microsoft.com/office/drawing/2014/main" id="{3F30E2F0-5861-2557-3AF7-8F03468A0707}"/>
                    </a:ext>
                  </a:extLst>
                </p14:cNvPr>
                <p14:cNvContentPartPr/>
                <p14:nvPr/>
              </p14:nvContentPartPr>
              <p14:xfrm>
                <a:off x="956808" y="1510128"/>
                <a:ext cx="55800" cy="113400"/>
              </p14:xfrm>
            </p:contentPart>
          </mc:Choice>
          <mc:Fallback xmlns="">
            <p:pic>
              <p:nvPicPr>
                <p:cNvPr id="25" name="Ink 24">
                  <a:extLst>
                    <a:ext uri="{FF2B5EF4-FFF2-40B4-BE49-F238E27FC236}">
                      <a16:creationId xmlns:a16="http://schemas.microsoft.com/office/drawing/2014/main" id="{3F30E2F0-5861-2557-3AF7-8F03468A0707}"/>
                    </a:ext>
                  </a:extLst>
                </p:cNvPr>
                <p:cNvPicPr/>
                <p:nvPr/>
              </p:nvPicPr>
              <p:blipFill>
                <a:blip r:embed="rId36"/>
                <a:stretch>
                  <a:fillRect/>
                </a:stretch>
              </p:blipFill>
              <p:spPr>
                <a:xfrm>
                  <a:off x="947808" y="1501099"/>
                  <a:ext cx="73440" cy="131096"/>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6" name="Ink 25">
                  <a:extLst>
                    <a:ext uri="{FF2B5EF4-FFF2-40B4-BE49-F238E27FC236}">
                      <a16:creationId xmlns:a16="http://schemas.microsoft.com/office/drawing/2014/main" id="{95DDECC0-996F-C42D-B11F-DD3EF2A5B8AC}"/>
                    </a:ext>
                  </a:extLst>
                </p14:cNvPr>
                <p14:cNvContentPartPr/>
                <p14:nvPr/>
              </p14:nvContentPartPr>
              <p14:xfrm>
                <a:off x="951408" y="1543608"/>
                <a:ext cx="89280" cy="10800"/>
              </p14:xfrm>
            </p:contentPart>
          </mc:Choice>
          <mc:Fallback xmlns="">
            <p:pic>
              <p:nvPicPr>
                <p:cNvPr id="26" name="Ink 25">
                  <a:extLst>
                    <a:ext uri="{FF2B5EF4-FFF2-40B4-BE49-F238E27FC236}">
                      <a16:creationId xmlns:a16="http://schemas.microsoft.com/office/drawing/2014/main" id="{95DDECC0-996F-C42D-B11F-DD3EF2A5B8AC}"/>
                    </a:ext>
                  </a:extLst>
                </p:cNvPr>
                <p:cNvPicPr/>
                <p:nvPr/>
              </p:nvPicPr>
              <p:blipFill>
                <a:blip r:embed="rId38"/>
                <a:stretch>
                  <a:fillRect/>
                </a:stretch>
              </p:blipFill>
              <p:spPr>
                <a:xfrm>
                  <a:off x="942408" y="1534608"/>
                  <a:ext cx="10692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Ink 26">
                  <a:extLst>
                    <a:ext uri="{FF2B5EF4-FFF2-40B4-BE49-F238E27FC236}">
                      <a16:creationId xmlns:a16="http://schemas.microsoft.com/office/drawing/2014/main" id="{A0F56612-65C9-7AC5-0C68-A0061A939B2A}"/>
                    </a:ext>
                  </a:extLst>
                </p14:cNvPr>
                <p14:cNvContentPartPr/>
                <p14:nvPr/>
              </p14:nvContentPartPr>
              <p14:xfrm>
                <a:off x="959328" y="1495728"/>
                <a:ext cx="86760" cy="8280"/>
              </p14:xfrm>
            </p:contentPart>
          </mc:Choice>
          <mc:Fallback xmlns="">
            <p:pic>
              <p:nvPicPr>
                <p:cNvPr id="27" name="Ink 26">
                  <a:extLst>
                    <a:ext uri="{FF2B5EF4-FFF2-40B4-BE49-F238E27FC236}">
                      <a16:creationId xmlns:a16="http://schemas.microsoft.com/office/drawing/2014/main" id="{A0F56612-65C9-7AC5-0C68-A0061A939B2A}"/>
                    </a:ext>
                  </a:extLst>
                </p:cNvPr>
                <p:cNvPicPr/>
                <p:nvPr/>
              </p:nvPicPr>
              <p:blipFill>
                <a:blip r:embed="rId40"/>
                <a:stretch>
                  <a:fillRect/>
                </a:stretch>
              </p:blipFill>
              <p:spPr>
                <a:xfrm>
                  <a:off x="950328" y="1486728"/>
                  <a:ext cx="1044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A6097D71-DCAB-0B83-77D1-74702148EBC3}"/>
                    </a:ext>
                  </a:extLst>
                </p14:cNvPr>
                <p14:cNvContentPartPr/>
                <p14:nvPr/>
              </p14:nvContentPartPr>
              <p14:xfrm>
                <a:off x="1058328" y="1458288"/>
                <a:ext cx="92160" cy="163440"/>
              </p14:xfrm>
            </p:contentPart>
          </mc:Choice>
          <mc:Fallback xmlns="">
            <p:pic>
              <p:nvPicPr>
                <p:cNvPr id="28" name="Ink 27">
                  <a:extLst>
                    <a:ext uri="{FF2B5EF4-FFF2-40B4-BE49-F238E27FC236}">
                      <a16:creationId xmlns:a16="http://schemas.microsoft.com/office/drawing/2014/main" id="{A6097D71-DCAB-0B83-77D1-74702148EBC3}"/>
                    </a:ext>
                  </a:extLst>
                </p:cNvPr>
                <p:cNvPicPr/>
                <p:nvPr/>
              </p:nvPicPr>
              <p:blipFill>
                <a:blip r:embed="rId42"/>
                <a:stretch>
                  <a:fillRect/>
                </a:stretch>
              </p:blipFill>
              <p:spPr>
                <a:xfrm>
                  <a:off x="1049293" y="1449288"/>
                  <a:ext cx="109869"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 name="Ink 28">
                  <a:extLst>
                    <a:ext uri="{FF2B5EF4-FFF2-40B4-BE49-F238E27FC236}">
                      <a16:creationId xmlns:a16="http://schemas.microsoft.com/office/drawing/2014/main" id="{5E2766EA-541E-0D0D-5EC2-8E5C99F29A3C}"/>
                    </a:ext>
                  </a:extLst>
                </p14:cNvPr>
                <p14:cNvContentPartPr/>
                <p14:nvPr/>
              </p14:nvContentPartPr>
              <p14:xfrm>
                <a:off x="1079928" y="1519848"/>
                <a:ext cx="70920" cy="8280"/>
              </p14:xfrm>
            </p:contentPart>
          </mc:Choice>
          <mc:Fallback xmlns="">
            <p:pic>
              <p:nvPicPr>
                <p:cNvPr id="29" name="Ink 28">
                  <a:extLst>
                    <a:ext uri="{FF2B5EF4-FFF2-40B4-BE49-F238E27FC236}">
                      <a16:creationId xmlns:a16="http://schemas.microsoft.com/office/drawing/2014/main" id="{5E2766EA-541E-0D0D-5EC2-8E5C99F29A3C}"/>
                    </a:ext>
                  </a:extLst>
                </p:cNvPr>
                <p:cNvPicPr/>
                <p:nvPr/>
              </p:nvPicPr>
              <p:blipFill>
                <a:blip r:embed="rId44"/>
                <a:stretch>
                  <a:fillRect/>
                </a:stretch>
              </p:blipFill>
              <p:spPr>
                <a:xfrm>
                  <a:off x="1070973" y="1510848"/>
                  <a:ext cx="88471"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1" name="Ink 30">
                  <a:extLst>
                    <a:ext uri="{FF2B5EF4-FFF2-40B4-BE49-F238E27FC236}">
                      <a16:creationId xmlns:a16="http://schemas.microsoft.com/office/drawing/2014/main" id="{A0B5A6C5-B375-AA67-991B-01F4EF2730D0}"/>
                    </a:ext>
                  </a:extLst>
                </p14:cNvPr>
                <p14:cNvContentPartPr/>
                <p14:nvPr/>
              </p14:nvContentPartPr>
              <p14:xfrm>
                <a:off x="1475568" y="1813608"/>
                <a:ext cx="402840" cy="812520"/>
              </p14:xfrm>
            </p:contentPart>
          </mc:Choice>
          <mc:Fallback xmlns="">
            <p:pic>
              <p:nvPicPr>
                <p:cNvPr id="31" name="Ink 30">
                  <a:extLst>
                    <a:ext uri="{FF2B5EF4-FFF2-40B4-BE49-F238E27FC236}">
                      <a16:creationId xmlns:a16="http://schemas.microsoft.com/office/drawing/2014/main" id="{A0B5A6C5-B375-AA67-991B-01F4EF2730D0}"/>
                    </a:ext>
                  </a:extLst>
                </p:cNvPr>
                <p:cNvPicPr/>
                <p:nvPr/>
              </p:nvPicPr>
              <p:blipFill>
                <a:blip r:embed="rId46"/>
                <a:stretch>
                  <a:fillRect/>
                </a:stretch>
              </p:blipFill>
              <p:spPr>
                <a:xfrm>
                  <a:off x="1466568" y="1804608"/>
                  <a:ext cx="420480" cy="8301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2" name="Ink 31">
                  <a:extLst>
                    <a:ext uri="{FF2B5EF4-FFF2-40B4-BE49-F238E27FC236}">
                      <a16:creationId xmlns:a16="http://schemas.microsoft.com/office/drawing/2014/main" id="{DDB0D16E-2E9D-F599-ECBA-3168528FAC2E}"/>
                    </a:ext>
                  </a:extLst>
                </p14:cNvPr>
                <p14:cNvContentPartPr/>
                <p14:nvPr/>
              </p14:nvContentPartPr>
              <p14:xfrm>
                <a:off x="1889568" y="2324448"/>
                <a:ext cx="55800" cy="800280"/>
              </p14:xfrm>
            </p:contentPart>
          </mc:Choice>
          <mc:Fallback xmlns="">
            <p:pic>
              <p:nvPicPr>
                <p:cNvPr id="32" name="Ink 31">
                  <a:extLst>
                    <a:ext uri="{FF2B5EF4-FFF2-40B4-BE49-F238E27FC236}">
                      <a16:creationId xmlns:a16="http://schemas.microsoft.com/office/drawing/2014/main" id="{DDB0D16E-2E9D-F599-ECBA-3168528FAC2E}"/>
                    </a:ext>
                  </a:extLst>
                </p:cNvPr>
                <p:cNvPicPr/>
                <p:nvPr/>
              </p:nvPicPr>
              <p:blipFill>
                <a:blip r:embed="rId48"/>
                <a:stretch>
                  <a:fillRect/>
                </a:stretch>
              </p:blipFill>
              <p:spPr>
                <a:xfrm>
                  <a:off x="1880568" y="2315448"/>
                  <a:ext cx="73440" cy="8179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3" name="Ink 32">
                  <a:extLst>
                    <a:ext uri="{FF2B5EF4-FFF2-40B4-BE49-F238E27FC236}">
                      <a16:creationId xmlns:a16="http://schemas.microsoft.com/office/drawing/2014/main" id="{B49CC973-30D2-25AA-45DA-8A545A3F18F9}"/>
                    </a:ext>
                  </a:extLst>
                </p14:cNvPr>
                <p14:cNvContentPartPr/>
                <p14:nvPr/>
              </p14:nvContentPartPr>
              <p14:xfrm>
                <a:off x="1483488" y="2857968"/>
                <a:ext cx="444600" cy="467640"/>
              </p14:xfrm>
            </p:contentPart>
          </mc:Choice>
          <mc:Fallback xmlns="">
            <p:pic>
              <p:nvPicPr>
                <p:cNvPr id="33" name="Ink 32">
                  <a:extLst>
                    <a:ext uri="{FF2B5EF4-FFF2-40B4-BE49-F238E27FC236}">
                      <a16:creationId xmlns:a16="http://schemas.microsoft.com/office/drawing/2014/main" id="{B49CC973-30D2-25AA-45DA-8A545A3F18F9}"/>
                    </a:ext>
                  </a:extLst>
                </p:cNvPr>
                <p:cNvPicPr/>
                <p:nvPr/>
              </p:nvPicPr>
              <p:blipFill>
                <a:blip r:embed="rId50"/>
                <a:stretch>
                  <a:fillRect/>
                </a:stretch>
              </p:blipFill>
              <p:spPr>
                <a:xfrm>
                  <a:off x="1474495" y="2848975"/>
                  <a:ext cx="462226" cy="485266"/>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4" name="Ink 33">
                  <a:extLst>
                    <a:ext uri="{FF2B5EF4-FFF2-40B4-BE49-F238E27FC236}">
                      <a16:creationId xmlns:a16="http://schemas.microsoft.com/office/drawing/2014/main" id="{12F6672F-512C-5E58-F7BC-2F38BF0F0C8A}"/>
                    </a:ext>
                  </a:extLst>
                </p14:cNvPr>
                <p14:cNvContentPartPr/>
                <p14:nvPr/>
              </p14:nvContentPartPr>
              <p14:xfrm>
                <a:off x="1489608" y="3052368"/>
                <a:ext cx="142200" cy="196920"/>
              </p14:xfrm>
            </p:contentPart>
          </mc:Choice>
          <mc:Fallback xmlns="">
            <p:pic>
              <p:nvPicPr>
                <p:cNvPr id="34" name="Ink 33">
                  <a:extLst>
                    <a:ext uri="{FF2B5EF4-FFF2-40B4-BE49-F238E27FC236}">
                      <a16:creationId xmlns:a16="http://schemas.microsoft.com/office/drawing/2014/main" id="{12F6672F-512C-5E58-F7BC-2F38BF0F0C8A}"/>
                    </a:ext>
                  </a:extLst>
                </p:cNvPr>
                <p:cNvPicPr/>
                <p:nvPr/>
              </p:nvPicPr>
              <p:blipFill>
                <a:blip r:embed="rId52"/>
                <a:stretch>
                  <a:fillRect/>
                </a:stretch>
              </p:blipFill>
              <p:spPr>
                <a:xfrm>
                  <a:off x="1480608" y="3043352"/>
                  <a:ext cx="159840" cy="214592"/>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5" name="Ink 34">
                  <a:extLst>
                    <a:ext uri="{FF2B5EF4-FFF2-40B4-BE49-F238E27FC236}">
                      <a16:creationId xmlns:a16="http://schemas.microsoft.com/office/drawing/2014/main" id="{01E59614-F63E-044C-9B03-4F94F231A6E2}"/>
                    </a:ext>
                  </a:extLst>
                </p14:cNvPr>
                <p14:cNvContentPartPr/>
                <p14:nvPr/>
              </p14:nvContentPartPr>
              <p14:xfrm>
                <a:off x="1481688" y="3294288"/>
                <a:ext cx="22320" cy="1149480"/>
              </p14:xfrm>
            </p:contentPart>
          </mc:Choice>
          <mc:Fallback xmlns="">
            <p:pic>
              <p:nvPicPr>
                <p:cNvPr id="35" name="Ink 34">
                  <a:extLst>
                    <a:ext uri="{FF2B5EF4-FFF2-40B4-BE49-F238E27FC236}">
                      <a16:creationId xmlns:a16="http://schemas.microsoft.com/office/drawing/2014/main" id="{01E59614-F63E-044C-9B03-4F94F231A6E2}"/>
                    </a:ext>
                  </a:extLst>
                </p:cNvPr>
                <p:cNvPicPr/>
                <p:nvPr/>
              </p:nvPicPr>
              <p:blipFill>
                <a:blip r:embed="rId54"/>
                <a:stretch>
                  <a:fillRect/>
                </a:stretch>
              </p:blipFill>
              <p:spPr>
                <a:xfrm>
                  <a:off x="1472688" y="3285291"/>
                  <a:ext cx="39960" cy="1167114"/>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7" name="Ink 36">
                  <a:extLst>
                    <a:ext uri="{FF2B5EF4-FFF2-40B4-BE49-F238E27FC236}">
                      <a16:creationId xmlns:a16="http://schemas.microsoft.com/office/drawing/2014/main" id="{6E965179-1872-C234-272B-66AFD20187B1}"/>
                    </a:ext>
                  </a:extLst>
                </p14:cNvPr>
                <p14:cNvContentPartPr/>
                <p14:nvPr/>
              </p14:nvContentPartPr>
              <p14:xfrm>
                <a:off x="1923768" y="2718288"/>
                <a:ext cx="1776240" cy="74520"/>
              </p14:xfrm>
            </p:contentPart>
          </mc:Choice>
          <mc:Fallback xmlns="">
            <p:pic>
              <p:nvPicPr>
                <p:cNvPr id="37" name="Ink 36">
                  <a:extLst>
                    <a:ext uri="{FF2B5EF4-FFF2-40B4-BE49-F238E27FC236}">
                      <a16:creationId xmlns:a16="http://schemas.microsoft.com/office/drawing/2014/main" id="{6E965179-1872-C234-272B-66AFD20187B1}"/>
                    </a:ext>
                  </a:extLst>
                </p:cNvPr>
                <p:cNvPicPr/>
                <p:nvPr/>
              </p:nvPicPr>
              <p:blipFill>
                <a:blip r:embed="rId56"/>
                <a:stretch>
                  <a:fillRect/>
                </a:stretch>
              </p:blipFill>
              <p:spPr>
                <a:xfrm>
                  <a:off x="1914768" y="2709288"/>
                  <a:ext cx="179388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9" name="Ink 38">
                  <a:extLst>
                    <a:ext uri="{FF2B5EF4-FFF2-40B4-BE49-F238E27FC236}">
                      <a16:creationId xmlns:a16="http://schemas.microsoft.com/office/drawing/2014/main" id="{69A0593C-56AA-B045-7DC9-8590540D945E}"/>
                    </a:ext>
                  </a:extLst>
                </p14:cNvPr>
                <p14:cNvContentPartPr/>
                <p14:nvPr/>
              </p14:nvContentPartPr>
              <p14:xfrm>
                <a:off x="1521648" y="2021328"/>
                <a:ext cx="1127520" cy="778320"/>
              </p14:xfrm>
            </p:contentPart>
          </mc:Choice>
          <mc:Fallback xmlns="">
            <p:pic>
              <p:nvPicPr>
                <p:cNvPr id="39" name="Ink 38">
                  <a:extLst>
                    <a:ext uri="{FF2B5EF4-FFF2-40B4-BE49-F238E27FC236}">
                      <a16:creationId xmlns:a16="http://schemas.microsoft.com/office/drawing/2014/main" id="{69A0593C-56AA-B045-7DC9-8590540D945E}"/>
                    </a:ext>
                  </a:extLst>
                </p:cNvPr>
                <p:cNvPicPr/>
                <p:nvPr/>
              </p:nvPicPr>
              <p:blipFill>
                <a:blip r:embed="rId58"/>
                <a:stretch>
                  <a:fillRect/>
                </a:stretch>
              </p:blipFill>
              <p:spPr>
                <a:xfrm>
                  <a:off x="1512648" y="2012328"/>
                  <a:ext cx="1145160" cy="7959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1" name="Ink 40">
                  <a:extLst>
                    <a:ext uri="{FF2B5EF4-FFF2-40B4-BE49-F238E27FC236}">
                      <a16:creationId xmlns:a16="http://schemas.microsoft.com/office/drawing/2014/main" id="{03992900-3BF4-AA6F-0562-737DE99CE253}"/>
                    </a:ext>
                  </a:extLst>
                </p14:cNvPr>
                <p14:cNvContentPartPr/>
                <p14:nvPr/>
              </p14:nvContentPartPr>
              <p14:xfrm>
                <a:off x="1471248" y="1958688"/>
                <a:ext cx="123120" cy="137160"/>
              </p14:xfrm>
            </p:contentPart>
          </mc:Choice>
          <mc:Fallback xmlns="">
            <p:pic>
              <p:nvPicPr>
                <p:cNvPr id="41" name="Ink 40">
                  <a:extLst>
                    <a:ext uri="{FF2B5EF4-FFF2-40B4-BE49-F238E27FC236}">
                      <a16:creationId xmlns:a16="http://schemas.microsoft.com/office/drawing/2014/main" id="{03992900-3BF4-AA6F-0562-737DE99CE253}"/>
                    </a:ext>
                  </a:extLst>
                </p:cNvPr>
                <p:cNvPicPr/>
                <p:nvPr/>
              </p:nvPicPr>
              <p:blipFill>
                <a:blip r:embed="rId60"/>
                <a:stretch>
                  <a:fillRect/>
                </a:stretch>
              </p:blipFill>
              <p:spPr>
                <a:xfrm>
                  <a:off x="1462248" y="1949688"/>
                  <a:ext cx="14076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2" name="Ink 41">
                  <a:extLst>
                    <a:ext uri="{FF2B5EF4-FFF2-40B4-BE49-F238E27FC236}">
                      <a16:creationId xmlns:a16="http://schemas.microsoft.com/office/drawing/2014/main" id="{BA913032-7211-2914-433E-33DDC8F5DA38}"/>
                    </a:ext>
                  </a:extLst>
                </p14:cNvPr>
                <p14:cNvContentPartPr/>
                <p14:nvPr/>
              </p14:nvContentPartPr>
              <p14:xfrm>
                <a:off x="2601288" y="2708208"/>
                <a:ext cx="88200" cy="163080"/>
              </p14:xfrm>
            </p:contentPart>
          </mc:Choice>
          <mc:Fallback xmlns="">
            <p:pic>
              <p:nvPicPr>
                <p:cNvPr id="42" name="Ink 41">
                  <a:extLst>
                    <a:ext uri="{FF2B5EF4-FFF2-40B4-BE49-F238E27FC236}">
                      <a16:creationId xmlns:a16="http://schemas.microsoft.com/office/drawing/2014/main" id="{BA913032-7211-2914-433E-33DDC8F5DA38}"/>
                    </a:ext>
                  </a:extLst>
                </p:cNvPr>
                <p:cNvPicPr/>
                <p:nvPr/>
              </p:nvPicPr>
              <p:blipFill>
                <a:blip r:embed="rId62"/>
                <a:stretch>
                  <a:fillRect/>
                </a:stretch>
              </p:blipFill>
              <p:spPr>
                <a:xfrm>
                  <a:off x="2592288" y="2699208"/>
                  <a:ext cx="1058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3" name="Ink 52">
                  <a:extLst>
                    <a:ext uri="{FF2B5EF4-FFF2-40B4-BE49-F238E27FC236}">
                      <a16:creationId xmlns:a16="http://schemas.microsoft.com/office/drawing/2014/main" id="{F2731BB4-9D2E-D4DC-3E47-9CE561AB8C9D}"/>
                    </a:ext>
                  </a:extLst>
                </p14:cNvPr>
                <p14:cNvContentPartPr/>
                <p14:nvPr/>
              </p14:nvContentPartPr>
              <p14:xfrm>
                <a:off x="1174248" y="4289328"/>
                <a:ext cx="551880" cy="63720"/>
              </p14:xfrm>
            </p:contentPart>
          </mc:Choice>
          <mc:Fallback xmlns="">
            <p:pic>
              <p:nvPicPr>
                <p:cNvPr id="53" name="Ink 52">
                  <a:extLst>
                    <a:ext uri="{FF2B5EF4-FFF2-40B4-BE49-F238E27FC236}">
                      <a16:creationId xmlns:a16="http://schemas.microsoft.com/office/drawing/2014/main" id="{F2731BB4-9D2E-D4DC-3E47-9CE561AB8C9D}"/>
                    </a:ext>
                  </a:extLst>
                </p:cNvPr>
                <p:cNvPicPr/>
                <p:nvPr/>
              </p:nvPicPr>
              <p:blipFill>
                <a:blip r:embed="rId64"/>
                <a:stretch>
                  <a:fillRect/>
                </a:stretch>
              </p:blipFill>
              <p:spPr>
                <a:xfrm>
                  <a:off x="1165248" y="4280328"/>
                  <a:ext cx="56952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4" name="Ink 53">
                  <a:extLst>
                    <a:ext uri="{FF2B5EF4-FFF2-40B4-BE49-F238E27FC236}">
                      <a16:creationId xmlns:a16="http://schemas.microsoft.com/office/drawing/2014/main" id="{12DC7C05-7CAB-FE45-5952-EC1F67409E4D}"/>
                    </a:ext>
                  </a:extLst>
                </p14:cNvPr>
                <p14:cNvContentPartPr/>
                <p14:nvPr/>
              </p14:nvContentPartPr>
              <p14:xfrm>
                <a:off x="1413288" y="4435488"/>
                <a:ext cx="141840" cy="6480"/>
              </p14:xfrm>
            </p:contentPart>
          </mc:Choice>
          <mc:Fallback xmlns="">
            <p:pic>
              <p:nvPicPr>
                <p:cNvPr id="54" name="Ink 53">
                  <a:extLst>
                    <a:ext uri="{FF2B5EF4-FFF2-40B4-BE49-F238E27FC236}">
                      <a16:creationId xmlns:a16="http://schemas.microsoft.com/office/drawing/2014/main" id="{12DC7C05-7CAB-FE45-5952-EC1F67409E4D}"/>
                    </a:ext>
                  </a:extLst>
                </p:cNvPr>
                <p:cNvPicPr/>
                <p:nvPr/>
              </p:nvPicPr>
              <p:blipFill>
                <a:blip r:embed="rId66"/>
                <a:stretch>
                  <a:fillRect/>
                </a:stretch>
              </p:blipFill>
              <p:spPr>
                <a:xfrm>
                  <a:off x="1404265" y="4425959"/>
                  <a:ext cx="159525" cy="25158"/>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5" name="Ink 54">
                  <a:extLst>
                    <a:ext uri="{FF2B5EF4-FFF2-40B4-BE49-F238E27FC236}">
                      <a16:creationId xmlns:a16="http://schemas.microsoft.com/office/drawing/2014/main" id="{02D0F10D-F986-D66C-3F2A-993E6AB9A58C}"/>
                    </a:ext>
                  </a:extLst>
                </p14:cNvPr>
                <p14:cNvContentPartPr/>
                <p14:nvPr/>
              </p14:nvContentPartPr>
              <p14:xfrm>
                <a:off x="1516968" y="4472208"/>
                <a:ext cx="68760" cy="13320"/>
              </p14:xfrm>
            </p:contentPart>
          </mc:Choice>
          <mc:Fallback xmlns="">
            <p:pic>
              <p:nvPicPr>
                <p:cNvPr id="55" name="Ink 54">
                  <a:extLst>
                    <a:ext uri="{FF2B5EF4-FFF2-40B4-BE49-F238E27FC236}">
                      <a16:creationId xmlns:a16="http://schemas.microsoft.com/office/drawing/2014/main" id="{02D0F10D-F986-D66C-3F2A-993E6AB9A58C}"/>
                    </a:ext>
                  </a:extLst>
                </p:cNvPr>
                <p:cNvPicPr/>
                <p:nvPr/>
              </p:nvPicPr>
              <p:blipFill>
                <a:blip r:embed="rId68"/>
                <a:stretch>
                  <a:fillRect/>
                </a:stretch>
              </p:blipFill>
              <p:spPr>
                <a:xfrm>
                  <a:off x="1507968" y="4463208"/>
                  <a:ext cx="864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0" name="Ink 59">
                  <a:extLst>
                    <a:ext uri="{FF2B5EF4-FFF2-40B4-BE49-F238E27FC236}">
                      <a16:creationId xmlns:a16="http://schemas.microsoft.com/office/drawing/2014/main" id="{DE0A277F-6990-FE31-B54D-3CF97844B829}"/>
                    </a:ext>
                  </a:extLst>
                </p14:cNvPr>
                <p14:cNvContentPartPr/>
                <p14:nvPr/>
              </p14:nvContentPartPr>
              <p14:xfrm>
                <a:off x="4170888" y="1145448"/>
                <a:ext cx="113760" cy="119160"/>
              </p14:xfrm>
            </p:contentPart>
          </mc:Choice>
          <mc:Fallback xmlns="">
            <p:pic>
              <p:nvPicPr>
                <p:cNvPr id="60" name="Ink 59">
                  <a:extLst>
                    <a:ext uri="{FF2B5EF4-FFF2-40B4-BE49-F238E27FC236}">
                      <a16:creationId xmlns:a16="http://schemas.microsoft.com/office/drawing/2014/main" id="{DE0A277F-6990-FE31-B54D-3CF97844B829}"/>
                    </a:ext>
                  </a:extLst>
                </p:cNvPr>
                <p:cNvPicPr/>
                <p:nvPr/>
              </p:nvPicPr>
              <p:blipFill>
                <a:blip r:embed="rId70"/>
                <a:stretch>
                  <a:fillRect/>
                </a:stretch>
              </p:blipFill>
              <p:spPr>
                <a:xfrm>
                  <a:off x="4161859" y="1136448"/>
                  <a:ext cx="131456"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1" name="Ink 60">
                  <a:extLst>
                    <a:ext uri="{FF2B5EF4-FFF2-40B4-BE49-F238E27FC236}">
                      <a16:creationId xmlns:a16="http://schemas.microsoft.com/office/drawing/2014/main" id="{2A8AF41A-5C39-505D-65EF-AA628C9E3867}"/>
                    </a:ext>
                  </a:extLst>
                </p14:cNvPr>
                <p14:cNvContentPartPr/>
                <p14:nvPr/>
              </p14:nvContentPartPr>
              <p14:xfrm>
                <a:off x="4421088" y="1074888"/>
                <a:ext cx="121680" cy="694080"/>
              </p14:xfrm>
            </p:contentPart>
          </mc:Choice>
          <mc:Fallback xmlns="">
            <p:pic>
              <p:nvPicPr>
                <p:cNvPr id="61" name="Ink 60">
                  <a:extLst>
                    <a:ext uri="{FF2B5EF4-FFF2-40B4-BE49-F238E27FC236}">
                      <a16:creationId xmlns:a16="http://schemas.microsoft.com/office/drawing/2014/main" id="{2A8AF41A-5C39-505D-65EF-AA628C9E3867}"/>
                    </a:ext>
                  </a:extLst>
                </p:cNvPr>
                <p:cNvPicPr/>
                <p:nvPr/>
              </p:nvPicPr>
              <p:blipFill>
                <a:blip r:embed="rId72"/>
                <a:stretch>
                  <a:fillRect/>
                </a:stretch>
              </p:blipFill>
              <p:spPr>
                <a:xfrm>
                  <a:off x="4412088" y="1065888"/>
                  <a:ext cx="139320" cy="7117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2" name="Ink 61">
                  <a:extLst>
                    <a:ext uri="{FF2B5EF4-FFF2-40B4-BE49-F238E27FC236}">
                      <a16:creationId xmlns:a16="http://schemas.microsoft.com/office/drawing/2014/main" id="{00D8D339-2183-E362-B2D0-67C153C23819}"/>
                    </a:ext>
                  </a:extLst>
                </p14:cNvPr>
                <p14:cNvContentPartPr/>
                <p14:nvPr/>
              </p14:nvContentPartPr>
              <p14:xfrm>
                <a:off x="4657248" y="1285488"/>
                <a:ext cx="139680" cy="329040"/>
              </p14:xfrm>
            </p:contentPart>
          </mc:Choice>
          <mc:Fallback xmlns="">
            <p:pic>
              <p:nvPicPr>
                <p:cNvPr id="62" name="Ink 61">
                  <a:extLst>
                    <a:ext uri="{FF2B5EF4-FFF2-40B4-BE49-F238E27FC236}">
                      <a16:creationId xmlns:a16="http://schemas.microsoft.com/office/drawing/2014/main" id="{00D8D339-2183-E362-B2D0-67C153C23819}"/>
                    </a:ext>
                  </a:extLst>
                </p:cNvPr>
                <p:cNvPicPr/>
                <p:nvPr/>
              </p:nvPicPr>
              <p:blipFill>
                <a:blip r:embed="rId74"/>
                <a:stretch>
                  <a:fillRect/>
                </a:stretch>
              </p:blipFill>
              <p:spPr>
                <a:xfrm>
                  <a:off x="4648248" y="1276488"/>
                  <a:ext cx="15732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3" name="Ink 62">
                  <a:extLst>
                    <a:ext uri="{FF2B5EF4-FFF2-40B4-BE49-F238E27FC236}">
                      <a16:creationId xmlns:a16="http://schemas.microsoft.com/office/drawing/2014/main" id="{2F702342-E4D7-E24B-5711-9B477A44EBF7}"/>
                    </a:ext>
                  </a:extLst>
                </p14:cNvPr>
                <p14:cNvContentPartPr/>
                <p14:nvPr/>
              </p14:nvContentPartPr>
              <p14:xfrm>
                <a:off x="4686768" y="1239048"/>
                <a:ext cx="110160" cy="45000"/>
              </p14:xfrm>
            </p:contentPart>
          </mc:Choice>
          <mc:Fallback xmlns="">
            <p:pic>
              <p:nvPicPr>
                <p:cNvPr id="63" name="Ink 62">
                  <a:extLst>
                    <a:ext uri="{FF2B5EF4-FFF2-40B4-BE49-F238E27FC236}">
                      <a16:creationId xmlns:a16="http://schemas.microsoft.com/office/drawing/2014/main" id="{2F702342-E4D7-E24B-5711-9B477A44EBF7}"/>
                    </a:ext>
                  </a:extLst>
                </p:cNvPr>
                <p:cNvPicPr/>
                <p:nvPr/>
              </p:nvPicPr>
              <p:blipFill>
                <a:blip r:embed="rId76"/>
                <a:stretch>
                  <a:fillRect/>
                </a:stretch>
              </p:blipFill>
              <p:spPr>
                <a:xfrm>
                  <a:off x="4677768" y="1230048"/>
                  <a:ext cx="1278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4" name="Ink 63">
                  <a:extLst>
                    <a:ext uri="{FF2B5EF4-FFF2-40B4-BE49-F238E27FC236}">
                      <a16:creationId xmlns:a16="http://schemas.microsoft.com/office/drawing/2014/main" id="{CF873EE1-2150-DD8A-09D2-D96B137111A8}"/>
                    </a:ext>
                  </a:extLst>
                </p14:cNvPr>
                <p14:cNvContentPartPr/>
                <p14:nvPr/>
              </p14:nvContentPartPr>
              <p14:xfrm>
                <a:off x="4831488" y="1558368"/>
                <a:ext cx="72720" cy="139680"/>
              </p14:xfrm>
            </p:contentPart>
          </mc:Choice>
          <mc:Fallback xmlns="">
            <p:pic>
              <p:nvPicPr>
                <p:cNvPr id="64" name="Ink 63">
                  <a:extLst>
                    <a:ext uri="{FF2B5EF4-FFF2-40B4-BE49-F238E27FC236}">
                      <a16:creationId xmlns:a16="http://schemas.microsoft.com/office/drawing/2014/main" id="{CF873EE1-2150-DD8A-09D2-D96B137111A8}"/>
                    </a:ext>
                  </a:extLst>
                </p:cNvPr>
                <p:cNvPicPr/>
                <p:nvPr/>
              </p:nvPicPr>
              <p:blipFill>
                <a:blip r:embed="rId78"/>
                <a:stretch>
                  <a:fillRect/>
                </a:stretch>
              </p:blipFill>
              <p:spPr>
                <a:xfrm>
                  <a:off x="4822532" y="1549368"/>
                  <a:ext cx="90273"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65" name="Ink 64">
                  <a:extLst>
                    <a:ext uri="{FF2B5EF4-FFF2-40B4-BE49-F238E27FC236}">
                      <a16:creationId xmlns:a16="http://schemas.microsoft.com/office/drawing/2014/main" id="{A5207F53-7793-4295-9ACE-F42285557FAD}"/>
                    </a:ext>
                  </a:extLst>
                </p14:cNvPr>
                <p14:cNvContentPartPr/>
                <p14:nvPr/>
              </p14:nvContentPartPr>
              <p14:xfrm>
                <a:off x="4959288" y="1393848"/>
                <a:ext cx="146520" cy="4680"/>
              </p14:xfrm>
            </p:contentPart>
          </mc:Choice>
          <mc:Fallback xmlns="">
            <p:pic>
              <p:nvPicPr>
                <p:cNvPr id="65" name="Ink 64">
                  <a:extLst>
                    <a:ext uri="{FF2B5EF4-FFF2-40B4-BE49-F238E27FC236}">
                      <a16:creationId xmlns:a16="http://schemas.microsoft.com/office/drawing/2014/main" id="{A5207F53-7793-4295-9ACE-F42285557FAD}"/>
                    </a:ext>
                  </a:extLst>
                </p:cNvPr>
                <p:cNvPicPr/>
                <p:nvPr/>
              </p:nvPicPr>
              <p:blipFill>
                <a:blip r:embed="rId80"/>
                <a:stretch>
                  <a:fillRect/>
                </a:stretch>
              </p:blipFill>
              <p:spPr>
                <a:xfrm>
                  <a:off x="4950310" y="1384848"/>
                  <a:ext cx="164117"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66" name="Ink 65">
                  <a:extLst>
                    <a:ext uri="{FF2B5EF4-FFF2-40B4-BE49-F238E27FC236}">
                      <a16:creationId xmlns:a16="http://schemas.microsoft.com/office/drawing/2014/main" id="{20BF6961-C91C-9ED8-7A13-93D37DCFC013}"/>
                    </a:ext>
                  </a:extLst>
                </p14:cNvPr>
                <p14:cNvContentPartPr/>
                <p14:nvPr/>
              </p14:nvContentPartPr>
              <p14:xfrm>
                <a:off x="4999968" y="1472328"/>
                <a:ext cx="113040" cy="39600"/>
              </p14:xfrm>
            </p:contentPart>
          </mc:Choice>
          <mc:Fallback xmlns="">
            <p:pic>
              <p:nvPicPr>
                <p:cNvPr id="66" name="Ink 65">
                  <a:extLst>
                    <a:ext uri="{FF2B5EF4-FFF2-40B4-BE49-F238E27FC236}">
                      <a16:creationId xmlns:a16="http://schemas.microsoft.com/office/drawing/2014/main" id="{20BF6961-C91C-9ED8-7A13-93D37DCFC013}"/>
                    </a:ext>
                  </a:extLst>
                </p:cNvPr>
                <p:cNvPicPr/>
                <p:nvPr/>
              </p:nvPicPr>
              <p:blipFill>
                <a:blip r:embed="rId82"/>
                <a:stretch>
                  <a:fillRect/>
                </a:stretch>
              </p:blipFill>
              <p:spPr>
                <a:xfrm>
                  <a:off x="4990968" y="1463245"/>
                  <a:ext cx="130680" cy="57402"/>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68" name="Ink 67">
                  <a:extLst>
                    <a:ext uri="{FF2B5EF4-FFF2-40B4-BE49-F238E27FC236}">
                      <a16:creationId xmlns:a16="http://schemas.microsoft.com/office/drawing/2014/main" id="{E975C1BF-82F0-9E82-FCF2-0D8A6E7750A5}"/>
                    </a:ext>
                  </a:extLst>
                </p14:cNvPr>
                <p14:cNvContentPartPr/>
                <p14:nvPr/>
              </p14:nvContentPartPr>
              <p14:xfrm>
                <a:off x="5236128" y="1241568"/>
                <a:ext cx="126720" cy="284040"/>
              </p14:xfrm>
            </p:contentPart>
          </mc:Choice>
          <mc:Fallback xmlns="">
            <p:pic>
              <p:nvPicPr>
                <p:cNvPr id="68" name="Ink 67">
                  <a:extLst>
                    <a:ext uri="{FF2B5EF4-FFF2-40B4-BE49-F238E27FC236}">
                      <a16:creationId xmlns:a16="http://schemas.microsoft.com/office/drawing/2014/main" id="{E975C1BF-82F0-9E82-FCF2-0D8A6E7750A5}"/>
                    </a:ext>
                  </a:extLst>
                </p:cNvPr>
                <p:cNvPicPr/>
                <p:nvPr/>
              </p:nvPicPr>
              <p:blipFill>
                <a:blip r:embed="rId84"/>
                <a:stretch>
                  <a:fillRect/>
                </a:stretch>
              </p:blipFill>
              <p:spPr>
                <a:xfrm>
                  <a:off x="5227128" y="1232568"/>
                  <a:ext cx="14436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69" name="Ink 68">
                  <a:extLst>
                    <a:ext uri="{FF2B5EF4-FFF2-40B4-BE49-F238E27FC236}">
                      <a16:creationId xmlns:a16="http://schemas.microsoft.com/office/drawing/2014/main" id="{1B223CE6-9A04-9945-ACF3-53FCDFAA528A}"/>
                    </a:ext>
                  </a:extLst>
                </p14:cNvPr>
                <p14:cNvContentPartPr/>
                <p14:nvPr/>
              </p14:nvContentPartPr>
              <p14:xfrm>
                <a:off x="5426928" y="1437048"/>
                <a:ext cx="9000" cy="31680"/>
              </p14:xfrm>
            </p:contentPart>
          </mc:Choice>
          <mc:Fallback xmlns="">
            <p:pic>
              <p:nvPicPr>
                <p:cNvPr id="69" name="Ink 68">
                  <a:extLst>
                    <a:ext uri="{FF2B5EF4-FFF2-40B4-BE49-F238E27FC236}">
                      <a16:creationId xmlns:a16="http://schemas.microsoft.com/office/drawing/2014/main" id="{1B223CE6-9A04-9945-ACF3-53FCDFAA528A}"/>
                    </a:ext>
                  </a:extLst>
                </p:cNvPr>
                <p:cNvPicPr/>
                <p:nvPr/>
              </p:nvPicPr>
              <p:blipFill>
                <a:blip r:embed="rId86"/>
                <a:stretch>
                  <a:fillRect/>
                </a:stretch>
              </p:blipFill>
              <p:spPr>
                <a:xfrm>
                  <a:off x="5417928" y="1428149"/>
                  <a:ext cx="26640" cy="49122"/>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70" name="Ink 69">
                  <a:extLst>
                    <a:ext uri="{FF2B5EF4-FFF2-40B4-BE49-F238E27FC236}">
                      <a16:creationId xmlns:a16="http://schemas.microsoft.com/office/drawing/2014/main" id="{840E2B4C-6757-D277-961E-35B4C88C6EF7}"/>
                    </a:ext>
                  </a:extLst>
                </p14:cNvPr>
                <p14:cNvContentPartPr/>
                <p14:nvPr/>
              </p14:nvContentPartPr>
              <p14:xfrm>
                <a:off x="5465088" y="1223928"/>
                <a:ext cx="214560" cy="313560"/>
              </p14:xfrm>
            </p:contentPart>
          </mc:Choice>
          <mc:Fallback xmlns="">
            <p:pic>
              <p:nvPicPr>
                <p:cNvPr id="70" name="Ink 69">
                  <a:extLst>
                    <a:ext uri="{FF2B5EF4-FFF2-40B4-BE49-F238E27FC236}">
                      <a16:creationId xmlns:a16="http://schemas.microsoft.com/office/drawing/2014/main" id="{840E2B4C-6757-D277-961E-35B4C88C6EF7}"/>
                    </a:ext>
                  </a:extLst>
                </p:cNvPr>
                <p:cNvPicPr/>
                <p:nvPr/>
              </p:nvPicPr>
              <p:blipFill>
                <a:blip r:embed="rId88"/>
                <a:stretch>
                  <a:fillRect/>
                </a:stretch>
              </p:blipFill>
              <p:spPr>
                <a:xfrm>
                  <a:off x="5456073" y="1214928"/>
                  <a:ext cx="23223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71" name="Ink 70">
                  <a:extLst>
                    <a:ext uri="{FF2B5EF4-FFF2-40B4-BE49-F238E27FC236}">
                      <a16:creationId xmlns:a16="http://schemas.microsoft.com/office/drawing/2014/main" id="{FFCEA031-B90C-4057-26C1-16F9FF19F9B1}"/>
                    </a:ext>
                  </a:extLst>
                </p14:cNvPr>
                <p14:cNvContentPartPr/>
                <p14:nvPr/>
              </p14:nvContentPartPr>
              <p14:xfrm>
                <a:off x="5671728" y="1307448"/>
                <a:ext cx="241200" cy="179280"/>
              </p14:xfrm>
            </p:contentPart>
          </mc:Choice>
          <mc:Fallback xmlns="">
            <p:pic>
              <p:nvPicPr>
                <p:cNvPr id="71" name="Ink 70">
                  <a:extLst>
                    <a:ext uri="{FF2B5EF4-FFF2-40B4-BE49-F238E27FC236}">
                      <a16:creationId xmlns:a16="http://schemas.microsoft.com/office/drawing/2014/main" id="{FFCEA031-B90C-4057-26C1-16F9FF19F9B1}"/>
                    </a:ext>
                  </a:extLst>
                </p:cNvPr>
                <p:cNvPicPr/>
                <p:nvPr/>
              </p:nvPicPr>
              <p:blipFill>
                <a:blip r:embed="rId90"/>
                <a:stretch>
                  <a:fillRect/>
                </a:stretch>
              </p:blipFill>
              <p:spPr>
                <a:xfrm>
                  <a:off x="5662728" y="1298448"/>
                  <a:ext cx="25884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72" name="Ink 71">
                  <a:extLst>
                    <a:ext uri="{FF2B5EF4-FFF2-40B4-BE49-F238E27FC236}">
                      <a16:creationId xmlns:a16="http://schemas.microsoft.com/office/drawing/2014/main" id="{7C2D6A3F-745E-9744-5604-D7438FCD5589}"/>
                    </a:ext>
                  </a:extLst>
                </p14:cNvPr>
                <p14:cNvContentPartPr/>
                <p14:nvPr/>
              </p14:nvContentPartPr>
              <p14:xfrm>
                <a:off x="5934528" y="1189008"/>
                <a:ext cx="189720" cy="320760"/>
              </p14:xfrm>
            </p:contentPart>
          </mc:Choice>
          <mc:Fallback xmlns="">
            <p:pic>
              <p:nvPicPr>
                <p:cNvPr id="72" name="Ink 71">
                  <a:extLst>
                    <a:ext uri="{FF2B5EF4-FFF2-40B4-BE49-F238E27FC236}">
                      <a16:creationId xmlns:a16="http://schemas.microsoft.com/office/drawing/2014/main" id="{7C2D6A3F-745E-9744-5604-D7438FCD5589}"/>
                    </a:ext>
                  </a:extLst>
                </p:cNvPr>
                <p:cNvPicPr/>
                <p:nvPr/>
              </p:nvPicPr>
              <p:blipFill>
                <a:blip r:embed="rId92"/>
                <a:stretch>
                  <a:fillRect/>
                </a:stretch>
              </p:blipFill>
              <p:spPr>
                <a:xfrm>
                  <a:off x="5925528" y="1180018"/>
                  <a:ext cx="207360" cy="3383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73" name="Ink 72">
                  <a:extLst>
                    <a:ext uri="{FF2B5EF4-FFF2-40B4-BE49-F238E27FC236}">
                      <a16:creationId xmlns:a16="http://schemas.microsoft.com/office/drawing/2014/main" id="{0843511C-4A72-1058-7EE1-9895ECC848A0}"/>
                    </a:ext>
                  </a:extLst>
                </p14:cNvPr>
                <p14:cNvContentPartPr/>
                <p14:nvPr/>
              </p14:nvContentPartPr>
              <p14:xfrm>
                <a:off x="5918328" y="1372248"/>
                <a:ext cx="212760" cy="28440"/>
              </p14:xfrm>
            </p:contentPart>
          </mc:Choice>
          <mc:Fallback xmlns="">
            <p:pic>
              <p:nvPicPr>
                <p:cNvPr id="73" name="Ink 72">
                  <a:extLst>
                    <a:ext uri="{FF2B5EF4-FFF2-40B4-BE49-F238E27FC236}">
                      <a16:creationId xmlns:a16="http://schemas.microsoft.com/office/drawing/2014/main" id="{0843511C-4A72-1058-7EE1-9895ECC848A0}"/>
                    </a:ext>
                  </a:extLst>
                </p:cNvPr>
                <p:cNvPicPr/>
                <p:nvPr/>
              </p:nvPicPr>
              <p:blipFill>
                <a:blip r:embed="rId94"/>
                <a:stretch>
                  <a:fillRect/>
                </a:stretch>
              </p:blipFill>
              <p:spPr>
                <a:xfrm>
                  <a:off x="5909343" y="1363248"/>
                  <a:ext cx="23037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82" name="Ink 81">
                  <a:extLst>
                    <a:ext uri="{FF2B5EF4-FFF2-40B4-BE49-F238E27FC236}">
                      <a16:creationId xmlns:a16="http://schemas.microsoft.com/office/drawing/2014/main" id="{9800B4C8-3025-10FB-4B25-DD696684F1AC}"/>
                    </a:ext>
                  </a:extLst>
                </p14:cNvPr>
                <p14:cNvContentPartPr/>
                <p14:nvPr/>
              </p14:nvContentPartPr>
              <p14:xfrm>
                <a:off x="1327248" y="2126448"/>
                <a:ext cx="126000" cy="341280"/>
              </p14:xfrm>
            </p:contentPart>
          </mc:Choice>
          <mc:Fallback xmlns="">
            <p:pic>
              <p:nvPicPr>
                <p:cNvPr id="82" name="Ink 81">
                  <a:extLst>
                    <a:ext uri="{FF2B5EF4-FFF2-40B4-BE49-F238E27FC236}">
                      <a16:creationId xmlns:a16="http://schemas.microsoft.com/office/drawing/2014/main" id="{9800B4C8-3025-10FB-4B25-DD696684F1AC}"/>
                    </a:ext>
                  </a:extLst>
                </p:cNvPr>
                <p:cNvPicPr/>
                <p:nvPr/>
              </p:nvPicPr>
              <p:blipFill>
                <a:blip r:embed="rId96"/>
                <a:stretch>
                  <a:fillRect/>
                </a:stretch>
              </p:blipFill>
              <p:spPr>
                <a:xfrm>
                  <a:off x="1318222" y="2117448"/>
                  <a:ext cx="143691"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83" name="Ink 82">
                  <a:extLst>
                    <a:ext uri="{FF2B5EF4-FFF2-40B4-BE49-F238E27FC236}">
                      <a16:creationId xmlns:a16="http://schemas.microsoft.com/office/drawing/2014/main" id="{97A610A8-ADD2-7230-6C3A-D7E3B8F3143D}"/>
                    </a:ext>
                  </a:extLst>
                </p14:cNvPr>
                <p14:cNvContentPartPr/>
                <p14:nvPr/>
              </p14:nvContentPartPr>
              <p14:xfrm>
                <a:off x="865368" y="2202048"/>
                <a:ext cx="159480" cy="289080"/>
              </p14:xfrm>
            </p:contentPart>
          </mc:Choice>
          <mc:Fallback xmlns="">
            <p:pic>
              <p:nvPicPr>
                <p:cNvPr id="83" name="Ink 82">
                  <a:extLst>
                    <a:ext uri="{FF2B5EF4-FFF2-40B4-BE49-F238E27FC236}">
                      <a16:creationId xmlns:a16="http://schemas.microsoft.com/office/drawing/2014/main" id="{97A610A8-ADD2-7230-6C3A-D7E3B8F3143D}"/>
                    </a:ext>
                  </a:extLst>
                </p:cNvPr>
                <p:cNvPicPr/>
                <p:nvPr/>
              </p:nvPicPr>
              <p:blipFill>
                <a:blip r:embed="rId98"/>
                <a:stretch>
                  <a:fillRect/>
                </a:stretch>
              </p:blipFill>
              <p:spPr>
                <a:xfrm>
                  <a:off x="856368" y="2193048"/>
                  <a:ext cx="17712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84" name="Ink 83">
                  <a:extLst>
                    <a:ext uri="{FF2B5EF4-FFF2-40B4-BE49-F238E27FC236}">
                      <a16:creationId xmlns:a16="http://schemas.microsoft.com/office/drawing/2014/main" id="{42A1F3F9-F156-94D9-84D5-B93C163452F4}"/>
                    </a:ext>
                  </a:extLst>
                </p14:cNvPr>
                <p14:cNvContentPartPr/>
                <p14:nvPr/>
              </p14:nvContentPartPr>
              <p14:xfrm>
                <a:off x="873648" y="2116728"/>
                <a:ext cx="155160" cy="35280"/>
              </p14:xfrm>
            </p:contentPart>
          </mc:Choice>
          <mc:Fallback xmlns="">
            <p:pic>
              <p:nvPicPr>
                <p:cNvPr id="84" name="Ink 83">
                  <a:extLst>
                    <a:ext uri="{FF2B5EF4-FFF2-40B4-BE49-F238E27FC236}">
                      <a16:creationId xmlns:a16="http://schemas.microsoft.com/office/drawing/2014/main" id="{42A1F3F9-F156-94D9-84D5-B93C163452F4}"/>
                    </a:ext>
                  </a:extLst>
                </p:cNvPr>
                <p:cNvPicPr/>
                <p:nvPr/>
              </p:nvPicPr>
              <p:blipFill>
                <a:blip r:embed="rId100"/>
                <a:stretch>
                  <a:fillRect/>
                </a:stretch>
              </p:blipFill>
              <p:spPr>
                <a:xfrm>
                  <a:off x="864648" y="2107728"/>
                  <a:ext cx="17280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85" name="Ink 84">
                  <a:extLst>
                    <a:ext uri="{FF2B5EF4-FFF2-40B4-BE49-F238E27FC236}">
                      <a16:creationId xmlns:a16="http://schemas.microsoft.com/office/drawing/2014/main" id="{C63E409F-461B-50AE-43DF-CEDE08D50EAC}"/>
                    </a:ext>
                  </a:extLst>
                </p14:cNvPr>
                <p14:cNvContentPartPr/>
                <p14:nvPr/>
              </p14:nvContentPartPr>
              <p14:xfrm>
                <a:off x="1019808" y="2393928"/>
                <a:ext cx="98640" cy="135000"/>
              </p14:xfrm>
            </p:contentPart>
          </mc:Choice>
          <mc:Fallback xmlns="">
            <p:pic>
              <p:nvPicPr>
                <p:cNvPr id="85" name="Ink 84">
                  <a:extLst>
                    <a:ext uri="{FF2B5EF4-FFF2-40B4-BE49-F238E27FC236}">
                      <a16:creationId xmlns:a16="http://schemas.microsoft.com/office/drawing/2014/main" id="{C63E409F-461B-50AE-43DF-CEDE08D50EAC}"/>
                    </a:ext>
                  </a:extLst>
                </p:cNvPr>
                <p:cNvPicPr/>
                <p:nvPr/>
              </p:nvPicPr>
              <p:blipFill>
                <a:blip r:embed="rId102"/>
                <a:stretch>
                  <a:fillRect/>
                </a:stretch>
              </p:blipFill>
              <p:spPr>
                <a:xfrm>
                  <a:off x="1010808" y="2384928"/>
                  <a:ext cx="11628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86" name="Ink 85">
                  <a:extLst>
                    <a:ext uri="{FF2B5EF4-FFF2-40B4-BE49-F238E27FC236}">
                      <a16:creationId xmlns:a16="http://schemas.microsoft.com/office/drawing/2014/main" id="{3EA01681-72C7-F8CF-C2B2-F834ADD0B09A}"/>
                    </a:ext>
                  </a:extLst>
                </p14:cNvPr>
                <p14:cNvContentPartPr/>
                <p14:nvPr/>
              </p14:nvContentPartPr>
              <p14:xfrm>
                <a:off x="1159128" y="2417688"/>
                <a:ext cx="47160" cy="184320"/>
              </p14:xfrm>
            </p:contentPart>
          </mc:Choice>
          <mc:Fallback xmlns="">
            <p:pic>
              <p:nvPicPr>
                <p:cNvPr id="86" name="Ink 85">
                  <a:extLst>
                    <a:ext uri="{FF2B5EF4-FFF2-40B4-BE49-F238E27FC236}">
                      <a16:creationId xmlns:a16="http://schemas.microsoft.com/office/drawing/2014/main" id="{3EA01681-72C7-F8CF-C2B2-F834ADD0B09A}"/>
                    </a:ext>
                  </a:extLst>
                </p:cNvPr>
                <p:cNvPicPr/>
                <p:nvPr/>
              </p:nvPicPr>
              <p:blipFill>
                <a:blip r:embed="rId104"/>
                <a:stretch>
                  <a:fillRect/>
                </a:stretch>
              </p:blipFill>
              <p:spPr>
                <a:xfrm>
                  <a:off x="1150196" y="2408688"/>
                  <a:ext cx="64666"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88" name="Ink 87">
                  <a:extLst>
                    <a:ext uri="{FF2B5EF4-FFF2-40B4-BE49-F238E27FC236}">
                      <a16:creationId xmlns:a16="http://schemas.microsoft.com/office/drawing/2014/main" id="{2084D805-06FB-CE40-D78F-E0C6EECE5C2C}"/>
                    </a:ext>
                  </a:extLst>
                </p14:cNvPr>
                <p14:cNvContentPartPr/>
                <p14:nvPr/>
              </p14:nvContentPartPr>
              <p14:xfrm>
                <a:off x="1916568" y="3248208"/>
                <a:ext cx="129960" cy="118440"/>
              </p14:xfrm>
            </p:contentPart>
          </mc:Choice>
          <mc:Fallback xmlns="">
            <p:pic>
              <p:nvPicPr>
                <p:cNvPr id="88" name="Ink 87">
                  <a:extLst>
                    <a:ext uri="{FF2B5EF4-FFF2-40B4-BE49-F238E27FC236}">
                      <a16:creationId xmlns:a16="http://schemas.microsoft.com/office/drawing/2014/main" id="{2084D805-06FB-CE40-D78F-E0C6EECE5C2C}"/>
                    </a:ext>
                  </a:extLst>
                </p:cNvPr>
                <p:cNvPicPr/>
                <p:nvPr/>
              </p:nvPicPr>
              <p:blipFill>
                <a:blip r:embed="rId106"/>
                <a:stretch>
                  <a:fillRect/>
                </a:stretch>
              </p:blipFill>
              <p:spPr>
                <a:xfrm>
                  <a:off x="1907568" y="3239235"/>
                  <a:ext cx="147600" cy="136027"/>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89" name="Ink 88">
                  <a:extLst>
                    <a:ext uri="{FF2B5EF4-FFF2-40B4-BE49-F238E27FC236}">
                      <a16:creationId xmlns:a16="http://schemas.microsoft.com/office/drawing/2014/main" id="{1BA7F30B-46D8-F0F4-A5C6-648E9C4CAA4B}"/>
                    </a:ext>
                  </a:extLst>
                </p14:cNvPr>
                <p14:cNvContentPartPr/>
                <p14:nvPr/>
              </p14:nvContentPartPr>
              <p14:xfrm>
                <a:off x="1830528" y="3077568"/>
                <a:ext cx="268200" cy="345600"/>
              </p14:xfrm>
            </p:contentPart>
          </mc:Choice>
          <mc:Fallback xmlns="">
            <p:pic>
              <p:nvPicPr>
                <p:cNvPr id="89" name="Ink 88">
                  <a:extLst>
                    <a:ext uri="{FF2B5EF4-FFF2-40B4-BE49-F238E27FC236}">
                      <a16:creationId xmlns:a16="http://schemas.microsoft.com/office/drawing/2014/main" id="{1BA7F30B-46D8-F0F4-A5C6-648E9C4CAA4B}"/>
                    </a:ext>
                  </a:extLst>
                </p:cNvPr>
                <p:cNvPicPr/>
                <p:nvPr/>
              </p:nvPicPr>
              <p:blipFill>
                <a:blip r:embed="rId108"/>
                <a:stretch>
                  <a:fillRect/>
                </a:stretch>
              </p:blipFill>
              <p:spPr>
                <a:xfrm>
                  <a:off x="1821540" y="3068559"/>
                  <a:ext cx="285816" cy="363258"/>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90" name="Ink 89">
                  <a:extLst>
                    <a:ext uri="{FF2B5EF4-FFF2-40B4-BE49-F238E27FC236}">
                      <a16:creationId xmlns:a16="http://schemas.microsoft.com/office/drawing/2014/main" id="{2CB70AA8-FA66-CD71-3E6E-DC04D95F81CA}"/>
                    </a:ext>
                  </a:extLst>
                </p14:cNvPr>
                <p14:cNvContentPartPr/>
                <p14:nvPr/>
              </p14:nvContentPartPr>
              <p14:xfrm>
                <a:off x="1962648" y="3233448"/>
                <a:ext cx="121680" cy="199080"/>
              </p14:xfrm>
            </p:contentPart>
          </mc:Choice>
          <mc:Fallback xmlns="">
            <p:pic>
              <p:nvPicPr>
                <p:cNvPr id="90" name="Ink 89">
                  <a:extLst>
                    <a:ext uri="{FF2B5EF4-FFF2-40B4-BE49-F238E27FC236}">
                      <a16:creationId xmlns:a16="http://schemas.microsoft.com/office/drawing/2014/main" id="{2CB70AA8-FA66-CD71-3E6E-DC04D95F81CA}"/>
                    </a:ext>
                  </a:extLst>
                </p:cNvPr>
                <p:cNvPicPr/>
                <p:nvPr/>
              </p:nvPicPr>
              <p:blipFill>
                <a:blip r:embed="rId110"/>
                <a:stretch>
                  <a:fillRect/>
                </a:stretch>
              </p:blipFill>
              <p:spPr>
                <a:xfrm>
                  <a:off x="1953648" y="3224464"/>
                  <a:ext cx="139320" cy="216688"/>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91" name="Ink 90">
                  <a:extLst>
                    <a:ext uri="{FF2B5EF4-FFF2-40B4-BE49-F238E27FC236}">
                      <a16:creationId xmlns:a16="http://schemas.microsoft.com/office/drawing/2014/main" id="{545F2790-084B-3CC1-7F51-A424DFAE2DA2}"/>
                    </a:ext>
                  </a:extLst>
                </p14:cNvPr>
                <p14:cNvContentPartPr/>
                <p14:nvPr/>
              </p14:nvContentPartPr>
              <p14:xfrm>
                <a:off x="2157048" y="3309048"/>
                <a:ext cx="9360" cy="231480"/>
              </p14:xfrm>
            </p:contentPart>
          </mc:Choice>
          <mc:Fallback xmlns="">
            <p:pic>
              <p:nvPicPr>
                <p:cNvPr id="91" name="Ink 90">
                  <a:extLst>
                    <a:ext uri="{FF2B5EF4-FFF2-40B4-BE49-F238E27FC236}">
                      <a16:creationId xmlns:a16="http://schemas.microsoft.com/office/drawing/2014/main" id="{545F2790-084B-3CC1-7F51-A424DFAE2DA2}"/>
                    </a:ext>
                  </a:extLst>
                </p:cNvPr>
                <p:cNvPicPr/>
                <p:nvPr/>
              </p:nvPicPr>
              <p:blipFill>
                <a:blip r:embed="rId112"/>
                <a:stretch>
                  <a:fillRect/>
                </a:stretch>
              </p:blipFill>
              <p:spPr>
                <a:xfrm>
                  <a:off x="2148381" y="3300048"/>
                  <a:ext cx="26347"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44" name="Ink 43">
                  <a:extLst>
                    <a:ext uri="{FF2B5EF4-FFF2-40B4-BE49-F238E27FC236}">
                      <a16:creationId xmlns:a16="http://schemas.microsoft.com/office/drawing/2014/main" id="{7D105954-19CA-3992-AAE5-AEE982D28E9B}"/>
                    </a:ext>
                  </a:extLst>
                </p14:cNvPr>
                <p14:cNvContentPartPr/>
                <p14:nvPr/>
              </p14:nvContentPartPr>
              <p14:xfrm>
                <a:off x="3654648" y="2460888"/>
                <a:ext cx="64440" cy="683280"/>
              </p14:xfrm>
            </p:contentPart>
          </mc:Choice>
          <mc:Fallback xmlns="">
            <p:pic>
              <p:nvPicPr>
                <p:cNvPr id="44" name="Ink 43">
                  <a:extLst>
                    <a:ext uri="{FF2B5EF4-FFF2-40B4-BE49-F238E27FC236}">
                      <a16:creationId xmlns:a16="http://schemas.microsoft.com/office/drawing/2014/main" id="{7D105954-19CA-3992-AAE5-AEE982D28E9B}"/>
                    </a:ext>
                  </a:extLst>
                </p:cNvPr>
                <p:cNvPicPr/>
                <p:nvPr/>
              </p:nvPicPr>
              <p:blipFill>
                <a:blip r:embed="rId114"/>
                <a:stretch>
                  <a:fillRect/>
                </a:stretch>
              </p:blipFill>
              <p:spPr>
                <a:xfrm>
                  <a:off x="3645597" y="2451888"/>
                  <a:ext cx="82179" cy="7009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45" name="Ink 44">
                  <a:extLst>
                    <a:ext uri="{FF2B5EF4-FFF2-40B4-BE49-F238E27FC236}">
                      <a16:creationId xmlns:a16="http://schemas.microsoft.com/office/drawing/2014/main" id="{187D4A26-45BF-0AE5-53D7-228FD504AF6E}"/>
                    </a:ext>
                  </a:extLst>
                </p14:cNvPr>
                <p14:cNvContentPartPr/>
                <p14:nvPr/>
              </p14:nvContentPartPr>
              <p14:xfrm>
                <a:off x="3690648" y="2916288"/>
                <a:ext cx="430200" cy="290520"/>
              </p14:xfrm>
            </p:contentPart>
          </mc:Choice>
          <mc:Fallback xmlns="">
            <p:pic>
              <p:nvPicPr>
                <p:cNvPr id="45" name="Ink 44">
                  <a:extLst>
                    <a:ext uri="{FF2B5EF4-FFF2-40B4-BE49-F238E27FC236}">
                      <a16:creationId xmlns:a16="http://schemas.microsoft.com/office/drawing/2014/main" id="{187D4A26-45BF-0AE5-53D7-228FD504AF6E}"/>
                    </a:ext>
                  </a:extLst>
                </p:cNvPr>
                <p:cNvPicPr/>
                <p:nvPr/>
              </p:nvPicPr>
              <p:blipFill>
                <a:blip r:embed="rId116"/>
                <a:stretch>
                  <a:fillRect/>
                </a:stretch>
              </p:blipFill>
              <p:spPr>
                <a:xfrm>
                  <a:off x="3681640" y="2907288"/>
                  <a:ext cx="447855"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46" name="Ink 45">
                  <a:extLst>
                    <a:ext uri="{FF2B5EF4-FFF2-40B4-BE49-F238E27FC236}">
                      <a16:creationId xmlns:a16="http://schemas.microsoft.com/office/drawing/2014/main" id="{E26571EF-6776-F81E-F157-B7637F6C2415}"/>
                    </a:ext>
                  </a:extLst>
                </p14:cNvPr>
                <p14:cNvContentPartPr/>
                <p14:nvPr/>
              </p14:nvContentPartPr>
              <p14:xfrm>
                <a:off x="3819168" y="2894328"/>
                <a:ext cx="204120" cy="274680"/>
              </p14:xfrm>
            </p:contentPart>
          </mc:Choice>
          <mc:Fallback xmlns="">
            <p:pic>
              <p:nvPicPr>
                <p:cNvPr id="46" name="Ink 45">
                  <a:extLst>
                    <a:ext uri="{FF2B5EF4-FFF2-40B4-BE49-F238E27FC236}">
                      <a16:creationId xmlns:a16="http://schemas.microsoft.com/office/drawing/2014/main" id="{E26571EF-6776-F81E-F157-B7637F6C2415}"/>
                    </a:ext>
                  </a:extLst>
                </p:cNvPr>
                <p:cNvPicPr/>
                <p:nvPr/>
              </p:nvPicPr>
              <p:blipFill>
                <a:blip r:embed="rId118"/>
                <a:stretch>
                  <a:fillRect/>
                </a:stretch>
              </p:blipFill>
              <p:spPr>
                <a:xfrm>
                  <a:off x="3810168" y="2885328"/>
                  <a:ext cx="22176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48" name="Ink 47">
                  <a:extLst>
                    <a:ext uri="{FF2B5EF4-FFF2-40B4-BE49-F238E27FC236}">
                      <a16:creationId xmlns:a16="http://schemas.microsoft.com/office/drawing/2014/main" id="{A740F2B7-E64B-6565-DD2A-991D14F9D3AB}"/>
                    </a:ext>
                  </a:extLst>
                </p14:cNvPr>
                <p14:cNvContentPartPr/>
                <p14:nvPr/>
              </p14:nvContentPartPr>
              <p14:xfrm>
                <a:off x="4107528" y="3165768"/>
                <a:ext cx="90720" cy="933480"/>
              </p14:xfrm>
            </p:contentPart>
          </mc:Choice>
          <mc:Fallback xmlns="">
            <p:pic>
              <p:nvPicPr>
                <p:cNvPr id="48" name="Ink 47">
                  <a:extLst>
                    <a:ext uri="{FF2B5EF4-FFF2-40B4-BE49-F238E27FC236}">
                      <a16:creationId xmlns:a16="http://schemas.microsoft.com/office/drawing/2014/main" id="{A740F2B7-E64B-6565-DD2A-991D14F9D3AB}"/>
                    </a:ext>
                  </a:extLst>
                </p:cNvPr>
                <p:cNvPicPr/>
                <p:nvPr/>
              </p:nvPicPr>
              <p:blipFill>
                <a:blip r:embed="rId120"/>
                <a:stretch>
                  <a:fillRect/>
                </a:stretch>
              </p:blipFill>
              <p:spPr>
                <a:xfrm>
                  <a:off x="4098492" y="3156771"/>
                  <a:ext cx="108430" cy="951113"/>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49" name="Ink 48">
                  <a:extLst>
                    <a:ext uri="{FF2B5EF4-FFF2-40B4-BE49-F238E27FC236}">
                      <a16:creationId xmlns:a16="http://schemas.microsoft.com/office/drawing/2014/main" id="{CA024425-9215-B8A0-C9CC-67BB29BE8994}"/>
                    </a:ext>
                  </a:extLst>
                </p14:cNvPr>
                <p14:cNvContentPartPr/>
                <p14:nvPr/>
              </p14:nvContentPartPr>
              <p14:xfrm>
                <a:off x="4106088" y="3301128"/>
                <a:ext cx="51480" cy="901440"/>
              </p14:xfrm>
            </p:contentPart>
          </mc:Choice>
          <mc:Fallback xmlns="">
            <p:pic>
              <p:nvPicPr>
                <p:cNvPr id="49" name="Ink 48">
                  <a:extLst>
                    <a:ext uri="{FF2B5EF4-FFF2-40B4-BE49-F238E27FC236}">
                      <a16:creationId xmlns:a16="http://schemas.microsoft.com/office/drawing/2014/main" id="{CA024425-9215-B8A0-C9CC-67BB29BE8994}"/>
                    </a:ext>
                  </a:extLst>
                </p:cNvPr>
                <p:cNvPicPr/>
                <p:nvPr/>
              </p:nvPicPr>
              <p:blipFill>
                <a:blip r:embed="rId122"/>
                <a:stretch>
                  <a:fillRect/>
                </a:stretch>
              </p:blipFill>
              <p:spPr>
                <a:xfrm>
                  <a:off x="4097088" y="3292128"/>
                  <a:ext cx="69120" cy="91908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50" name="Ink 49">
                  <a:extLst>
                    <a:ext uri="{FF2B5EF4-FFF2-40B4-BE49-F238E27FC236}">
                      <a16:creationId xmlns:a16="http://schemas.microsoft.com/office/drawing/2014/main" id="{D3F85A31-39C2-5706-69CA-A2A107BDB677}"/>
                    </a:ext>
                  </a:extLst>
                </p14:cNvPr>
                <p14:cNvContentPartPr/>
                <p14:nvPr/>
              </p14:nvContentPartPr>
              <p14:xfrm>
                <a:off x="3831408" y="4187808"/>
                <a:ext cx="505440" cy="30960"/>
              </p14:xfrm>
            </p:contentPart>
          </mc:Choice>
          <mc:Fallback xmlns="">
            <p:pic>
              <p:nvPicPr>
                <p:cNvPr id="50" name="Ink 49">
                  <a:extLst>
                    <a:ext uri="{FF2B5EF4-FFF2-40B4-BE49-F238E27FC236}">
                      <a16:creationId xmlns:a16="http://schemas.microsoft.com/office/drawing/2014/main" id="{D3F85A31-39C2-5706-69CA-A2A107BDB677}"/>
                    </a:ext>
                  </a:extLst>
                </p:cNvPr>
                <p:cNvPicPr/>
                <p:nvPr/>
              </p:nvPicPr>
              <p:blipFill>
                <a:blip r:embed="rId124"/>
                <a:stretch>
                  <a:fillRect/>
                </a:stretch>
              </p:blipFill>
              <p:spPr>
                <a:xfrm>
                  <a:off x="3822402" y="4178702"/>
                  <a:ext cx="523093" cy="48808"/>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51" name="Ink 50">
                  <a:extLst>
                    <a:ext uri="{FF2B5EF4-FFF2-40B4-BE49-F238E27FC236}">
                      <a16:creationId xmlns:a16="http://schemas.microsoft.com/office/drawing/2014/main" id="{F2F86752-9053-E3CB-8FCD-74F6A14B252F}"/>
                    </a:ext>
                  </a:extLst>
                </p14:cNvPr>
                <p14:cNvContentPartPr/>
                <p14:nvPr/>
              </p14:nvContentPartPr>
              <p14:xfrm>
                <a:off x="4108608" y="4278168"/>
                <a:ext cx="105480" cy="14760"/>
              </p14:xfrm>
            </p:contentPart>
          </mc:Choice>
          <mc:Fallback xmlns="">
            <p:pic>
              <p:nvPicPr>
                <p:cNvPr id="51" name="Ink 50">
                  <a:extLst>
                    <a:ext uri="{FF2B5EF4-FFF2-40B4-BE49-F238E27FC236}">
                      <a16:creationId xmlns:a16="http://schemas.microsoft.com/office/drawing/2014/main" id="{F2F86752-9053-E3CB-8FCD-74F6A14B252F}"/>
                    </a:ext>
                  </a:extLst>
                </p:cNvPr>
                <p:cNvPicPr/>
                <p:nvPr/>
              </p:nvPicPr>
              <p:blipFill>
                <a:blip r:embed="rId126"/>
                <a:stretch>
                  <a:fillRect/>
                </a:stretch>
              </p:blipFill>
              <p:spPr>
                <a:xfrm>
                  <a:off x="4099608" y="4268943"/>
                  <a:ext cx="123120" cy="32841"/>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52" name="Ink 51">
                  <a:extLst>
                    <a:ext uri="{FF2B5EF4-FFF2-40B4-BE49-F238E27FC236}">
                      <a16:creationId xmlns:a16="http://schemas.microsoft.com/office/drawing/2014/main" id="{55B69655-E716-3EE5-5987-13F742F19BE9}"/>
                    </a:ext>
                  </a:extLst>
                </p14:cNvPr>
                <p14:cNvContentPartPr/>
                <p14:nvPr/>
              </p14:nvContentPartPr>
              <p14:xfrm>
                <a:off x="4124088" y="4317768"/>
                <a:ext cx="59400" cy="29520"/>
              </p14:xfrm>
            </p:contentPart>
          </mc:Choice>
          <mc:Fallback xmlns="">
            <p:pic>
              <p:nvPicPr>
                <p:cNvPr id="52" name="Ink 51">
                  <a:extLst>
                    <a:ext uri="{FF2B5EF4-FFF2-40B4-BE49-F238E27FC236}">
                      <a16:creationId xmlns:a16="http://schemas.microsoft.com/office/drawing/2014/main" id="{55B69655-E716-3EE5-5987-13F742F19BE9}"/>
                    </a:ext>
                  </a:extLst>
                </p:cNvPr>
                <p:cNvPicPr/>
                <p:nvPr/>
              </p:nvPicPr>
              <p:blipFill>
                <a:blip r:embed="rId128"/>
                <a:stretch>
                  <a:fillRect/>
                </a:stretch>
              </p:blipFill>
              <p:spPr>
                <a:xfrm>
                  <a:off x="4115088" y="4308768"/>
                  <a:ext cx="7704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5" name="Ink 74">
                  <a:extLst>
                    <a:ext uri="{FF2B5EF4-FFF2-40B4-BE49-F238E27FC236}">
                      <a16:creationId xmlns:a16="http://schemas.microsoft.com/office/drawing/2014/main" id="{BAC1BDD9-836D-3940-D510-2DB77D3B3BE5}"/>
                    </a:ext>
                  </a:extLst>
                </p14:cNvPr>
                <p14:cNvContentPartPr/>
                <p14:nvPr/>
              </p14:nvContentPartPr>
              <p14:xfrm>
                <a:off x="4481928" y="2195928"/>
                <a:ext cx="211320" cy="7560"/>
              </p14:xfrm>
            </p:contentPart>
          </mc:Choice>
          <mc:Fallback xmlns="">
            <p:pic>
              <p:nvPicPr>
                <p:cNvPr id="75" name="Ink 74">
                  <a:extLst>
                    <a:ext uri="{FF2B5EF4-FFF2-40B4-BE49-F238E27FC236}">
                      <a16:creationId xmlns:a16="http://schemas.microsoft.com/office/drawing/2014/main" id="{BAC1BDD9-836D-3940-D510-2DB77D3B3BE5}"/>
                    </a:ext>
                  </a:extLst>
                </p:cNvPr>
                <p:cNvPicPr/>
                <p:nvPr/>
              </p:nvPicPr>
              <p:blipFill>
                <a:blip r:embed="rId130"/>
                <a:stretch>
                  <a:fillRect/>
                </a:stretch>
              </p:blipFill>
              <p:spPr>
                <a:xfrm>
                  <a:off x="4472913" y="2186928"/>
                  <a:ext cx="22899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6" name="Ink 75">
                  <a:extLst>
                    <a:ext uri="{FF2B5EF4-FFF2-40B4-BE49-F238E27FC236}">
                      <a16:creationId xmlns:a16="http://schemas.microsoft.com/office/drawing/2014/main" id="{24738345-6789-5827-27FC-D2C52AEA5959}"/>
                    </a:ext>
                  </a:extLst>
                </p14:cNvPr>
                <p14:cNvContentPartPr/>
                <p14:nvPr/>
              </p14:nvContentPartPr>
              <p14:xfrm>
                <a:off x="4602168" y="2076048"/>
                <a:ext cx="32400" cy="282600"/>
              </p14:xfrm>
            </p:contentPart>
          </mc:Choice>
          <mc:Fallback xmlns="">
            <p:pic>
              <p:nvPicPr>
                <p:cNvPr id="76" name="Ink 75">
                  <a:extLst>
                    <a:ext uri="{FF2B5EF4-FFF2-40B4-BE49-F238E27FC236}">
                      <a16:creationId xmlns:a16="http://schemas.microsoft.com/office/drawing/2014/main" id="{24738345-6789-5827-27FC-D2C52AEA5959}"/>
                    </a:ext>
                  </a:extLst>
                </p:cNvPr>
                <p:cNvPicPr/>
                <p:nvPr/>
              </p:nvPicPr>
              <p:blipFill>
                <a:blip r:embed="rId132"/>
                <a:stretch>
                  <a:fillRect/>
                </a:stretch>
              </p:blipFill>
              <p:spPr>
                <a:xfrm>
                  <a:off x="4593267" y="2067048"/>
                  <a:ext cx="49846"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77" name="Ink 76">
                  <a:extLst>
                    <a:ext uri="{FF2B5EF4-FFF2-40B4-BE49-F238E27FC236}">
                      <a16:creationId xmlns:a16="http://schemas.microsoft.com/office/drawing/2014/main" id="{A576C2A3-C3A4-FDB5-71F5-DCD6A13CAB45}"/>
                    </a:ext>
                  </a:extLst>
                </p14:cNvPr>
                <p14:cNvContentPartPr/>
                <p14:nvPr/>
              </p14:nvContentPartPr>
              <p14:xfrm>
                <a:off x="4373928" y="3354768"/>
                <a:ext cx="157680" cy="29520"/>
              </p14:xfrm>
            </p:contentPart>
          </mc:Choice>
          <mc:Fallback xmlns="">
            <p:pic>
              <p:nvPicPr>
                <p:cNvPr id="77" name="Ink 76">
                  <a:extLst>
                    <a:ext uri="{FF2B5EF4-FFF2-40B4-BE49-F238E27FC236}">
                      <a16:creationId xmlns:a16="http://schemas.microsoft.com/office/drawing/2014/main" id="{A576C2A3-C3A4-FDB5-71F5-DCD6A13CAB45}"/>
                    </a:ext>
                  </a:extLst>
                </p:cNvPr>
                <p:cNvPicPr/>
                <p:nvPr/>
              </p:nvPicPr>
              <p:blipFill>
                <a:blip r:embed="rId134"/>
                <a:stretch>
                  <a:fillRect/>
                </a:stretch>
              </p:blipFill>
              <p:spPr>
                <a:xfrm>
                  <a:off x="4364928" y="3345876"/>
                  <a:ext cx="175320" cy="46947"/>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78" name="Ink 77">
                  <a:extLst>
                    <a:ext uri="{FF2B5EF4-FFF2-40B4-BE49-F238E27FC236}">
                      <a16:creationId xmlns:a16="http://schemas.microsoft.com/office/drawing/2014/main" id="{B12E9048-F6A5-434C-0753-E88E373DBCCB}"/>
                    </a:ext>
                  </a:extLst>
                </p14:cNvPr>
                <p14:cNvContentPartPr/>
                <p14:nvPr/>
              </p14:nvContentPartPr>
              <p14:xfrm>
                <a:off x="4519008" y="2688408"/>
                <a:ext cx="312840" cy="330120"/>
              </p14:xfrm>
            </p:contentPart>
          </mc:Choice>
          <mc:Fallback xmlns="">
            <p:pic>
              <p:nvPicPr>
                <p:cNvPr id="78" name="Ink 77">
                  <a:extLst>
                    <a:ext uri="{FF2B5EF4-FFF2-40B4-BE49-F238E27FC236}">
                      <a16:creationId xmlns:a16="http://schemas.microsoft.com/office/drawing/2014/main" id="{B12E9048-F6A5-434C-0753-E88E373DBCCB}"/>
                    </a:ext>
                  </a:extLst>
                </p:cNvPr>
                <p:cNvPicPr/>
                <p:nvPr/>
              </p:nvPicPr>
              <p:blipFill>
                <a:blip r:embed="rId136"/>
                <a:stretch>
                  <a:fillRect/>
                </a:stretch>
              </p:blipFill>
              <p:spPr>
                <a:xfrm>
                  <a:off x="4510008" y="2679398"/>
                  <a:ext cx="330480" cy="347779"/>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79" name="Ink 78">
                  <a:extLst>
                    <a:ext uri="{FF2B5EF4-FFF2-40B4-BE49-F238E27FC236}">
                      <a16:creationId xmlns:a16="http://schemas.microsoft.com/office/drawing/2014/main" id="{4A388F89-2A11-9BA1-02A0-7A092011366D}"/>
                    </a:ext>
                  </a:extLst>
                </p14:cNvPr>
                <p14:cNvContentPartPr/>
                <p14:nvPr/>
              </p14:nvContentPartPr>
              <p14:xfrm>
                <a:off x="4946688" y="2645928"/>
                <a:ext cx="211680" cy="408600"/>
              </p14:xfrm>
            </p:contentPart>
          </mc:Choice>
          <mc:Fallback xmlns="">
            <p:pic>
              <p:nvPicPr>
                <p:cNvPr id="79" name="Ink 78">
                  <a:extLst>
                    <a:ext uri="{FF2B5EF4-FFF2-40B4-BE49-F238E27FC236}">
                      <a16:creationId xmlns:a16="http://schemas.microsoft.com/office/drawing/2014/main" id="{4A388F89-2A11-9BA1-02A0-7A092011366D}"/>
                    </a:ext>
                  </a:extLst>
                </p:cNvPr>
                <p:cNvPicPr/>
                <p:nvPr/>
              </p:nvPicPr>
              <p:blipFill>
                <a:blip r:embed="rId138"/>
                <a:stretch>
                  <a:fillRect/>
                </a:stretch>
              </p:blipFill>
              <p:spPr>
                <a:xfrm>
                  <a:off x="4937673" y="2636928"/>
                  <a:ext cx="229350" cy="4262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92" name="Ink 91">
                  <a:extLst>
                    <a:ext uri="{FF2B5EF4-FFF2-40B4-BE49-F238E27FC236}">
                      <a16:creationId xmlns:a16="http://schemas.microsoft.com/office/drawing/2014/main" id="{EDC33530-573F-1DD7-8647-58D4F5AD7E5E}"/>
                    </a:ext>
                  </a:extLst>
                </p14:cNvPr>
                <p14:cNvContentPartPr/>
                <p14:nvPr/>
              </p14:nvContentPartPr>
              <p14:xfrm>
                <a:off x="3218328" y="3053808"/>
                <a:ext cx="234000" cy="329040"/>
              </p14:xfrm>
            </p:contentPart>
          </mc:Choice>
          <mc:Fallback xmlns="">
            <p:pic>
              <p:nvPicPr>
                <p:cNvPr id="92" name="Ink 91">
                  <a:extLst>
                    <a:ext uri="{FF2B5EF4-FFF2-40B4-BE49-F238E27FC236}">
                      <a16:creationId xmlns:a16="http://schemas.microsoft.com/office/drawing/2014/main" id="{EDC33530-573F-1DD7-8647-58D4F5AD7E5E}"/>
                    </a:ext>
                  </a:extLst>
                </p:cNvPr>
                <p:cNvPicPr/>
                <p:nvPr/>
              </p:nvPicPr>
              <p:blipFill>
                <a:blip r:embed="rId140"/>
                <a:stretch>
                  <a:fillRect/>
                </a:stretch>
              </p:blipFill>
              <p:spPr>
                <a:xfrm>
                  <a:off x="3209328" y="3044808"/>
                  <a:ext cx="251640" cy="346680"/>
                </a:xfrm>
                <a:prstGeom prst="rect">
                  <a:avLst/>
                </a:prstGeom>
              </p:spPr>
            </p:pic>
          </mc:Fallback>
        </mc:AlternateContent>
      </p:grpSp>
      <p:grpSp>
        <p:nvGrpSpPr>
          <p:cNvPr id="101" name="Group 100">
            <a:extLst>
              <a:ext uri="{FF2B5EF4-FFF2-40B4-BE49-F238E27FC236}">
                <a16:creationId xmlns:a16="http://schemas.microsoft.com/office/drawing/2014/main" id="{2127E987-9168-DBD2-CBF9-EB26007FDBBF}"/>
              </a:ext>
            </a:extLst>
          </p:cNvPr>
          <p:cNvGrpSpPr/>
          <p:nvPr/>
        </p:nvGrpSpPr>
        <p:grpSpPr>
          <a:xfrm>
            <a:off x="3421728" y="1882728"/>
            <a:ext cx="662400" cy="374400"/>
            <a:chOff x="3421728" y="1882728"/>
            <a:chExt cx="662400" cy="374400"/>
          </a:xfrm>
        </p:grpSpPr>
        <mc:AlternateContent xmlns:mc="http://schemas.openxmlformats.org/markup-compatibility/2006" xmlns:p14="http://schemas.microsoft.com/office/powerpoint/2010/main">
          <mc:Choice Requires="p14">
            <p:contentPart p14:bwMode="auto" r:id="rId141">
              <p14:nvContentPartPr>
                <p14:cNvPr id="96" name="Ink 95">
                  <a:extLst>
                    <a:ext uri="{FF2B5EF4-FFF2-40B4-BE49-F238E27FC236}">
                      <a16:creationId xmlns:a16="http://schemas.microsoft.com/office/drawing/2014/main" id="{77DA6BED-7AB0-FCC0-8E51-083A27C4675D}"/>
                    </a:ext>
                  </a:extLst>
                </p14:cNvPr>
                <p14:cNvContentPartPr/>
                <p14:nvPr/>
              </p14:nvContentPartPr>
              <p14:xfrm>
                <a:off x="3915648" y="1928088"/>
                <a:ext cx="168480" cy="329040"/>
              </p14:xfrm>
            </p:contentPart>
          </mc:Choice>
          <mc:Fallback xmlns="">
            <p:pic>
              <p:nvPicPr>
                <p:cNvPr id="96" name="Ink 95">
                  <a:extLst>
                    <a:ext uri="{FF2B5EF4-FFF2-40B4-BE49-F238E27FC236}">
                      <a16:creationId xmlns:a16="http://schemas.microsoft.com/office/drawing/2014/main" id="{77DA6BED-7AB0-FCC0-8E51-083A27C4675D}"/>
                    </a:ext>
                  </a:extLst>
                </p:cNvPr>
                <p:cNvPicPr/>
                <p:nvPr/>
              </p:nvPicPr>
              <p:blipFill>
                <a:blip r:embed="rId142"/>
                <a:stretch>
                  <a:fillRect/>
                </a:stretch>
              </p:blipFill>
              <p:spPr>
                <a:xfrm>
                  <a:off x="3906648" y="1919098"/>
                  <a:ext cx="186120" cy="346661"/>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97" name="Ink 96">
                  <a:extLst>
                    <a:ext uri="{FF2B5EF4-FFF2-40B4-BE49-F238E27FC236}">
                      <a16:creationId xmlns:a16="http://schemas.microsoft.com/office/drawing/2014/main" id="{4AF9648D-06E4-5947-F9E2-CB3A91765E7A}"/>
                    </a:ext>
                  </a:extLst>
                </p14:cNvPr>
                <p14:cNvContentPartPr/>
                <p14:nvPr/>
              </p14:nvContentPartPr>
              <p14:xfrm>
                <a:off x="3421728" y="1884168"/>
                <a:ext cx="178560" cy="267840"/>
              </p14:xfrm>
            </p:contentPart>
          </mc:Choice>
          <mc:Fallback xmlns="">
            <p:pic>
              <p:nvPicPr>
                <p:cNvPr id="97" name="Ink 96">
                  <a:extLst>
                    <a:ext uri="{FF2B5EF4-FFF2-40B4-BE49-F238E27FC236}">
                      <a16:creationId xmlns:a16="http://schemas.microsoft.com/office/drawing/2014/main" id="{4AF9648D-06E4-5947-F9E2-CB3A91765E7A}"/>
                    </a:ext>
                  </a:extLst>
                </p:cNvPr>
                <p:cNvPicPr/>
                <p:nvPr/>
              </p:nvPicPr>
              <p:blipFill>
                <a:blip r:embed="rId144"/>
                <a:stretch>
                  <a:fillRect/>
                </a:stretch>
              </p:blipFill>
              <p:spPr>
                <a:xfrm>
                  <a:off x="3412728" y="1875168"/>
                  <a:ext cx="196200" cy="2854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98" name="Ink 97">
                  <a:extLst>
                    <a:ext uri="{FF2B5EF4-FFF2-40B4-BE49-F238E27FC236}">
                      <a16:creationId xmlns:a16="http://schemas.microsoft.com/office/drawing/2014/main" id="{0E9F43BD-50AB-2857-9736-13A17B6E37FE}"/>
                    </a:ext>
                  </a:extLst>
                </p14:cNvPr>
                <p14:cNvContentPartPr/>
                <p14:nvPr/>
              </p14:nvContentPartPr>
              <p14:xfrm>
                <a:off x="3432168" y="1882728"/>
                <a:ext cx="114480" cy="85680"/>
              </p14:xfrm>
            </p:contentPart>
          </mc:Choice>
          <mc:Fallback xmlns="">
            <p:pic>
              <p:nvPicPr>
                <p:cNvPr id="98" name="Ink 97">
                  <a:extLst>
                    <a:ext uri="{FF2B5EF4-FFF2-40B4-BE49-F238E27FC236}">
                      <a16:creationId xmlns:a16="http://schemas.microsoft.com/office/drawing/2014/main" id="{0E9F43BD-50AB-2857-9736-13A17B6E37FE}"/>
                    </a:ext>
                  </a:extLst>
                </p:cNvPr>
                <p:cNvPicPr/>
                <p:nvPr/>
              </p:nvPicPr>
              <p:blipFill>
                <a:blip r:embed="rId146"/>
                <a:stretch>
                  <a:fillRect/>
                </a:stretch>
              </p:blipFill>
              <p:spPr>
                <a:xfrm>
                  <a:off x="3423140" y="1873728"/>
                  <a:ext cx="132176"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99" name="Ink 98">
                  <a:extLst>
                    <a:ext uri="{FF2B5EF4-FFF2-40B4-BE49-F238E27FC236}">
                      <a16:creationId xmlns:a16="http://schemas.microsoft.com/office/drawing/2014/main" id="{B566DEA7-752A-F4B8-BD6A-802D4C32DF41}"/>
                    </a:ext>
                  </a:extLst>
                </p14:cNvPr>
                <p14:cNvContentPartPr/>
                <p14:nvPr/>
              </p14:nvContentPartPr>
              <p14:xfrm>
                <a:off x="3587328" y="2022768"/>
                <a:ext cx="94680" cy="104040"/>
              </p14:xfrm>
            </p:contentPart>
          </mc:Choice>
          <mc:Fallback xmlns="">
            <p:pic>
              <p:nvPicPr>
                <p:cNvPr id="99" name="Ink 98">
                  <a:extLst>
                    <a:ext uri="{FF2B5EF4-FFF2-40B4-BE49-F238E27FC236}">
                      <a16:creationId xmlns:a16="http://schemas.microsoft.com/office/drawing/2014/main" id="{B566DEA7-752A-F4B8-BD6A-802D4C32DF41}"/>
                    </a:ext>
                  </a:extLst>
                </p:cNvPr>
                <p:cNvPicPr/>
                <p:nvPr/>
              </p:nvPicPr>
              <p:blipFill>
                <a:blip r:embed="rId148"/>
                <a:stretch>
                  <a:fillRect/>
                </a:stretch>
              </p:blipFill>
              <p:spPr>
                <a:xfrm>
                  <a:off x="3578294" y="2013768"/>
                  <a:ext cx="112387"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00" name="Ink 99">
                  <a:extLst>
                    <a:ext uri="{FF2B5EF4-FFF2-40B4-BE49-F238E27FC236}">
                      <a16:creationId xmlns:a16="http://schemas.microsoft.com/office/drawing/2014/main" id="{F99B2064-B6FB-2AEF-4A92-C554AD6B340E}"/>
                    </a:ext>
                  </a:extLst>
                </p14:cNvPr>
                <p14:cNvContentPartPr/>
                <p14:nvPr/>
              </p14:nvContentPartPr>
              <p14:xfrm>
                <a:off x="3688848" y="2043288"/>
                <a:ext cx="163800" cy="197280"/>
              </p14:xfrm>
            </p:contentPart>
          </mc:Choice>
          <mc:Fallback xmlns="">
            <p:pic>
              <p:nvPicPr>
                <p:cNvPr id="100" name="Ink 99">
                  <a:extLst>
                    <a:ext uri="{FF2B5EF4-FFF2-40B4-BE49-F238E27FC236}">
                      <a16:creationId xmlns:a16="http://schemas.microsoft.com/office/drawing/2014/main" id="{F99B2064-B6FB-2AEF-4A92-C554AD6B340E}"/>
                    </a:ext>
                  </a:extLst>
                </p:cNvPr>
                <p:cNvPicPr/>
                <p:nvPr/>
              </p:nvPicPr>
              <p:blipFill>
                <a:blip r:embed="rId150"/>
                <a:stretch>
                  <a:fillRect/>
                </a:stretch>
              </p:blipFill>
              <p:spPr>
                <a:xfrm>
                  <a:off x="3679828" y="2034288"/>
                  <a:ext cx="181479" cy="214920"/>
                </a:xfrm>
                <a:prstGeom prst="rect">
                  <a:avLst/>
                </a:prstGeom>
              </p:spPr>
            </p:pic>
          </mc:Fallback>
        </mc:AlternateContent>
      </p:grpSp>
      <p:grpSp>
        <p:nvGrpSpPr>
          <p:cNvPr id="118" name="Group 117">
            <a:extLst>
              <a:ext uri="{FF2B5EF4-FFF2-40B4-BE49-F238E27FC236}">
                <a16:creationId xmlns:a16="http://schemas.microsoft.com/office/drawing/2014/main" id="{B9C5F3EE-9DB6-ED4A-B5C6-FC9964BF8C82}"/>
              </a:ext>
            </a:extLst>
          </p:cNvPr>
          <p:cNvGrpSpPr/>
          <p:nvPr/>
        </p:nvGrpSpPr>
        <p:grpSpPr>
          <a:xfrm>
            <a:off x="6735168" y="735408"/>
            <a:ext cx="1166400" cy="567720"/>
            <a:chOff x="6735168" y="735408"/>
            <a:chExt cx="1166400" cy="567720"/>
          </a:xfrm>
        </p:grpSpPr>
        <mc:AlternateContent xmlns:mc="http://schemas.openxmlformats.org/markup-compatibility/2006" xmlns:p14="http://schemas.microsoft.com/office/powerpoint/2010/main">
          <mc:Choice Requires="p14">
            <p:contentPart p14:bwMode="auto" r:id="rId151">
              <p14:nvContentPartPr>
                <p14:cNvPr id="102" name="Ink 101">
                  <a:extLst>
                    <a:ext uri="{FF2B5EF4-FFF2-40B4-BE49-F238E27FC236}">
                      <a16:creationId xmlns:a16="http://schemas.microsoft.com/office/drawing/2014/main" id="{325CFCF2-80B3-ADAC-FB32-4A8C00ECBFCD}"/>
                    </a:ext>
                  </a:extLst>
                </p14:cNvPr>
                <p14:cNvContentPartPr/>
                <p14:nvPr/>
              </p14:nvContentPartPr>
              <p14:xfrm>
                <a:off x="6840288" y="781848"/>
                <a:ext cx="173880" cy="342360"/>
              </p14:xfrm>
            </p:contentPart>
          </mc:Choice>
          <mc:Fallback xmlns="">
            <p:pic>
              <p:nvPicPr>
                <p:cNvPr id="102" name="Ink 101">
                  <a:extLst>
                    <a:ext uri="{FF2B5EF4-FFF2-40B4-BE49-F238E27FC236}">
                      <a16:creationId xmlns:a16="http://schemas.microsoft.com/office/drawing/2014/main" id="{325CFCF2-80B3-ADAC-FB32-4A8C00ECBFCD}"/>
                    </a:ext>
                  </a:extLst>
                </p:cNvPr>
                <p:cNvPicPr/>
                <p:nvPr/>
              </p:nvPicPr>
              <p:blipFill>
                <a:blip r:embed="rId152"/>
                <a:stretch>
                  <a:fillRect/>
                </a:stretch>
              </p:blipFill>
              <p:spPr>
                <a:xfrm>
                  <a:off x="6831288" y="772848"/>
                  <a:ext cx="19152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03" name="Ink 102">
                  <a:extLst>
                    <a:ext uri="{FF2B5EF4-FFF2-40B4-BE49-F238E27FC236}">
                      <a16:creationId xmlns:a16="http://schemas.microsoft.com/office/drawing/2014/main" id="{CB493537-1504-26CE-59CC-44D794317AFC}"/>
                    </a:ext>
                  </a:extLst>
                </p14:cNvPr>
                <p14:cNvContentPartPr/>
                <p14:nvPr/>
              </p14:nvContentPartPr>
              <p14:xfrm>
                <a:off x="6735168" y="775008"/>
                <a:ext cx="330480" cy="41760"/>
              </p14:xfrm>
            </p:contentPart>
          </mc:Choice>
          <mc:Fallback xmlns="">
            <p:pic>
              <p:nvPicPr>
                <p:cNvPr id="103" name="Ink 102">
                  <a:extLst>
                    <a:ext uri="{FF2B5EF4-FFF2-40B4-BE49-F238E27FC236}">
                      <a16:creationId xmlns:a16="http://schemas.microsoft.com/office/drawing/2014/main" id="{CB493537-1504-26CE-59CC-44D794317AFC}"/>
                    </a:ext>
                  </a:extLst>
                </p:cNvPr>
                <p:cNvPicPr/>
                <p:nvPr/>
              </p:nvPicPr>
              <p:blipFill>
                <a:blip r:embed="rId154"/>
                <a:stretch>
                  <a:fillRect/>
                </a:stretch>
              </p:blipFill>
              <p:spPr>
                <a:xfrm>
                  <a:off x="6726178" y="766008"/>
                  <a:ext cx="348101"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04" name="Ink 103">
                  <a:extLst>
                    <a:ext uri="{FF2B5EF4-FFF2-40B4-BE49-F238E27FC236}">
                      <a16:creationId xmlns:a16="http://schemas.microsoft.com/office/drawing/2014/main" id="{F5BFC983-D8D5-28EA-2858-BED3F9C6EC18}"/>
                    </a:ext>
                  </a:extLst>
                </p14:cNvPr>
                <p14:cNvContentPartPr/>
                <p14:nvPr/>
              </p14:nvContentPartPr>
              <p14:xfrm>
                <a:off x="7047288" y="1019448"/>
                <a:ext cx="159840" cy="176400"/>
              </p14:xfrm>
            </p:contentPart>
          </mc:Choice>
          <mc:Fallback xmlns="">
            <p:pic>
              <p:nvPicPr>
                <p:cNvPr id="104" name="Ink 103">
                  <a:extLst>
                    <a:ext uri="{FF2B5EF4-FFF2-40B4-BE49-F238E27FC236}">
                      <a16:creationId xmlns:a16="http://schemas.microsoft.com/office/drawing/2014/main" id="{F5BFC983-D8D5-28EA-2858-BED3F9C6EC18}"/>
                    </a:ext>
                  </a:extLst>
                </p:cNvPr>
                <p:cNvPicPr/>
                <p:nvPr/>
              </p:nvPicPr>
              <p:blipFill>
                <a:blip r:embed="rId156"/>
                <a:stretch>
                  <a:fillRect/>
                </a:stretch>
              </p:blipFill>
              <p:spPr>
                <a:xfrm>
                  <a:off x="7038288" y="1010430"/>
                  <a:ext cx="177480" cy="194076"/>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05" name="Ink 104">
                  <a:extLst>
                    <a:ext uri="{FF2B5EF4-FFF2-40B4-BE49-F238E27FC236}">
                      <a16:creationId xmlns:a16="http://schemas.microsoft.com/office/drawing/2014/main" id="{DC439AEF-0D5F-E2D1-A04E-F17BAFF263E6}"/>
                    </a:ext>
                  </a:extLst>
                </p14:cNvPr>
                <p14:cNvContentPartPr/>
                <p14:nvPr/>
              </p14:nvContentPartPr>
              <p14:xfrm>
                <a:off x="7269048" y="1084608"/>
                <a:ext cx="27360" cy="218520"/>
              </p14:xfrm>
            </p:contentPart>
          </mc:Choice>
          <mc:Fallback xmlns="">
            <p:pic>
              <p:nvPicPr>
                <p:cNvPr id="105" name="Ink 104">
                  <a:extLst>
                    <a:ext uri="{FF2B5EF4-FFF2-40B4-BE49-F238E27FC236}">
                      <a16:creationId xmlns:a16="http://schemas.microsoft.com/office/drawing/2014/main" id="{DC439AEF-0D5F-E2D1-A04E-F17BAFF263E6}"/>
                    </a:ext>
                  </a:extLst>
                </p:cNvPr>
                <p:cNvPicPr/>
                <p:nvPr/>
              </p:nvPicPr>
              <p:blipFill>
                <a:blip r:embed="rId158"/>
                <a:stretch>
                  <a:fillRect/>
                </a:stretch>
              </p:blipFill>
              <p:spPr>
                <a:xfrm>
                  <a:off x="7260048" y="1075608"/>
                  <a:ext cx="4500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06" name="Ink 105">
                  <a:extLst>
                    <a:ext uri="{FF2B5EF4-FFF2-40B4-BE49-F238E27FC236}">
                      <a16:creationId xmlns:a16="http://schemas.microsoft.com/office/drawing/2014/main" id="{12C8ADC6-0F89-C984-EFD4-A4D9FE221CD2}"/>
                    </a:ext>
                  </a:extLst>
                </p14:cNvPr>
                <p14:cNvContentPartPr/>
                <p14:nvPr/>
              </p14:nvContentPartPr>
              <p14:xfrm>
                <a:off x="7445088" y="975528"/>
                <a:ext cx="45000" cy="12600"/>
              </p14:xfrm>
            </p:contentPart>
          </mc:Choice>
          <mc:Fallback xmlns="">
            <p:pic>
              <p:nvPicPr>
                <p:cNvPr id="106" name="Ink 105">
                  <a:extLst>
                    <a:ext uri="{FF2B5EF4-FFF2-40B4-BE49-F238E27FC236}">
                      <a16:creationId xmlns:a16="http://schemas.microsoft.com/office/drawing/2014/main" id="{12C8ADC6-0F89-C984-EFD4-A4D9FE221CD2}"/>
                    </a:ext>
                  </a:extLst>
                </p:cNvPr>
                <p:cNvPicPr/>
                <p:nvPr/>
              </p:nvPicPr>
              <p:blipFill>
                <a:blip r:embed="rId160"/>
                <a:stretch>
                  <a:fillRect/>
                </a:stretch>
              </p:blipFill>
              <p:spPr>
                <a:xfrm>
                  <a:off x="7436088" y="966528"/>
                  <a:ext cx="6264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07" name="Ink 106">
                  <a:extLst>
                    <a:ext uri="{FF2B5EF4-FFF2-40B4-BE49-F238E27FC236}">
                      <a16:creationId xmlns:a16="http://schemas.microsoft.com/office/drawing/2014/main" id="{FB7DD446-9B37-C2B5-0EC9-48A5EDD4392F}"/>
                    </a:ext>
                  </a:extLst>
                </p14:cNvPr>
                <p14:cNvContentPartPr/>
                <p14:nvPr/>
              </p14:nvContentPartPr>
              <p14:xfrm>
                <a:off x="7450488" y="1059768"/>
                <a:ext cx="121680" cy="7200"/>
              </p14:xfrm>
            </p:contentPart>
          </mc:Choice>
          <mc:Fallback xmlns="">
            <p:pic>
              <p:nvPicPr>
                <p:cNvPr id="107" name="Ink 106">
                  <a:extLst>
                    <a:ext uri="{FF2B5EF4-FFF2-40B4-BE49-F238E27FC236}">
                      <a16:creationId xmlns:a16="http://schemas.microsoft.com/office/drawing/2014/main" id="{FB7DD446-9B37-C2B5-0EC9-48A5EDD4392F}"/>
                    </a:ext>
                  </a:extLst>
                </p:cNvPr>
                <p:cNvPicPr/>
                <p:nvPr/>
              </p:nvPicPr>
              <p:blipFill>
                <a:blip r:embed="rId162"/>
                <a:stretch>
                  <a:fillRect/>
                </a:stretch>
              </p:blipFill>
              <p:spPr>
                <a:xfrm>
                  <a:off x="7441488" y="1050768"/>
                  <a:ext cx="1393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08" name="Ink 107">
                  <a:extLst>
                    <a:ext uri="{FF2B5EF4-FFF2-40B4-BE49-F238E27FC236}">
                      <a16:creationId xmlns:a16="http://schemas.microsoft.com/office/drawing/2014/main" id="{5AABF495-30D4-0B43-D9D4-92FDD61D32C7}"/>
                    </a:ext>
                  </a:extLst>
                </p14:cNvPr>
                <p14:cNvContentPartPr/>
                <p14:nvPr/>
              </p14:nvContentPartPr>
              <p14:xfrm>
                <a:off x="7692768" y="735408"/>
                <a:ext cx="208800" cy="227160"/>
              </p14:xfrm>
            </p:contentPart>
          </mc:Choice>
          <mc:Fallback xmlns="">
            <p:pic>
              <p:nvPicPr>
                <p:cNvPr id="108" name="Ink 107">
                  <a:extLst>
                    <a:ext uri="{FF2B5EF4-FFF2-40B4-BE49-F238E27FC236}">
                      <a16:creationId xmlns:a16="http://schemas.microsoft.com/office/drawing/2014/main" id="{5AABF495-30D4-0B43-D9D4-92FDD61D32C7}"/>
                    </a:ext>
                  </a:extLst>
                </p:cNvPr>
                <p:cNvPicPr/>
                <p:nvPr/>
              </p:nvPicPr>
              <p:blipFill>
                <a:blip r:embed="rId164"/>
                <a:stretch>
                  <a:fillRect/>
                </a:stretch>
              </p:blipFill>
              <p:spPr>
                <a:xfrm>
                  <a:off x="7683768" y="726394"/>
                  <a:ext cx="226440" cy="244828"/>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09" name="Ink 108">
                  <a:extLst>
                    <a:ext uri="{FF2B5EF4-FFF2-40B4-BE49-F238E27FC236}">
                      <a16:creationId xmlns:a16="http://schemas.microsoft.com/office/drawing/2014/main" id="{F2DFEDA7-FAF0-139B-935A-1450760A9D51}"/>
                    </a:ext>
                  </a:extLst>
                </p14:cNvPr>
                <p14:cNvContentPartPr/>
                <p14:nvPr/>
              </p14:nvContentPartPr>
              <p14:xfrm>
                <a:off x="7734168" y="1177488"/>
                <a:ext cx="28440" cy="59400"/>
              </p14:xfrm>
            </p:contentPart>
          </mc:Choice>
          <mc:Fallback xmlns="">
            <p:pic>
              <p:nvPicPr>
                <p:cNvPr id="109" name="Ink 108">
                  <a:extLst>
                    <a:ext uri="{FF2B5EF4-FFF2-40B4-BE49-F238E27FC236}">
                      <a16:creationId xmlns:a16="http://schemas.microsoft.com/office/drawing/2014/main" id="{F2DFEDA7-FAF0-139B-935A-1450760A9D51}"/>
                    </a:ext>
                  </a:extLst>
                </p:cNvPr>
                <p:cNvPicPr/>
                <p:nvPr/>
              </p:nvPicPr>
              <p:blipFill>
                <a:blip r:embed="rId166"/>
                <a:stretch>
                  <a:fillRect/>
                </a:stretch>
              </p:blipFill>
              <p:spPr>
                <a:xfrm>
                  <a:off x="7725168" y="1168488"/>
                  <a:ext cx="46080" cy="77040"/>
                </a:xfrm>
                <a:prstGeom prst="rect">
                  <a:avLst/>
                </a:prstGeom>
              </p:spPr>
            </p:pic>
          </mc:Fallback>
        </mc:AlternateContent>
      </p:grpSp>
      <p:grpSp>
        <p:nvGrpSpPr>
          <p:cNvPr id="117" name="Group 116">
            <a:extLst>
              <a:ext uri="{FF2B5EF4-FFF2-40B4-BE49-F238E27FC236}">
                <a16:creationId xmlns:a16="http://schemas.microsoft.com/office/drawing/2014/main" id="{4B413B49-F68C-5EA8-1DDE-6059E5A2D029}"/>
              </a:ext>
            </a:extLst>
          </p:cNvPr>
          <p:cNvGrpSpPr/>
          <p:nvPr/>
        </p:nvGrpSpPr>
        <p:grpSpPr>
          <a:xfrm>
            <a:off x="8646048" y="720288"/>
            <a:ext cx="969480" cy="569160"/>
            <a:chOff x="8646048" y="720288"/>
            <a:chExt cx="969480" cy="569160"/>
          </a:xfrm>
        </p:grpSpPr>
        <mc:AlternateContent xmlns:mc="http://schemas.openxmlformats.org/markup-compatibility/2006" xmlns:p14="http://schemas.microsoft.com/office/powerpoint/2010/main">
          <mc:Choice Requires="p14">
            <p:contentPart p14:bwMode="auto" r:id="rId167">
              <p14:nvContentPartPr>
                <p14:cNvPr id="110" name="Ink 109">
                  <a:extLst>
                    <a:ext uri="{FF2B5EF4-FFF2-40B4-BE49-F238E27FC236}">
                      <a16:creationId xmlns:a16="http://schemas.microsoft.com/office/drawing/2014/main" id="{D7D4C311-4C13-F54A-C189-DEDCF0807F4D}"/>
                    </a:ext>
                  </a:extLst>
                </p14:cNvPr>
                <p14:cNvContentPartPr/>
                <p14:nvPr/>
              </p14:nvContentPartPr>
              <p14:xfrm>
                <a:off x="8646048" y="749448"/>
                <a:ext cx="237240" cy="356400"/>
              </p14:xfrm>
            </p:contentPart>
          </mc:Choice>
          <mc:Fallback xmlns="">
            <p:pic>
              <p:nvPicPr>
                <p:cNvPr id="110" name="Ink 109">
                  <a:extLst>
                    <a:ext uri="{FF2B5EF4-FFF2-40B4-BE49-F238E27FC236}">
                      <a16:creationId xmlns:a16="http://schemas.microsoft.com/office/drawing/2014/main" id="{D7D4C311-4C13-F54A-C189-DEDCF0807F4D}"/>
                    </a:ext>
                  </a:extLst>
                </p:cNvPr>
                <p:cNvPicPr/>
                <p:nvPr/>
              </p:nvPicPr>
              <p:blipFill>
                <a:blip r:embed="rId168"/>
                <a:stretch>
                  <a:fillRect/>
                </a:stretch>
              </p:blipFill>
              <p:spPr>
                <a:xfrm>
                  <a:off x="8637048" y="740448"/>
                  <a:ext cx="254880" cy="37404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11" name="Ink 110">
                  <a:extLst>
                    <a:ext uri="{FF2B5EF4-FFF2-40B4-BE49-F238E27FC236}">
                      <a16:creationId xmlns:a16="http://schemas.microsoft.com/office/drawing/2014/main" id="{74C0ED4B-A195-DD5C-3B00-E58756803745}"/>
                    </a:ext>
                  </a:extLst>
                </p14:cNvPr>
                <p14:cNvContentPartPr/>
                <p14:nvPr/>
              </p14:nvContentPartPr>
              <p14:xfrm>
                <a:off x="8739648" y="1024848"/>
                <a:ext cx="150120" cy="264600"/>
              </p14:xfrm>
            </p:contentPart>
          </mc:Choice>
          <mc:Fallback xmlns="">
            <p:pic>
              <p:nvPicPr>
                <p:cNvPr id="111" name="Ink 110">
                  <a:extLst>
                    <a:ext uri="{FF2B5EF4-FFF2-40B4-BE49-F238E27FC236}">
                      <a16:creationId xmlns:a16="http://schemas.microsoft.com/office/drawing/2014/main" id="{74C0ED4B-A195-DD5C-3B00-E58756803745}"/>
                    </a:ext>
                  </a:extLst>
                </p:cNvPr>
                <p:cNvPicPr/>
                <p:nvPr/>
              </p:nvPicPr>
              <p:blipFill>
                <a:blip r:embed="rId170"/>
                <a:stretch>
                  <a:fillRect/>
                </a:stretch>
              </p:blipFill>
              <p:spPr>
                <a:xfrm>
                  <a:off x="8730670" y="1015848"/>
                  <a:ext cx="167718"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12" name="Ink 111">
                  <a:extLst>
                    <a:ext uri="{FF2B5EF4-FFF2-40B4-BE49-F238E27FC236}">
                      <a16:creationId xmlns:a16="http://schemas.microsoft.com/office/drawing/2014/main" id="{373B7065-AC98-74C2-FB33-1632135801B4}"/>
                    </a:ext>
                  </a:extLst>
                </p14:cNvPr>
                <p14:cNvContentPartPr/>
                <p14:nvPr/>
              </p14:nvContentPartPr>
              <p14:xfrm>
                <a:off x="8736048" y="1206648"/>
                <a:ext cx="159480" cy="20520"/>
              </p14:xfrm>
            </p:contentPart>
          </mc:Choice>
          <mc:Fallback xmlns="">
            <p:pic>
              <p:nvPicPr>
                <p:cNvPr id="112" name="Ink 111">
                  <a:extLst>
                    <a:ext uri="{FF2B5EF4-FFF2-40B4-BE49-F238E27FC236}">
                      <a16:creationId xmlns:a16="http://schemas.microsoft.com/office/drawing/2014/main" id="{373B7065-AC98-74C2-FB33-1632135801B4}"/>
                    </a:ext>
                  </a:extLst>
                </p:cNvPr>
                <p:cNvPicPr/>
                <p:nvPr/>
              </p:nvPicPr>
              <p:blipFill>
                <a:blip r:embed="rId172"/>
                <a:stretch>
                  <a:fillRect/>
                </a:stretch>
              </p:blipFill>
              <p:spPr>
                <a:xfrm>
                  <a:off x="8727048" y="1197648"/>
                  <a:ext cx="1771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13" name="Ink 112">
                  <a:extLst>
                    <a:ext uri="{FF2B5EF4-FFF2-40B4-BE49-F238E27FC236}">
                      <a16:creationId xmlns:a16="http://schemas.microsoft.com/office/drawing/2014/main" id="{F624C9EF-4929-1538-37A3-3639B7EFFB62}"/>
                    </a:ext>
                  </a:extLst>
                </p14:cNvPr>
                <p14:cNvContentPartPr/>
                <p14:nvPr/>
              </p14:nvContentPartPr>
              <p14:xfrm>
                <a:off x="8994528" y="909648"/>
                <a:ext cx="164880" cy="31320"/>
              </p14:xfrm>
            </p:contentPart>
          </mc:Choice>
          <mc:Fallback xmlns="">
            <p:pic>
              <p:nvPicPr>
                <p:cNvPr id="113" name="Ink 112">
                  <a:extLst>
                    <a:ext uri="{FF2B5EF4-FFF2-40B4-BE49-F238E27FC236}">
                      <a16:creationId xmlns:a16="http://schemas.microsoft.com/office/drawing/2014/main" id="{F624C9EF-4929-1538-37A3-3639B7EFFB62}"/>
                    </a:ext>
                  </a:extLst>
                </p:cNvPr>
                <p:cNvPicPr/>
                <p:nvPr/>
              </p:nvPicPr>
              <p:blipFill>
                <a:blip r:embed="rId174"/>
                <a:stretch>
                  <a:fillRect/>
                </a:stretch>
              </p:blipFill>
              <p:spPr>
                <a:xfrm>
                  <a:off x="8985528" y="900648"/>
                  <a:ext cx="18252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14" name="Ink 113">
                  <a:extLst>
                    <a:ext uri="{FF2B5EF4-FFF2-40B4-BE49-F238E27FC236}">
                      <a16:creationId xmlns:a16="http://schemas.microsoft.com/office/drawing/2014/main" id="{CB66492B-F7D1-D125-CD87-2EA4482F0822}"/>
                    </a:ext>
                  </a:extLst>
                </p14:cNvPr>
                <p14:cNvContentPartPr/>
                <p14:nvPr/>
              </p14:nvContentPartPr>
              <p14:xfrm>
                <a:off x="8970408" y="973008"/>
                <a:ext cx="182160" cy="30960"/>
              </p14:xfrm>
            </p:contentPart>
          </mc:Choice>
          <mc:Fallback xmlns="">
            <p:pic>
              <p:nvPicPr>
                <p:cNvPr id="114" name="Ink 113">
                  <a:extLst>
                    <a:ext uri="{FF2B5EF4-FFF2-40B4-BE49-F238E27FC236}">
                      <a16:creationId xmlns:a16="http://schemas.microsoft.com/office/drawing/2014/main" id="{CB66492B-F7D1-D125-CD87-2EA4482F0822}"/>
                    </a:ext>
                  </a:extLst>
                </p:cNvPr>
                <p:cNvPicPr/>
                <p:nvPr/>
              </p:nvPicPr>
              <p:blipFill>
                <a:blip r:embed="rId176"/>
                <a:stretch>
                  <a:fillRect/>
                </a:stretch>
              </p:blipFill>
              <p:spPr>
                <a:xfrm>
                  <a:off x="8961408" y="964008"/>
                  <a:ext cx="19980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15" name="Ink 114">
                  <a:extLst>
                    <a:ext uri="{FF2B5EF4-FFF2-40B4-BE49-F238E27FC236}">
                      <a16:creationId xmlns:a16="http://schemas.microsoft.com/office/drawing/2014/main" id="{8BA74C95-8D5B-5070-6C96-37EB52A0F88A}"/>
                    </a:ext>
                  </a:extLst>
                </p14:cNvPr>
                <p14:cNvContentPartPr/>
                <p14:nvPr/>
              </p14:nvContentPartPr>
              <p14:xfrm>
                <a:off x="9232488" y="734328"/>
                <a:ext cx="123480" cy="237240"/>
              </p14:xfrm>
            </p:contentPart>
          </mc:Choice>
          <mc:Fallback xmlns="">
            <p:pic>
              <p:nvPicPr>
                <p:cNvPr id="115" name="Ink 114">
                  <a:extLst>
                    <a:ext uri="{FF2B5EF4-FFF2-40B4-BE49-F238E27FC236}">
                      <a16:creationId xmlns:a16="http://schemas.microsoft.com/office/drawing/2014/main" id="{8BA74C95-8D5B-5070-6C96-37EB52A0F88A}"/>
                    </a:ext>
                  </a:extLst>
                </p:cNvPr>
                <p:cNvPicPr/>
                <p:nvPr/>
              </p:nvPicPr>
              <p:blipFill>
                <a:blip r:embed="rId178"/>
                <a:stretch>
                  <a:fillRect/>
                </a:stretch>
              </p:blipFill>
              <p:spPr>
                <a:xfrm>
                  <a:off x="9223462" y="725328"/>
                  <a:ext cx="141172"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16" name="Ink 115">
                  <a:extLst>
                    <a:ext uri="{FF2B5EF4-FFF2-40B4-BE49-F238E27FC236}">
                      <a16:creationId xmlns:a16="http://schemas.microsoft.com/office/drawing/2014/main" id="{2E0A37D6-7A0F-E3E2-E6EA-8055154D02B4}"/>
                    </a:ext>
                  </a:extLst>
                </p14:cNvPr>
                <p14:cNvContentPartPr/>
                <p14:nvPr/>
              </p14:nvContentPartPr>
              <p14:xfrm>
                <a:off x="9177408" y="720288"/>
                <a:ext cx="438120" cy="251280"/>
              </p14:xfrm>
            </p:contentPart>
          </mc:Choice>
          <mc:Fallback xmlns="">
            <p:pic>
              <p:nvPicPr>
                <p:cNvPr id="116" name="Ink 115">
                  <a:extLst>
                    <a:ext uri="{FF2B5EF4-FFF2-40B4-BE49-F238E27FC236}">
                      <a16:creationId xmlns:a16="http://schemas.microsoft.com/office/drawing/2014/main" id="{2E0A37D6-7A0F-E3E2-E6EA-8055154D02B4}"/>
                    </a:ext>
                  </a:extLst>
                </p:cNvPr>
                <p:cNvPicPr/>
                <p:nvPr/>
              </p:nvPicPr>
              <p:blipFill>
                <a:blip r:embed="rId180"/>
                <a:stretch>
                  <a:fillRect/>
                </a:stretch>
              </p:blipFill>
              <p:spPr>
                <a:xfrm>
                  <a:off x="9168401" y="711275"/>
                  <a:ext cx="455775" cy="268945"/>
                </a:xfrm>
                <a:prstGeom prst="rect">
                  <a:avLst/>
                </a:prstGeom>
              </p:spPr>
            </p:pic>
          </mc:Fallback>
        </mc:AlternateContent>
      </p:grpSp>
      <p:grpSp>
        <p:nvGrpSpPr>
          <p:cNvPr id="124" name="Group 123">
            <a:extLst>
              <a:ext uri="{FF2B5EF4-FFF2-40B4-BE49-F238E27FC236}">
                <a16:creationId xmlns:a16="http://schemas.microsoft.com/office/drawing/2014/main" id="{239A4A99-2083-EA1A-2476-94290342C80D}"/>
              </a:ext>
            </a:extLst>
          </p:cNvPr>
          <p:cNvGrpSpPr/>
          <p:nvPr/>
        </p:nvGrpSpPr>
        <p:grpSpPr>
          <a:xfrm>
            <a:off x="10135008" y="669528"/>
            <a:ext cx="442080" cy="513720"/>
            <a:chOff x="10135008" y="669528"/>
            <a:chExt cx="442080" cy="513720"/>
          </a:xfrm>
        </p:grpSpPr>
        <mc:AlternateContent xmlns:mc="http://schemas.openxmlformats.org/markup-compatibility/2006" xmlns:p14="http://schemas.microsoft.com/office/powerpoint/2010/main">
          <mc:Choice Requires="p14">
            <p:contentPart p14:bwMode="auto" r:id="rId181">
              <p14:nvContentPartPr>
                <p14:cNvPr id="119" name="Ink 118">
                  <a:extLst>
                    <a:ext uri="{FF2B5EF4-FFF2-40B4-BE49-F238E27FC236}">
                      <a16:creationId xmlns:a16="http://schemas.microsoft.com/office/drawing/2014/main" id="{838DC910-BB83-FB9B-EDDD-A0DCCDA91DD9}"/>
                    </a:ext>
                  </a:extLst>
                </p14:cNvPr>
                <p14:cNvContentPartPr/>
                <p14:nvPr/>
              </p14:nvContentPartPr>
              <p14:xfrm>
                <a:off x="10176768" y="669528"/>
                <a:ext cx="79560" cy="513720"/>
              </p14:xfrm>
            </p:contentPart>
          </mc:Choice>
          <mc:Fallback xmlns="">
            <p:pic>
              <p:nvPicPr>
                <p:cNvPr id="119" name="Ink 118">
                  <a:extLst>
                    <a:ext uri="{FF2B5EF4-FFF2-40B4-BE49-F238E27FC236}">
                      <a16:creationId xmlns:a16="http://schemas.microsoft.com/office/drawing/2014/main" id="{838DC910-BB83-FB9B-EDDD-A0DCCDA91DD9}"/>
                    </a:ext>
                  </a:extLst>
                </p:cNvPr>
                <p:cNvPicPr/>
                <p:nvPr/>
              </p:nvPicPr>
              <p:blipFill>
                <a:blip r:embed="rId182"/>
                <a:stretch>
                  <a:fillRect/>
                </a:stretch>
              </p:blipFill>
              <p:spPr>
                <a:xfrm>
                  <a:off x="10167768" y="660522"/>
                  <a:ext cx="97200" cy="531372"/>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20" name="Ink 119">
                  <a:extLst>
                    <a:ext uri="{FF2B5EF4-FFF2-40B4-BE49-F238E27FC236}">
                      <a16:creationId xmlns:a16="http://schemas.microsoft.com/office/drawing/2014/main" id="{C3412D57-2B9E-5B8D-B317-44046A0CEFE3}"/>
                    </a:ext>
                  </a:extLst>
                </p14:cNvPr>
                <p14:cNvContentPartPr/>
                <p14:nvPr/>
              </p14:nvContentPartPr>
              <p14:xfrm>
                <a:off x="10135008" y="676008"/>
                <a:ext cx="211320" cy="213840"/>
              </p14:xfrm>
            </p:contentPart>
          </mc:Choice>
          <mc:Fallback xmlns="">
            <p:pic>
              <p:nvPicPr>
                <p:cNvPr id="120" name="Ink 119">
                  <a:extLst>
                    <a:ext uri="{FF2B5EF4-FFF2-40B4-BE49-F238E27FC236}">
                      <a16:creationId xmlns:a16="http://schemas.microsoft.com/office/drawing/2014/main" id="{C3412D57-2B9E-5B8D-B317-44046A0CEFE3}"/>
                    </a:ext>
                  </a:extLst>
                </p:cNvPr>
                <p:cNvPicPr/>
                <p:nvPr/>
              </p:nvPicPr>
              <p:blipFill>
                <a:blip r:embed="rId184"/>
                <a:stretch>
                  <a:fillRect/>
                </a:stretch>
              </p:blipFill>
              <p:spPr>
                <a:xfrm>
                  <a:off x="10126008" y="667008"/>
                  <a:ext cx="22896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21" name="Ink 120">
                  <a:extLst>
                    <a:ext uri="{FF2B5EF4-FFF2-40B4-BE49-F238E27FC236}">
                      <a16:creationId xmlns:a16="http://schemas.microsoft.com/office/drawing/2014/main" id="{73723D6E-9C61-A091-F58C-5D8612976F11}"/>
                    </a:ext>
                  </a:extLst>
                </p14:cNvPr>
                <p14:cNvContentPartPr/>
                <p14:nvPr/>
              </p14:nvContentPartPr>
              <p14:xfrm>
                <a:off x="10432728" y="727488"/>
                <a:ext cx="144360" cy="22320"/>
              </p14:xfrm>
            </p:contentPart>
          </mc:Choice>
          <mc:Fallback xmlns="">
            <p:pic>
              <p:nvPicPr>
                <p:cNvPr id="121" name="Ink 120">
                  <a:extLst>
                    <a:ext uri="{FF2B5EF4-FFF2-40B4-BE49-F238E27FC236}">
                      <a16:creationId xmlns:a16="http://schemas.microsoft.com/office/drawing/2014/main" id="{73723D6E-9C61-A091-F58C-5D8612976F11}"/>
                    </a:ext>
                  </a:extLst>
                </p:cNvPr>
                <p:cNvPicPr/>
                <p:nvPr/>
              </p:nvPicPr>
              <p:blipFill>
                <a:blip r:embed="rId186"/>
                <a:stretch>
                  <a:fillRect/>
                </a:stretch>
              </p:blipFill>
              <p:spPr>
                <a:xfrm>
                  <a:off x="10423728" y="718340"/>
                  <a:ext cx="162000" cy="40249"/>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22" name="Ink 121">
                  <a:extLst>
                    <a:ext uri="{FF2B5EF4-FFF2-40B4-BE49-F238E27FC236}">
                      <a16:creationId xmlns:a16="http://schemas.microsoft.com/office/drawing/2014/main" id="{A927498B-4314-FC4A-5B1C-72C40F6E03CD}"/>
                    </a:ext>
                  </a:extLst>
                </p14:cNvPr>
                <p14:cNvContentPartPr/>
                <p14:nvPr/>
              </p14:nvContentPartPr>
              <p14:xfrm>
                <a:off x="10437048" y="832968"/>
                <a:ext cx="119880" cy="20880"/>
              </p14:xfrm>
            </p:contentPart>
          </mc:Choice>
          <mc:Fallback xmlns="">
            <p:pic>
              <p:nvPicPr>
                <p:cNvPr id="122" name="Ink 121">
                  <a:extLst>
                    <a:ext uri="{FF2B5EF4-FFF2-40B4-BE49-F238E27FC236}">
                      <a16:creationId xmlns:a16="http://schemas.microsoft.com/office/drawing/2014/main" id="{A927498B-4314-FC4A-5B1C-72C40F6E03CD}"/>
                    </a:ext>
                  </a:extLst>
                </p:cNvPr>
                <p:cNvPicPr/>
                <p:nvPr/>
              </p:nvPicPr>
              <p:blipFill>
                <a:blip r:embed="rId188"/>
                <a:stretch>
                  <a:fillRect/>
                </a:stretch>
              </p:blipFill>
              <p:spPr>
                <a:xfrm>
                  <a:off x="10428048" y="823968"/>
                  <a:ext cx="137520" cy="38520"/>
                </a:xfrm>
                <a:prstGeom prst="rect">
                  <a:avLst/>
                </a:prstGeom>
              </p:spPr>
            </p:pic>
          </mc:Fallback>
        </mc:AlternateContent>
      </p:grpSp>
      <p:grpSp>
        <p:nvGrpSpPr>
          <p:cNvPr id="126" name="Group 125">
            <a:extLst>
              <a:ext uri="{FF2B5EF4-FFF2-40B4-BE49-F238E27FC236}">
                <a16:creationId xmlns:a16="http://schemas.microsoft.com/office/drawing/2014/main" id="{9DB5D75B-02AC-6BC4-34C5-21B52178C2DD}"/>
              </a:ext>
            </a:extLst>
          </p:cNvPr>
          <p:cNvGrpSpPr/>
          <p:nvPr/>
        </p:nvGrpSpPr>
        <p:grpSpPr>
          <a:xfrm>
            <a:off x="10779408" y="641088"/>
            <a:ext cx="462240" cy="253080"/>
            <a:chOff x="10779408" y="641088"/>
            <a:chExt cx="462240" cy="253080"/>
          </a:xfrm>
        </p:grpSpPr>
        <mc:AlternateContent xmlns:mc="http://schemas.openxmlformats.org/markup-compatibility/2006" xmlns:p14="http://schemas.microsoft.com/office/powerpoint/2010/main">
          <mc:Choice Requires="p14">
            <p:contentPart p14:bwMode="auto" r:id="rId189">
              <p14:nvContentPartPr>
                <p14:cNvPr id="123" name="Ink 122">
                  <a:extLst>
                    <a:ext uri="{FF2B5EF4-FFF2-40B4-BE49-F238E27FC236}">
                      <a16:creationId xmlns:a16="http://schemas.microsoft.com/office/drawing/2014/main" id="{99F681B2-39C2-5B3D-D9E7-D5859CBD838D}"/>
                    </a:ext>
                  </a:extLst>
                </p14:cNvPr>
                <p14:cNvContentPartPr/>
                <p14:nvPr/>
              </p14:nvContentPartPr>
              <p14:xfrm>
                <a:off x="10779408" y="641088"/>
                <a:ext cx="50400" cy="253080"/>
              </p14:xfrm>
            </p:contentPart>
          </mc:Choice>
          <mc:Fallback xmlns="">
            <p:pic>
              <p:nvPicPr>
                <p:cNvPr id="123" name="Ink 122">
                  <a:extLst>
                    <a:ext uri="{FF2B5EF4-FFF2-40B4-BE49-F238E27FC236}">
                      <a16:creationId xmlns:a16="http://schemas.microsoft.com/office/drawing/2014/main" id="{99F681B2-39C2-5B3D-D9E7-D5859CBD838D}"/>
                    </a:ext>
                  </a:extLst>
                </p:cNvPr>
                <p:cNvPicPr/>
                <p:nvPr/>
              </p:nvPicPr>
              <p:blipFill>
                <a:blip r:embed="rId190"/>
                <a:stretch>
                  <a:fillRect/>
                </a:stretch>
              </p:blipFill>
              <p:spPr>
                <a:xfrm>
                  <a:off x="10770408" y="632101"/>
                  <a:ext cx="68040" cy="270695"/>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25" name="Ink 124">
                  <a:extLst>
                    <a:ext uri="{FF2B5EF4-FFF2-40B4-BE49-F238E27FC236}">
                      <a16:creationId xmlns:a16="http://schemas.microsoft.com/office/drawing/2014/main" id="{BD24947B-9E73-C593-0335-169B555452C9}"/>
                    </a:ext>
                  </a:extLst>
                </p14:cNvPr>
                <p14:cNvContentPartPr/>
                <p14:nvPr/>
              </p14:nvContentPartPr>
              <p14:xfrm>
                <a:off x="10912248" y="666648"/>
                <a:ext cx="329400" cy="190800"/>
              </p14:xfrm>
            </p:contentPart>
          </mc:Choice>
          <mc:Fallback xmlns="">
            <p:pic>
              <p:nvPicPr>
                <p:cNvPr id="125" name="Ink 124">
                  <a:extLst>
                    <a:ext uri="{FF2B5EF4-FFF2-40B4-BE49-F238E27FC236}">
                      <a16:creationId xmlns:a16="http://schemas.microsoft.com/office/drawing/2014/main" id="{BD24947B-9E73-C593-0335-169B555452C9}"/>
                    </a:ext>
                  </a:extLst>
                </p:cNvPr>
                <p:cNvPicPr/>
                <p:nvPr/>
              </p:nvPicPr>
              <p:blipFill>
                <a:blip r:embed="rId192"/>
                <a:stretch>
                  <a:fillRect/>
                </a:stretch>
              </p:blipFill>
              <p:spPr>
                <a:xfrm>
                  <a:off x="10903238" y="657648"/>
                  <a:ext cx="347059" cy="208440"/>
                </a:xfrm>
                <a:prstGeom prst="rect">
                  <a:avLst/>
                </a:prstGeom>
              </p:spPr>
            </p:pic>
          </mc:Fallback>
        </mc:AlternateContent>
      </p:grpSp>
    </p:spTree>
    <p:extLst>
      <p:ext uri="{BB962C8B-B14F-4D97-AF65-F5344CB8AC3E}">
        <p14:creationId xmlns:p14="http://schemas.microsoft.com/office/powerpoint/2010/main" val="1380649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1960</Words>
  <Application>Microsoft Macintosh PowerPoint</Application>
  <PresentationFormat>Widescreen</PresentationFormat>
  <Paragraphs>757</Paragraphs>
  <Slides>37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Arial Black</vt:lpstr>
      <vt:lpstr>Calibri</vt:lpstr>
      <vt:lpstr>Calibri Light</vt:lpstr>
      <vt:lpstr>Cambria Math</vt:lpstr>
      <vt:lpstr>Courier New</vt:lpstr>
      <vt:lpstr>Wingdings</vt:lpstr>
      <vt:lpstr>Office Theme</vt:lpstr>
      <vt:lpstr>WEEK 3  Transistor Model - BJT</vt:lpstr>
      <vt:lpstr>PowerPoint Presentation</vt:lpstr>
      <vt:lpstr>Learning Outcomes</vt:lpstr>
      <vt:lpstr>Transistor Circuit Model - BJT</vt:lpstr>
      <vt:lpstr>Transistor Circuit Model - BJT</vt:lpstr>
      <vt:lpstr>Transistor Circuit Model - BJT</vt:lpstr>
      <vt:lpstr>Transistor Circuit Model - BJT</vt:lpstr>
      <vt:lpstr>Transistor Circuit Model - BJT</vt:lpstr>
      <vt:lpstr>Transistor Circuit Model - BJT</vt:lpstr>
      <vt:lpstr>Transistor Circuit Model - BJT</vt:lpstr>
      <vt:lpstr>Transistor Circuit Model - BJT</vt:lpstr>
      <vt:lpstr>Transistor Circuit Model - BJT</vt:lpstr>
      <vt:lpstr> Transistor Model - BJT</vt:lpstr>
      <vt:lpstr> Transistor Model - BJT</vt:lpstr>
      <vt:lpstr> Transistor Model - BJT</vt:lpstr>
      <vt:lpstr> Transistor Model - BJT</vt:lpstr>
      <vt:lpstr> Transistor Model - BJT</vt:lpstr>
      <vt:lpstr> BJT Amplifier – AC Analysis</vt:lpstr>
      <vt:lpstr> BJT Amplifier – AC Analysis</vt:lpstr>
      <vt:lpstr> BJT Amplifier – AC Analysis</vt:lpstr>
      <vt:lpstr> BJT Amplifier – AC Analysis</vt:lpstr>
      <vt:lpstr> BJT Amplifier – AC Analysis</vt:lpstr>
      <vt:lpstr> BJT Amplifier – AC Analysis</vt:lpstr>
      <vt:lpstr> BJT Amplifier – AC Analysis</vt:lpstr>
      <vt:lpstr> BJT Amplifier – DC Analysis</vt:lpstr>
      <vt:lpstr> Transistor Model - BJT</vt:lpstr>
      <vt:lpstr> Transistor Model - BJT</vt:lpstr>
      <vt:lpstr> Transistor Model - BJT</vt:lpstr>
      <vt:lpstr> BJT Amplifier – Current Mirror</vt:lpstr>
      <vt:lpstr> BJT Amplifier – Current Mirror</vt:lpstr>
      <vt:lpstr> BJT Amplifier – Current Mirror</vt:lpstr>
      <vt:lpstr> BJT Amplifier – Current Mirror</vt:lpstr>
      <vt:lpstr> BJT Amplifier – Current Mirror</vt:lpstr>
      <vt:lpstr> BJT Amplifier – Current Mirror</vt:lpstr>
      <vt:lpstr> BJT Amplifier – Current Mirror</vt:lpstr>
      <vt:lpstr> BJT Amplifier – Current Mirror</vt:lpstr>
      <vt:lpstr> BJT Amplifier – Current Mirror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Joshua Moses</cp:lastModifiedBy>
  <cp:revision>2</cp:revision>
  <dcterms:created xsi:type="dcterms:W3CDTF">2018-04-12T05:54:00Z</dcterms:created>
  <dcterms:modified xsi:type="dcterms:W3CDTF">2024-08-09T06:12:38Z</dcterms:modified>
</cp:coreProperties>
</file>